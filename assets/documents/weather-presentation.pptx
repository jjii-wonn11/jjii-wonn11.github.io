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3" r:id="rId4"/>
    <p:sldId id="258" r:id="rId5"/>
    <p:sldId id="259" r:id="rId6"/>
    <p:sldId id="260" r:id="rId7"/>
    <p:sldId id="278" r:id="rId8"/>
    <p:sldId id="279" r:id="rId9"/>
    <p:sldId id="263" r:id="rId10"/>
    <p:sldId id="264" r:id="rId11"/>
    <p:sldId id="283" r:id="rId12"/>
    <p:sldId id="284" r:id="rId13"/>
    <p:sldId id="268" r:id="rId14"/>
    <p:sldId id="298" r:id="rId15"/>
    <p:sldId id="270" r:id="rId16"/>
    <p:sldId id="271" r:id="rId17"/>
    <p:sldId id="272" r:id="rId18"/>
    <p:sldId id="289" r:id="rId19"/>
    <p:sldId id="291" r:id="rId20"/>
    <p:sldId id="293" r:id="rId21"/>
  </p:sldIdLst>
  <p:sldSz cx="9144000" cy="5143500" type="screen16x9"/>
  <p:notesSz cx="5143500" cy="9144000"/>
  <p:embeddedFontLst>
    <p:embeddedFont>
      <p:font typeface="Cambria Math" panose="02040503050406030204" pitchFamily="18" charset="0"/>
      <p:regular r:id="rId23"/>
    </p:embeddedFont>
    <p:embeddedFont>
      <p:font typeface="Noto Sans KR" panose="020B0200000000000000" pitchFamily="50" charset="-127"/>
      <p:regular r:id="rId24"/>
      <p:bold r:id="rId25"/>
    </p:embeddedFont>
    <p:embeddedFont>
      <p:font typeface="Open Sans SemiBold" panose="020B0706030804020204" pitchFamily="34" charset="0"/>
      <p:bold r:id="rId26"/>
      <p:boldItalic r:id="rId27"/>
    </p:embeddedFont>
    <p:embeddedFont>
      <p:font typeface="나눔스퀘어라운드 Bold" panose="020B0600000101010101" pitchFamily="50" charset="-127"/>
      <p:bold r:id="rId28"/>
    </p:embeddedFont>
    <p:embeddedFont>
      <p:font typeface="나눔스퀘어라운드 ExtraBold" panose="020B0600000101010101" pitchFamily="50" charset="-127"/>
      <p:bold r:id="rId29"/>
    </p:embeddedFont>
    <p:embeddedFont>
      <p:font typeface="나눔스퀘어라운드 Light" panose="020B0600000101010101" pitchFamily="50" charset="-127"/>
      <p:regular r:id="rId30"/>
    </p:embeddedFont>
    <p:embeddedFont>
      <p:font typeface="나눔스퀘어라운드 Regular" panose="020B0600000101010101" pitchFamily="50" charset="-127"/>
      <p:regular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A2B8"/>
    <a:srgbClr val="007BFF"/>
    <a:srgbClr val="6C757D"/>
    <a:srgbClr val="DC3545"/>
    <a:srgbClr val="3399FF"/>
    <a:srgbClr val="675233"/>
    <a:srgbClr val="F1F3F5"/>
    <a:srgbClr val="E7F1FF"/>
    <a:srgbClr val="1A3A5A"/>
    <a:srgbClr val="FFB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FE438-8500-4942-AB15-5B32E8214413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80638-597E-49BB-AF22-A060E061F5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29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F459-37B8-3C40-B380-0B7113DA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C4149-CE89-22F0-2923-6215B108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32F7-8167-8244-30D8-382C7DDCC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A5EBA-C653-28FA-5377-49D74F7CF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0C08-62FA-D171-4D4B-93F796A7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AA96C-9D86-5815-F7F0-1C1EF4078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EFC41-9CA3-5BEA-E118-B767745B3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7A931-2D42-B4B8-B3E6-9F22AD710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2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C00A-E4E8-CC6B-47C1-4883F31B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F7AF3-7357-A8B7-106D-E5E71A7E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3FB9E-A5B3-24A1-D778-6058F405B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1E405-9C11-070F-514E-9B72E5F61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1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12B9-BA1B-83CE-6D18-ADDF9674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42A1F-3A09-3DAA-D406-A7AC96AD8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279D8-C811-EAE3-1B9D-66C827C5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2B9B9-6CCD-8505-B71E-CE50BBE9E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91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7B36-8487-4ED4-53B0-A1BBC841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A98FC-DA10-B9A6-D053-C20D12703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AF2AE-7624-18BC-F0EE-032066E9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6655F-F4EE-75F5-3B17-A7A6CE288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42B3-E8B2-C533-C086-13FEDB89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4D43-7039-400F-68EC-4BD2A2BA2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F2644-3598-9D4C-AB73-C404B29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40D3D-0E73-4E52-A99D-D12CD9A2E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99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pnews.net/news/articleView.html?idxno=36254&amp;utm_source=chatgpt.com" TargetMode="External"/><Relationship Id="rId3" Type="http://schemas.openxmlformats.org/officeDocument/2006/relationships/image" Target="../media/image41.png"/><Relationship Id="rId7" Type="http://schemas.openxmlformats.org/officeDocument/2006/relationships/hyperlink" Target="https://doi.org/10.22885/KRDA.2021.33.3.45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hyperlink" Target="https://m.sedaily.com/amparticle/12385489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SAMSUNG\AppData\Local\Temp\{F2FA693B-7FA0-4825-BAD7-60CD4F9D0FAF}.t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8"/>
            <a:ext cx="9139700" cy="514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0" y="-2419"/>
            <a:ext cx="6400800" cy="514350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49000">
                <a:srgbClr val="FDFDFD">
                  <a:alpha val="79000"/>
                </a:srgbClr>
              </a:gs>
              <a:gs pos="100000">
                <a:schemeClr val="bg1">
                  <a:alpha val="85000"/>
                </a:schemeClr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567926" y="571500"/>
            <a:ext cx="58293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A3A5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2026 서울시 빅데이터 활용 경진대회</a:t>
            </a:r>
            <a:endParaRPr lang="en-US" sz="1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15AD0-00E5-4666-D68D-FBA84D650F67}"/>
              </a:ext>
            </a:extLst>
          </p:cNvPr>
          <p:cNvSpPr txBox="1"/>
          <p:nvPr/>
        </p:nvSpPr>
        <p:spPr>
          <a:xfrm>
            <a:off x="567926" y="2084779"/>
            <a:ext cx="4572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50" b="1" kern="0" spc="-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서울시 상권 취약성 진단</a:t>
            </a:r>
            <a:endParaRPr lang="en-US" altLang="ko-KR" sz="2850" b="1" kern="0" spc="-1" dirty="0">
              <a:solidFill>
                <a:srgbClr val="1A3A5A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2AE095-556C-008F-009B-0742D1EA1CCD}"/>
              </a:ext>
            </a:extLst>
          </p:cNvPr>
          <p:cNvSpPr txBox="1"/>
          <p:nvPr/>
        </p:nvSpPr>
        <p:spPr>
          <a:xfrm>
            <a:off x="567926" y="2615694"/>
            <a:ext cx="4572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50" b="1" kern="0" spc="-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및 맞춤형 전략 제안</a:t>
            </a:r>
            <a:endParaRPr lang="en-US" altLang="ko-KR" sz="285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00C59F-9A4E-5ACE-25D9-04B9C6B834AA}"/>
              </a:ext>
            </a:extLst>
          </p:cNvPr>
          <p:cNvSpPr txBox="1"/>
          <p:nvPr/>
        </p:nvSpPr>
        <p:spPr>
          <a:xfrm>
            <a:off x="567926" y="1548970"/>
            <a:ext cx="627946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50" b="1" kern="0" spc="-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소비전환 수준과 유동</a:t>
            </a:r>
            <a:r>
              <a:rPr lang="en-US" altLang="ko-KR" sz="2850" b="1" kern="0" spc="-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-</a:t>
            </a:r>
            <a:r>
              <a:rPr lang="ko-KR" altLang="en-US" sz="2850" b="1" kern="0" spc="-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소비 동조성 기반</a:t>
            </a:r>
            <a:endParaRPr lang="en-US" altLang="ko-KR" sz="285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5084A3D-D2FC-54CF-4771-2B8747FC50E7}"/>
              </a:ext>
            </a:extLst>
          </p:cNvPr>
          <p:cNvCxnSpPr>
            <a:cxnSpLocks/>
          </p:cNvCxnSpPr>
          <p:nvPr/>
        </p:nvCxnSpPr>
        <p:spPr>
          <a:xfrm>
            <a:off x="567926" y="3551068"/>
            <a:ext cx="3000653" cy="0"/>
          </a:xfrm>
          <a:prstGeom prst="line">
            <a:avLst/>
          </a:prstGeom>
          <a:ln w="38100">
            <a:solidFill>
              <a:srgbClr val="6752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" name="Text 0"/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CONTENTS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71500" y="782656"/>
            <a:ext cx="561051" cy="41229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목차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111" name="직선 연결선 110"/>
          <p:cNvCxnSpPr>
            <a:cxnSpLocks/>
          </p:cNvCxnSpPr>
          <p:nvPr/>
        </p:nvCxnSpPr>
        <p:spPr>
          <a:xfrm>
            <a:off x="571500" y="1190877"/>
            <a:ext cx="51435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1DD20DF3-F444-D5BE-7AB9-BE076F7BF406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E71841D-7546-9C82-1526-72000533AA7A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E382BD-2474-DF2E-2E31-9A52D70C2034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B178BD11-4AD9-1E85-986A-12EFC850D7FA}"/>
              </a:ext>
            </a:extLst>
          </p:cNvPr>
          <p:cNvGrpSpPr/>
          <p:nvPr/>
        </p:nvGrpSpPr>
        <p:grpSpPr>
          <a:xfrm>
            <a:off x="582760" y="3215524"/>
            <a:ext cx="2520000" cy="1440000"/>
            <a:chOff x="1214429" y="1667756"/>
            <a:chExt cx="2520000" cy="1440000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9594C09E-5951-D05F-DA3A-B96C6BCD9F91}"/>
                </a:ext>
              </a:extLst>
            </p:cNvPr>
            <p:cNvSpPr/>
            <p:nvPr/>
          </p:nvSpPr>
          <p:spPr>
            <a:xfrm>
              <a:off x="1214429" y="1667756"/>
              <a:ext cx="2520000" cy="144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6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13712298-B03D-BD0C-E26A-31301260607B}"/>
                </a:ext>
              </a:extLst>
            </p:cNvPr>
            <p:cNvGrpSpPr/>
            <p:nvPr/>
          </p:nvGrpSpPr>
          <p:grpSpPr>
            <a:xfrm>
              <a:off x="1290630" y="1760025"/>
              <a:ext cx="1468454" cy="289499"/>
              <a:chOff x="1155994" y="1761655"/>
              <a:chExt cx="1468454" cy="289499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14F7010-7CE0-CF4F-BC10-F75C90E908EB}"/>
                  </a:ext>
                </a:extLst>
              </p:cNvPr>
              <p:cNvSpPr txBox="1"/>
              <p:nvPr/>
            </p:nvSpPr>
            <p:spPr>
              <a:xfrm>
                <a:off x="1466429" y="1761655"/>
                <a:ext cx="1158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분석 </a:t>
                </a:r>
                <a:r>
                  <a:rPr lang="en-US" altLang="ko-KR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2</a:t>
                </a:r>
                <a:endParaRPr lang="ko-KR" altLang="en-US" sz="1200" dirty="0">
                  <a:solidFill>
                    <a:srgbClr val="0056B3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E4F20CDC-CEF0-830A-FA80-1052926F8891}"/>
                  </a:ext>
                </a:extLst>
              </p:cNvPr>
              <p:cNvSpPr/>
              <p:nvPr/>
            </p:nvSpPr>
            <p:spPr>
              <a:xfrm>
                <a:off x="1214429" y="1774155"/>
                <a:ext cx="252000" cy="252000"/>
              </a:xfrm>
              <a:prstGeom prst="ellipse">
                <a:avLst/>
              </a:prstGeom>
              <a:solidFill>
                <a:srgbClr val="005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B91E36E-3C71-D11D-04A0-3D25D4FE0EF4}"/>
                  </a:ext>
                </a:extLst>
              </p:cNvPr>
              <p:cNvSpPr txBox="1"/>
              <p:nvPr/>
            </p:nvSpPr>
            <p:spPr>
              <a:xfrm>
                <a:off x="1155994" y="1774155"/>
                <a:ext cx="39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04</a:t>
                </a:r>
                <a:endParaRPr lang="ko-KR" altLang="en-US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F80503A8-9C5C-17BB-5AB6-E559E4C352B9}"/>
                </a:ext>
              </a:extLst>
            </p:cNvPr>
            <p:cNvGrpSpPr/>
            <p:nvPr/>
          </p:nvGrpSpPr>
          <p:grpSpPr>
            <a:xfrm>
              <a:off x="1475065" y="2129293"/>
              <a:ext cx="1829223" cy="261610"/>
              <a:chOff x="1358429" y="2890816"/>
              <a:chExt cx="1829223" cy="261610"/>
            </a:xfrm>
          </p:grpSpPr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FD548589-C7BD-E896-230E-4F7982AAB3EF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7CB81A3-3C75-F342-4EEF-A5491377E18C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연구질문 </a:t>
                </a:r>
                <a:r>
                  <a:rPr lang="en-US" altLang="ko-KR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4</a:t>
                </a:r>
                <a:endPara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F14D384D-298C-A631-47F6-5FE48DA54B12}"/>
                </a:ext>
              </a:extLst>
            </p:cNvPr>
            <p:cNvGrpSpPr/>
            <p:nvPr/>
          </p:nvGrpSpPr>
          <p:grpSpPr>
            <a:xfrm>
              <a:off x="1475065" y="2453074"/>
              <a:ext cx="1829223" cy="261610"/>
              <a:chOff x="1358429" y="2890816"/>
              <a:chExt cx="1829223" cy="261610"/>
            </a:xfrm>
          </p:grpSpPr>
          <p:cxnSp>
            <p:nvCxnSpPr>
              <p:cNvPr id="153" name="직선 연결선 152">
                <a:extLst>
                  <a:ext uri="{FF2B5EF4-FFF2-40B4-BE49-F238E27FC236}">
                    <a16:creationId xmlns:a16="http://schemas.microsoft.com/office/drawing/2014/main" id="{00CF759E-E571-743B-8AFC-1894D1C03FA3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522BB8E9-5E8C-61FD-8086-556133327A3D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정책 제안</a:t>
                </a:r>
              </a:p>
            </p:txBody>
          </p:sp>
        </p:grpSp>
      </p:grp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CFB92D1-8A30-F0B5-341A-E4EC18C57144}"/>
              </a:ext>
            </a:extLst>
          </p:cNvPr>
          <p:cNvSpPr/>
          <p:nvPr/>
        </p:nvSpPr>
        <p:spPr>
          <a:xfrm>
            <a:off x="579245" y="3215524"/>
            <a:ext cx="2520000" cy="5400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A8A7C654-7AB9-25C6-5E8A-2ADE1FE738D1}"/>
              </a:ext>
            </a:extLst>
          </p:cNvPr>
          <p:cNvGrpSpPr/>
          <p:nvPr/>
        </p:nvGrpSpPr>
        <p:grpSpPr>
          <a:xfrm>
            <a:off x="6052013" y="3215524"/>
            <a:ext cx="2523515" cy="1440000"/>
            <a:chOff x="572101" y="1553767"/>
            <a:chExt cx="2523515" cy="1440000"/>
          </a:xfrm>
        </p:grpSpPr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E331F819-ED13-57AD-6904-F8483D681D6A}"/>
                </a:ext>
              </a:extLst>
            </p:cNvPr>
            <p:cNvGrpSpPr/>
            <p:nvPr/>
          </p:nvGrpSpPr>
          <p:grpSpPr>
            <a:xfrm>
              <a:off x="575616" y="1553767"/>
              <a:ext cx="2520000" cy="1440000"/>
              <a:chOff x="1214429" y="1667756"/>
              <a:chExt cx="2520000" cy="1440000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66D99D11-D013-3768-6984-DE1B6E69D0C9}"/>
                  </a:ext>
                </a:extLst>
              </p:cNvPr>
              <p:cNvSpPr/>
              <p:nvPr/>
            </p:nvSpPr>
            <p:spPr>
              <a:xfrm>
                <a:off x="1214429" y="1667756"/>
                <a:ext cx="2520000" cy="14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56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3D0B00C3-B75C-C856-F00F-22B35657F6CE}"/>
                  </a:ext>
                </a:extLst>
              </p:cNvPr>
              <p:cNvGrpSpPr/>
              <p:nvPr/>
            </p:nvGrpSpPr>
            <p:grpSpPr>
              <a:xfrm>
                <a:off x="1290630" y="1760025"/>
                <a:ext cx="1468454" cy="289499"/>
                <a:chOff x="1155994" y="1761655"/>
                <a:chExt cx="1468454" cy="289499"/>
              </a:xfrm>
            </p:grpSpPr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8492E22D-B057-9558-41C8-0EFF4D3C119C}"/>
                    </a:ext>
                  </a:extLst>
                </p:cNvPr>
                <p:cNvSpPr txBox="1"/>
                <p:nvPr/>
              </p:nvSpPr>
              <p:spPr>
                <a:xfrm>
                  <a:off x="1466429" y="1761655"/>
                  <a:ext cx="115801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dirty="0">
                      <a:solidFill>
                        <a:srgbClr val="0056B3"/>
                      </a:solidFill>
                      <a:latin typeface="나눔스퀘어라운드 Bold" panose="020B0600000101010101" pitchFamily="50" charset="-127"/>
                      <a:ea typeface="나눔스퀘어라운드 Bold" panose="020B0600000101010101" pitchFamily="50" charset="-127"/>
                    </a:rPr>
                    <a:t>참고문헌</a:t>
                  </a: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631B10EA-99D4-CD7C-F7C1-67A810A3DE56}"/>
                    </a:ext>
                  </a:extLst>
                </p:cNvPr>
                <p:cNvSpPr/>
                <p:nvPr/>
              </p:nvSpPr>
              <p:spPr>
                <a:xfrm>
                  <a:off x="1214429" y="1774155"/>
                  <a:ext cx="252000" cy="252000"/>
                </a:xfrm>
                <a:prstGeom prst="ellipse">
                  <a:avLst/>
                </a:prstGeom>
                <a:solidFill>
                  <a:srgbClr val="0056B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30D61324-5501-05BC-B5AA-A9AC90FA0F2C}"/>
                    </a:ext>
                  </a:extLst>
                </p:cNvPr>
                <p:cNvSpPr txBox="1"/>
                <p:nvPr/>
              </p:nvSpPr>
              <p:spPr>
                <a:xfrm>
                  <a:off x="1155994" y="1774155"/>
                  <a:ext cx="396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bg1"/>
                      </a:solidFill>
                      <a:latin typeface="나눔스퀘어라운드 Bold" panose="020B0600000101010101" pitchFamily="50" charset="-127"/>
                      <a:ea typeface="나눔스퀘어라운드 Bold" panose="020B0600000101010101" pitchFamily="50" charset="-127"/>
                    </a:rPr>
                    <a:t>06</a:t>
                  </a:r>
                  <a:endParaRPr lang="ko-KR" altLang="en-US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endParaRPr>
                </a:p>
              </p:txBody>
            </p:sp>
          </p:grp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1486E374-3EFC-298B-985C-DC405C42BE54}"/>
                  </a:ext>
                </a:extLst>
              </p:cNvPr>
              <p:cNvGrpSpPr/>
              <p:nvPr/>
            </p:nvGrpSpPr>
            <p:grpSpPr>
              <a:xfrm>
                <a:off x="1475065" y="2129293"/>
                <a:ext cx="1829223" cy="261610"/>
                <a:chOff x="1358429" y="2890816"/>
                <a:chExt cx="1829223" cy="261610"/>
              </a:xfrm>
            </p:grpSpPr>
            <p:cxnSp>
              <p:nvCxnSpPr>
                <p:cNvPr id="172" name="직선 연결선 171">
                  <a:extLst>
                    <a:ext uri="{FF2B5EF4-FFF2-40B4-BE49-F238E27FC236}">
                      <a16:creationId xmlns:a16="http://schemas.microsoft.com/office/drawing/2014/main" id="{89BE097E-2873-673F-D7B3-BF564B966FED}"/>
                    </a:ext>
                  </a:extLst>
                </p:cNvPr>
                <p:cNvCxnSpPr/>
                <p:nvPr/>
              </p:nvCxnSpPr>
              <p:spPr>
                <a:xfrm>
                  <a:off x="1358429" y="3021554"/>
                  <a:ext cx="108000" cy="0"/>
                </a:xfrm>
                <a:prstGeom prst="line">
                  <a:avLst/>
                </a:prstGeom>
                <a:ln>
                  <a:solidFill>
                    <a:srgbClr val="0056B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8F102FCC-D494-9E18-ADFD-1E2C58558107}"/>
                    </a:ext>
                  </a:extLst>
                </p:cNvPr>
                <p:cNvSpPr txBox="1"/>
                <p:nvPr/>
              </p:nvSpPr>
              <p:spPr>
                <a:xfrm>
                  <a:off x="1466429" y="2890816"/>
                  <a:ext cx="17212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50" dirty="0">
                      <a:latin typeface="나눔스퀘어라운드 Regular" panose="020B0600000101010101" pitchFamily="50" charset="-127"/>
                      <a:ea typeface="나눔스퀘어라운드 Regular" panose="020B0600000101010101" pitchFamily="50" charset="-127"/>
                    </a:rPr>
                    <a:t>활용 데이터</a:t>
                  </a:r>
                </a:p>
              </p:txBody>
            </p:sp>
          </p:grpSp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E0BEB57F-E681-E196-205E-C77085A8CBDE}"/>
                  </a:ext>
                </a:extLst>
              </p:cNvPr>
              <p:cNvGrpSpPr/>
              <p:nvPr/>
            </p:nvGrpSpPr>
            <p:grpSpPr>
              <a:xfrm>
                <a:off x="1475065" y="2453074"/>
                <a:ext cx="1829223" cy="261610"/>
                <a:chOff x="1358429" y="2890816"/>
                <a:chExt cx="1829223" cy="261610"/>
              </a:xfrm>
            </p:grpSpPr>
            <p:cxnSp>
              <p:nvCxnSpPr>
                <p:cNvPr id="170" name="직선 연결선 169">
                  <a:extLst>
                    <a:ext uri="{FF2B5EF4-FFF2-40B4-BE49-F238E27FC236}">
                      <a16:creationId xmlns:a16="http://schemas.microsoft.com/office/drawing/2014/main" id="{02C7D777-125E-5FE2-2F26-379CB71D59B6}"/>
                    </a:ext>
                  </a:extLst>
                </p:cNvPr>
                <p:cNvCxnSpPr/>
                <p:nvPr/>
              </p:nvCxnSpPr>
              <p:spPr>
                <a:xfrm>
                  <a:off x="1358429" y="3021554"/>
                  <a:ext cx="108000" cy="0"/>
                </a:xfrm>
                <a:prstGeom prst="line">
                  <a:avLst/>
                </a:prstGeom>
                <a:ln>
                  <a:solidFill>
                    <a:srgbClr val="0056B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ED9AF556-6DCF-8305-E99E-BB47409BEFB8}"/>
                    </a:ext>
                  </a:extLst>
                </p:cNvPr>
                <p:cNvSpPr txBox="1"/>
                <p:nvPr/>
              </p:nvSpPr>
              <p:spPr>
                <a:xfrm>
                  <a:off x="1466429" y="2890816"/>
                  <a:ext cx="17212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50" dirty="0">
                      <a:latin typeface="나눔스퀘어라운드 Regular" panose="020B0600000101010101" pitchFamily="50" charset="-127"/>
                      <a:ea typeface="나눔스퀘어라운드 Regular" panose="020B0600000101010101" pitchFamily="50" charset="-127"/>
                    </a:rPr>
                    <a:t>참고문헌</a:t>
                  </a:r>
                </a:p>
              </p:txBody>
            </p:sp>
          </p:grp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7165913B-A6AD-4DFB-C5BC-8AFBDB87FE21}"/>
                  </a:ext>
                </a:extLst>
              </p:cNvPr>
              <p:cNvGrpSpPr/>
              <p:nvPr/>
            </p:nvGrpSpPr>
            <p:grpSpPr>
              <a:xfrm>
                <a:off x="1475065" y="2776855"/>
                <a:ext cx="1829223" cy="261610"/>
                <a:chOff x="1358429" y="2890816"/>
                <a:chExt cx="1829223" cy="261610"/>
              </a:xfrm>
            </p:grpSpPr>
            <p:cxnSp>
              <p:nvCxnSpPr>
                <p:cNvPr id="168" name="직선 연결선 167">
                  <a:extLst>
                    <a:ext uri="{FF2B5EF4-FFF2-40B4-BE49-F238E27FC236}">
                      <a16:creationId xmlns:a16="http://schemas.microsoft.com/office/drawing/2014/main" id="{ED8D754A-B27F-44E8-2523-C1FC787790B5}"/>
                    </a:ext>
                  </a:extLst>
                </p:cNvPr>
                <p:cNvCxnSpPr/>
                <p:nvPr/>
              </p:nvCxnSpPr>
              <p:spPr>
                <a:xfrm>
                  <a:off x="1358429" y="3021554"/>
                  <a:ext cx="108000" cy="0"/>
                </a:xfrm>
                <a:prstGeom prst="line">
                  <a:avLst/>
                </a:prstGeom>
                <a:ln>
                  <a:solidFill>
                    <a:srgbClr val="0056B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662C73B3-5F93-B451-DA0A-48F8A9E24F95}"/>
                    </a:ext>
                  </a:extLst>
                </p:cNvPr>
                <p:cNvSpPr txBox="1"/>
                <p:nvPr/>
              </p:nvSpPr>
              <p:spPr>
                <a:xfrm>
                  <a:off x="1466429" y="2890816"/>
                  <a:ext cx="17212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50" dirty="0">
                      <a:latin typeface="나눔스퀘어라운드 Regular" panose="020B0600000101010101" pitchFamily="50" charset="-127"/>
                      <a:ea typeface="나눔스퀘어라운드 Regular" panose="020B0600000101010101" pitchFamily="50" charset="-127"/>
                    </a:rPr>
                    <a:t>분석도구</a:t>
                  </a:r>
                </a:p>
              </p:txBody>
            </p:sp>
          </p:grpSp>
        </p:grp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FE659B2D-BB92-79E7-8982-EE160BCE65AE}"/>
                </a:ext>
              </a:extLst>
            </p:cNvPr>
            <p:cNvSpPr/>
            <p:nvPr/>
          </p:nvSpPr>
          <p:spPr>
            <a:xfrm>
              <a:off x="572101" y="1553767"/>
              <a:ext cx="2520000" cy="54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23C591B2-AB44-ABA0-D4E8-3E2B636D8A8B}"/>
              </a:ext>
            </a:extLst>
          </p:cNvPr>
          <p:cNvGrpSpPr/>
          <p:nvPr/>
        </p:nvGrpSpPr>
        <p:grpSpPr>
          <a:xfrm>
            <a:off x="3319144" y="3215524"/>
            <a:ext cx="2520000" cy="1440000"/>
            <a:chOff x="1214429" y="1667756"/>
            <a:chExt cx="2520000" cy="1440000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B2085892-8387-86A3-C4DB-214D14EDA8EF}"/>
                </a:ext>
              </a:extLst>
            </p:cNvPr>
            <p:cNvSpPr/>
            <p:nvPr/>
          </p:nvSpPr>
          <p:spPr>
            <a:xfrm>
              <a:off x="1214429" y="1667756"/>
              <a:ext cx="2520000" cy="144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6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CC2BE982-1B7F-4889-91B4-4612A655F8F1}"/>
                </a:ext>
              </a:extLst>
            </p:cNvPr>
            <p:cNvGrpSpPr/>
            <p:nvPr/>
          </p:nvGrpSpPr>
          <p:grpSpPr>
            <a:xfrm>
              <a:off x="1290630" y="1760025"/>
              <a:ext cx="1468454" cy="289499"/>
              <a:chOff x="1155994" y="1761655"/>
              <a:chExt cx="1468454" cy="289499"/>
            </a:xfrm>
          </p:grpSpPr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D065578B-1FB4-A497-E000-CE1B0F3DF1A6}"/>
                  </a:ext>
                </a:extLst>
              </p:cNvPr>
              <p:cNvSpPr txBox="1"/>
              <p:nvPr/>
            </p:nvSpPr>
            <p:spPr>
              <a:xfrm>
                <a:off x="1466429" y="1761655"/>
                <a:ext cx="1158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결론</a:t>
                </a:r>
              </a:p>
            </p:txBody>
          </p:sp>
          <p:sp>
            <p:nvSpPr>
              <p:cNvPr id="192" name="타원 191">
                <a:extLst>
                  <a:ext uri="{FF2B5EF4-FFF2-40B4-BE49-F238E27FC236}">
                    <a16:creationId xmlns:a16="http://schemas.microsoft.com/office/drawing/2014/main" id="{E262E19C-FD9F-223C-CBA0-4143FE6D306E}"/>
                  </a:ext>
                </a:extLst>
              </p:cNvPr>
              <p:cNvSpPr/>
              <p:nvPr/>
            </p:nvSpPr>
            <p:spPr>
              <a:xfrm>
                <a:off x="1214429" y="1774155"/>
                <a:ext cx="252000" cy="252000"/>
              </a:xfrm>
              <a:prstGeom prst="ellipse">
                <a:avLst/>
              </a:prstGeom>
              <a:solidFill>
                <a:srgbClr val="005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F722350-5008-2BD7-02BC-305FA6C641B5}"/>
                  </a:ext>
                </a:extLst>
              </p:cNvPr>
              <p:cNvSpPr txBox="1"/>
              <p:nvPr/>
            </p:nvSpPr>
            <p:spPr>
              <a:xfrm>
                <a:off x="1155994" y="1774155"/>
                <a:ext cx="39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05</a:t>
                </a:r>
                <a:endParaRPr lang="ko-KR" altLang="en-US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F818639C-0DCE-6F80-07E2-583CFF519A89}"/>
                </a:ext>
              </a:extLst>
            </p:cNvPr>
            <p:cNvGrpSpPr/>
            <p:nvPr/>
          </p:nvGrpSpPr>
          <p:grpSpPr>
            <a:xfrm>
              <a:off x="1475065" y="2129293"/>
              <a:ext cx="1829223" cy="261610"/>
              <a:chOff x="1358429" y="2890816"/>
              <a:chExt cx="1829223" cy="261610"/>
            </a:xfrm>
          </p:grpSpPr>
          <p:cxnSp>
            <p:nvCxnSpPr>
              <p:cNvPr id="189" name="직선 연결선 188">
                <a:extLst>
                  <a:ext uri="{FF2B5EF4-FFF2-40B4-BE49-F238E27FC236}">
                    <a16:creationId xmlns:a16="http://schemas.microsoft.com/office/drawing/2014/main" id="{FFD419D2-44D5-F882-1EBA-950A2BF29875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F073712-8E34-C3FA-AFB4-45886CBEC83D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결론</a:t>
                </a:r>
              </a:p>
            </p:txBody>
          </p:sp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F66F4AC5-8879-3178-2886-E5F3660E8067}"/>
                </a:ext>
              </a:extLst>
            </p:cNvPr>
            <p:cNvGrpSpPr/>
            <p:nvPr/>
          </p:nvGrpSpPr>
          <p:grpSpPr>
            <a:xfrm>
              <a:off x="1475065" y="2453074"/>
              <a:ext cx="1829223" cy="261610"/>
              <a:chOff x="1358429" y="2890816"/>
              <a:chExt cx="1829223" cy="261610"/>
            </a:xfrm>
          </p:grpSpPr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4646D66F-DAAD-F6EF-8A90-4F6AD695ADA9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3EC16B48-3648-2A8A-31F4-81243B138911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기대효과 및 한계점</a:t>
                </a:r>
              </a:p>
            </p:txBody>
          </p:sp>
        </p:grpSp>
      </p:grp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95444EC5-62B1-7BC7-F541-C11D7EE53526}"/>
              </a:ext>
            </a:extLst>
          </p:cNvPr>
          <p:cNvSpPr/>
          <p:nvPr/>
        </p:nvSpPr>
        <p:spPr>
          <a:xfrm>
            <a:off x="3312000" y="3215524"/>
            <a:ext cx="2520000" cy="5400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61938EB-4434-152D-843D-E9084AA3CCA0}"/>
              </a:ext>
            </a:extLst>
          </p:cNvPr>
          <p:cNvGrpSpPr/>
          <p:nvPr/>
        </p:nvGrpSpPr>
        <p:grpSpPr>
          <a:xfrm>
            <a:off x="575616" y="1553767"/>
            <a:ext cx="2520000" cy="1440000"/>
            <a:chOff x="1214429" y="1667756"/>
            <a:chExt cx="2520000" cy="1440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06ECA87-E9AD-2AF1-6C5B-7BFFBF423909}"/>
                </a:ext>
              </a:extLst>
            </p:cNvPr>
            <p:cNvSpPr/>
            <p:nvPr/>
          </p:nvSpPr>
          <p:spPr>
            <a:xfrm>
              <a:off x="1214429" y="1667756"/>
              <a:ext cx="2520000" cy="144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6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2AA89B7-B349-D929-D967-D5D39ABF3EC2}"/>
                </a:ext>
              </a:extLst>
            </p:cNvPr>
            <p:cNvGrpSpPr/>
            <p:nvPr/>
          </p:nvGrpSpPr>
          <p:grpSpPr>
            <a:xfrm>
              <a:off x="1290630" y="1760025"/>
              <a:ext cx="1468454" cy="289499"/>
              <a:chOff x="1155994" y="1761655"/>
              <a:chExt cx="1468454" cy="289499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277B2C-9234-156E-4644-A4CC569A264F}"/>
                  </a:ext>
                </a:extLst>
              </p:cNvPr>
              <p:cNvSpPr txBox="1"/>
              <p:nvPr/>
            </p:nvSpPr>
            <p:spPr>
              <a:xfrm>
                <a:off x="1466429" y="1761655"/>
                <a:ext cx="1158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분석배경</a:t>
                </a: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B3D9925-A323-65C2-AD35-3CBA8BD61470}"/>
                  </a:ext>
                </a:extLst>
              </p:cNvPr>
              <p:cNvSpPr/>
              <p:nvPr/>
            </p:nvSpPr>
            <p:spPr>
              <a:xfrm>
                <a:off x="1214429" y="1774155"/>
                <a:ext cx="252000" cy="252000"/>
              </a:xfrm>
              <a:prstGeom prst="ellipse">
                <a:avLst/>
              </a:prstGeom>
              <a:solidFill>
                <a:srgbClr val="005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263EBEA-3416-F651-AD68-AC305A2D321A}"/>
                  </a:ext>
                </a:extLst>
              </p:cNvPr>
              <p:cNvSpPr txBox="1"/>
              <p:nvPr/>
            </p:nvSpPr>
            <p:spPr>
              <a:xfrm>
                <a:off x="1155994" y="1774155"/>
                <a:ext cx="39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01</a:t>
                </a:r>
                <a:endParaRPr lang="ko-KR" altLang="en-US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67D4AFF-E49E-DE86-46D6-C7FE5C86D950}"/>
                </a:ext>
              </a:extLst>
            </p:cNvPr>
            <p:cNvGrpSpPr/>
            <p:nvPr/>
          </p:nvGrpSpPr>
          <p:grpSpPr>
            <a:xfrm>
              <a:off x="1475065" y="2129293"/>
              <a:ext cx="1829223" cy="261610"/>
              <a:chOff x="1358429" y="2890816"/>
              <a:chExt cx="1829223" cy="261610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F8016978-151E-13A2-2337-548012C9E164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9A54CF-D2FC-8BC1-8F3D-CAF5B51AAAC5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주제 선정 배경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905FE18-BB17-A2A7-6384-62A236068B35}"/>
                </a:ext>
              </a:extLst>
            </p:cNvPr>
            <p:cNvGrpSpPr/>
            <p:nvPr/>
          </p:nvGrpSpPr>
          <p:grpSpPr>
            <a:xfrm>
              <a:off x="1475065" y="2453074"/>
              <a:ext cx="1829223" cy="261610"/>
              <a:chOff x="1358429" y="2890816"/>
              <a:chExt cx="1829223" cy="26161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4940976D-1FEF-074D-4F8F-5B21E5D67DA9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EF30A7-C7AE-4892-B44D-32C60F5D01A8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문제제기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3E661D1-E0C5-AA67-D7C6-CBBBEB6C506F}"/>
                </a:ext>
              </a:extLst>
            </p:cNvPr>
            <p:cNvGrpSpPr/>
            <p:nvPr/>
          </p:nvGrpSpPr>
          <p:grpSpPr>
            <a:xfrm>
              <a:off x="1475065" y="2776855"/>
              <a:ext cx="1829223" cy="261610"/>
              <a:chOff x="1358429" y="2890816"/>
              <a:chExt cx="1829223" cy="261610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EA60C7ED-9C87-950C-8309-C35E5FA1FC4A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AD3593-A24F-86F7-ECE1-76911469C7A6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목적</a:t>
                </a:r>
              </a:p>
            </p:txBody>
          </p:sp>
        </p:grp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4A3148F-E800-DD2E-2F25-24118ED6EB69}"/>
              </a:ext>
            </a:extLst>
          </p:cNvPr>
          <p:cNvSpPr/>
          <p:nvPr/>
        </p:nvSpPr>
        <p:spPr>
          <a:xfrm>
            <a:off x="568472" y="1553766"/>
            <a:ext cx="2534288" cy="57985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8567AC0-97A6-FEE1-FB2C-70B4BF1DA4DD}"/>
              </a:ext>
            </a:extLst>
          </p:cNvPr>
          <p:cNvGrpSpPr/>
          <p:nvPr/>
        </p:nvGrpSpPr>
        <p:grpSpPr>
          <a:xfrm>
            <a:off x="6048384" y="1553767"/>
            <a:ext cx="2520000" cy="1440000"/>
            <a:chOff x="1214429" y="1667756"/>
            <a:chExt cx="2520000" cy="144000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735ED3AE-C0B2-BC83-445C-C67BD7D3F7F5}"/>
                </a:ext>
              </a:extLst>
            </p:cNvPr>
            <p:cNvSpPr/>
            <p:nvPr/>
          </p:nvSpPr>
          <p:spPr>
            <a:xfrm>
              <a:off x="1214429" y="1667756"/>
              <a:ext cx="2520000" cy="144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6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8CAD676-2850-2B15-D266-6EBBC3B00030}"/>
                </a:ext>
              </a:extLst>
            </p:cNvPr>
            <p:cNvGrpSpPr/>
            <p:nvPr/>
          </p:nvGrpSpPr>
          <p:grpSpPr>
            <a:xfrm>
              <a:off x="1290630" y="1760025"/>
              <a:ext cx="1468454" cy="289499"/>
              <a:chOff x="1155994" y="1761655"/>
              <a:chExt cx="1468454" cy="289499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17D299-D907-A84B-A9C4-760BB3534FE2}"/>
                  </a:ext>
                </a:extLst>
              </p:cNvPr>
              <p:cNvSpPr txBox="1"/>
              <p:nvPr/>
            </p:nvSpPr>
            <p:spPr>
              <a:xfrm>
                <a:off x="1466429" y="1761655"/>
                <a:ext cx="1158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분석 </a:t>
                </a:r>
                <a:r>
                  <a:rPr lang="en-US" altLang="ko-KR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1</a:t>
                </a:r>
                <a:endParaRPr lang="ko-KR" altLang="en-US" sz="1200" dirty="0">
                  <a:solidFill>
                    <a:srgbClr val="0056B3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  <p:sp>
            <p:nvSpPr>
              <p:cNvPr id="124" name="타원 123">
                <a:extLst>
                  <a:ext uri="{FF2B5EF4-FFF2-40B4-BE49-F238E27FC236}">
                    <a16:creationId xmlns:a16="http://schemas.microsoft.com/office/drawing/2014/main" id="{59365957-FD3F-8215-9183-8966799DD13E}"/>
                  </a:ext>
                </a:extLst>
              </p:cNvPr>
              <p:cNvSpPr/>
              <p:nvPr/>
            </p:nvSpPr>
            <p:spPr>
              <a:xfrm>
                <a:off x="1214429" y="1774155"/>
                <a:ext cx="252000" cy="252000"/>
              </a:xfrm>
              <a:prstGeom prst="ellipse">
                <a:avLst/>
              </a:prstGeom>
              <a:solidFill>
                <a:srgbClr val="005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A549DB4-17C8-22BE-A9EE-E7F932FC4174}"/>
                  </a:ext>
                </a:extLst>
              </p:cNvPr>
              <p:cNvSpPr txBox="1"/>
              <p:nvPr/>
            </p:nvSpPr>
            <p:spPr>
              <a:xfrm>
                <a:off x="1155994" y="1774155"/>
                <a:ext cx="39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03</a:t>
                </a:r>
                <a:endParaRPr lang="ko-KR" altLang="en-US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38C2B8E-C652-6F47-882B-7FCB689A6560}"/>
                </a:ext>
              </a:extLst>
            </p:cNvPr>
            <p:cNvGrpSpPr/>
            <p:nvPr/>
          </p:nvGrpSpPr>
          <p:grpSpPr>
            <a:xfrm>
              <a:off x="1475065" y="2129293"/>
              <a:ext cx="1829223" cy="261610"/>
              <a:chOff x="1358429" y="2890816"/>
              <a:chExt cx="1829223" cy="261610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92E8E3A2-1B05-CDAD-9783-3A09672A76A1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3D8415A-02A6-3B3F-E8AB-233A39082F74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연구질문 </a:t>
                </a:r>
                <a:r>
                  <a:rPr lang="en-US" altLang="ko-KR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1~3</a:t>
                </a:r>
                <a:endPara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6DB6FFD6-B46A-109C-A2E5-7D21E0578C25}"/>
                </a:ext>
              </a:extLst>
            </p:cNvPr>
            <p:cNvGrpSpPr/>
            <p:nvPr/>
          </p:nvGrpSpPr>
          <p:grpSpPr>
            <a:xfrm>
              <a:off x="1475065" y="2453074"/>
              <a:ext cx="1829223" cy="261610"/>
              <a:chOff x="1358429" y="2890816"/>
              <a:chExt cx="1829223" cy="261610"/>
            </a:xfrm>
          </p:grpSpPr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F70599B4-F7C8-F703-D9FE-65C09BBDD1F1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4BA927F-73D1-1093-8119-1417972B44E8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결과 </a:t>
                </a:r>
                <a:r>
                  <a:rPr lang="en-US" altLang="ko-KR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1~3</a:t>
                </a:r>
                <a:endPara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</p:txBody>
          </p:sp>
        </p:grpSp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1FCDB6C-84EC-7BB6-B184-1ECF79335D26}"/>
              </a:ext>
            </a:extLst>
          </p:cNvPr>
          <p:cNvSpPr/>
          <p:nvPr/>
        </p:nvSpPr>
        <p:spPr>
          <a:xfrm>
            <a:off x="6041240" y="1553767"/>
            <a:ext cx="2534288" cy="5400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0374AF9-FCED-84DA-4E3D-8EBFC32EE36D}"/>
              </a:ext>
            </a:extLst>
          </p:cNvPr>
          <p:cNvGrpSpPr/>
          <p:nvPr/>
        </p:nvGrpSpPr>
        <p:grpSpPr>
          <a:xfrm>
            <a:off x="3312000" y="1553767"/>
            <a:ext cx="2520000" cy="1440000"/>
            <a:chOff x="1214429" y="1667756"/>
            <a:chExt cx="2520000" cy="1440000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E11D40AD-A3C5-B391-8106-285CF6E9FF00}"/>
                </a:ext>
              </a:extLst>
            </p:cNvPr>
            <p:cNvSpPr/>
            <p:nvPr/>
          </p:nvSpPr>
          <p:spPr>
            <a:xfrm>
              <a:off x="1214429" y="1667756"/>
              <a:ext cx="2520000" cy="144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6B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6A84FB-87F0-B0E5-8017-42447CFF9DAC}"/>
                </a:ext>
              </a:extLst>
            </p:cNvPr>
            <p:cNvGrpSpPr/>
            <p:nvPr/>
          </p:nvGrpSpPr>
          <p:grpSpPr>
            <a:xfrm>
              <a:off x="1290630" y="1760025"/>
              <a:ext cx="1468454" cy="289499"/>
              <a:chOff x="1155994" y="1761655"/>
              <a:chExt cx="1468454" cy="289499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0DF5586-DA81-DC66-9E32-31B97A57208D}"/>
                  </a:ext>
                </a:extLst>
              </p:cNvPr>
              <p:cNvSpPr txBox="1"/>
              <p:nvPr/>
            </p:nvSpPr>
            <p:spPr>
              <a:xfrm>
                <a:off x="1466429" y="1761655"/>
                <a:ext cx="1158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0056B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분석개요</a:t>
                </a: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06E74B4C-DCAD-3DB5-4614-653637C2C542}"/>
                  </a:ext>
                </a:extLst>
              </p:cNvPr>
              <p:cNvSpPr/>
              <p:nvPr/>
            </p:nvSpPr>
            <p:spPr>
              <a:xfrm>
                <a:off x="1214429" y="1774155"/>
                <a:ext cx="252000" cy="252000"/>
              </a:xfrm>
              <a:prstGeom prst="ellipse">
                <a:avLst/>
              </a:prstGeom>
              <a:solidFill>
                <a:srgbClr val="005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0A709AE-19FC-A335-CFCE-C47581EBF98F}"/>
                  </a:ext>
                </a:extLst>
              </p:cNvPr>
              <p:cNvSpPr txBox="1"/>
              <p:nvPr/>
            </p:nvSpPr>
            <p:spPr>
              <a:xfrm>
                <a:off x="1155994" y="1774155"/>
                <a:ext cx="39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02</a:t>
                </a:r>
                <a:endParaRPr lang="ko-KR" altLang="en-US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B72281C7-208E-87BB-1E04-150398E784ED}"/>
                </a:ext>
              </a:extLst>
            </p:cNvPr>
            <p:cNvGrpSpPr/>
            <p:nvPr/>
          </p:nvGrpSpPr>
          <p:grpSpPr>
            <a:xfrm>
              <a:off x="1475065" y="2129293"/>
              <a:ext cx="1829223" cy="261610"/>
              <a:chOff x="1358429" y="2890816"/>
              <a:chExt cx="1829223" cy="261610"/>
            </a:xfrm>
          </p:grpSpPr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06788AA0-CFED-4A9C-4C40-BB66B7AB8813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CB2B110-EB5D-5735-B46C-BDA39BEA7813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분석과정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658C2EA-93CB-3438-BEBF-638C25D668A1}"/>
                </a:ext>
              </a:extLst>
            </p:cNvPr>
            <p:cNvGrpSpPr/>
            <p:nvPr/>
          </p:nvGrpSpPr>
          <p:grpSpPr>
            <a:xfrm>
              <a:off x="1475065" y="2453074"/>
              <a:ext cx="1829223" cy="261610"/>
              <a:chOff x="1358429" y="2890816"/>
              <a:chExt cx="1829223" cy="261610"/>
            </a:xfrm>
          </p:grpSpPr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A4F2F49D-18BB-4BCF-FCD4-457C5AA2CBD5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D30913D-74AE-BF78-C73C-17B0A525CA22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데이터 수집 및 </a:t>
                </a:r>
                <a:r>
                  <a:rPr lang="ko-KR" altLang="en-US" sz="1050" dirty="0" err="1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전처리</a:t>
                </a:r>
                <a:endPara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FFD58B2F-EBDF-BDB6-FB2F-8AAEEE1068D9}"/>
                </a:ext>
              </a:extLst>
            </p:cNvPr>
            <p:cNvGrpSpPr/>
            <p:nvPr/>
          </p:nvGrpSpPr>
          <p:grpSpPr>
            <a:xfrm>
              <a:off x="1475065" y="2776855"/>
              <a:ext cx="1829223" cy="261610"/>
              <a:chOff x="1358429" y="2890816"/>
              <a:chExt cx="1829223" cy="261610"/>
            </a:xfrm>
          </p:grpSpPr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96B84B48-C72E-CCDF-01E8-4027F56D4757}"/>
                  </a:ext>
                </a:extLst>
              </p:cNvPr>
              <p:cNvCxnSpPr/>
              <p:nvPr/>
            </p:nvCxnSpPr>
            <p:spPr>
              <a:xfrm>
                <a:off x="1358429" y="3021554"/>
                <a:ext cx="108000" cy="0"/>
              </a:xfrm>
              <a:prstGeom prst="line">
                <a:avLst/>
              </a:prstGeom>
              <a:ln>
                <a:solidFill>
                  <a:srgbClr val="0056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AF08A9C-108E-9748-8B0C-10BE9BDF1DD2}"/>
                  </a:ext>
                </a:extLst>
              </p:cNvPr>
              <p:cNvSpPr txBox="1"/>
              <p:nvPr/>
            </p:nvSpPr>
            <p:spPr>
              <a:xfrm>
                <a:off x="1466429" y="2890816"/>
                <a:ext cx="17212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최종 분석 데이터셋 구성</a:t>
                </a:r>
              </a:p>
            </p:txBody>
          </p:sp>
        </p:grpSp>
      </p:grp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3CF30F56-EE31-2E4C-3F16-841B39B43AE8}"/>
              </a:ext>
            </a:extLst>
          </p:cNvPr>
          <p:cNvSpPr/>
          <p:nvPr/>
        </p:nvSpPr>
        <p:spPr>
          <a:xfrm>
            <a:off x="3312000" y="1553766"/>
            <a:ext cx="2527144" cy="5400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80DFE873-8307-C010-68D9-68F2FD92E6D2}"/>
              </a:ext>
            </a:extLst>
          </p:cNvPr>
          <p:cNvCxnSpPr/>
          <p:nvPr/>
        </p:nvCxnSpPr>
        <p:spPr>
          <a:xfrm>
            <a:off x="6309020" y="2787522"/>
            <a:ext cx="108000" cy="0"/>
          </a:xfrm>
          <a:prstGeom prst="line">
            <a:avLst/>
          </a:prstGeom>
          <a:ln>
            <a:solidFill>
              <a:srgbClr val="005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CF86578A-FE82-717F-B88B-1B50363E7B6D}"/>
              </a:ext>
            </a:extLst>
          </p:cNvPr>
          <p:cNvSpPr txBox="1"/>
          <p:nvPr/>
        </p:nvSpPr>
        <p:spPr>
          <a:xfrm>
            <a:off x="6417020" y="2656784"/>
            <a:ext cx="1721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정책 우선 지역 도출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D589-8A3F-3706-0AD1-C9DFB087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4F34138-A26C-A076-B116-5EE81BF57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4A7FEB0-8105-BCF8-A105-07690CAB50B4}"/>
              </a:ext>
            </a:extLst>
          </p:cNvPr>
          <p:cNvSpPr/>
          <p:nvPr/>
        </p:nvSpPr>
        <p:spPr>
          <a:xfrm>
            <a:off x="-4837" y="10384"/>
            <a:ext cx="9148837" cy="5143500"/>
          </a:xfrm>
          <a:prstGeom prst="rect">
            <a:avLst/>
          </a:prstGeom>
          <a:solidFill>
            <a:schemeClr val="bg2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2DAB754-95B9-F406-5CF7-93FFAA00DBB7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주제 선정 배경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4355581-29C4-2154-8CEA-AE688959538C}"/>
              </a:ext>
            </a:extLst>
          </p:cNvPr>
          <p:cNvSpPr/>
          <p:nvPr/>
        </p:nvSpPr>
        <p:spPr>
          <a:xfrm>
            <a:off x="571500" y="782656"/>
            <a:ext cx="652895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기상악화는 오프라인 소비를 위축시킨다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D0222A69-68AD-2E25-7D48-5050CB459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421880"/>
            <a:ext cx="2078225" cy="3331506"/>
          </a:xfrm>
          <a:prstGeom prst="rect">
            <a:avLst/>
          </a:prstGeom>
          <a:ln>
            <a:solidFill>
              <a:srgbClr val="3399FF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9518CC-E4EC-2A00-FD8D-94357D4124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1" b="1"/>
          <a:stretch>
            <a:fillRect/>
          </a:stretch>
        </p:blipFill>
        <p:spPr>
          <a:xfrm>
            <a:off x="2722038" y="1427531"/>
            <a:ext cx="2706081" cy="3331506"/>
          </a:xfrm>
          <a:prstGeom prst="rect">
            <a:avLst/>
          </a:prstGeom>
          <a:ln>
            <a:solidFill>
              <a:srgbClr val="3399FF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D2C5ED-C765-021B-5B7B-442FC539FD7E}"/>
              </a:ext>
            </a:extLst>
          </p:cNvPr>
          <p:cNvSpPr txBox="1"/>
          <p:nvPr/>
        </p:nvSpPr>
        <p:spPr>
          <a:xfrm>
            <a:off x="574010" y="4764874"/>
            <a:ext cx="5004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[</a:t>
            </a:r>
            <a:r>
              <a:rPr lang="ko-KR" altLang="en-US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참고자료</a:t>
            </a:r>
            <a:r>
              <a:rPr lang="en-US" altLang="ko-KR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] </a:t>
            </a:r>
            <a:r>
              <a:rPr lang="ko-KR" altLang="en-US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한국은행 </a:t>
            </a:r>
            <a:r>
              <a:rPr lang="en-US" altLang="ko-KR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‘</a:t>
            </a:r>
            <a:r>
              <a:rPr lang="ko-KR" altLang="en-US" sz="800" dirty="0" err="1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고빈도</a:t>
            </a:r>
            <a:r>
              <a:rPr lang="ko-KR" altLang="en-US" sz="800" dirty="0">
                <a:latin typeface="나눔스퀘어라운드 Light" panose="020B0600000101010101" pitchFamily="50" charset="-127"/>
                <a:ea typeface="나눔스퀘어라운드 Light" panose="020B0600000101010101" pitchFamily="50" charset="-127"/>
              </a:rPr>
              <a:t> 데이터를 통해 본 날씨 및 요일의 소비 영향’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11B56EF-D828-4E83-D163-5AE7564F714D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948605B-FEDB-5B3C-890F-296996E8B653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28CFB5-188A-789D-ACF6-A8F0166E7FF1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725D65-58B3-0EF7-90FD-1B837D5D8B76}"/>
              </a:ext>
            </a:extLst>
          </p:cNvPr>
          <p:cNvGrpSpPr/>
          <p:nvPr/>
        </p:nvGrpSpPr>
        <p:grpSpPr>
          <a:xfrm>
            <a:off x="5727900" y="1426950"/>
            <a:ext cx="3024600" cy="818168"/>
            <a:chOff x="5727900" y="1426950"/>
            <a:chExt cx="3024600" cy="81816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B967F8B-92F4-E5BD-5E75-971D80CEBEB1}"/>
                </a:ext>
              </a:extLst>
            </p:cNvPr>
            <p:cNvSpPr/>
            <p:nvPr/>
          </p:nvSpPr>
          <p:spPr>
            <a:xfrm>
              <a:off x="5727900" y="1427415"/>
              <a:ext cx="3024600" cy="817703"/>
            </a:xfrm>
            <a:prstGeom prst="rect">
              <a:avLst/>
            </a:prstGeom>
            <a:solidFill>
              <a:srgbClr val="F1F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CA470FC-06D9-E0AD-4541-79BF9221E242}"/>
                </a:ext>
              </a:extLst>
            </p:cNvPr>
            <p:cNvSpPr/>
            <p:nvPr/>
          </p:nvSpPr>
          <p:spPr>
            <a:xfrm>
              <a:off x="5727900" y="1427530"/>
              <a:ext cx="54000" cy="8172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F70B5D-E3C9-D0E1-41AC-9A8E76E5D630}"/>
                </a:ext>
              </a:extLst>
            </p:cNvPr>
            <p:cNvSpPr txBox="1"/>
            <p:nvPr/>
          </p:nvSpPr>
          <p:spPr>
            <a:xfrm>
              <a:off x="5787041" y="1426950"/>
              <a:ext cx="2785460" cy="7961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폭염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한파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강수 발생 시 오프라인 소비 감소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특히 외식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쇼핑과 같이 이동과 체류가 필요한 대면 서비스 관련 지출에서 큰 차이 발생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F5FB66-F6F9-3DE2-0FA6-12E2D489DA44}"/>
              </a:ext>
            </a:extLst>
          </p:cNvPr>
          <p:cNvGrpSpPr/>
          <p:nvPr/>
        </p:nvGrpSpPr>
        <p:grpSpPr>
          <a:xfrm>
            <a:off x="5633207" y="2377878"/>
            <a:ext cx="3213986" cy="641467"/>
            <a:chOff x="5718514" y="2240554"/>
            <a:chExt cx="3213986" cy="64146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336DCF-97D2-17B8-876C-1ABD38C47C8B}"/>
                </a:ext>
              </a:extLst>
            </p:cNvPr>
            <p:cNvSpPr txBox="1"/>
            <p:nvPr/>
          </p:nvSpPr>
          <p:spPr>
            <a:xfrm>
              <a:off x="5907900" y="2328215"/>
              <a:ext cx="2844600" cy="553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폭염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·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한파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·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강수 발생 시 일별 카드사용액은 평상기후 대비 각각 </a:t>
              </a:r>
              <a:r>
                <a:rPr lang="en-US" altLang="ko-KR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7%, 3%, 6% 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정도 감소 추정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pic>
          <p:nvPicPr>
            <p:cNvPr id="20" name="그래픽 19" descr="닫힌 따옴표 단색으로 채워진">
              <a:extLst>
                <a:ext uri="{FF2B5EF4-FFF2-40B4-BE49-F238E27FC236}">
                  <a16:creationId xmlns:a16="http://schemas.microsoft.com/office/drawing/2014/main" id="{D32533BC-55F1-3F47-F72B-4B57561A39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72500" y="2245118"/>
              <a:ext cx="360000" cy="360000"/>
            </a:xfrm>
            <a:prstGeom prst="rect">
              <a:avLst/>
            </a:prstGeom>
          </p:spPr>
        </p:pic>
        <p:pic>
          <p:nvPicPr>
            <p:cNvPr id="21" name="그래픽 20" descr="닫힌 따옴표 단색으로 채워진">
              <a:extLst>
                <a:ext uri="{FF2B5EF4-FFF2-40B4-BE49-F238E27FC236}">
                  <a16:creationId xmlns:a16="http://schemas.microsoft.com/office/drawing/2014/main" id="{E1CD477C-1E7C-7705-34DB-670E7C0F90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 flipV="1">
              <a:off x="5718514" y="2240554"/>
              <a:ext cx="360000" cy="36000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8C34D0F-3CC3-9BA5-ACAB-19227C2AC25D}"/>
              </a:ext>
            </a:extLst>
          </p:cNvPr>
          <p:cNvGrpSpPr/>
          <p:nvPr/>
        </p:nvGrpSpPr>
        <p:grpSpPr>
          <a:xfrm>
            <a:off x="5727900" y="3152104"/>
            <a:ext cx="3024600" cy="1768180"/>
            <a:chOff x="5727900" y="3152104"/>
            <a:chExt cx="3024600" cy="176818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6E78A90-A398-0A5F-650D-89B63C7D05FC}"/>
                </a:ext>
              </a:extLst>
            </p:cNvPr>
            <p:cNvSpPr/>
            <p:nvPr/>
          </p:nvSpPr>
          <p:spPr>
            <a:xfrm>
              <a:off x="5727900" y="3152569"/>
              <a:ext cx="3024600" cy="1766846"/>
            </a:xfrm>
            <a:prstGeom prst="rect">
              <a:avLst/>
            </a:prstGeom>
            <a:solidFill>
              <a:srgbClr val="F1F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4E21F8-0625-0597-7A00-29132EECE395}"/>
                </a:ext>
              </a:extLst>
            </p:cNvPr>
            <p:cNvSpPr/>
            <p:nvPr/>
          </p:nvSpPr>
          <p:spPr>
            <a:xfrm>
              <a:off x="5727900" y="3152684"/>
              <a:ext cx="54000" cy="17676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26070E-E746-723E-AE3A-D9BD73CAA2DB}"/>
                </a:ext>
              </a:extLst>
            </p:cNvPr>
            <p:cNvSpPr txBox="1"/>
            <p:nvPr/>
          </p:nvSpPr>
          <p:spPr>
            <a:xfrm>
              <a:off x="5787040" y="3152104"/>
              <a:ext cx="2937859" cy="17656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오프라인 소비는 단순 구매행위가 아니라 지역 이동 및 체류 활동과 밀접하게 연결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날씨 변화는 유동인구와 소비패턴 모두에 영향을 줄 수 있음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동일한 날씨 변화에도 지역별로 </a:t>
              </a:r>
              <a:r>
                <a:rPr lang="ko-KR" altLang="en-US" sz="1050" dirty="0">
                  <a:solidFill>
                    <a:srgbClr val="FF000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유동인구가 소비로 전환되는 정도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와 </a:t>
              </a:r>
              <a:r>
                <a:rPr lang="ko-KR" altLang="en-US" sz="1050" dirty="0">
                  <a:solidFill>
                    <a:srgbClr val="FF000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유동</a:t>
              </a:r>
              <a:r>
                <a:rPr lang="en-US" altLang="ko-KR" sz="1050" dirty="0">
                  <a:solidFill>
                    <a:srgbClr val="FF000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-</a:t>
              </a:r>
              <a:r>
                <a:rPr lang="ko-KR" altLang="en-US" sz="1050" dirty="0">
                  <a:solidFill>
                    <a:srgbClr val="FF000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소비 흐름의 안정성</a:t>
              </a:r>
              <a:r>
                <a:rPr lang="ko-KR" altLang="en-US" sz="105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이 다르게 나타나는지 확인할 필요 있음</a:t>
              </a:r>
              <a:endParaRPr lang="en-US" altLang="ko-KR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32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0C9AA968-A417-B49F-7220-598B03F401F8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문제제기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A4A570B-9F5C-A665-39EB-CB5898B9767F}"/>
              </a:ext>
            </a:extLst>
          </p:cNvPr>
          <p:cNvSpPr/>
          <p:nvPr/>
        </p:nvSpPr>
        <p:spPr>
          <a:xfrm>
            <a:off x="571500" y="782656"/>
            <a:ext cx="652895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유동인구가 곧 소비는 아니다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2248A0E-947B-1D3A-BB03-3D3C968CA0BA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0B395F9-EC02-B22C-5C50-0629B1B527FB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C2E0EC-2C59-6797-29A2-3A66ED03CE9B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8D9E880-4596-6306-675E-1E6326D97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83770"/>
            <a:ext cx="2880000" cy="903236"/>
          </a:xfrm>
          <a:prstGeom prst="rect">
            <a:avLst/>
          </a:prstGeom>
          <a:ln>
            <a:solidFill>
              <a:srgbClr val="3399FF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4D8A38-316C-D37F-A026-1F8BC25D3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98845"/>
            <a:ext cx="2880000" cy="1208573"/>
          </a:xfrm>
          <a:prstGeom prst="rect">
            <a:avLst/>
          </a:prstGeom>
          <a:ln>
            <a:solidFill>
              <a:srgbClr val="3399FF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EEBE5D6-CCEB-5F2E-E1A5-9254790EC8BB}"/>
              </a:ext>
            </a:extLst>
          </p:cNvPr>
          <p:cNvSpPr/>
          <p:nvPr/>
        </p:nvSpPr>
        <p:spPr>
          <a:xfrm>
            <a:off x="4023000" y="1477863"/>
            <a:ext cx="4310508" cy="1343846"/>
          </a:xfrm>
          <a:prstGeom prst="rect">
            <a:avLst/>
          </a:prstGeom>
          <a:solidFill>
            <a:schemeClr val="bg1"/>
          </a:solidFill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27F2B4-DFC3-D3A3-BFAB-15F80315DE70}"/>
              </a:ext>
            </a:extLst>
          </p:cNvPr>
          <p:cNvSpPr/>
          <p:nvPr/>
        </p:nvSpPr>
        <p:spPr>
          <a:xfrm>
            <a:off x="4023000" y="2907829"/>
            <a:ext cx="4317392" cy="799589"/>
          </a:xfrm>
          <a:prstGeom prst="rect">
            <a:avLst/>
          </a:prstGeom>
          <a:solidFill>
            <a:schemeClr val="bg1"/>
          </a:solidFill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141B676-AC05-2248-8DEC-B2AF8D6FABB0}"/>
              </a:ext>
            </a:extLst>
          </p:cNvPr>
          <p:cNvSpPr/>
          <p:nvPr/>
        </p:nvSpPr>
        <p:spPr>
          <a:xfrm>
            <a:off x="4135582" y="3248017"/>
            <a:ext cx="4116619" cy="379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" 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모든 업종에서 유동인구와 매출이 높은 상관관계를 가지는 것이 아니다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"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라는 점을 제시하며 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유동인구에 영향을 받는 업종 구분의 필요성을 언급</a:t>
            </a:r>
            <a:endParaRPr lang="en-US" altLang="ko-KR" sz="1000" dirty="0">
              <a:solidFill>
                <a:srgbClr val="4A4A4A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EEE640B-0A4F-FFEB-C5F4-909C2133CDD1}"/>
              </a:ext>
            </a:extLst>
          </p:cNvPr>
          <p:cNvGrpSpPr/>
          <p:nvPr/>
        </p:nvGrpSpPr>
        <p:grpSpPr>
          <a:xfrm>
            <a:off x="563399" y="4378731"/>
            <a:ext cx="8017201" cy="463313"/>
            <a:chOff x="563399" y="4378731"/>
            <a:chExt cx="8017201" cy="46331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5547B25-C5B9-3D06-AFAE-C62ED24288CB}"/>
                </a:ext>
              </a:extLst>
            </p:cNvPr>
            <p:cNvSpPr/>
            <p:nvPr/>
          </p:nvSpPr>
          <p:spPr>
            <a:xfrm>
              <a:off x="563400" y="4378731"/>
              <a:ext cx="8017200" cy="46166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0D7CF9-D171-25E9-C17F-7B67B1FC0225}"/>
                </a:ext>
              </a:extLst>
            </p:cNvPr>
            <p:cNvSpPr txBox="1"/>
            <p:nvPr/>
          </p:nvSpPr>
          <p:spPr>
            <a:xfrm>
              <a:off x="563399" y="4380379"/>
              <a:ext cx="80091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본 연구는 단순히 유동인구 규모만을 보는 것이 아니라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유동인구 대비 소비전환수준과 유동인구와 소비가 함께 움직이는 정도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(</a:t>
              </a:r>
              <a:r>
                <a:rPr lang="ko-KR" altLang="en-US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유동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-</a:t>
              </a:r>
              <a:r>
                <a:rPr lang="ko-KR" altLang="en-US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소비 동조성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)</a:t>
              </a:r>
              <a:r>
                <a:rPr lang="ko-KR" altLang="en-US" sz="12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를 함께 분석하고자 함</a:t>
              </a:r>
              <a:endParaRPr lang="ko-KR" altLang="en-US" sz="12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C6B65E5-C51C-EFD9-42CC-D88400360203}"/>
              </a:ext>
            </a:extLst>
          </p:cNvPr>
          <p:cNvSpPr txBox="1"/>
          <p:nvPr/>
        </p:nvSpPr>
        <p:spPr>
          <a:xfrm>
            <a:off x="4022999" y="1483106"/>
            <a:ext cx="774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" pitchFamily="34" charset="-120"/>
              </a:rPr>
              <a:t>현상 분석</a:t>
            </a:r>
            <a:endParaRPr lang="en-US" altLang="ko-KR" sz="1050" dirty="0">
              <a:solidFill>
                <a:schemeClr val="accent5">
                  <a:lumMod val="75000"/>
                </a:schemeClr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21" name="그래픽 20" descr="갈매기형 화살표 단색으로 채워진">
            <a:extLst>
              <a:ext uri="{FF2B5EF4-FFF2-40B4-BE49-F238E27FC236}">
                <a16:creationId xmlns:a16="http://schemas.microsoft.com/office/drawing/2014/main" id="{87929004-B3C5-656B-5B0C-D1D0580CA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4387949" y="3788763"/>
            <a:ext cx="360000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23A149C-32A7-AAF9-28C3-B66B9DDF3675}"/>
              </a:ext>
            </a:extLst>
          </p:cNvPr>
          <p:cNvSpPr txBox="1"/>
          <p:nvPr/>
        </p:nvSpPr>
        <p:spPr>
          <a:xfrm>
            <a:off x="4022999" y="2913843"/>
            <a:ext cx="10670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" pitchFamily="34" charset="-120"/>
              </a:rPr>
              <a:t>기존 연구 참고</a:t>
            </a:r>
            <a:endParaRPr lang="en-US" altLang="ko-KR" sz="1050" dirty="0">
              <a:solidFill>
                <a:schemeClr val="accent5">
                  <a:lumMod val="75000"/>
                </a:schemeClr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8E4CEA-359C-9FF9-EDA9-37C027AE68B2}"/>
              </a:ext>
            </a:extLst>
          </p:cNvPr>
          <p:cNvSpPr txBox="1"/>
          <p:nvPr/>
        </p:nvSpPr>
        <p:spPr>
          <a:xfrm>
            <a:off x="4023000" y="1735523"/>
            <a:ext cx="4310508" cy="47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</a:pP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생활인구가 많아도 소비가 활발하지 않은 지역이 존재하고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퇴근시간 증가에도 도심 소비 회복이 약한 현상이 나타나고 있음</a:t>
            </a:r>
            <a:endParaRPr lang="en-US" altLang="ko-KR" sz="1000" dirty="0">
              <a:solidFill>
                <a:srgbClr val="4A4A4A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Noto Sans KR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136CED-C70A-859C-C21E-4E6F9004F0A9}"/>
              </a:ext>
            </a:extLst>
          </p:cNvPr>
          <p:cNvSpPr txBox="1"/>
          <p:nvPr/>
        </p:nvSpPr>
        <p:spPr>
          <a:xfrm>
            <a:off x="4022999" y="2177604"/>
            <a:ext cx="4317394" cy="531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은평구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(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주거형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): 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외부유입보다 거주민 소비에 절대적 의존</a:t>
            </a:r>
            <a:endParaRPr lang="en-US" altLang="ko-KR" sz="1000" dirty="0">
              <a:solidFill>
                <a:srgbClr val="4A4A4A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Noto Sans KR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을지로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·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여의도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(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오피스</a:t>
            </a:r>
            <a:r>
              <a:rPr lang="en-US" altLang="ko-KR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): </a:t>
            </a:r>
            <a:r>
              <a:rPr lang="ko-KR" altLang="en-US" sz="10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rPr>
              <a:t>퇴근시간 이후 영업환경 악화</a:t>
            </a:r>
            <a:endParaRPr lang="en-US" altLang="ko-KR" sz="1000" dirty="0">
              <a:solidFill>
                <a:srgbClr val="4A4A4A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Noto Sans KR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C9A33D5-7AED-93D2-0732-4AC73B5C73F6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목적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5F2533C-523F-41AD-64DA-EB897CB68E0B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소비전환수준과 유동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-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소비 동조성 기반 상권 취약성 진단 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0BE5B48-60CF-1645-6A62-C55B0DFB8E4F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0E5C375-7311-0DAD-AFAA-FEF9F36DD8CC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6EE668-F6AD-B9F8-7D6D-E4D4C08F665C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CBD002E-394B-31AE-2292-EAAC9D4123B1}"/>
              </a:ext>
            </a:extLst>
          </p:cNvPr>
          <p:cNvGrpSpPr/>
          <p:nvPr/>
        </p:nvGrpSpPr>
        <p:grpSpPr>
          <a:xfrm>
            <a:off x="574198" y="2731762"/>
            <a:ext cx="8017200" cy="792738"/>
            <a:chOff x="574198" y="2623393"/>
            <a:chExt cx="8017200" cy="792738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5384AB6-BF0D-8D24-C28E-E45D5EEFCF4A}"/>
                </a:ext>
              </a:extLst>
            </p:cNvPr>
            <p:cNvSpPr/>
            <p:nvPr/>
          </p:nvSpPr>
          <p:spPr>
            <a:xfrm>
              <a:off x="574198" y="2623393"/>
              <a:ext cx="8017200" cy="792000"/>
            </a:xfrm>
            <a:prstGeom prst="rect">
              <a:avLst/>
            </a:prstGeom>
            <a:solidFill>
              <a:srgbClr val="E7F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50D1804-0E24-F5E2-CE95-10751DEA4F78}"/>
                </a:ext>
              </a:extLst>
            </p:cNvPr>
            <p:cNvSpPr/>
            <p:nvPr/>
          </p:nvSpPr>
          <p:spPr>
            <a:xfrm>
              <a:off x="574198" y="2624131"/>
              <a:ext cx="54707" cy="792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3719F6FD-E044-4614-1125-CBA858538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8538" y="2691268"/>
              <a:ext cx="150019" cy="150019"/>
            </a:xfrm>
            <a:prstGeom prst="rect">
              <a:avLst/>
            </a:prstGeom>
          </p:spPr>
        </p:pic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2366C77F-343B-850E-81F9-3539649E681F}"/>
                </a:ext>
              </a:extLst>
            </p:cNvPr>
            <p:cNvSpPr/>
            <p:nvPr/>
          </p:nvSpPr>
          <p:spPr>
            <a:xfrm>
              <a:off x="708538" y="2930384"/>
              <a:ext cx="7295959" cy="3954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서울시 구별 유동인구와 카드소비 데이터를 결합하여 소비전환수준이 낮은 지역을 탐색하고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, 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유동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-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소비 흐름의 안정성을 분석하여 상권 유형을 구분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이를 통해 기상 요인이 오프라인 소비에 미치는 영향을 파악하고 지역별 맞춤형 대응 전략 제안</a:t>
              </a:r>
              <a:endParaRPr lang="en-US" altLang="ko-KR" sz="900" dirty="0">
                <a:solidFill>
                  <a:srgbClr val="4A4A4A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Noto Sans KR" pitchFamily="34" charset="-120"/>
              </a:endParaRPr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D0FD3EE6-8C67-BFC3-126E-799C4C6B17BB}"/>
                </a:ext>
              </a:extLst>
            </p:cNvPr>
            <p:cNvSpPr/>
            <p:nvPr/>
          </p:nvSpPr>
          <p:spPr>
            <a:xfrm>
              <a:off x="928989" y="2681638"/>
              <a:ext cx="548227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Noto Sans KR" pitchFamily="34" charset="-120"/>
                </a:rPr>
                <a:t>연구 목적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092452C-4C41-1F77-525A-C9C8F869B570}"/>
              </a:ext>
            </a:extLst>
          </p:cNvPr>
          <p:cNvGrpSpPr/>
          <p:nvPr/>
        </p:nvGrpSpPr>
        <p:grpSpPr>
          <a:xfrm>
            <a:off x="565334" y="3755524"/>
            <a:ext cx="8023366" cy="1008000"/>
            <a:chOff x="565334" y="3755524"/>
            <a:chExt cx="8023366" cy="1008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E9484AD-8F1A-926D-B247-5F4FF150294E}"/>
                </a:ext>
              </a:extLst>
            </p:cNvPr>
            <p:cNvSpPr/>
            <p:nvPr/>
          </p:nvSpPr>
          <p:spPr>
            <a:xfrm>
              <a:off x="571500" y="3755524"/>
              <a:ext cx="80172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E451EDE-3A49-FB6B-7FAC-AC3564617C5D}"/>
                </a:ext>
              </a:extLst>
            </p:cNvPr>
            <p:cNvSpPr/>
            <p:nvPr/>
          </p:nvSpPr>
          <p:spPr>
            <a:xfrm>
              <a:off x="565334" y="3755524"/>
              <a:ext cx="54707" cy="1008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" name="Image 3" descr="preencoded.png">
              <a:extLst>
                <a:ext uri="{FF2B5EF4-FFF2-40B4-BE49-F238E27FC236}">
                  <a16:creationId xmlns:a16="http://schemas.microsoft.com/office/drawing/2014/main" id="{7567232D-5989-2D87-3337-47F9B34DB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538" y="3813476"/>
              <a:ext cx="164896" cy="164896"/>
            </a:xfrm>
            <a:prstGeom prst="rect">
              <a:avLst/>
            </a:prstGeom>
          </p:spPr>
        </p:pic>
        <p:sp>
          <p:nvSpPr>
            <p:cNvPr id="30" name="Text 2">
              <a:extLst>
                <a:ext uri="{FF2B5EF4-FFF2-40B4-BE49-F238E27FC236}">
                  <a16:creationId xmlns:a16="http://schemas.microsoft.com/office/drawing/2014/main" id="{AC12A9CC-F193-079A-C571-34B0CF413765}"/>
                </a:ext>
              </a:extLst>
            </p:cNvPr>
            <p:cNvSpPr/>
            <p:nvPr/>
          </p:nvSpPr>
          <p:spPr>
            <a:xfrm>
              <a:off x="928989" y="3809095"/>
              <a:ext cx="548227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Noto Sans KR" pitchFamily="34" charset="-120"/>
                </a:rPr>
                <a:t>연구 질문</a:t>
              </a:r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57D41560-30C9-E279-6B92-F1B69675CB24}"/>
                </a:ext>
              </a:extLst>
            </p:cNvPr>
            <p:cNvSpPr/>
            <p:nvPr/>
          </p:nvSpPr>
          <p:spPr>
            <a:xfrm>
              <a:off x="708538" y="4036329"/>
              <a:ext cx="4108497" cy="1483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Q1. 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서울시 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25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개 구 중 유동인구가 실제 소비로 충분히 전환되지 않는 지역은 어디인가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?</a:t>
              </a:r>
              <a:endParaRPr lang="en-US" sz="8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5E746F55-50C4-A116-3CCA-0209CA3BEBEE}"/>
                </a:ext>
              </a:extLst>
            </p:cNvPr>
            <p:cNvSpPr/>
            <p:nvPr/>
          </p:nvSpPr>
          <p:spPr>
            <a:xfrm>
              <a:off x="708538" y="4204904"/>
              <a:ext cx="3884077" cy="1483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Q2. 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유동인구 변화와 카드소비 변화가 안정적으로 함께 움직이는 지역은 어디인가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?</a:t>
              </a:r>
            </a:p>
          </p:txBody>
        </p:sp>
        <p:sp>
          <p:nvSpPr>
            <p:cNvPr id="33" name="Text 20">
              <a:extLst>
                <a:ext uri="{FF2B5EF4-FFF2-40B4-BE49-F238E27FC236}">
                  <a16:creationId xmlns:a16="http://schemas.microsoft.com/office/drawing/2014/main" id="{7C6DDC46-04A7-AD1F-7016-2BC4BA0FF2A8}"/>
                </a:ext>
              </a:extLst>
            </p:cNvPr>
            <p:cNvSpPr/>
            <p:nvPr/>
          </p:nvSpPr>
          <p:spPr>
            <a:xfrm>
              <a:off x="708538" y="4373480"/>
              <a:ext cx="4009111" cy="1483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Q3. 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소비전환수준과 유동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-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소비 동조성을 결합하면 상권은 어떤 유형으로 구분되는가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?</a:t>
              </a:r>
              <a:endParaRPr 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34" name="Text 21">
              <a:extLst>
                <a:ext uri="{FF2B5EF4-FFF2-40B4-BE49-F238E27FC236}">
                  <a16:creationId xmlns:a16="http://schemas.microsoft.com/office/drawing/2014/main" id="{D449E643-C4DD-947B-3E3C-81604112F704}"/>
                </a:ext>
              </a:extLst>
            </p:cNvPr>
            <p:cNvSpPr/>
            <p:nvPr/>
          </p:nvSpPr>
          <p:spPr>
            <a:xfrm>
              <a:off x="708538" y="4542056"/>
              <a:ext cx="3566682" cy="1483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Q4. 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폭염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·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한파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·</a:t>
              </a:r>
              <a:r>
                <a:rPr lang="ko-KR" altLang="en-US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강수 중 소비에 가장 큰 영향을 미치는 기상요인은 무엇인가</a:t>
              </a:r>
              <a:r>
                <a:rPr lang="en-US" altLang="ko-KR" sz="9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?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9319F05-6279-5AE8-4576-AD1F3F39A5CC}"/>
              </a:ext>
            </a:extLst>
          </p:cNvPr>
          <p:cNvGrpSpPr/>
          <p:nvPr/>
        </p:nvGrpSpPr>
        <p:grpSpPr>
          <a:xfrm>
            <a:off x="571499" y="1492738"/>
            <a:ext cx="8017201" cy="1008000"/>
            <a:chOff x="571499" y="1492738"/>
            <a:chExt cx="8017201" cy="10080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3FF15F8-89D1-2AB0-BC16-E456F25A4138}"/>
                </a:ext>
              </a:extLst>
            </p:cNvPr>
            <p:cNvSpPr/>
            <p:nvPr/>
          </p:nvSpPr>
          <p:spPr>
            <a:xfrm>
              <a:off x="571500" y="1492738"/>
              <a:ext cx="80172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2844D62-E38E-C701-5EE9-5DAF5C08F7F2}"/>
                </a:ext>
              </a:extLst>
            </p:cNvPr>
            <p:cNvSpPr/>
            <p:nvPr/>
          </p:nvSpPr>
          <p:spPr>
            <a:xfrm>
              <a:off x="571499" y="1492738"/>
              <a:ext cx="54707" cy="1008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Image 1" descr="preencoded.png">
              <a:extLst>
                <a:ext uri="{FF2B5EF4-FFF2-40B4-BE49-F238E27FC236}">
                  <a16:creationId xmlns:a16="http://schemas.microsoft.com/office/drawing/2014/main" id="{67C31C51-97CC-BCF0-C5B0-E6CB67058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757" y="1577105"/>
              <a:ext cx="161583" cy="161583"/>
            </a:xfrm>
            <a:prstGeom prst="rect">
              <a:avLst/>
            </a:prstGeom>
          </p:spPr>
        </p:pic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790BCCA3-7620-663F-2968-27D84AA9225E}"/>
                </a:ext>
              </a:extLst>
            </p:cNvPr>
            <p:cNvSpPr/>
            <p:nvPr/>
          </p:nvSpPr>
          <p:spPr>
            <a:xfrm>
              <a:off x="925094" y="1571127"/>
              <a:ext cx="932948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Noto Sans KR" pitchFamily="34" charset="-120"/>
                </a:rPr>
                <a:t>기존연구의 한계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E60B60-A013-1CDF-9D47-C135DE379197}"/>
                </a:ext>
              </a:extLst>
            </p:cNvPr>
            <p:cNvSpPr txBox="1"/>
            <p:nvPr/>
          </p:nvSpPr>
          <p:spPr>
            <a:xfrm>
              <a:off x="905617" y="1761968"/>
              <a:ext cx="76668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기존 유동인구</a:t>
              </a:r>
              <a:r>
                <a:rPr lang="en-US" altLang="ko-KR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-</a:t>
              </a:r>
              <a:r>
                <a:rPr lang="ko-KR" altLang="en-US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소비 연구는</a:t>
              </a:r>
              <a:r>
                <a:rPr lang="en-US" altLang="ko-KR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 </a:t>
              </a:r>
              <a:r>
                <a:rPr lang="ko-KR" altLang="en-US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유동인구 규모가 클수록 소비도 클 것이라는 단순 관계에 주목하는 경향이 있음</a:t>
              </a:r>
              <a:endParaRPr lang="ko-KR" altLang="en-US" sz="1000" dirty="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286F5B90-9E8E-19AD-37C5-14C442C9ACFB}"/>
                </a:ext>
              </a:extLst>
            </p:cNvPr>
            <p:cNvSpPr/>
            <p:nvPr/>
          </p:nvSpPr>
          <p:spPr>
            <a:xfrm>
              <a:off x="830275" y="1804879"/>
              <a:ext cx="75342" cy="1723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00" b="1" dirty="0">
                  <a:solidFill>
                    <a:srgbClr val="DC3545"/>
                  </a:solidFill>
                  <a:latin typeface="Open Sans SemiBold" pitchFamily="34" charset="0"/>
                  <a:ea typeface="Open Sans SemiBold" pitchFamily="34" charset="-122"/>
                  <a:cs typeface="Open Sans SemiBold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34286B-F3C3-F8E1-1BD7-9990749A342D}"/>
                </a:ext>
              </a:extLst>
            </p:cNvPr>
            <p:cNvSpPr txBox="1"/>
            <p:nvPr/>
          </p:nvSpPr>
          <p:spPr>
            <a:xfrm>
              <a:off x="905616" y="1991464"/>
              <a:ext cx="76668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날씨가 나빠지면 모든 상권이 비슷하게 위축된다는 가정</a:t>
              </a:r>
              <a:endParaRPr lang="ko-KR" altLang="en-US" sz="1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E42C8B-58F9-6175-95B0-BA257EA0ABE9}"/>
                </a:ext>
              </a:extLst>
            </p:cNvPr>
            <p:cNvSpPr txBox="1"/>
            <p:nvPr/>
          </p:nvSpPr>
          <p:spPr>
            <a:xfrm>
              <a:off x="905615" y="2230271"/>
              <a:ext cx="76668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4A4A4A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Noto Sans KR" pitchFamily="34" charset="-120"/>
                </a:rPr>
                <a:t>지역 상권의 소비는 유동인구 규모뿐 아니라 소비로 전환되는 정도와 흐름의 안정성에 따라 달라짐</a:t>
              </a:r>
              <a:endParaRPr lang="ko-KR" altLang="en-US" sz="1000" dirty="0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3697E244-F59D-EA24-82C0-13BEA7931936}"/>
                </a:ext>
              </a:extLst>
            </p:cNvPr>
            <p:cNvSpPr/>
            <p:nvPr/>
          </p:nvSpPr>
          <p:spPr>
            <a:xfrm>
              <a:off x="830275" y="2023701"/>
              <a:ext cx="75342" cy="1723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00" b="1" dirty="0">
                  <a:solidFill>
                    <a:srgbClr val="DC3545"/>
                  </a:solidFill>
                  <a:latin typeface="Open Sans SemiBold" pitchFamily="34" charset="0"/>
                  <a:ea typeface="Open Sans SemiBold" pitchFamily="34" charset="-122"/>
                  <a:cs typeface="Open Sans SemiBold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06756772-F373-ECAA-8CF3-8C3425BAC6AA}"/>
                </a:ext>
              </a:extLst>
            </p:cNvPr>
            <p:cNvSpPr/>
            <p:nvPr/>
          </p:nvSpPr>
          <p:spPr>
            <a:xfrm>
              <a:off x="830029" y="2265611"/>
              <a:ext cx="75342" cy="1723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00" b="1" dirty="0">
                  <a:solidFill>
                    <a:srgbClr val="DC3545"/>
                  </a:solidFill>
                  <a:latin typeface="Open Sans SemiBold" pitchFamily="34" charset="0"/>
                  <a:ea typeface="Open Sans SemiBold" pitchFamily="34" charset="-122"/>
                  <a:cs typeface="Open Sans SemiBold" pitchFamily="34" charset="-120"/>
                </a:rPr>
                <a:t>×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327EF0D-3B59-2CB8-81E9-4CF9F5B00413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분석개요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135D5EB-9EF1-12FA-95F2-4398FD4BC7B0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분석과정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A10020-7D5E-350D-B944-4312B184BA54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AF90CB-8BEE-6101-F8AD-2028E0E24588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CDFE08-88EB-E197-2055-033269D50EC4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FE1470-009C-FA7E-E4D2-8B552781DF4B}"/>
              </a:ext>
            </a:extLst>
          </p:cNvPr>
          <p:cNvGrpSpPr/>
          <p:nvPr/>
        </p:nvGrpSpPr>
        <p:grpSpPr>
          <a:xfrm>
            <a:off x="571500" y="1983404"/>
            <a:ext cx="1508760" cy="2377440"/>
            <a:chOff x="571500" y="1983404"/>
            <a:chExt cx="1508760" cy="2377440"/>
          </a:xfrm>
        </p:grpSpPr>
        <p:sp>
          <p:nvSpPr>
            <p:cNvPr id="3" name="Rounded Rectangle 22">
              <a:extLst>
                <a:ext uri="{FF2B5EF4-FFF2-40B4-BE49-F238E27FC236}">
                  <a16:creationId xmlns:a16="http://schemas.microsoft.com/office/drawing/2014/main" id="{AC405313-06BF-A929-FED0-E61FD7FDB4DE}"/>
                </a:ext>
              </a:extLst>
            </p:cNvPr>
            <p:cNvSpPr/>
            <p:nvPr/>
          </p:nvSpPr>
          <p:spPr>
            <a:xfrm>
              <a:off x="571500" y="2166284"/>
              <a:ext cx="1508760" cy="219456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4" name="Oval 23">
              <a:extLst>
                <a:ext uri="{FF2B5EF4-FFF2-40B4-BE49-F238E27FC236}">
                  <a16:creationId xmlns:a16="http://schemas.microsoft.com/office/drawing/2014/main" id="{ACB0E254-BC90-865F-412D-D6F7D8309B3F}"/>
                </a:ext>
              </a:extLst>
            </p:cNvPr>
            <p:cNvSpPr/>
            <p:nvPr/>
          </p:nvSpPr>
          <p:spPr>
            <a:xfrm>
              <a:off x="1143000" y="1983404"/>
              <a:ext cx="365760" cy="365760"/>
            </a:xfrm>
            <a:prstGeom prst="ellipse">
              <a:avLst/>
            </a:prstGeom>
            <a:solidFill>
              <a:srgbClr val="007BFF"/>
            </a:solidFill>
            <a:ln>
              <a:solidFill>
                <a:srgbClr val="007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1</a:t>
              </a:r>
              <a:endParaRPr sz="90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9" name="TextBox 24">
              <a:extLst>
                <a:ext uri="{FF2B5EF4-FFF2-40B4-BE49-F238E27FC236}">
                  <a16:creationId xmlns:a16="http://schemas.microsoft.com/office/drawing/2014/main" id="{D3D92EB4-966B-A358-6290-CF4AA3C5E9C3}"/>
                </a:ext>
              </a:extLst>
            </p:cNvPr>
            <p:cNvSpPr txBox="1"/>
            <p:nvPr/>
          </p:nvSpPr>
          <p:spPr>
            <a:xfrm>
              <a:off x="746413" y="2531005"/>
              <a:ext cx="1158933" cy="4572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데이터 구축</a:t>
              </a:r>
              <a:endParaRPr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C8F2E0D5-00B2-91A0-BB51-B05DE3A78F06}"/>
                </a:ext>
              </a:extLst>
            </p:cNvPr>
            <p:cNvSpPr/>
            <p:nvPr/>
          </p:nvSpPr>
          <p:spPr>
            <a:xfrm>
              <a:off x="937259" y="3034964"/>
              <a:ext cx="777239" cy="9144"/>
            </a:xfrm>
            <a:prstGeom prst="rect">
              <a:avLst/>
            </a:prstGeom>
            <a:solidFill>
              <a:srgbClr val="E7F1FF"/>
            </a:solidFill>
            <a:ln>
              <a:solidFill>
                <a:srgbClr val="E7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11" name="TextBox 26">
              <a:extLst>
                <a:ext uri="{FF2B5EF4-FFF2-40B4-BE49-F238E27FC236}">
                  <a16:creationId xmlns:a16="http://schemas.microsoft.com/office/drawing/2014/main" id="{FF330851-351B-A729-9723-2ED72C7C6AD1}"/>
                </a:ext>
              </a:extLst>
            </p:cNvPr>
            <p:cNvSpPr txBox="1"/>
            <p:nvPr/>
          </p:nvSpPr>
          <p:spPr>
            <a:xfrm>
              <a:off x="708660" y="3172124"/>
              <a:ext cx="1234439" cy="1005840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유동인구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카드소비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기상데이터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경제심리지수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소비자물가지표 데이터 결합</a:t>
              </a:r>
              <a:endParaRPr sz="900" b="0" dirty="0">
                <a:solidFill>
                  <a:srgbClr val="6C757D"/>
                </a:solidFill>
                <a:latin typeface="Noto Sans KR" pitchFamily="50" charset="-127"/>
                <a:ea typeface="Noto Sans KR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D001FE1-5C5C-32E3-DB9A-295407EC8AEF}"/>
              </a:ext>
            </a:extLst>
          </p:cNvPr>
          <p:cNvGrpSpPr/>
          <p:nvPr/>
        </p:nvGrpSpPr>
        <p:grpSpPr>
          <a:xfrm>
            <a:off x="2194321" y="1983404"/>
            <a:ext cx="1508760" cy="2377440"/>
            <a:chOff x="2232660" y="1983404"/>
            <a:chExt cx="1508760" cy="2377440"/>
          </a:xfrm>
        </p:grpSpPr>
        <p:sp>
          <p:nvSpPr>
            <p:cNvPr id="12" name="Rounded Rectangle 22">
              <a:extLst>
                <a:ext uri="{FF2B5EF4-FFF2-40B4-BE49-F238E27FC236}">
                  <a16:creationId xmlns:a16="http://schemas.microsoft.com/office/drawing/2014/main" id="{25FA2D02-EBCD-904A-CF78-367C376B80D4}"/>
                </a:ext>
              </a:extLst>
            </p:cNvPr>
            <p:cNvSpPr/>
            <p:nvPr/>
          </p:nvSpPr>
          <p:spPr>
            <a:xfrm>
              <a:off x="2232660" y="2166284"/>
              <a:ext cx="1508760" cy="219456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61C66F75-2CD0-2837-12E3-54FADDEB3430}"/>
                </a:ext>
              </a:extLst>
            </p:cNvPr>
            <p:cNvSpPr/>
            <p:nvPr/>
          </p:nvSpPr>
          <p:spPr>
            <a:xfrm>
              <a:off x="2804160" y="1983404"/>
              <a:ext cx="365760" cy="365760"/>
            </a:xfrm>
            <a:prstGeom prst="ellipse">
              <a:avLst/>
            </a:prstGeom>
            <a:solidFill>
              <a:srgbClr val="007BFF"/>
            </a:solidFill>
            <a:ln>
              <a:solidFill>
                <a:srgbClr val="007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2</a:t>
              </a:r>
              <a:endParaRPr sz="90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31884912-D084-16E8-0831-F51EF8441220}"/>
                </a:ext>
              </a:extLst>
            </p:cNvPr>
            <p:cNvSpPr txBox="1"/>
            <p:nvPr/>
          </p:nvSpPr>
          <p:spPr>
            <a:xfrm>
              <a:off x="2407573" y="2531005"/>
              <a:ext cx="1158933" cy="4572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데이터 </a:t>
              </a:r>
              <a:r>
                <a:rPr lang="ko-KR" altLang="en-US" sz="1200" dirty="0" err="1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전처리</a:t>
              </a:r>
              <a:endParaRPr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1B03A0A8-75D0-3388-CF1A-24D754FF95BA}"/>
                </a:ext>
              </a:extLst>
            </p:cNvPr>
            <p:cNvSpPr/>
            <p:nvPr/>
          </p:nvSpPr>
          <p:spPr>
            <a:xfrm>
              <a:off x="2598419" y="3034964"/>
              <a:ext cx="777239" cy="9144"/>
            </a:xfrm>
            <a:prstGeom prst="rect">
              <a:avLst/>
            </a:prstGeom>
            <a:solidFill>
              <a:srgbClr val="E7F1FF"/>
            </a:solidFill>
            <a:ln>
              <a:solidFill>
                <a:srgbClr val="E7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16" name="TextBox 26">
              <a:extLst>
                <a:ext uri="{FF2B5EF4-FFF2-40B4-BE49-F238E27FC236}">
                  <a16:creationId xmlns:a16="http://schemas.microsoft.com/office/drawing/2014/main" id="{6F108DB5-9421-765A-A5E9-3FD050F58887}"/>
                </a:ext>
              </a:extLst>
            </p:cNvPr>
            <p:cNvSpPr txBox="1"/>
            <p:nvPr/>
          </p:nvSpPr>
          <p:spPr>
            <a:xfrm>
              <a:off x="2369820" y="3172124"/>
              <a:ext cx="1234439" cy="1005840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각 데이터를 분석에 맞게 </a:t>
              </a:r>
              <a:r>
                <a:rPr lang="ko-KR" altLang="en-US" sz="900" dirty="0" err="1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전처리</a:t>
              </a:r>
              <a:endParaRPr sz="900" b="0" dirty="0">
                <a:solidFill>
                  <a:srgbClr val="6C757D"/>
                </a:solidFill>
                <a:latin typeface="Noto Sans KR" pitchFamily="50" charset="-127"/>
                <a:ea typeface="Noto Sans KR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984423-E19D-75BF-9A9E-941972AFDEA9}"/>
              </a:ext>
            </a:extLst>
          </p:cNvPr>
          <p:cNvGrpSpPr/>
          <p:nvPr/>
        </p:nvGrpSpPr>
        <p:grpSpPr>
          <a:xfrm>
            <a:off x="3817142" y="1983404"/>
            <a:ext cx="1508760" cy="2377440"/>
            <a:chOff x="4179570" y="1983404"/>
            <a:chExt cx="1508760" cy="2377440"/>
          </a:xfrm>
        </p:grpSpPr>
        <p:sp>
          <p:nvSpPr>
            <p:cNvPr id="17" name="Rounded Rectangle 22">
              <a:extLst>
                <a:ext uri="{FF2B5EF4-FFF2-40B4-BE49-F238E27FC236}">
                  <a16:creationId xmlns:a16="http://schemas.microsoft.com/office/drawing/2014/main" id="{955957EE-8176-D054-8180-46E8C41070D0}"/>
                </a:ext>
              </a:extLst>
            </p:cNvPr>
            <p:cNvSpPr/>
            <p:nvPr/>
          </p:nvSpPr>
          <p:spPr>
            <a:xfrm>
              <a:off x="4179570" y="2166284"/>
              <a:ext cx="1508760" cy="219456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8F23C207-71D0-9680-9917-A07907789493}"/>
                </a:ext>
              </a:extLst>
            </p:cNvPr>
            <p:cNvSpPr/>
            <p:nvPr/>
          </p:nvSpPr>
          <p:spPr>
            <a:xfrm>
              <a:off x="4751070" y="1983404"/>
              <a:ext cx="365760" cy="365760"/>
            </a:xfrm>
            <a:prstGeom prst="ellipse">
              <a:avLst/>
            </a:prstGeom>
            <a:solidFill>
              <a:srgbClr val="007BFF"/>
            </a:solidFill>
            <a:ln>
              <a:solidFill>
                <a:srgbClr val="007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3</a:t>
              </a:r>
              <a:endParaRPr sz="90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9" name="TextBox 24">
              <a:extLst>
                <a:ext uri="{FF2B5EF4-FFF2-40B4-BE49-F238E27FC236}">
                  <a16:creationId xmlns:a16="http://schemas.microsoft.com/office/drawing/2014/main" id="{1DE9584D-FFB2-3AAA-2363-9FAB76B421A2}"/>
                </a:ext>
              </a:extLst>
            </p:cNvPr>
            <p:cNvSpPr txBox="1"/>
            <p:nvPr/>
          </p:nvSpPr>
          <p:spPr>
            <a:xfrm>
              <a:off x="4354483" y="2531005"/>
              <a:ext cx="1158933" cy="4572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상권 </a:t>
              </a:r>
              <a:r>
                <a:rPr lang="ko-KR" altLang="en-US" sz="1200" dirty="0" err="1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전환력</a:t>
              </a:r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 진단</a:t>
              </a:r>
              <a:endParaRPr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152B7EEB-9464-1E3E-AE36-35AA77C39312}"/>
                </a:ext>
              </a:extLst>
            </p:cNvPr>
            <p:cNvSpPr/>
            <p:nvPr/>
          </p:nvSpPr>
          <p:spPr>
            <a:xfrm>
              <a:off x="4545329" y="3034964"/>
              <a:ext cx="777239" cy="9144"/>
            </a:xfrm>
            <a:prstGeom prst="rect">
              <a:avLst/>
            </a:prstGeom>
            <a:solidFill>
              <a:srgbClr val="E7F1FF"/>
            </a:solidFill>
            <a:ln>
              <a:solidFill>
                <a:srgbClr val="E7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21" name="TextBox 26">
              <a:extLst>
                <a:ext uri="{FF2B5EF4-FFF2-40B4-BE49-F238E27FC236}">
                  <a16:creationId xmlns:a16="http://schemas.microsoft.com/office/drawing/2014/main" id="{E99D15D2-1076-0980-9D9C-E2A6930C9CAD}"/>
                </a:ext>
              </a:extLst>
            </p:cNvPr>
            <p:cNvSpPr txBox="1"/>
            <p:nvPr/>
          </p:nvSpPr>
          <p:spPr>
            <a:xfrm>
              <a:off x="4316730" y="3172124"/>
              <a:ext cx="1234439" cy="1005840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유동인구 대비 기대소비와 실제소비 차이의 분석 </a:t>
              </a:r>
              <a:endPara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sym typeface="Wingdings" panose="05000000000000000000" pitchFamily="2" charset="2"/>
              </a:endParaRPr>
            </a:p>
            <a:p>
              <a:pPr algn="ctr"/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: residual</a:t>
              </a:r>
              <a:endParaRPr sz="900" b="0" dirty="0">
                <a:solidFill>
                  <a:srgbClr val="6C757D"/>
                </a:solidFill>
                <a:latin typeface="Noto Sans KR" pitchFamily="50" charset="-127"/>
                <a:ea typeface="Noto Sans KR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E0113A5-BB27-EC00-5636-06637EF7E6A4}"/>
              </a:ext>
            </a:extLst>
          </p:cNvPr>
          <p:cNvGrpSpPr/>
          <p:nvPr/>
        </p:nvGrpSpPr>
        <p:grpSpPr>
          <a:xfrm>
            <a:off x="5439963" y="1983404"/>
            <a:ext cx="1508760" cy="2377440"/>
            <a:chOff x="5943600" y="1998156"/>
            <a:chExt cx="1508760" cy="2377440"/>
          </a:xfrm>
        </p:grpSpPr>
        <p:sp>
          <p:nvSpPr>
            <p:cNvPr id="22" name="Rounded Rectangle 22">
              <a:extLst>
                <a:ext uri="{FF2B5EF4-FFF2-40B4-BE49-F238E27FC236}">
                  <a16:creationId xmlns:a16="http://schemas.microsoft.com/office/drawing/2014/main" id="{9C7EF3C9-19FE-F9E7-A9B2-67F5AE4604CB}"/>
                </a:ext>
              </a:extLst>
            </p:cNvPr>
            <p:cNvSpPr/>
            <p:nvPr/>
          </p:nvSpPr>
          <p:spPr>
            <a:xfrm>
              <a:off x="5943600" y="2181036"/>
              <a:ext cx="1508760" cy="219456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2C44BC54-30D9-5B74-1DF5-A4226297B160}"/>
                </a:ext>
              </a:extLst>
            </p:cNvPr>
            <p:cNvSpPr/>
            <p:nvPr/>
          </p:nvSpPr>
          <p:spPr>
            <a:xfrm>
              <a:off x="6515100" y="1998156"/>
              <a:ext cx="365760" cy="365760"/>
            </a:xfrm>
            <a:prstGeom prst="ellipse">
              <a:avLst/>
            </a:prstGeom>
            <a:solidFill>
              <a:srgbClr val="007BFF"/>
            </a:solidFill>
            <a:ln>
              <a:solidFill>
                <a:srgbClr val="007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4</a:t>
              </a:r>
              <a:endParaRPr sz="90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75018DD-CB2F-A966-6140-3C81B20C15FD}"/>
                </a:ext>
              </a:extLst>
            </p:cNvPr>
            <p:cNvSpPr txBox="1"/>
            <p:nvPr/>
          </p:nvSpPr>
          <p:spPr>
            <a:xfrm>
              <a:off x="6118513" y="2545757"/>
              <a:ext cx="1158933" cy="4572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상권안정성 진단 및 유형화</a:t>
              </a:r>
              <a:endParaRPr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11B5446D-BFD2-DE7A-4AAE-0C5F58D3628F}"/>
                </a:ext>
              </a:extLst>
            </p:cNvPr>
            <p:cNvSpPr/>
            <p:nvPr/>
          </p:nvSpPr>
          <p:spPr>
            <a:xfrm>
              <a:off x="6309359" y="3049716"/>
              <a:ext cx="777239" cy="9144"/>
            </a:xfrm>
            <a:prstGeom prst="rect">
              <a:avLst/>
            </a:prstGeom>
            <a:solidFill>
              <a:srgbClr val="E7F1FF"/>
            </a:solidFill>
            <a:ln>
              <a:solidFill>
                <a:srgbClr val="E7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812A6CDF-2EE0-4C30-25C0-F4878F0A066F}"/>
                </a:ext>
              </a:extLst>
            </p:cNvPr>
            <p:cNvSpPr txBox="1"/>
            <p:nvPr/>
          </p:nvSpPr>
          <p:spPr>
            <a:xfrm>
              <a:off x="6012178" y="3184798"/>
              <a:ext cx="1371600" cy="10058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유동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-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소비 동조성 분석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: correlation</a:t>
              </a:r>
            </a:p>
            <a:p>
              <a:pPr marL="171450" indent="-1714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residual x correlation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기반 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4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가지 상권 유형 분류</a:t>
              </a:r>
              <a:endPara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40B5DE9-D0EB-E092-0C95-DC3A41D2EE70}"/>
              </a:ext>
            </a:extLst>
          </p:cNvPr>
          <p:cNvGrpSpPr/>
          <p:nvPr/>
        </p:nvGrpSpPr>
        <p:grpSpPr>
          <a:xfrm>
            <a:off x="7062785" y="1983404"/>
            <a:ext cx="1508760" cy="2377440"/>
            <a:chOff x="7558691" y="2070384"/>
            <a:chExt cx="1508760" cy="2377440"/>
          </a:xfrm>
        </p:grpSpPr>
        <p:sp>
          <p:nvSpPr>
            <p:cNvPr id="27" name="Rounded Rectangle 22">
              <a:extLst>
                <a:ext uri="{FF2B5EF4-FFF2-40B4-BE49-F238E27FC236}">
                  <a16:creationId xmlns:a16="http://schemas.microsoft.com/office/drawing/2014/main" id="{C1D110CD-E97E-4517-457B-D4B5ED7E5140}"/>
                </a:ext>
              </a:extLst>
            </p:cNvPr>
            <p:cNvSpPr/>
            <p:nvPr/>
          </p:nvSpPr>
          <p:spPr>
            <a:xfrm>
              <a:off x="7558691" y="2253264"/>
              <a:ext cx="1508760" cy="219456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28" name="Oval 23">
              <a:extLst>
                <a:ext uri="{FF2B5EF4-FFF2-40B4-BE49-F238E27FC236}">
                  <a16:creationId xmlns:a16="http://schemas.microsoft.com/office/drawing/2014/main" id="{1115B718-9132-DCF5-669A-76E2F5FF1C33}"/>
                </a:ext>
              </a:extLst>
            </p:cNvPr>
            <p:cNvSpPr/>
            <p:nvPr/>
          </p:nvSpPr>
          <p:spPr>
            <a:xfrm>
              <a:off x="8130191" y="2070384"/>
              <a:ext cx="365760" cy="365760"/>
            </a:xfrm>
            <a:prstGeom prst="ellipse">
              <a:avLst/>
            </a:prstGeom>
            <a:solidFill>
              <a:srgbClr val="007BFF"/>
            </a:solidFill>
            <a:ln>
              <a:solidFill>
                <a:srgbClr val="007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5</a:t>
              </a:r>
              <a:endParaRPr sz="90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9" name="TextBox 24">
              <a:extLst>
                <a:ext uri="{FF2B5EF4-FFF2-40B4-BE49-F238E27FC236}">
                  <a16:creationId xmlns:a16="http://schemas.microsoft.com/office/drawing/2014/main" id="{1F717170-96BC-53C6-0C40-78EDDBABCC77}"/>
                </a:ext>
              </a:extLst>
            </p:cNvPr>
            <p:cNvSpPr txBox="1"/>
            <p:nvPr/>
          </p:nvSpPr>
          <p:spPr>
            <a:xfrm>
              <a:off x="7733604" y="2617985"/>
              <a:ext cx="1158933" cy="4572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맞춤형 정책 제안</a:t>
              </a:r>
              <a:endParaRPr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980832B6-382F-4200-CAB1-389804865421}"/>
                </a:ext>
              </a:extLst>
            </p:cNvPr>
            <p:cNvSpPr/>
            <p:nvPr/>
          </p:nvSpPr>
          <p:spPr>
            <a:xfrm>
              <a:off x="7924450" y="3121944"/>
              <a:ext cx="777239" cy="9144"/>
            </a:xfrm>
            <a:prstGeom prst="rect">
              <a:avLst/>
            </a:prstGeom>
            <a:solidFill>
              <a:srgbClr val="E7F1FF"/>
            </a:solidFill>
            <a:ln>
              <a:solidFill>
                <a:srgbClr val="E7F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Noto Sans KR" pitchFamily="50" charset="-127"/>
                <a:ea typeface="Noto Sans KR" pitchFamily="50" charset="-127"/>
              </a:endParaRPr>
            </a:p>
          </p:txBody>
        </p:sp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C5A87330-00FB-C64D-4A5E-F529AE58325D}"/>
                </a:ext>
              </a:extLst>
            </p:cNvPr>
            <p:cNvSpPr txBox="1"/>
            <p:nvPr/>
          </p:nvSpPr>
          <p:spPr>
            <a:xfrm>
              <a:off x="7695851" y="3259104"/>
              <a:ext cx="1234439" cy="1005840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priority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 점수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산출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우선관리 지역 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top 5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선정</a:t>
              </a:r>
              <a:endPara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sym typeface="Wingdings" panose="05000000000000000000" pitchFamily="2" charset="2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날씨 요인의 소비 영향 분석</a:t>
              </a:r>
              <a:r>
                <a:rPr lang="en-US" altLang="ko-KR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9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sym typeface="Wingdings" panose="05000000000000000000" pitchFamily="2" charset="2"/>
                </a:rPr>
                <a:t>유형별 정책 제안</a:t>
              </a:r>
              <a:endPara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sym typeface="Wingdings" panose="05000000000000000000" pitchFamily="2" charset="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8652-FC28-27DE-9241-0FB6F067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행정구역 | 서울연구데이터서비스">
            <a:extLst>
              <a:ext uri="{FF2B5EF4-FFF2-40B4-BE49-F238E27FC236}">
                <a16:creationId xmlns:a16="http://schemas.microsoft.com/office/drawing/2014/main" id="{BC1AD440-BC7D-A16D-3DDD-4C3DFE538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685925" y="210012"/>
            <a:ext cx="5772149" cy="472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직사각형 93">
            <a:extLst>
              <a:ext uri="{FF2B5EF4-FFF2-40B4-BE49-F238E27FC236}">
                <a16:creationId xmlns:a16="http://schemas.microsoft.com/office/drawing/2014/main" id="{8CF55651-4E91-6A94-29BA-5EC8FB774082}"/>
              </a:ext>
            </a:extLst>
          </p:cNvPr>
          <p:cNvSpPr/>
          <p:nvPr/>
        </p:nvSpPr>
        <p:spPr>
          <a:xfrm>
            <a:off x="1" y="-4255"/>
            <a:ext cx="9144000" cy="5143500"/>
          </a:xfrm>
          <a:prstGeom prst="rect">
            <a:avLst/>
          </a:prstGeom>
          <a:solidFill>
            <a:schemeClr val="bg1">
              <a:lumMod val="95000"/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B924CF0-3541-C663-E124-0A69C6881C8E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분석개요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5F296C2-1432-BFEB-6895-558D36A63D99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데이터 수집 및 </a:t>
            </a:r>
            <a:r>
              <a:rPr lang="ko-KR" altLang="en-US" sz="2400" b="1" dirty="0" err="1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전처리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0129071-C117-EFEC-7831-2BD5E8174539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EB1714-31D9-46D6-19E9-4CE5A5A69ABA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3B3CC8-1D8C-D1F5-5183-89A33B577CFF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CC8E52-6348-A746-7CEF-0C52FABB6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803257"/>
              </p:ext>
            </p:extLst>
          </p:nvPr>
        </p:nvGraphicFramePr>
        <p:xfrm>
          <a:off x="571499" y="1390948"/>
          <a:ext cx="800100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50">
                  <a:extLst>
                    <a:ext uri="{9D8B030D-6E8A-4147-A177-3AD203B41FA5}">
                      <a16:colId xmlns:a16="http://schemas.microsoft.com/office/drawing/2014/main" val="1863313343"/>
                    </a:ext>
                  </a:extLst>
                </a:gridCol>
              </a:tblGrid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출처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전처리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 방법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B076.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행정동별 내국인 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KT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생활이동 데이터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빅데이터 캠퍼스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2025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년 일별 데이터를 구마다 유동인구 합산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B079.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서울시민의 업종별 카드소비 데이터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빅데이터 캠퍼스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2025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년 일별 데이터를 구마다 카드소비액 합산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후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로그 변환과 월별 추세 제거</a:t>
                      </a:r>
                      <a:endParaRPr lang="en-US" altLang="ko-KR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 날씨 데이터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 데이터</a:t>
                      </a:r>
                      <a:endParaRPr lang="en-US" altLang="ko-KR" sz="1100" baseline="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한파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(0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도 이하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폭염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(35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도 이상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강수량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(20mm 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이상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해당 여부를 기준으로 이진화</a:t>
                      </a:r>
                      <a:endParaRPr lang="en-US" altLang="ko-KR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경제심리지수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공공데이터포털</a:t>
                      </a:r>
                      <a:endParaRPr lang="ko-KR" altLang="en-US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월별 데이터를 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일 기준 이동평균을 사용하여 일별 데이터로 변환 후 로그 변환</a:t>
                      </a:r>
                      <a:endParaRPr lang="ko-KR" altLang="en-US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소비자물가지표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공공데이터포털</a:t>
                      </a:r>
                      <a:endParaRPr lang="ko-KR" altLang="en-US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월별 데이터를 </a:t>
                      </a:r>
                      <a:r>
                        <a:rPr lang="en-US" altLang="ko-KR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11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sym typeface="Wingdings" panose="05000000000000000000" pitchFamily="2" charset="2"/>
                        </a:rPr>
                        <a:t>일 기준 이동평균을 사용하여 일별 데이터로 변환 </a:t>
                      </a:r>
                      <a:endParaRPr lang="en-US" altLang="ko-KR" sz="11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88295A-1DCD-7070-341F-E5811CC5F901}"/>
              </a:ext>
            </a:extLst>
          </p:cNvPr>
          <p:cNvSpPr txBox="1"/>
          <p:nvPr/>
        </p:nvSpPr>
        <p:spPr>
          <a:xfrm>
            <a:off x="571499" y="3883655"/>
            <a:ext cx="8001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* </a:t>
            </a:r>
            <a:r>
              <a:rPr lang="en-US" altLang="ko-KR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B079. </a:t>
            </a:r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카드소비 데이터에서 날씨와 무관하게 발생할 가능성이 높은 필수적</a:t>
            </a:r>
            <a:r>
              <a:rPr lang="en-US" altLang="ko-KR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·</a:t>
            </a:r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정기적인 소비</a:t>
            </a:r>
            <a:r>
              <a:rPr lang="en-US" altLang="ko-KR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소비 또는 </a:t>
            </a:r>
            <a:r>
              <a:rPr lang="ko-KR" altLang="en-US" sz="1100" dirty="0" err="1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비대면</a:t>
            </a:r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성격이 강한 소비</a:t>
            </a:r>
            <a:r>
              <a:rPr lang="en-US" altLang="ko-KR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소비 발생 위치가 지역 유동인구와 직접적으로 연결되기 어려운 업종 등을 제외</a:t>
            </a:r>
          </a:p>
        </p:txBody>
      </p:sp>
    </p:spTree>
    <p:extLst>
      <p:ext uri="{BB962C8B-B14F-4D97-AF65-F5344CB8AC3E}">
        <p14:creationId xmlns:p14="http://schemas.microsoft.com/office/powerpoint/2010/main" val="177418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1F2B-FF62-54C7-CADD-DF4FED85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행정구역 | 서울연구데이터서비스">
            <a:extLst>
              <a:ext uri="{FF2B5EF4-FFF2-40B4-BE49-F238E27FC236}">
                <a16:creationId xmlns:a16="http://schemas.microsoft.com/office/drawing/2014/main" id="{2563B7D6-99A0-344A-BC4D-61E581E1F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685925" y="210012"/>
            <a:ext cx="5772149" cy="472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C12BD2-A7B4-65A8-A36C-9F1EC2FC4D7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20B8F3F-B814-5699-D401-23E1044A2D37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분석개요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9065BC2-8A8D-1FF3-7611-7169458DD44D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최종 분석 데이터셋 구성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58FCEAC-757F-421D-8D3E-F74047BA7D15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3D59413-561A-ED2C-FEAF-E91B95BA93CD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8CFA19-E0CA-B72F-2CCD-84B84BEB461A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3" name="Shape 1">
            <a:extLst>
              <a:ext uri="{FF2B5EF4-FFF2-40B4-BE49-F238E27FC236}">
                <a16:creationId xmlns:a16="http://schemas.microsoft.com/office/drawing/2014/main" id="{6887A704-1833-5045-F209-30262F42CA38}"/>
              </a:ext>
            </a:extLst>
          </p:cNvPr>
          <p:cNvSpPr/>
          <p:nvPr/>
        </p:nvSpPr>
        <p:spPr>
          <a:xfrm>
            <a:off x="571500" y="1569839"/>
            <a:ext cx="3086100" cy="2850356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37E542-51CB-B921-4174-CF81A035F794}"/>
              </a:ext>
            </a:extLst>
          </p:cNvPr>
          <p:cNvSpPr/>
          <p:nvPr/>
        </p:nvSpPr>
        <p:spPr>
          <a:xfrm>
            <a:off x="750094" y="1786604"/>
            <a:ext cx="2728913" cy="28597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07B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ontserrat Bold" pitchFamily="34" charset="-120"/>
              </a:rPr>
              <a:t>데이터 구조 및 분석 단위</a:t>
            </a:r>
            <a:endParaRPr lang="en-US" sz="13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0C2DEA0-A79A-CA7B-97AA-9B0546803725}"/>
              </a:ext>
            </a:extLst>
          </p:cNvPr>
          <p:cNvSpPr/>
          <p:nvPr/>
        </p:nvSpPr>
        <p:spPr>
          <a:xfrm>
            <a:off x="750094" y="2205632"/>
            <a:ext cx="2728913" cy="78938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030728C-F2F0-0F11-14CF-BE28B4BD010C}"/>
              </a:ext>
            </a:extLst>
          </p:cNvPr>
          <p:cNvSpPr/>
          <p:nvPr/>
        </p:nvSpPr>
        <p:spPr>
          <a:xfrm>
            <a:off x="892969" y="2348507"/>
            <a:ext cx="244316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B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ontserrat Bold" pitchFamily="34" charset="-120"/>
              </a:rPr>
              <a:t>9,125</a:t>
            </a:r>
            <a:endParaRPr lang="en-US" sz="1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C0343AA-43E2-94F3-A4CD-76D64CB71FD8}"/>
              </a:ext>
            </a:extLst>
          </p:cNvPr>
          <p:cNvSpPr/>
          <p:nvPr/>
        </p:nvSpPr>
        <p:spPr>
          <a:xfrm>
            <a:off x="892969" y="2696765"/>
            <a:ext cx="244316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Total Observations</a:t>
            </a:r>
            <a:endParaRPr lang="en-US" sz="85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2A18D62-C4AA-EB75-ABD8-E4516C547E28}"/>
              </a:ext>
            </a:extLst>
          </p:cNvPr>
          <p:cNvSpPr/>
          <p:nvPr/>
        </p:nvSpPr>
        <p:spPr>
          <a:xfrm>
            <a:off x="1188815" y="3112310"/>
            <a:ext cx="1851469" cy="146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25개 자치구 × 365일 (2025년 일별 데이터)</a:t>
            </a:r>
            <a:endParaRPr lang="en-US" sz="8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FD87274-DEE4-B68A-550B-6929DDC77C7A}"/>
              </a:ext>
            </a:extLst>
          </p:cNvPr>
          <p:cNvSpPr/>
          <p:nvPr/>
        </p:nvSpPr>
        <p:spPr>
          <a:xfrm>
            <a:off x="750094" y="3452217"/>
            <a:ext cx="27289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상권 진단 지표 산출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32F23495-23E1-8878-EA3B-AA85C6FFC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704034"/>
            <a:ext cx="100013" cy="100013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79EA776D-EFF9-8DFE-BA96-0CD9A3D2EEE3}"/>
              </a:ext>
            </a:extLst>
          </p:cNvPr>
          <p:cNvSpPr/>
          <p:nvPr/>
        </p:nvSpPr>
        <p:spPr>
          <a:xfrm>
            <a:off x="907256" y="3684389"/>
            <a:ext cx="1082027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카드소비액 &amp; 유동인구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B9388285-5A5B-CB4B-BDF4-CC4B18290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904059"/>
            <a:ext cx="100013" cy="100013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FBEA3C57-6A5B-89C8-9DCF-1B0BC064C5BA}"/>
              </a:ext>
            </a:extLst>
          </p:cNvPr>
          <p:cNvSpPr/>
          <p:nvPr/>
        </p:nvSpPr>
        <p:spPr>
          <a:xfrm>
            <a:off x="907256" y="3884414"/>
            <a:ext cx="139781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R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esidual · 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c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orrelation 산출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C695472A-6E51-DFC2-B076-358613DF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4104084"/>
            <a:ext cx="100013" cy="100013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65280098-5D02-EEBA-B3DC-FAE5B1F83240}"/>
              </a:ext>
            </a:extLst>
          </p:cNvPr>
          <p:cNvSpPr/>
          <p:nvPr/>
        </p:nvSpPr>
        <p:spPr>
          <a:xfrm>
            <a:off x="907256" y="4084439"/>
            <a:ext cx="1109278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기상영향 패널분석 수행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89EDFBC-D2C9-C07F-D5BC-6BDE7F7EB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97074"/>
              </p:ext>
            </p:extLst>
          </p:nvPr>
        </p:nvGraphicFramePr>
        <p:xfrm>
          <a:off x="4032250" y="1568748"/>
          <a:ext cx="4540742" cy="2127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변수명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 및 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종속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변수</a:t>
                      </a:r>
                      <a:endParaRPr lang="ko-KR" altLang="en-US" sz="105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카드 소비액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(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월별 추세제거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  <a:endParaRPr lang="ko-KR" altLang="en-US" sz="105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핵심 설명변수</a:t>
                      </a: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유동인구 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로그 변환 데이터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 변수</a:t>
                      </a: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폭염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</a:t>
                      </a:r>
                      <a:r>
                        <a:rPr lang="en-US" altLang="ko-KR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한파</a:t>
                      </a:r>
                      <a:r>
                        <a:rPr lang="en-US" altLang="ko-KR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강수 </a:t>
                      </a:r>
                      <a:r>
                        <a:rPr lang="en-US" altLang="ko-KR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이진화 데이터</a:t>
                      </a:r>
                      <a:r>
                        <a:rPr lang="en-US" altLang="ko-KR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통제 변수</a:t>
                      </a: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경제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심리지수</a:t>
                      </a:r>
                      <a:r>
                        <a:rPr lang="en-US" altLang="ko-KR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</a:t>
                      </a:r>
                      <a:r>
                        <a:rPr lang="ko-KR" altLang="en-US" sz="105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소비자물가지표</a:t>
                      </a:r>
                      <a:endParaRPr lang="ko-KR" altLang="en-US" sz="105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고정효과</a:t>
                      </a: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자치구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en-US" altLang="ko-KR" sz="105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Gu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), 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월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(Month), 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요일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(Weekday)</a:t>
                      </a:r>
                      <a:endParaRPr lang="ko-KR" altLang="en-US" sz="105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상권진단지표</a:t>
                      </a:r>
                    </a:p>
                  </a:txBody>
                  <a:tcPr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카드소비액 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로그 변환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), 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유동인구 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로그 변환</a:t>
                      </a:r>
                      <a:r>
                        <a:rPr lang="en-US" altLang="ko-KR" sz="105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  <a:endParaRPr lang="ko-KR" altLang="en-US" sz="105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50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92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pic>
      <p:sp>
        <p:nvSpPr>
          <p:cNvPr id="53" name="직사각형 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alpha val="9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431D1A-0A23-AB42-55E5-260353BDC3D6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D48EBA7-DA33-8903-5314-825420F3785C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상권 </a:t>
            </a:r>
            <a:r>
              <a:rPr lang="ko-KR" altLang="en-US" sz="2400" b="1" dirty="0" err="1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전환력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 진단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82C961-4CF3-A82A-6FFF-94A25EEC4C7B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458AF7-9D87-ADD2-5244-B5599E39574E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7C0D10-9CE3-6D7A-F4BA-E15CA4BA1ED4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1F76F7-49C0-D200-6BC7-ABE715BE4DA0}"/>
              </a:ext>
            </a:extLst>
          </p:cNvPr>
          <p:cNvSpPr/>
          <p:nvPr/>
        </p:nvSpPr>
        <p:spPr>
          <a:xfrm>
            <a:off x="571500" y="1322011"/>
            <a:ext cx="8017200" cy="360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FD350F-FD56-C6C4-05E1-E5D169165490}"/>
              </a:ext>
            </a:extLst>
          </p:cNvPr>
          <p:cNvSpPr/>
          <p:nvPr/>
        </p:nvSpPr>
        <p:spPr>
          <a:xfrm>
            <a:off x="571500" y="1322011"/>
            <a:ext cx="54000" cy="36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26D9AD2-AE52-51B8-D3D7-323DEC873CB2}"/>
              </a:ext>
            </a:extLst>
          </p:cNvPr>
          <p:cNvSpPr/>
          <p:nvPr/>
        </p:nvSpPr>
        <p:spPr>
          <a:xfrm>
            <a:off x="625499" y="1288619"/>
            <a:ext cx="6731265" cy="426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r>
              <a:rPr lang="en-US" altLang="ko-KR" sz="1100" b="1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연구질문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1: </a:t>
            </a:r>
            <a:r>
              <a:rPr lang="ko-KR" altLang="en-US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서울시 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25</a:t>
            </a:r>
            <a:r>
              <a:rPr lang="ko-KR" altLang="en-US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개 구 중 유동인구가 실제 소비로 충분히 전환되지 않는 지역은 어디인가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?</a:t>
            </a:r>
            <a:endParaRPr lang="en-US" altLang="ko-KR" sz="11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F7B508A-6CAA-DC47-E4EB-0987D2745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749" y="1809074"/>
            <a:ext cx="3736951" cy="3028547"/>
          </a:xfrm>
          <a:prstGeom prst="rect">
            <a:avLst/>
          </a:prstGeom>
          <a:ln>
            <a:solidFill>
              <a:srgbClr val="3399FF"/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4ACE9D2-0A16-4DED-F511-4C20BDDF73DA}"/>
              </a:ext>
            </a:extLst>
          </p:cNvPr>
          <p:cNvGrpSpPr/>
          <p:nvPr/>
        </p:nvGrpSpPr>
        <p:grpSpPr>
          <a:xfrm>
            <a:off x="571500" y="1809074"/>
            <a:ext cx="2340000" cy="276999"/>
            <a:chOff x="571500" y="1410286"/>
            <a:chExt cx="2340000" cy="27699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BC53E0C-123B-EA72-362B-007ED2C78059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04E8D44-37E7-1CF9-E971-DB63939B7A2D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잔차</a:t>
              </a:r>
              <a:r>
                <a:rPr lang="en-US" altLang="ko-KR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(residual) </a:t>
              </a:r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개념 및 </a:t>
              </a:r>
              <a:r>
                <a:rPr lang="ko-KR" altLang="en-US" sz="12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산출식</a:t>
              </a:r>
              <a:endPara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B0843630-B21E-1C04-3FA3-7BE99F299F99}"/>
              </a:ext>
            </a:extLst>
          </p:cNvPr>
          <p:cNvSpPr/>
          <p:nvPr/>
        </p:nvSpPr>
        <p:spPr>
          <a:xfrm>
            <a:off x="571500" y="2195454"/>
            <a:ext cx="3857624" cy="1811396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9E69AF4-C146-1E72-590F-1903FC494CCD}"/>
              </a:ext>
            </a:extLst>
          </p:cNvPr>
          <p:cNvSpPr/>
          <p:nvPr/>
        </p:nvSpPr>
        <p:spPr>
          <a:xfrm>
            <a:off x="571499" y="4152547"/>
            <a:ext cx="1875234" cy="685074"/>
          </a:xfrm>
          <a:prstGeom prst="rect">
            <a:avLst/>
          </a:prstGeom>
          <a:solidFill>
            <a:srgbClr val="E7F1FF"/>
          </a:solidFill>
          <a:ln w="9144">
            <a:solidFill>
              <a:srgbClr val="007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7DCA456-99D2-61A7-89C1-EAD409B9313B}"/>
              </a:ext>
            </a:extLst>
          </p:cNvPr>
          <p:cNvSpPr/>
          <p:nvPr/>
        </p:nvSpPr>
        <p:spPr>
          <a:xfrm>
            <a:off x="678655" y="4259703"/>
            <a:ext cx="166092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B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Residual &gt; 중앙값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FAA7F7B-B7B5-8843-B213-425560E12B9F}"/>
              </a:ext>
            </a:extLst>
          </p:cNvPr>
          <p:cNvSpPr/>
          <p:nvPr/>
        </p:nvSpPr>
        <p:spPr>
          <a:xfrm>
            <a:off x="678655" y="4456157"/>
            <a:ext cx="1660922" cy="31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 대비 실제소비가 기대소비보다 상대적으로 높음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7C6C0EDE-3D9D-5CE1-DADA-53CC8CE836BB}"/>
              </a:ext>
            </a:extLst>
          </p:cNvPr>
          <p:cNvSpPr/>
          <p:nvPr/>
        </p:nvSpPr>
        <p:spPr>
          <a:xfrm>
            <a:off x="2553890" y="4152547"/>
            <a:ext cx="1875234" cy="685074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F20D4799-62A7-D734-3455-E9EA8BF59779}"/>
              </a:ext>
            </a:extLst>
          </p:cNvPr>
          <p:cNvSpPr/>
          <p:nvPr/>
        </p:nvSpPr>
        <p:spPr>
          <a:xfrm>
            <a:off x="2661046" y="4259703"/>
            <a:ext cx="166092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Residual &lt; 중앙값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EC7E38B-4923-6C7E-DC8E-7E36ED93E5E7}"/>
              </a:ext>
            </a:extLst>
          </p:cNvPr>
          <p:cNvSpPr/>
          <p:nvPr/>
        </p:nvSpPr>
        <p:spPr>
          <a:xfrm>
            <a:off x="2661046" y="4456157"/>
            <a:ext cx="1660922" cy="31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 대비 실제소비가 기대소비보다 상대적으로 낮음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818656-C41E-B1C9-0FB7-8346B566D100}"/>
              </a:ext>
            </a:extLst>
          </p:cNvPr>
          <p:cNvSpPr txBox="1"/>
          <p:nvPr/>
        </p:nvSpPr>
        <p:spPr>
          <a:xfrm>
            <a:off x="571500" y="3567905"/>
            <a:ext cx="3857624" cy="43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*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일별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residual을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자치구별로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평균한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이후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, 25개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구의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평균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residual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값의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중앙값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(-0.1)을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기준으로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전환력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수준을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구분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0039538-80D4-404C-FAD5-519350616F8C}"/>
              </a:ext>
            </a:extLst>
          </p:cNvPr>
          <p:cNvSpPr/>
          <p:nvPr/>
        </p:nvSpPr>
        <p:spPr>
          <a:xfrm>
            <a:off x="571498" y="2492043"/>
            <a:ext cx="38576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B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Montserrat Bold" pitchFamily="34" charset="-120"/>
              </a:rPr>
              <a:t>log(카드소비 + 1) = α + β * log(유동인구 + 1) + ε</a:t>
            </a:r>
            <a:endParaRPr lang="en-US" sz="1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B8BD513-40C4-4C1C-33EE-88A651B9E6B1}"/>
              </a:ext>
            </a:extLst>
          </p:cNvPr>
          <p:cNvSpPr/>
          <p:nvPr/>
        </p:nvSpPr>
        <p:spPr>
          <a:xfrm>
            <a:off x="678655" y="2978531"/>
            <a:ext cx="3750464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일별 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residual </a:t>
            </a:r>
            <a:r>
              <a:rPr 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= </a:t>
            </a:r>
            <a:r>
              <a:rPr lang="ko-KR" alt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실제 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log(</a:t>
            </a:r>
            <a:r>
              <a:rPr lang="ko-KR" alt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카드소비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)</a:t>
            </a:r>
            <a:r>
              <a:rPr 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– </a:t>
            </a:r>
            <a:r>
              <a:rPr lang="ko-KR" alt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유동인구로 예측한 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log(</a:t>
            </a:r>
            <a:r>
              <a:rPr lang="ko-KR" altLang="en-US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카드소비</a:t>
            </a:r>
            <a:r>
              <a:rPr lang="en-US" altLang="ko-KR" sz="13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)</a:t>
            </a:r>
            <a:endParaRPr lang="en-US" sz="13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1DD444D-4317-9C6B-4CB8-21BA473658AB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DE3F62A-803D-3F8E-50CF-00809C7907D9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상권 </a:t>
            </a:r>
            <a:r>
              <a:rPr lang="ko-KR" altLang="en-US" sz="2400" b="1" dirty="0" err="1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전환력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 진단 결과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6233F17-7B05-995B-E88B-C47CC01EBF4F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904A44-21F6-6DD6-AE3C-AC30C0CB9FAF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BDF46A-2EAF-21C4-2D69-5F6C8A7839CA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BE31E2-FE21-2E9D-61C5-16F102BD63BA}"/>
              </a:ext>
            </a:extLst>
          </p:cNvPr>
          <p:cNvSpPr/>
          <p:nvPr/>
        </p:nvSpPr>
        <p:spPr>
          <a:xfrm>
            <a:off x="571500" y="1322011"/>
            <a:ext cx="8017200" cy="360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CB847A-D688-B44E-7570-1316EF40AF2A}"/>
              </a:ext>
            </a:extLst>
          </p:cNvPr>
          <p:cNvSpPr/>
          <p:nvPr/>
        </p:nvSpPr>
        <p:spPr>
          <a:xfrm>
            <a:off x="571500" y="1322011"/>
            <a:ext cx="54000" cy="36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B28994D-F73B-91E2-CE67-D756AEE95B10}"/>
              </a:ext>
            </a:extLst>
          </p:cNvPr>
          <p:cNvSpPr/>
          <p:nvPr/>
        </p:nvSpPr>
        <p:spPr>
          <a:xfrm>
            <a:off x="625499" y="1288619"/>
            <a:ext cx="6731265" cy="426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Question. </a:t>
            </a:r>
            <a:r>
              <a:rPr lang="ko-KR" altLang="en-US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어떤 자치구의 </a:t>
            </a:r>
            <a:r>
              <a:rPr lang="ko-KR" altLang="en-US" sz="1100" b="1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잔차가</a:t>
            </a:r>
            <a:r>
              <a:rPr lang="ko-KR" altLang="en-US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낮았을까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?</a:t>
            </a:r>
            <a:endParaRPr lang="en-US" altLang="ko-KR" sz="11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B68132B-CF0E-E0B7-1582-9F8634581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1" y="1842467"/>
            <a:ext cx="3708400" cy="3005408"/>
          </a:xfrm>
          <a:prstGeom prst="rect">
            <a:avLst/>
          </a:prstGeom>
          <a:ln>
            <a:solidFill>
              <a:srgbClr val="3399FF"/>
            </a:solidFill>
          </a:ln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4A95C0EF-8A8D-2307-CD4E-19412B0B443E}"/>
              </a:ext>
            </a:extLst>
          </p:cNvPr>
          <p:cNvSpPr/>
          <p:nvPr/>
        </p:nvSpPr>
        <p:spPr>
          <a:xfrm>
            <a:off x="4626000" y="2246530"/>
            <a:ext cx="3946500" cy="1081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평균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residual이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중앙값보다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낮은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자치구는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유동인구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규모에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비해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실제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소비가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기대수준보다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낮은</a:t>
            </a:r>
            <a:r>
              <a:rPr lang="en-US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지역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으로</a:t>
            </a:r>
            <a:r>
              <a:rPr 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해석</a:t>
            </a:r>
            <a:endParaRPr lang="en-US" sz="1200" dirty="0">
              <a:solidFill>
                <a:srgbClr val="495057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Open Sans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이는</a:t>
            </a:r>
            <a:r>
              <a:rPr lang="en-US" altLang="ko-KR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단순</a:t>
            </a:r>
            <a:r>
              <a:rPr lang="en-US" altLang="ko-KR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유입</a:t>
            </a:r>
            <a:r>
              <a:rPr lang="en-US" altLang="ko-KR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규모보다</a:t>
            </a:r>
            <a:r>
              <a:rPr lang="en-US" altLang="ko-KR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유입이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소비로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전환되는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구조를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별도로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진단할</a:t>
            </a:r>
            <a:r>
              <a:rPr lang="en-US" altLang="ko-KR" sz="1200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200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필요성</a:t>
            </a: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을</a:t>
            </a:r>
            <a:r>
              <a:rPr lang="en-US" altLang="ko-KR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12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보여</a:t>
            </a:r>
            <a:r>
              <a:rPr lang="ko-KR" altLang="en-US" sz="12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줌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69532E-2F07-3694-4140-6229B122EF71}"/>
              </a:ext>
            </a:extLst>
          </p:cNvPr>
          <p:cNvGrpSpPr/>
          <p:nvPr/>
        </p:nvGrpSpPr>
        <p:grpSpPr>
          <a:xfrm>
            <a:off x="4572000" y="1842467"/>
            <a:ext cx="2340000" cy="307777"/>
            <a:chOff x="571500" y="1410286"/>
            <a:chExt cx="2340000" cy="30777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A0D6A2A-A246-3A72-6293-CD82BDDBC086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F0BF4B-6B24-C555-D065-3D5BCA954D48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결과 해석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0514-1A5A-EE4F-B649-1D63B739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B106849-072B-9F96-8645-5D85E4D9D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FE604D4-D56C-A8AA-1823-E2EEB063FC2C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A99FF9F-4553-9FC1-EEB9-5385EE2AF87E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상권 안정성 진단과 결과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8A3971C-51F1-2FEF-CBA5-74679D7D6A4D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A12B2D4-F6BF-D5DA-002D-2A8C3B4628D8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4E4E44-048F-1564-56DF-A2F39DD3C443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B41866-6CBA-B4BE-79DB-58D713793A32}"/>
              </a:ext>
            </a:extLst>
          </p:cNvPr>
          <p:cNvSpPr/>
          <p:nvPr/>
        </p:nvSpPr>
        <p:spPr>
          <a:xfrm>
            <a:off x="571500" y="1322011"/>
            <a:ext cx="8017200" cy="360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D80DAF-B86E-94EF-1E50-BF195088E677}"/>
              </a:ext>
            </a:extLst>
          </p:cNvPr>
          <p:cNvSpPr/>
          <p:nvPr/>
        </p:nvSpPr>
        <p:spPr>
          <a:xfrm>
            <a:off x="571500" y="1322011"/>
            <a:ext cx="54000" cy="36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4BEE4A7-403C-F44F-CCD2-D60824A59E07}"/>
              </a:ext>
            </a:extLst>
          </p:cNvPr>
          <p:cNvSpPr/>
          <p:nvPr/>
        </p:nvSpPr>
        <p:spPr>
          <a:xfrm>
            <a:off x="625499" y="1288619"/>
            <a:ext cx="6731265" cy="426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r>
              <a:rPr lang="en-US" altLang="ko-KR" sz="1100" b="1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연구질문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2: </a:t>
            </a:r>
            <a:r>
              <a:rPr lang="ko-KR" altLang="en-US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유동인구 변화와 카드소비 변화가 안정적으로 함께 움직이는 지역과 그렇지 않은 지역은 어디인가</a:t>
            </a:r>
            <a:r>
              <a:rPr lang="en-US" altLang="ko-KR" sz="11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?</a:t>
            </a:r>
            <a:endParaRPr lang="en-US" altLang="ko-KR" sz="11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6D84D11-1F52-EFDE-1357-DD939A6B464C}"/>
              </a:ext>
            </a:extLst>
          </p:cNvPr>
          <p:cNvSpPr/>
          <p:nvPr/>
        </p:nvSpPr>
        <p:spPr>
          <a:xfrm>
            <a:off x="571500" y="1860318"/>
            <a:ext cx="367903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상권 안정성 진단 지표</a:t>
            </a:r>
            <a:endParaRPr lang="en-US" sz="1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1EF2572-0ADB-7038-B3C0-BA65CA7C3AA7}"/>
              </a:ext>
            </a:extLst>
          </p:cNvPr>
          <p:cNvSpPr/>
          <p:nvPr/>
        </p:nvSpPr>
        <p:spPr>
          <a:xfrm>
            <a:off x="571500" y="2163137"/>
            <a:ext cx="4286250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자치구별 유동인구와 카드 소비 간의 상관관계(Correlation) </a:t>
            </a:r>
            <a:r>
              <a:rPr lang="en-US" sz="10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값을</a:t>
            </a:r>
            <a:r>
              <a:rPr lang="en-US" sz="10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이용</a:t>
            </a:r>
            <a:endParaRPr lang="en-US" sz="1000" dirty="0">
              <a:solidFill>
                <a:srgbClr val="6C757D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Open Sans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25개 구의 상관관계 값들의 중앙값(0.09)을 기준으로 상권의 </a:t>
            </a:r>
            <a:r>
              <a:rPr lang="en-US" sz="10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안정성을</a:t>
            </a:r>
            <a:r>
              <a:rPr lang="en-US" sz="10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ko-KR" altLang="en-US" sz="10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진단</a:t>
            </a:r>
            <a:endParaRPr lang="en-US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28CB453-70F2-8FE7-5F2F-43F8B28E5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422" y="1860318"/>
            <a:ext cx="3738078" cy="3029460"/>
          </a:xfrm>
          <a:prstGeom prst="rect">
            <a:avLst/>
          </a:prstGeom>
          <a:ln>
            <a:solidFill>
              <a:srgbClr val="3399FF"/>
            </a:solidFill>
          </a:ln>
        </p:spPr>
      </p:pic>
      <p:sp>
        <p:nvSpPr>
          <p:cNvPr id="17" name="Shape 7">
            <a:extLst>
              <a:ext uri="{FF2B5EF4-FFF2-40B4-BE49-F238E27FC236}">
                <a16:creationId xmlns:a16="http://schemas.microsoft.com/office/drawing/2014/main" id="{9AFEE741-F63C-3FED-F15A-920C8CBFB12F}"/>
              </a:ext>
            </a:extLst>
          </p:cNvPr>
          <p:cNvSpPr/>
          <p:nvPr/>
        </p:nvSpPr>
        <p:spPr>
          <a:xfrm>
            <a:off x="571500" y="2745491"/>
            <a:ext cx="3821906" cy="938094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B5B00B43-9D80-B95D-B8DE-12749EE35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75395"/>
            <a:ext cx="187524" cy="187524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5B806811-6B17-DFF2-01D7-27F8B227CD77}"/>
              </a:ext>
            </a:extLst>
          </p:cNvPr>
          <p:cNvSpPr/>
          <p:nvPr/>
        </p:nvSpPr>
        <p:spPr>
          <a:xfrm>
            <a:off x="946547" y="2888366"/>
            <a:ext cx="1749266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A7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Correlation &gt; 중앙값 (0.09)</a:t>
            </a:r>
            <a:endParaRPr lang="en-US" sz="105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55062D70-D628-9B4B-01D2-699BA0F92C6C}"/>
              </a:ext>
            </a:extLst>
          </p:cNvPr>
          <p:cNvSpPr/>
          <p:nvPr/>
        </p:nvSpPr>
        <p:spPr>
          <a:xfrm>
            <a:off x="714374" y="3131254"/>
            <a:ext cx="3595211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 변화와 소비 변화가 같은 방향으로 움직일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가능성이</a:t>
            </a: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ko-KR" alt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큼</a:t>
            </a:r>
            <a:endParaRPr lang="en-US" altLang="ko-KR" sz="1000" dirty="0">
              <a:solidFill>
                <a:srgbClr val="495057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Open Sans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유동인구가</a:t>
            </a: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소비로 연결되는 흐름이 비교적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안정적임을</a:t>
            </a: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의미</a:t>
            </a:r>
            <a:endParaRPr lang="en-US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3868A4A-BBD0-23EF-7701-BB1FC3014461}"/>
              </a:ext>
            </a:extLst>
          </p:cNvPr>
          <p:cNvSpPr/>
          <p:nvPr/>
        </p:nvSpPr>
        <p:spPr>
          <a:xfrm>
            <a:off x="571500" y="3885308"/>
            <a:ext cx="3821906" cy="100447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7F211F1-20B7-EC6E-7649-E6EAB5867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028183"/>
            <a:ext cx="187524" cy="150020"/>
          </a:xfrm>
          <a:prstGeom prst="rect">
            <a:avLst/>
          </a:prstGeom>
        </p:spPr>
      </p:pic>
      <p:sp>
        <p:nvSpPr>
          <p:cNvPr id="23" name="Text 11">
            <a:extLst>
              <a:ext uri="{FF2B5EF4-FFF2-40B4-BE49-F238E27FC236}">
                <a16:creationId xmlns:a16="http://schemas.microsoft.com/office/drawing/2014/main" id="{3D3E92FC-6C3F-17AE-346E-2857D55803F7}"/>
              </a:ext>
            </a:extLst>
          </p:cNvPr>
          <p:cNvSpPr/>
          <p:nvPr/>
        </p:nvSpPr>
        <p:spPr>
          <a:xfrm>
            <a:off x="946547" y="4028183"/>
            <a:ext cx="19990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Correlation &lt; 중앙값 (0.09)</a:t>
            </a:r>
            <a:endParaRPr lang="en-US" sz="11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2E746D1A-A720-D37B-0AF5-9BCADD70463E}"/>
              </a:ext>
            </a:extLst>
          </p:cNvPr>
          <p:cNvSpPr/>
          <p:nvPr/>
        </p:nvSpPr>
        <p:spPr>
          <a:xfrm>
            <a:off x="714375" y="4271071"/>
            <a:ext cx="3643312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 변화와 소비 변화가 같은 방향으로 움직일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가능성이</a:t>
            </a: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ko-KR" alt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적음</a:t>
            </a:r>
            <a:endParaRPr lang="en-US" altLang="ko-KR" sz="1000" dirty="0">
              <a:solidFill>
                <a:srgbClr val="495057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Open Sans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유동인구가 소비로 연결되는 흐름이 안정적이지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않음을</a:t>
            </a:r>
            <a:r>
              <a:rPr lang="en-US" sz="10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의미</a:t>
            </a:r>
            <a:endParaRPr lang="en-US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74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1DC1-2DF8-5FCB-A976-FDA50826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C74CD95-ED96-D8C2-8B64-346EE0E28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CADD965-F919-E74F-3A1C-44A61FA0F239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6E06D54-9F13-F6DD-5E87-DE68F08E67F5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residual </a:t>
            </a:r>
            <a:r>
              <a:rPr lang="en-US" altLang="ko-KR" sz="2400" b="1" dirty="0">
                <a:solidFill>
                  <a:srgbClr val="1A3A5A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Noto Sans KR Black" pitchFamily="34" charset="-120"/>
              </a:rPr>
              <a:t>×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 correlation 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기반 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4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가지 상권 유형 분류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  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A120AA4-4378-7F08-69AB-BFEA1EAC3049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C292CD-B61E-4703-CC78-BE2ADA36D5CF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8FD212-522C-4A96-3004-03937DEFDF80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58E364-4095-33CC-A8B9-E4ED426EE08B}"/>
              </a:ext>
            </a:extLst>
          </p:cNvPr>
          <p:cNvSpPr/>
          <p:nvPr/>
        </p:nvSpPr>
        <p:spPr>
          <a:xfrm>
            <a:off x="571500" y="1322011"/>
            <a:ext cx="8017200" cy="360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BA5583-D641-CF81-D99E-2032B005EE47}"/>
              </a:ext>
            </a:extLst>
          </p:cNvPr>
          <p:cNvSpPr/>
          <p:nvPr/>
        </p:nvSpPr>
        <p:spPr>
          <a:xfrm>
            <a:off x="571500" y="1322011"/>
            <a:ext cx="54000" cy="36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56FFB23-5AE0-3E06-51FF-85C6500C9B94}"/>
              </a:ext>
            </a:extLst>
          </p:cNvPr>
          <p:cNvSpPr/>
          <p:nvPr/>
        </p:nvSpPr>
        <p:spPr>
          <a:xfrm>
            <a:off x="625499" y="1288619"/>
            <a:ext cx="6181337" cy="426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연구질문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3 :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소비전환</a:t>
            </a:r>
            <a:r>
              <a:rPr lang="ko-KR" altLang="en-US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수준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과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유동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-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동조성을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결합하면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서울</a:t>
            </a:r>
            <a:r>
              <a:rPr lang="ko-KR" altLang="en-US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시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상권은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어떤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유형으로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100" dirty="0" err="1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구분되는가</a:t>
            </a:r>
            <a:r>
              <a:rPr lang="en-US" altLang="ko-KR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?</a:t>
            </a:r>
            <a:endParaRPr lang="en-US" altLang="ko-KR" sz="11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BA72259-E4B4-0495-1A4C-D300FC137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1" y="1842466"/>
            <a:ext cx="3647382" cy="2955957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2261D192-86B9-730B-BC56-089458C96F9F}"/>
              </a:ext>
            </a:extLst>
          </p:cNvPr>
          <p:cNvGrpSpPr/>
          <p:nvPr/>
        </p:nvGrpSpPr>
        <p:grpSpPr>
          <a:xfrm>
            <a:off x="4476892" y="2244521"/>
            <a:ext cx="4095608" cy="2151845"/>
            <a:chOff x="4476891" y="1836811"/>
            <a:chExt cx="4095608" cy="2151845"/>
          </a:xfrm>
        </p:grpSpPr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DD5FD29B-3627-048F-4D5B-45B6E9C7BB3B}"/>
                </a:ext>
              </a:extLst>
            </p:cNvPr>
            <p:cNvSpPr/>
            <p:nvPr/>
          </p:nvSpPr>
          <p:spPr>
            <a:xfrm>
              <a:off x="4476891" y="1836811"/>
              <a:ext cx="1918800" cy="987211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007B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22075D14-DB2D-421D-0950-D425F6B9806E}"/>
                </a:ext>
              </a:extLst>
            </p:cNvPr>
            <p:cNvSpPr/>
            <p:nvPr/>
          </p:nvSpPr>
          <p:spPr>
            <a:xfrm>
              <a:off x="4580100" y="1941777"/>
              <a:ext cx="1748433" cy="258404"/>
            </a:xfrm>
            <a:prstGeom prst="rect">
              <a:avLst/>
            </a:prstGeom>
            <a:noFill/>
            <a:ln/>
          </p:spPr>
          <p:txBody>
            <a:bodyPr wrap="square" lIns="0" tIns="0" rIns="0" bIns="42545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007B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안정상권</a:t>
              </a:r>
              <a:endParaRPr lang="en-US" sz="1400" dirty="0">
                <a:solidFill>
                  <a:srgbClr val="007B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76147FE8-419A-9EE3-4A48-5A7D2D7CB548}"/>
                </a:ext>
              </a:extLst>
            </p:cNvPr>
            <p:cNvSpPr/>
            <p:nvPr/>
          </p:nvSpPr>
          <p:spPr>
            <a:xfrm>
              <a:off x="4572001" y="2200181"/>
              <a:ext cx="1748434" cy="534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소비전환 수준과 동조성이 모두 양호한 지역으로, 유동인구가 안정적으로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소비로</a:t>
              </a: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연결됨</a:t>
              </a:r>
              <a:endParaRPr lang="en-US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C36E8AF6-0AB4-B846-FC9B-DBF2D3A1777D}"/>
                </a:ext>
              </a:extLst>
            </p:cNvPr>
            <p:cNvSpPr/>
            <p:nvPr/>
          </p:nvSpPr>
          <p:spPr>
            <a:xfrm>
              <a:off x="6653699" y="1843321"/>
              <a:ext cx="1918800" cy="986400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0195F424-901B-AD8F-A703-93207E9D13D9}"/>
                </a:ext>
              </a:extLst>
            </p:cNvPr>
            <p:cNvSpPr/>
            <p:nvPr/>
          </p:nvSpPr>
          <p:spPr>
            <a:xfrm>
              <a:off x="6738882" y="1941777"/>
              <a:ext cx="1748433" cy="258404"/>
            </a:xfrm>
            <a:prstGeom prst="rect">
              <a:avLst/>
            </a:prstGeom>
            <a:noFill/>
            <a:ln/>
          </p:spPr>
          <p:txBody>
            <a:bodyPr wrap="square" lIns="0" tIns="0" rIns="0" bIns="42545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6C757D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흐름불안정상권</a:t>
              </a:r>
              <a:endParaRPr lang="en-US" sz="1400" dirty="0">
                <a:solidFill>
                  <a:srgbClr val="6C757D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6357821A-569E-07C8-F356-B181B04781B9}"/>
                </a:ext>
              </a:extLst>
            </p:cNvPr>
            <p:cNvSpPr/>
            <p:nvPr/>
          </p:nvSpPr>
          <p:spPr>
            <a:xfrm>
              <a:off x="6738882" y="2205441"/>
              <a:ext cx="1748433" cy="534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평균 소비는 낮지 않으나, 유동인구 변화와 안정적으로 연결되지 않아 외부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충격에</a:t>
              </a: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취약함</a:t>
              </a:r>
              <a:endParaRPr lang="en-US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8395FD09-1D2C-0423-F92E-B0FA362611A2}"/>
                </a:ext>
              </a:extLst>
            </p:cNvPr>
            <p:cNvSpPr/>
            <p:nvPr/>
          </p:nvSpPr>
          <p:spPr>
            <a:xfrm>
              <a:off x="4476891" y="2999295"/>
              <a:ext cx="1919883" cy="986400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17A2B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2FC817C8-A751-ABDE-E81B-D26868D3AF0D}"/>
                </a:ext>
              </a:extLst>
            </p:cNvPr>
            <p:cNvSpPr/>
            <p:nvPr/>
          </p:nvSpPr>
          <p:spPr>
            <a:xfrm>
              <a:off x="4580100" y="3109783"/>
              <a:ext cx="1748433" cy="258404"/>
            </a:xfrm>
            <a:prstGeom prst="rect">
              <a:avLst/>
            </a:prstGeom>
            <a:noFill/>
            <a:ln/>
          </p:spPr>
          <p:txBody>
            <a:bodyPr wrap="square" lIns="0" tIns="0" rIns="0" bIns="42545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7A2B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잠재성장상권</a:t>
              </a:r>
              <a:endParaRPr lang="en-US" sz="1050" dirty="0">
                <a:solidFill>
                  <a:srgbClr val="17A2B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ADA4F32A-139B-85CC-1860-B9BD4C70F2F7}"/>
                </a:ext>
              </a:extLst>
            </p:cNvPr>
            <p:cNvSpPr/>
            <p:nvPr/>
          </p:nvSpPr>
          <p:spPr>
            <a:xfrm>
              <a:off x="4572001" y="3368187"/>
              <a:ext cx="1748433" cy="534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유동-소비 흐름은 안정적이지만 기대 대비 실제 소비가 낮아 전환 촉진 시 개선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가능성</a:t>
              </a: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 큼</a:t>
              </a:r>
              <a:endParaRPr lang="en-US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22" name="Shape 14">
              <a:extLst>
                <a:ext uri="{FF2B5EF4-FFF2-40B4-BE49-F238E27FC236}">
                  <a16:creationId xmlns:a16="http://schemas.microsoft.com/office/drawing/2014/main" id="{C288EC96-AEC4-A065-052A-1C32A95D1E9C}"/>
                </a:ext>
              </a:extLst>
            </p:cNvPr>
            <p:cNvSpPr/>
            <p:nvPr/>
          </p:nvSpPr>
          <p:spPr>
            <a:xfrm>
              <a:off x="6652616" y="3002256"/>
              <a:ext cx="1919883" cy="986400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DC354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565F34BB-D2A1-C10B-2EA5-851AEE5CF334}"/>
                </a:ext>
              </a:extLst>
            </p:cNvPr>
            <p:cNvSpPr/>
            <p:nvPr/>
          </p:nvSpPr>
          <p:spPr>
            <a:xfrm>
              <a:off x="6738882" y="3109783"/>
              <a:ext cx="1748433" cy="258404"/>
            </a:xfrm>
            <a:prstGeom prst="rect">
              <a:avLst/>
            </a:prstGeom>
            <a:noFill/>
            <a:ln/>
          </p:spPr>
          <p:txBody>
            <a:bodyPr wrap="square" lIns="0" tIns="0" rIns="0" bIns="42545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DC354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복합취약상권</a:t>
              </a:r>
              <a:endParaRPr lang="en-US" sz="14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A25ED21C-DF35-D63E-3626-63CDF8C96344}"/>
                </a:ext>
              </a:extLst>
            </p:cNvPr>
            <p:cNvSpPr/>
            <p:nvPr/>
          </p:nvSpPr>
          <p:spPr>
            <a:xfrm>
              <a:off x="6738882" y="3368186"/>
              <a:ext cx="1748433" cy="534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소비전환 수준과 동조성이 모두 낮은 지역으로, 정책적 집중 관리가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필요한</a:t>
              </a:r>
              <a:r>
                <a:rPr lang="en-US" sz="105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 </a:t>
              </a:r>
              <a:r>
                <a:rPr lang="en-US" sz="1050" dirty="0" err="1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지역</a:t>
              </a:r>
              <a:endParaRPr lang="en-US" sz="105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996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055FAB9-C91C-5597-5CE9-C46A49BA49C2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134A6C-981A-7E14-0BA7-7B348C69451D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서울시 상권의 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4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가지 소비구조 유형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550C73-5CB1-99CB-5637-7F084EE0DF92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DB86DFD-2239-67B0-431B-C4063EABF43E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0AB02B-7A46-3453-E844-CDD1A9EBA4E0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62FA07B-8B82-92EE-28A1-B9DAA7111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82668"/>
            <a:ext cx="215444" cy="215444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040BFA67-9C04-34E5-FB26-E3FB8EFC1546}"/>
              </a:ext>
            </a:extLst>
          </p:cNvPr>
          <p:cNvSpPr/>
          <p:nvPr/>
        </p:nvSpPr>
        <p:spPr>
          <a:xfrm>
            <a:off x="854388" y="1492565"/>
            <a:ext cx="203311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유형별 주요 지표 평균값</a:t>
            </a:r>
            <a:endParaRPr lang="en-US" sz="1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870AA02-6B91-49FE-EC52-CE02F8060ADF}"/>
              </a:ext>
            </a:extLst>
          </p:cNvPr>
          <p:cNvSpPr/>
          <p:nvPr/>
        </p:nvSpPr>
        <p:spPr>
          <a:xfrm>
            <a:off x="564356" y="3435490"/>
            <a:ext cx="3857625" cy="757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BFABA17-4E1A-543E-61D8-0625AC6B5130}"/>
              </a:ext>
            </a:extLst>
          </p:cNvPr>
          <p:cNvSpPr/>
          <p:nvPr/>
        </p:nvSpPr>
        <p:spPr>
          <a:xfrm>
            <a:off x="564356" y="3435490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17C07AC-56F0-EE2F-D223-6D2A6354FF77}"/>
              </a:ext>
            </a:extLst>
          </p:cNvPr>
          <p:cNvSpPr/>
          <p:nvPr/>
        </p:nvSpPr>
        <p:spPr>
          <a:xfrm>
            <a:off x="4414837" y="3435490"/>
            <a:ext cx="7144" cy="75723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1982B823-84E3-1E33-AC86-A6A3C7A2D02F}"/>
              </a:ext>
            </a:extLst>
          </p:cNvPr>
          <p:cNvSpPr/>
          <p:nvPr/>
        </p:nvSpPr>
        <p:spPr>
          <a:xfrm>
            <a:off x="564356" y="4185583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1437FD5-14C4-9223-B857-337DB40DD191}"/>
              </a:ext>
            </a:extLst>
          </p:cNvPr>
          <p:cNvSpPr/>
          <p:nvPr/>
        </p:nvSpPr>
        <p:spPr>
          <a:xfrm>
            <a:off x="564356" y="3435490"/>
            <a:ext cx="35719" cy="757238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08CB295-81A4-6410-3B11-CFEB9E71C480}"/>
              </a:ext>
            </a:extLst>
          </p:cNvPr>
          <p:cNvSpPr/>
          <p:nvPr/>
        </p:nvSpPr>
        <p:spPr>
          <a:xfrm>
            <a:off x="671512" y="3542646"/>
            <a:ext cx="364331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7B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① 안정상권 (6개 구)</a:t>
            </a:r>
            <a:endParaRPr lang="en-US" sz="105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8197B8-2A44-A8D5-E73C-543065ED3C1E}"/>
              </a:ext>
            </a:extLst>
          </p:cNvPr>
          <p:cNvSpPr/>
          <p:nvPr/>
        </p:nvSpPr>
        <p:spPr>
          <a:xfrm>
            <a:off x="671512" y="3771246"/>
            <a:ext cx="3643313" cy="32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소비전환 수준과 동조성이 모두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양호한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 </a:t>
            </a: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 SemiBold" pitchFamily="34" charset="-120"/>
              </a:rPr>
              <a:t>평균 Priority </a:t>
            </a:r>
            <a:r>
              <a:rPr lang="en-US" sz="900" dirty="0" err="1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 SemiBold" pitchFamily="34" charset="-120"/>
              </a:rPr>
              <a:t>점수가</a:t>
            </a: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 SemiBold" pitchFamily="34" charset="-120"/>
              </a:rPr>
              <a:t> -1.36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으로 가장 낮아 상권의 기초 체력이 가장 튼튼한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것으로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분석</a:t>
            </a:r>
            <a:r>
              <a:rPr lang="ko-KR" alt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됨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7F0B35A-8EC5-2297-916E-FF811F83AE66}"/>
              </a:ext>
            </a:extLst>
          </p:cNvPr>
          <p:cNvSpPr/>
          <p:nvPr/>
        </p:nvSpPr>
        <p:spPr>
          <a:xfrm>
            <a:off x="4707733" y="3442634"/>
            <a:ext cx="3857625" cy="757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EE889921-9D73-DD9F-022E-40D56F71A3D0}"/>
              </a:ext>
            </a:extLst>
          </p:cNvPr>
          <p:cNvSpPr/>
          <p:nvPr/>
        </p:nvSpPr>
        <p:spPr>
          <a:xfrm>
            <a:off x="4707733" y="3442634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06A2E3E4-EC59-1D28-218D-99D022116048}"/>
              </a:ext>
            </a:extLst>
          </p:cNvPr>
          <p:cNvSpPr/>
          <p:nvPr/>
        </p:nvSpPr>
        <p:spPr>
          <a:xfrm>
            <a:off x="8558214" y="3442634"/>
            <a:ext cx="7144" cy="75723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01E1D33E-235A-30DB-8297-2C5A172CF15C}"/>
              </a:ext>
            </a:extLst>
          </p:cNvPr>
          <p:cNvSpPr/>
          <p:nvPr/>
        </p:nvSpPr>
        <p:spPr>
          <a:xfrm>
            <a:off x="4707733" y="4192728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F1E759E5-FC2E-A894-0D96-3608C5397A28}"/>
              </a:ext>
            </a:extLst>
          </p:cNvPr>
          <p:cNvSpPr/>
          <p:nvPr/>
        </p:nvSpPr>
        <p:spPr>
          <a:xfrm>
            <a:off x="4707733" y="3442634"/>
            <a:ext cx="35719" cy="757238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4BC13E02-0054-150F-83CB-C2EAFA526674}"/>
              </a:ext>
            </a:extLst>
          </p:cNvPr>
          <p:cNvSpPr/>
          <p:nvPr/>
        </p:nvSpPr>
        <p:spPr>
          <a:xfrm>
            <a:off x="4814889" y="3549790"/>
            <a:ext cx="364331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② 흐름불안정상권 (7개 구)</a:t>
            </a:r>
            <a:endParaRPr lang="en-US" sz="105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F78B2CBC-912D-2425-525B-A145C1718D86}"/>
              </a:ext>
            </a:extLst>
          </p:cNvPr>
          <p:cNvSpPr/>
          <p:nvPr/>
        </p:nvSpPr>
        <p:spPr>
          <a:xfrm>
            <a:off x="4814889" y="3778390"/>
            <a:ext cx="3643313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평균적으로 소비가 낮지 않으나, 유동인구 변화와 소비가 안정적으로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연결되지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않</a:t>
            </a:r>
            <a:r>
              <a:rPr lang="ko-KR" alt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음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 외부 충격에 따른 소비 변동성이 큰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68A8BF15-AEF1-BE8B-CB30-C9B3EE964F72}"/>
              </a:ext>
            </a:extLst>
          </p:cNvPr>
          <p:cNvSpPr/>
          <p:nvPr/>
        </p:nvSpPr>
        <p:spPr>
          <a:xfrm>
            <a:off x="564356" y="4256173"/>
            <a:ext cx="3857625" cy="757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CD9F7AD-7C4D-8CE9-DCFA-416906650857}"/>
              </a:ext>
            </a:extLst>
          </p:cNvPr>
          <p:cNvSpPr/>
          <p:nvPr/>
        </p:nvSpPr>
        <p:spPr>
          <a:xfrm>
            <a:off x="564356" y="4256173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73FAED9F-79A3-C595-BC28-B28AEAB90DBD}"/>
              </a:ext>
            </a:extLst>
          </p:cNvPr>
          <p:cNvSpPr/>
          <p:nvPr/>
        </p:nvSpPr>
        <p:spPr>
          <a:xfrm>
            <a:off x="4414837" y="4256173"/>
            <a:ext cx="7144" cy="75723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0CDCA405-9030-C000-4FB7-BCFD1ABC0C85}"/>
              </a:ext>
            </a:extLst>
          </p:cNvPr>
          <p:cNvSpPr/>
          <p:nvPr/>
        </p:nvSpPr>
        <p:spPr>
          <a:xfrm>
            <a:off x="3342919" y="243445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24D206EB-B7EC-AB71-4D39-E0B790C09F56}"/>
              </a:ext>
            </a:extLst>
          </p:cNvPr>
          <p:cNvSpPr/>
          <p:nvPr/>
        </p:nvSpPr>
        <p:spPr>
          <a:xfrm>
            <a:off x="564356" y="4256173"/>
            <a:ext cx="35719" cy="75723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BBEEBCBC-71AD-58B2-7C4A-D99CA0D3BFFF}"/>
              </a:ext>
            </a:extLst>
          </p:cNvPr>
          <p:cNvSpPr/>
          <p:nvPr/>
        </p:nvSpPr>
        <p:spPr>
          <a:xfrm>
            <a:off x="671512" y="4363329"/>
            <a:ext cx="364331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A2B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③ 잠재성장상권 (7개 구)</a:t>
            </a:r>
            <a:endParaRPr lang="en-US" sz="105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487DF1D0-FD7C-05DD-5CCA-30FBCE0282F8}"/>
              </a:ext>
            </a:extLst>
          </p:cNvPr>
          <p:cNvSpPr/>
          <p:nvPr/>
        </p:nvSpPr>
        <p:spPr>
          <a:xfrm>
            <a:off x="671512" y="4591929"/>
            <a:ext cx="3643313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유동-소비 흐름은 안정적이지만 기대 대비 실제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소비가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낮</a:t>
            </a:r>
            <a:r>
              <a:rPr lang="ko-KR" alt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음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 </a:t>
            </a: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 SemiBold" pitchFamily="34" charset="-120"/>
              </a:rPr>
              <a:t>소비전환 촉진 정책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을 통해 상권 개선 가능성이 매우 큰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DF8D0362-9C0C-4121-D1AF-959C7B7BCF72}"/>
              </a:ext>
            </a:extLst>
          </p:cNvPr>
          <p:cNvSpPr/>
          <p:nvPr/>
        </p:nvSpPr>
        <p:spPr>
          <a:xfrm>
            <a:off x="4707733" y="4263317"/>
            <a:ext cx="3857625" cy="757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848D0F6-C924-68D9-1946-B6747403120A}"/>
              </a:ext>
            </a:extLst>
          </p:cNvPr>
          <p:cNvSpPr/>
          <p:nvPr/>
        </p:nvSpPr>
        <p:spPr>
          <a:xfrm>
            <a:off x="4707733" y="4263317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8615BF60-CCE5-2599-8098-9A5B4C04519E}"/>
              </a:ext>
            </a:extLst>
          </p:cNvPr>
          <p:cNvSpPr/>
          <p:nvPr/>
        </p:nvSpPr>
        <p:spPr>
          <a:xfrm>
            <a:off x="8558214" y="4263317"/>
            <a:ext cx="7144" cy="75723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2AADBEA4-121D-E1EC-3F2E-2E9AFF7620D6}"/>
              </a:ext>
            </a:extLst>
          </p:cNvPr>
          <p:cNvSpPr/>
          <p:nvPr/>
        </p:nvSpPr>
        <p:spPr>
          <a:xfrm>
            <a:off x="7486296" y="250589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8912C112-CADA-82BE-73B6-5326648D83A6}"/>
              </a:ext>
            </a:extLst>
          </p:cNvPr>
          <p:cNvSpPr/>
          <p:nvPr/>
        </p:nvSpPr>
        <p:spPr>
          <a:xfrm>
            <a:off x="4707733" y="4263317"/>
            <a:ext cx="35719" cy="75723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153B8EC3-D861-68C6-BA79-A29F531C485F}"/>
              </a:ext>
            </a:extLst>
          </p:cNvPr>
          <p:cNvSpPr/>
          <p:nvPr/>
        </p:nvSpPr>
        <p:spPr>
          <a:xfrm>
            <a:off x="4814889" y="4370474"/>
            <a:ext cx="364331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④ 복합취약상권 (5개 구)</a:t>
            </a:r>
            <a:endParaRPr lang="en-US" sz="105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376D5145-384E-FCA5-69B1-785F4F3DE89B}"/>
              </a:ext>
            </a:extLst>
          </p:cNvPr>
          <p:cNvSpPr/>
          <p:nvPr/>
        </p:nvSpPr>
        <p:spPr>
          <a:xfrm>
            <a:off x="4814889" y="4599074"/>
            <a:ext cx="3643313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소비전환 수준과 동조성이 모두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낮은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 </a:t>
            </a:r>
            <a:r>
              <a:rPr lang="en-US" sz="900" dirty="0">
                <a:solidFill>
                  <a:srgbClr val="21252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 SemiBold" pitchFamily="34" charset="-120"/>
              </a:rPr>
              <a:t>평균 Priority 점수가 1.41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로 가장 높아 정책적 집중 관리가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시급한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</a:t>
            </a: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2472D6C2-1056-6BE9-87D2-A9E20838B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721239"/>
              </p:ext>
            </p:extLst>
          </p:nvPr>
        </p:nvGraphicFramePr>
        <p:xfrm>
          <a:off x="2226210" y="1829317"/>
          <a:ext cx="4691579" cy="1519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434">
                  <a:extLst>
                    <a:ext uri="{9D8B030D-6E8A-4147-A177-3AD203B41FA5}">
                      <a16:colId xmlns:a16="http://schemas.microsoft.com/office/drawing/2014/main" val="654084165"/>
                    </a:ext>
                  </a:extLst>
                </a:gridCol>
                <a:gridCol w="916434">
                  <a:extLst>
                    <a:ext uri="{9D8B030D-6E8A-4147-A177-3AD203B41FA5}">
                      <a16:colId xmlns:a16="http://schemas.microsoft.com/office/drawing/2014/main" val="2115855036"/>
                    </a:ext>
                  </a:extLst>
                </a:gridCol>
                <a:gridCol w="916434">
                  <a:extLst>
                    <a:ext uri="{9D8B030D-6E8A-4147-A177-3AD203B41FA5}">
                      <a16:colId xmlns:a16="http://schemas.microsoft.com/office/drawing/2014/main" val="2825104637"/>
                    </a:ext>
                  </a:extLst>
                </a:gridCol>
              </a:tblGrid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상권 유형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구 개수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잔차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 평균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상관관계 평균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Priority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복합취약상권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5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-0.18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-0.01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1.41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잠재성장상권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흐름불안정상권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-0.02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안정상권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6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0.12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0.31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-1.36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697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F2DB4-7FC2-5799-9DBC-C7FC6513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0EC160A6-595A-D832-05A9-A445B66A7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4437E2E-EC14-D0DE-2DF9-01B3CE90D9E0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3EBABE-ABB1-90BD-C2BB-0B3DA18F5852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서울시 상권의 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4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가지 소비구조 유형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D5ACC9-C375-03C7-CE76-094F2A450D97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7A41B80-A607-3BF2-2A2B-2D1E46758CA9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9DE821-93D8-4FFD-61F4-1788B5AE14A0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9E0BA365-A5A7-3C14-B42F-A58DB780A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82668"/>
            <a:ext cx="215444" cy="215444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F737DA7C-1286-1F31-DF57-B3BB692419B5}"/>
              </a:ext>
            </a:extLst>
          </p:cNvPr>
          <p:cNvSpPr/>
          <p:nvPr/>
        </p:nvSpPr>
        <p:spPr>
          <a:xfrm>
            <a:off x="854388" y="1492565"/>
            <a:ext cx="236490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altLang="en-US" sz="140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서울시 자치구별 상권 유형 분포</a:t>
            </a:r>
            <a:endParaRPr lang="en-US" sz="1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F2971E2-057C-6A1A-A038-43E8BC3BBE07}"/>
              </a:ext>
            </a:extLst>
          </p:cNvPr>
          <p:cNvSpPr/>
          <p:nvPr/>
        </p:nvSpPr>
        <p:spPr>
          <a:xfrm>
            <a:off x="578642" y="1933028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F2D9E81-02FE-D87B-6D29-01D281238AB8}"/>
              </a:ext>
            </a:extLst>
          </p:cNvPr>
          <p:cNvSpPr/>
          <p:nvPr/>
        </p:nvSpPr>
        <p:spPr>
          <a:xfrm>
            <a:off x="578642" y="2683121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79A8943-CD50-9AF4-FA26-91404F2226BE}"/>
              </a:ext>
            </a:extLst>
          </p:cNvPr>
          <p:cNvGrpSpPr/>
          <p:nvPr/>
        </p:nvGrpSpPr>
        <p:grpSpPr>
          <a:xfrm>
            <a:off x="578641" y="1933028"/>
            <a:ext cx="1728001" cy="414000"/>
            <a:chOff x="578641" y="1933028"/>
            <a:chExt cx="1728001" cy="414000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582A6EF3-BE6D-4469-CE8D-3C9CCBC4ADF2}"/>
                </a:ext>
              </a:extLst>
            </p:cNvPr>
            <p:cNvSpPr/>
            <p:nvPr/>
          </p:nvSpPr>
          <p:spPr>
            <a:xfrm>
              <a:off x="578642" y="1933028"/>
              <a:ext cx="1728000" cy="4122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CD0487BE-4E82-FA0B-180F-2D5A2BEE46AB}"/>
                </a:ext>
              </a:extLst>
            </p:cNvPr>
            <p:cNvSpPr/>
            <p:nvPr/>
          </p:nvSpPr>
          <p:spPr>
            <a:xfrm>
              <a:off x="578641" y="1933028"/>
              <a:ext cx="54000" cy="414000"/>
            </a:xfrm>
            <a:prstGeom prst="rect">
              <a:avLst/>
            </a:prstGeom>
            <a:solidFill>
              <a:srgbClr val="007B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3216E6EE-FCB0-B3DC-51D4-66688B952B72}"/>
                </a:ext>
              </a:extLst>
            </p:cNvPr>
            <p:cNvSpPr/>
            <p:nvPr/>
          </p:nvSpPr>
          <p:spPr>
            <a:xfrm>
              <a:off x="667745" y="2050912"/>
              <a:ext cx="1309417" cy="169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7B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① 안정상권 (6개 구)</a:t>
              </a:r>
              <a:endParaRPr lang="en-US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sp>
        <p:nvSpPr>
          <p:cNvPr id="19" name="Shape 12">
            <a:extLst>
              <a:ext uri="{FF2B5EF4-FFF2-40B4-BE49-F238E27FC236}">
                <a16:creationId xmlns:a16="http://schemas.microsoft.com/office/drawing/2014/main" id="{9C5F25CB-4FB7-30D7-464E-2A23CFC53D33}"/>
              </a:ext>
            </a:extLst>
          </p:cNvPr>
          <p:cNvSpPr/>
          <p:nvPr/>
        </p:nvSpPr>
        <p:spPr>
          <a:xfrm>
            <a:off x="578642" y="3503805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F6552EB-12DF-EAFE-68F4-F78372CECD75}"/>
              </a:ext>
            </a:extLst>
          </p:cNvPr>
          <p:cNvSpPr/>
          <p:nvPr/>
        </p:nvSpPr>
        <p:spPr>
          <a:xfrm>
            <a:off x="578642" y="4253899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179E6014-315F-3579-3689-D7B4B9C95ECB}"/>
              </a:ext>
            </a:extLst>
          </p:cNvPr>
          <p:cNvSpPr/>
          <p:nvPr/>
        </p:nvSpPr>
        <p:spPr>
          <a:xfrm>
            <a:off x="578642" y="2753711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E9E9FBB-ED35-7124-05C7-822DA4822A08}"/>
              </a:ext>
            </a:extLst>
          </p:cNvPr>
          <p:cNvSpPr/>
          <p:nvPr/>
        </p:nvSpPr>
        <p:spPr>
          <a:xfrm>
            <a:off x="3342919" y="243445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992E07E6-E2CE-FA8D-E91C-608BB4253009}"/>
              </a:ext>
            </a:extLst>
          </p:cNvPr>
          <p:cNvSpPr/>
          <p:nvPr/>
        </p:nvSpPr>
        <p:spPr>
          <a:xfrm>
            <a:off x="7486296" y="250589"/>
            <a:ext cx="3857625" cy="7144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EC5CD83-2E9B-C42F-074D-6A91E2E69F92}"/>
              </a:ext>
            </a:extLst>
          </p:cNvPr>
          <p:cNvGrpSpPr/>
          <p:nvPr/>
        </p:nvGrpSpPr>
        <p:grpSpPr>
          <a:xfrm>
            <a:off x="578642" y="3526016"/>
            <a:ext cx="1728001" cy="414000"/>
            <a:chOff x="578642" y="3526016"/>
            <a:chExt cx="1728001" cy="414000"/>
          </a:xfrm>
        </p:grpSpPr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F96D9706-FC9F-2460-863C-32B66C8BAE05}"/>
                </a:ext>
              </a:extLst>
            </p:cNvPr>
            <p:cNvSpPr/>
            <p:nvPr/>
          </p:nvSpPr>
          <p:spPr>
            <a:xfrm>
              <a:off x="578643" y="3527724"/>
              <a:ext cx="1728000" cy="4122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D2F0FB02-8890-6B0F-E5B0-967A94EE763F}"/>
                </a:ext>
              </a:extLst>
            </p:cNvPr>
            <p:cNvSpPr/>
            <p:nvPr/>
          </p:nvSpPr>
          <p:spPr>
            <a:xfrm>
              <a:off x="578642" y="3526016"/>
              <a:ext cx="54000" cy="414000"/>
            </a:xfrm>
            <a:prstGeom prst="rect">
              <a:avLst/>
            </a:prstGeom>
            <a:solidFill>
              <a:srgbClr val="17A2B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92094849-094A-1504-F7B6-141ADD4E5DEF}"/>
                </a:ext>
              </a:extLst>
            </p:cNvPr>
            <p:cNvSpPr/>
            <p:nvPr/>
          </p:nvSpPr>
          <p:spPr>
            <a:xfrm>
              <a:off x="667745" y="3651699"/>
              <a:ext cx="1467973" cy="169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A2B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③ 잠재성장상권 (7개 구)</a:t>
              </a:r>
              <a:endParaRPr lang="en-US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47676F3-856E-37B2-01B6-74FD1AFDB38E}"/>
              </a:ext>
            </a:extLst>
          </p:cNvPr>
          <p:cNvGrpSpPr/>
          <p:nvPr/>
        </p:nvGrpSpPr>
        <p:grpSpPr>
          <a:xfrm>
            <a:off x="578641" y="2728697"/>
            <a:ext cx="1728000" cy="415649"/>
            <a:chOff x="578641" y="3006806"/>
            <a:chExt cx="1728000" cy="415649"/>
          </a:xfrm>
        </p:grpSpPr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319C867A-B3C0-66BB-21C6-15B9E597D660}"/>
                </a:ext>
              </a:extLst>
            </p:cNvPr>
            <p:cNvSpPr/>
            <p:nvPr/>
          </p:nvSpPr>
          <p:spPr>
            <a:xfrm>
              <a:off x="578641" y="3010163"/>
              <a:ext cx="1728000" cy="4122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E98506F4-501E-20E9-DE8B-C371419D5C0C}"/>
                </a:ext>
              </a:extLst>
            </p:cNvPr>
            <p:cNvSpPr/>
            <p:nvPr/>
          </p:nvSpPr>
          <p:spPr>
            <a:xfrm>
              <a:off x="578642" y="3006806"/>
              <a:ext cx="54000" cy="414000"/>
            </a:xfrm>
            <a:prstGeom prst="rect">
              <a:avLst/>
            </a:prstGeom>
            <a:solidFill>
              <a:srgbClr val="6C757D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C11CAAD1-7DBD-7250-8708-FE62B25BAE44}"/>
                </a:ext>
              </a:extLst>
            </p:cNvPr>
            <p:cNvSpPr/>
            <p:nvPr/>
          </p:nvSpPr>
          <p:spPr>
            <a:xfrm>
              <a:off x="667745" y="3123944"/>
              <a:ext cx="1615329" cy="169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C757D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② 흐름불안정상권 (7개 구)</a:t>
              </a:r>
              <a:endParaRPr lang="en-US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0E628E8-EE25-EEBA-C647-A04547B44333}"/>
              </a:ext>
            </a:extLst>
          </p:cNvPr>
          <p:cNvGrpSpPr/>
          <p:nvPr/>
        </p:nvGrpSpPr>
        <p:grpSpPr>
          <a:xfrm>
            <a:off x="571500" y="4331632"/>
            <a:ext cx="1728000" cy="414000"/>
            <a:chOff x="578641" y="3985923"/>
            <a:chExt cx="1728000" cy="414000"/>
          </a:xfrm>
        </p:grpSpPr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84F5E06C-0783-593E-40F3-5BD0B8E9ECD2}"/>
                </a:ext>
              </a:extLst>
            </p:cNvPr>
            <p:cNvSpPr/>
            <p:nvPr/>
          </p:nvSpPr>
          <p:spPr>
            <a:xfrm>
              <a:off x="578641" y="3987631"/>
              <a:ext cx="1728000" cy="4122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390933E9-1412-66EB-6CBE-FDB8DAF7A01E}"/>
                </a:ext>
              </a:extLst>
            </p:cNvPr>
            <p:cNvSpPr/>
            <p:nvPr/>
          </p:nvSpPr>
          <p:spPr>
            <a:xfrm>
              <a:off x="578643" y="3985923"/>
              <a:ext cx="54000" cy="41400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DBDB38FC-4A19-9D61-A7B2-E55011A62AE4}"/>
                </a:ext>
              </a:extLst>
            </p:cNvPr>
            <p:cNvSpPr/>
            <p:nvPr/>
          </p:nvSpPr>
          <p:spPr>
            <a:xfrm>
              <a:off x="667745" y="4108284"/>
              <a:ext cx="1638281" cy="169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DC354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Montserrat Bold" pitchFamily="34" charset="-120"/>
                </a:rPr>
                <a:t>④ 복합취약상권 (5개 구)</a:t>
              </a:r>
              <a:endParaRPr lang="en-US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grpSp>
        <p:nvGrpSpPr>
          <p:cNvPr id="492" name="서울특별시 종로구">
            <a:extLst>
              <a:ext uri="{FF2B5EF4-FFF2-40B4-BE49-F238E27FC236}">
                <a16:creationId xmlns:a16="http://schemas.microsoft.com/office/drawing/2014/main" id="{78B97CA8-E5BA-DCF3-4835-BC59A07D156A}"/>
              </a:ext>
            </a:extLst>
          </p:cNvPr>
          <p:cNvGrpSpPr/>
          <p:nvPr/>
        </p:nvGrpSpPr>
        <p:grpSpPr>
          <a:xfrm>
            <a:off x="5160143" y="2130924"/>
            <a:ext cx="766949" cy="874342"/>
            <a:chOff x="5662136" y="2209228"/>
            <a:chExt cx="1330356" cy="1205389"/>
          </a:xfrm>
          <a:solidFill>
            <a:srgbClr val="17A2B8"/>
          </a:solidFill>
        </p:grpSpPr>
        <p:sp>
          <p:nvSpPr>
            <p:cNvPr id="926" name="서울특별시 종로구 사직동">
              <a:extLst>
                <a:ext uri="{FF2B5EF4-FFF2-40B4-BE49-F238E27FC236}">
                  <a16:creationId xmlns:a16="http://schemas.microsoft.com/office/drawing/2014/main" id="{A8981A26-D132-8940-E9E5-D66CC0EC22A9}"/>
                </a:ext>
              </a:extLst>
            </p:cNvPr>
            <p:cNvSpPr/>
            <p:nvPr/>
          </p:nvSpPr>
          <p:spPr>
            <a:xfrm>
              <a:off x="5894641" y="3164300"/>
              <a:ext cx="257937" cy="206787"/>
            </a:xfrm>
            <a:custGeom>
              <a:avLst/>
              <a:gdLst>
                <a:gd name="connsiteX0" fmla="*/ 255270 w 257937"/>
                <a:gd name="connsiteY0" fmla="*/ 71628 h 206787"/>
                <a:gd name="connsiteX1" fmla="*/ 257937 w 257937"/>
                <a:gd name="connsiteY1" fmla="*/ 188690 h 206787"/>
                <a:gd name="connsiteX2" fmla="*/ 238697 w 257937"/>
                <a:gd name="connsiteY2" fmla="*/ 186118 h 206787"/>
                <a:gd name="connsiteX3" fmla="*/ 227838 w 257937"/>
                <a:gd name="connsiteY3" fmla="*/ 186499 h 206787"/>
                <a:gd name="connsiteX4" fmla="*/ 208883 w 257937"/>
                <a:gd name="connsiteY4" fmla="*/ 187452 h 206787"/>
                <a:gd name="connsiteX5" fmla="*/ 113157 w 257937"/>
                <a:gd name="connsiteY5" fmla="*/ 206788 h 206787"/>
                <a:gd name="connsiteX6" fmla="*/ 104013 w 257937"/>
                <a:gd name="connsiteY6" fmla="*/ 202597 h 206787"/>
                <a:gd name="connsiteX7" fmla="*/ 69628 w 257937"/>
                <a:gd name="connsiteY7" fmla="*/ 183261 h 206787"/>
                <a:gd name="connsiteX8" fmla="*/ 62960 w 257937"/>
                <a:gd name="connsiteY8" fmla="*/ 179451 h 206787"/>
                <a:gd name="connsiteX9" fmla="*/ 59627 w 257937"/>
                <a:gd name="connsiteY9" fmla="*/ 176689 h 206787"/>
                <a:gd name="connsiteX10" fmla="*/ 52959 w 257937"/>
                <a:gd name="connsiteY10" fmla="*/ 170688 h 206787"/>
                <a:gd name="connsiteX11" fmla="*/ 56579 w 257937"/>
                <a:gd name="connsiteY11" fmla="*/ 168307 h 206787"/>
                <a:gd name="connsiteX12" fmla="*/ 58103 w 257937"/>
                <a:gd name="connsiteY12" fmla="*/ 146018 h 206787"/>
                <a:gd name="connsiteX13" fmla="*/ 15431 w 257937"/>
                <a:gd name="connsiteY13" fmla="*/ 80200 h 206787"/>
                <a:gd name="connsiteX14" fmla="*/ 5049 w 257937"/>
                <a:gd name="connsiteY14" fmla="*/ 56483 h 206787"/>
                <a:gd name="connsiteX15" fmla="*/ 572 w 257937"/>
                <a:gd name="connsiteY15" fmla="*/ 53245 h 206787"/>
                <a:gd name="connsiteX16" fmla="*/ 0 w 257937"/>
                <a:gd name="connsiteY16" fmla="*/ 2762 h 206787"/>
                <a:gd name="connsiteX17" fmla="*/ 83725 w 257937"/>
                <a:gd name="connsiteY17" fmla="*/ 0 h 206787"/>
                <a:gd name="connsiteX18" fmla="*/ 83630 w 257937"/>
                <a:gd name="connsiteY18" fmla="*/ 6096 h 206787"/>
                <a:gd name="connsiteX19" fmla="*/ 83820 w 257937"/>
                <a:gd name="connsiteY19" fmla="*/ 7429 h 206787"/>
                <a:gd name="connsiteX20" fmla="*/ 84296 w 257937"/>
                <a:gd name="connsiteY20" fmla="*/ 11335 h 206787"/>
                <a:gd name="connsiteX21" fmla="*/ 95345 w 257937"/>
                <a:gd name="connsiteY21" fmla="*/ 24574 h 206787"/>
                <a:gd name="connsiteX22" fmla="*/ 111443 w 257937"/>
                <a:gd name="connsiteY22" fmla="*/ 30194 h 206787"/>
                <a:gd name="connsiteX23" fmla="*/ 116110 w 257937"/>
                <a:gd name="connsiteY23" fmla="*/ 30194 h 206787"/>
                <a:gd name="connsiteX24" fmla="*/ 119729 w 257937"/>
                <a:gd name="connsiteY24" fmla="*/ 26860 h 206787"/>
                <a:gd name="connsiteX25" fmla="*/ 124301 w 257937"/>
                <a:gd name="connsiteY25" fmla="*/ 19431 h 206787"/>
                <a:gd name="connsiteX26" fmla="*/ 124397 w 257937"/>
                <a:gd name="connsiteY26" fmla="*/ 15716 h 206787"/>
                <a:gd name="connsiteX27" fmla="*/ 124397 w 257937"/>
                <a:gd name="connsiteY27" fmla="*/ 11049 h 206787"/>
                <a:gd name="connsiteX28" fmla="*/ 124397 w 257937"/>
                <a:gd name="connsiteY28" fmla="*/ 8858 h 206787"/>
                <a:gd name="connsiteX29" fmla="*/ 128683 w 257937"/>
                <a:gd name="connsiteY29" fmla="*/ 5429 h 206787"/>
                <a:gd name="connsiteX30" fmla="*/ 154877 w 257937"/>
                <a:gd name="connsiteY30" fmla="*/ 1619 h 206787"/>
                <a:gd name="connsiteX31" fmla="*/ 199644 w 257937"/>
                <a:gd name="connsiteY31" fmla="*/ 4191 h 206787"/>
                <a:gd name="connsiteX32" fmla="*/ 201359 w 257937"/>
                <a:gd name="connsiteY32" fmla="*/ 20193 h 206787"/>
                <a:gd name="connsiteX33" fmla="*/ 201835 w 257937"/>
                <a:gd name="connsiteY33" fmla="*/ 24670 h 206787"/>
                <a:gd name="connsiteX34" fmla="*/ 208883 w 257937"/>
                <a:gd name="connsiteY34" fmla="*/ 69818 h 206787"/>
                <a:gd name="connsiteX35" fmla="*/ 235553 w 257937"/>
                <a:gd name="connsiteY35" fmla="*/ 71628 h 206787"/>
                <a:gd name="connsiteX36" fmla="*/ 255270 w 257937"/>
                <a:gd name="connsiteY36" fmla="*/ 71628 h 20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57937" h="206787">
                  <a:moveTo>
                    <a:pt x="255270" y="71628"/>
                  </a:moveTo>
                  <a:lnTo>
                    <a:pt x="257937" y="188690"/>
                  </a:lnTo>
                  <a:lnTo>
                    <a:pt x="238697" y="186118"/>
                  </a:lnTo>
                  <a:lnTo>
                    <a:pt x="227838" y="186499"/>
                  </a:lnTo>
                  <a:lnTo>
                    <a:pt x="208883" y="187452"/>
                  </a:lnTo>
                  <a:lnTo>
                    <a:pt x="113157" y="206788"/>
                  </a:lnTo>
                  <a:lnTo>
                    <a:pt x="104013" y="202597"/>
                  </a:lnTo>
                  <a:lnTo>
                    <a:pt x="69628" y="183261"/>
                  </a:lnTo>
                  <a:lnTo>
                    <a:pt x="62960" y="179451"/>
                  </a:lnTo>
                  <a:lnTo>
                    <a:pt x="59627" y="176689"/>
                  </a:lnTo>
                  <a:lnTo>
                    <a:pt x="52959" y="170688"/>
                  </a:lnTo>
                  <a:lnTo>
                    <a:pt x="56579" y="168307"/>
                  </a:lnTo>
                  <a:lnTo>
                    <a:pt x="58103" y="146018"/>
                  </a:lnTo>
                  <a:lnTo>
                    <a:pt x="15431" y="80200"/>
                  </a:lnTo>
                  <a:lnTo>
                    <a:pt x="5049" y="56483"/>
                  </a:lnTo>
                  <a:lnTo>
                    <a:pt x="572" y="53245"/>
                  </a:lnTo>
                  <a:lnTo>
                    <a:pt x="0" y="2762"/>
                  </a:lnTo>
                  <a:lnTo>
                    <a:pt x="83725" y="0"/>
                  </a:lnTo>
                  <a:lnTo>
                    <a:pt x="83630" y="6096"/>
                  </a:lnTo>
                  <a:lnTo>
                    <a:pt x="83820" y="7429"/>
                  </a:lnTo>
                  <a:lnTo>
                    <a:pt x="84296" y="11335"/>
                  </a:lnTo>
                  <a:lnTo>
                    <a:pt x="95345" y="24574"/>
                  </a:lnTo>
                  <a:lnTo>
                    <a:pt x="111443" y="30194"/>
                  </a:lnTo>
                  <a:lnTo>
                    <a:pt x="116110" y="30194"/>
                  </a:lnTo>
                  <a:lnTo>
                    <a:pt x="119729" y="26860"/>
                  </a:lnTo>
                  <a:lnTo>
                    <a:pt x="124301" y="19431"/>
                  </a:lnTo>
                  <a:lnTo>
                    <a:pt x="124397" y="15716"/>
                  </a:lnTo>
                  <a:lnTo>
                    <a:pt x="124397" y="11049"/>
                  </a:lnTo>
                  <a:lnTo>
                    <a:pt x="124397" y="8858"/>
                  </a:lnTo>
                  <a:lnTo>
                    <a:pt x="128683" y="5429"/>
                  </a:lnTo>
                  <a:lnTo>
                    <a:pt x="154877" y="1619"/>
                  </a:lnTo>
                  <a:lnTo>
                    <a:pt x="199644" y="4191"/>
                  </a:lnTo>
                  <a:lnTo>
                    <a:pt x="201359" y="20193"/>
                  </a:lnTo>
                  <a:lnTo>
                    <a:pt x="201835" y="24670"/>
                  </a:lnTo>
                  <a:lnTo>
                    <a:pt x="208883" y="69818"/>
                  </a:lnTo>
                  <a:lnTo>
                    <a:pt x="235553" y="71628"/>
                  </a:lnTo>
                  <a:lnTo>
                    <a:pt x="255270" y="7162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7" name="서울특별시 종로구 삼청동">
              <a:extLst>
                <a:ext uri="{FF2B5EF4-FFF2-40B4-BE49-F238E27FC236}">
                  <a16:creationId xmlns:a16="http://schemas.microsoft.com/office/drawing/2014/main" id="{71EEE979-70E8-894E-8768-1C4DE10283D9}"/>
                </a:ext>
              </a:extLst>
            </p:cNvPr>
            <p:cNvSpPr/>
            <p:nvPr/>
          </p:nvSpPr>
          <p:spPr>
            <a:xfrm>
              <a:off x="6090094" y="2856737"/>
              <a:ext cx="288035" cy="381476"/>
            </a:xfrm>
            <a:custGeom>
              <a:avLst/>
              <a:gdLst>
                <a:gd name="connsiteX0" fmla="*/ 164973 w 288035"/>
                <a:gd name="connsiteY0" fmla="*/ 27242 h 381476"/>
                <a:gd name="connsiteX1" fmla="*/ 177355 w 288035"/>
                <a:gd name="connsiteY1" fmla="*/ 40100 h 381476"/>
                <a:gd name="connsiteX2" fmla="*/ 186309 w 288035"/>
                <a:gd name="connsiteY2" fmla="*/ 49244 h 381476"/>
                <a:gd name="connsiteX3" fmla="*/ 188976 w 288035"/>
                <a:gd name="connsiteY3" fmla="*/ 50959 h 381476"/>
                <a:gd name="connsiteX4" fmla="*/ 193738 w 288035"/>
                <a:gd name="connsiteY4" fmla="*/ 54102 h 381476"/>
                <a:gd name="connsiteX5" fmla="*/ 201073 w 288035"/>
                <a:gd name="connsiteY5" fmla="*/ 58674 h 381476"/>
                <a:gd name="connsiteX6" fmla="*/ 210979 w 288035"/>
                <a:gd name="connsiteY6" fmla="*/ 63627 h 381476"/>
                <a:gd name="connsiteX7" fmla="*/ 212027 w 288035"/>
                <a:gd name="connsiteY7" fmla="*/ 64199 h 381476"/>
                <a:gd name="connsiteX8" fmla="*/ 212788 w 288035"/>
                <a:gd name="connsiteY8" fmla="*/ 64579 h 381476"/>
                <a:gd name="connsiteX9" fmla="*/ 220599 w 288035"/>
                <a:gd name="connsiteY9" fmla="*/ 68390 h 381476"/>
                <a:gd name="connsiteX10" fmla="*/ 233648 w 288035"/>
                <a:gd name="connsiteY10" fmla="*/ 73628 h 381476"/>
                <a:gd name="connsiteX11" fmla="*/ 252698 w 288035"/>
                <a:gd name="connsiteY11" fmla="*/ 78296 h 381476"/>
                <a:gd name="connsiteX12" fmla="*/ 275082 w 288035"/>
                <a:gd name="connsiteY12" fmla="*/ 80867 h 381476"/>
                <a:gd name="connsiteX13" fmla="*/ 281369 w 288035"/>
                <a:gd name="connsiteY13" fmla="*/ 83629 h 381476"/>
                <a:gd name="connsiteX14" fmla="*/ 288036 w 288035"/>
                <a:gd name="connsiteY14" fmla="*/ 86487 h 381476"/>
                <a:gd name="connsiteX15" fmla="*/ 280702 w 288035"/>
                <a:gd name="connsiteY15" fmla="*/ 93726 h 381476"/>
                <a:gd name="connsiteX16" fmla="*/ 259366 w 288035"/>
                <a:gd name="connsiteY16" fmla="*/ 108966 h 381476"/>
                <a:gd name="connsiteX17" fmla="*/ 228790 w 288035"/>
                <a:gd name="connsiteY17" fmla="*/ 136874 h 381476"/>
                <a:gd name="connsiteX18" fmla="*/ 225266 w 288035"/>
                <a:gd name="connsiteY18" fmla="*/ 151638 h 381476"/>
                <a:gd name="connsiteX19" fmla="*/ 225171 w 288035"/>
                <a:gd name="connsiteY19" fmla="*/ 154972 h 381476"/>
                <a:gd name="connsiteX20" fmla="*/ 224219 w 288035"/>
                <a:gd name="connsiteY20" fmla="*/ 165830 h 381476"/>
                <a:gd name="connsiteX21" fmla="*/ 221171 w 288035"/>
                <a:gd name="connsiteY21" fmla="*/ 172021 h 381476"/>
                <a:gd name="connsiteX22" fmla="*/ 212979 w 288035"/>
                <a:gd name="connsiteY22" fmla="*/ 188881 h 381476"/>
                <a:gd name="connsiteX23" fmla="*/ 206407 w 288035"/>
                <a:gd name="connsiteY23" fmla="*/ 198215 h 381476"/>
                <a:gd name="connsiteX24" fmla="*/ 197167 w 288035"/>
                <a:gd name="connsiteY24" fmla="*/ 202883 h 381476"/>
                <a:gd name="connsiteX25" fmla="*/ 183547 w 288035"/>
                <a:gd name="connsiteY25" fmla="*/ 210217 h 381476"/>
                <a:gd name="connsiteX26" fmla="*/ 169164 w 288035"/>
                <a:gd name="connsiteY26" fmla="*/ 237649 h 381476"/>
                <a:gd name="connsiteX27" fmla="*/ 167830 w 288035"/>
                <a:gd name="connsiteY27" fmla="*/ 241840 h 381476"/>
                <a:gd name="connsiteX28" fmla="*/ 167640 w 288035"/>
                <a:gd name="connsiteY28" fmla="*/ 248603 h 381476"/>
                <a:gd name="connsiteX29" fmla="*/ 167735 w 288035"/>
                <a:gd name="connsiteY29" fmla="*/ 251079 h 381476"/>
                <a:gd name="connsiteX30" fmla="*/ 168116 w 288035"/>
                <a:gd name="connsiteY30" fmla="*/ 253079 h 381476"/>
                <a:gd name="connsiteX31" fmla="*/ 170497 w 288035"/>
                <a:gd name="connsiteY31" fmla="*/ 263080 h 381476"/>
                <a:gd name="connsiteX32" fmla="*/ 189357 w 288035"/>
                <a:gd name="connsiteY32" fmla="*/ 328708 h 381476"/>
                <a:gd name="connsiteX33" fmla="*/ 200311 w 288035"/>
                <a:gd name="connsiteY33" fmla="*/ 348520 h 381476"/>
                <a:gd name="connsiteX34" fmla="*/ 216503 w 288035"/>
                <a:gd name="connsiteY34" fmla="*/ 360617 h 381476"/>
                <a:gd name="connsiteX35" fmla="*/ 205930 w 288035"/>
                <a:gd name="connsiteY35" fmla="*/ 366713 h 381476"/>
                <a:gd name="connsiteX36" fmla="*/ 194977 w 288035"/>
                <a:gd name="connsiteY36" fmla="*/ 371666 h 381476"/>
                <a:gd name="connsiteX37" fmla="*/ 173260 w 288035"/>
                <a:gd name="connsiteY37" fmla="*/ 381476 h 381476"/>
                <a:gd name="connsiteX38" fmla="*/ 113347 w 288035"/>
                <a:gd name="connsiteY38" fmla="*/ 373856 h 381476"/>
                <a:gd name="connsiteX39" fmla="*/ 108871 w 288035"/>
                <a:gd name="connsiteY39" fmla="*/ 373285 h 381476"/>
                <a:gd name="connsiteX40" fmla="*/ 109061 w 288035"/>
                <a:gd name="connsiteY40" fmla="*/ 361855 h 381476"/>
                <a:gd name="connsiteX41" fmla="*/ 109252 w 288035"/>
                <a:gd name="connsiteY41" fmla="*/ 351758 h 381476"/>
                <a:gd name="connsiteX42" fmla="*/ 110585 w 288035"/>
                <a:gd name="connsiteY42" fmla="*/ 325565 h 381476"/>
                <a:gd name="connsiteX43" fmla="*/ 111538 w 288035"/>
                <a:gd name="connsiteY43" fmla="*/ 316040 h 381476"/>
                <a:gd name="connsiteX44" fmla="*/ 116777 w 288035"/>
                <a:gd name="connsiteY44" fmla="*/ 298704 h 381476"/>
                <a:gd name="connsiteX45" fmla="*/ 121729 w 288035"/>
                <a:gd name="connsiteY45" fmla="*/ 282416 h 381476"/>
                <a:gd name="connsiteX46" fmla="*/ 105632 w 288035"/>
                <a:gd name="connsiteY46" fmla="*/ 193358 h 381476"/>
                <a:gd name="connsiteX47" fmla="*/ 97631 w 288035"/>
                <a:gd name="connsiteY47" fmla="*/ 170212 h 381476"/>
                <a:gd name="connsiteX48" fmla="*/ 95917 w 288035"/>
                <a:gd name="connsiteY48" fmla="*/ 168497 h 381476"/>
                <a:gd name="connsiteX49" fmla="*/ 54007 w 288035"/>
                <a:gd name="connsiteY49" fmla="*/ 131826 h 381476"/>
                <a:gd name="connsiteX50" fmla="*/ 46387 w 288035"/>
                <a:gd name="connsiteY50" fmla="*/ 127254 h 381476"/>
                <a:gd name="connsiteX51" fmla="*/ 38100 w 288035"/>
                <a:gd name="connsiteY51" fmla="*/ 124778 h 381476"/>
                <a:gd name="connsiteX52" fmla="*/ 953 w 288035"/>
                <a:gd name="connsiteY52" fmla="*/ 72009 h 381476"/>
                <a:gd name="connsiteX53" fmla="*/ 0 w 288035"/>
                <a:gd name="connsiteY53" fmla="*/ 59436 h 381476"/>
                <a:gd name="connsiteX54" fmla="*/ 40957 w 288035"/>
                <a:gd name="connsiteY54" fmla="*/ 0 h 381476"/>
                <a:gd name="connsiteX55" fmla="*/ 135446 w 288035"/>
                <a:gd name="connsiteY55" fmla="*/ 27242 h 381476"/>
                <a:gd name="connsiteX56" fmla="*/ 164973 w 288035"/>
                <a:gd name="connsiteY56" fmla="*/ 27242 h 38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88035" h="381476">
                  <a:moveTo>
                    <a:pt x="164973" y="27242"/>
                  </a:moveTo>
                  <a:lnTo>
                    <a:pt x="177355" y="40100"/>
                  </a:lnTo>
                  <a:lnTo>
                    <a:pt x="186309" y="49244"/>
                  </a:lnTo>
                  <a:lnTo>
                    <a:pt x="188976" y="50959"/>
                  </a:lnTo>
                  <a:lnTo>
                    <a:pt x="193738" y="54102"/>
                  </a:lnTo>
                  <a:lnTo>
                    <a:pt x="201073" y="58674"/>
                  </a:lnTo>
                  <a:lnTo>
                    <a:pt x="210979" y="63627"/>
                  </a:lnTo>
                  <a:lnTo>
                    <a:pt x="212027" y="64199"/>
                  </a:lnTo>
                  <a:lnTo>
                    <a:pt x="212788" y="64579"/>
                  </a:lnTo>
                  <a:lnTo>
                    <a:pt x="220599" y="68390"/>
                  </a:lnTo>
                  <a:lnTo>
                    <a:pt x="233648" y="73628"/>
                  </a:lnTo>
                  <a:lnTo>
                    <a:pt x="252698" y="78296"/>
                  </a:lnTo>
                  <a:lnTo>
                    <a:pt x="275082" y="80867"/>
                  </a:lnTo>
                  <a:lnTo>
                    <a:pt x="281369" y="83629"/>
                  </a:lnTo>
                  <a:lnTo>
                    <a:pt x="288036" y="86487"/>
                  </a:lnTo>
                  <a:lnTo>
                    <a:pt x="280702" y="93726"/>
                  </a:lnTo>
                  <a:lnTo>
                    <a:pt x="259366" y="108966"/>
                  </a:lnTo>
                  <a:lnTo>
                    <a:pt x="228790" y="136874"/>
                  </a:lnTo>
                  <a:lnTo>
                    <a:pt x="225266" y="151638"/>
                  </a:lnTo>
                  <a:lnTo>
                    <a:pt x="225171" y="154972"/>
                  </a:lnTo>
                  <a:lnTo>
                    <a:pt x="224219" y="165830"/>
                  </a:lnTo>
                  <a:lnTo>
                    <a:pt x="221171" y="172021"/>
                  </a:lnTo>
                  <a:lnTo>
                    <a:pt x="212979" y="188881"/>
                  </a:lnTo>
                  <a:lnTo>
                    <a:pt x="206407" y="198215"/>
                  </a:lnTo>
                  <a:lnTo>
                    <a:pt x="197167" y="202883"/>
                  </a:lnTo>
                  <a:lnTo>
                    <a:pt x="183547" y="210217"/>
                  </a:lnTo>
                  <a:lnTo>
                    <a:pt x="169164" y="237649"/>
                  </a:lnTo>
                  <a:lnTo>
                    <a:pt x="167830" y="241840"/>
                  </a:lnTo>
                  <a:lnTo>
                    <a:pt x="167640" y="248603"/>
                  </a:lnTo>
                  <a:lnTo>
                    <a:pt x="167735" y="251079"/>
                  </a:lnTo>
                  <a:lnTo>
                    <a:pt x="168116" y="253079"/>
                  </a:lnTo>
                  <a:lnTo>
                    <a:pt x="170497" y="263080"/>
                  </a:lnTo>
                  <a:lnTo>
                    <a:pt x="189357" y="328708"/>
                  </a:lnTo>
                  <a:lnTo>
                    <a:pt x="200311" y="348520"/>
                  </a:lnTo>
                  <a:lnTo>
                    <a:pt x="216503" y="360617"/>
                  </a:lnTo>
                  <a:lnTo>
                    <a:pt x="205930" y="366713"/>
                  </a:lnTo>
                  <a:lnTo>
                    <a:pt x="194977" y="371666"/>
                  </a:lnTo>
                  <a:lnTo>
                    <a:pt x="173260" y="381476"/>
                  </a:lnTo>
                  <a:lnTo>
                    <a:pt x="113347" y="373856"/>
                  </a:lnTo>
                  <a:lnTo>
                    <a:pt x="108871" y="373285"/>
                  </a:lnTo>
                  <a:lnTo>
                    <a:pt x="109061" y="361855"/>
                  </a:lnTo>
                  <a:lnTo>
                    <a:pt x="109252" y="351758"/>
                  </a:lnTo>
                  <a:lnTo>
                    <a:pt x="110585" y="325565"/>
                  </a:lnTo>
                  <a:lnTo>
                    <a:pt x="111538" y="316040"/>
                  </a:lnTo>
                  <a:lnTo>
                    <a:pt x="116777" y="298704"/>
                  </a:lnTo>
                  <a:lnTo>
                    <a:pt x="121729" y="282416"/>
                  </a:lnTo>
                  <a:lnTo>
                    <a:pt x="105632" y="193358"/>
                  </a:lnTo>
                  <a:lnTo>
                    <a:pt x="97631" y="170212"/>
                  </a:lnTo>
                  <a:lnTo>
                    <a:pt x="95917" y="168497"/>
                  </a:lnTo>
                  <a:lnTo>
                    <a:pt x="54007" y="131826"/>
                  </a:lnTo>
                  <a:lnTo>
                    <a:pt x="46387" y="127254"/>
                  </a:lnTo>
                  <a:lnTo>
                    <a:pt x="38100" y="124778"/>
                  </a:lnTo>
                  <a:lnTo>
                    <a:pt x="953" y="72009"/>
                  </a:lnTo>
                  <a:lnTo>
                    <a:pt x="0" y="59436"/>
                  </a:lnTo>
                  <a:lnTo>
                    <a:pt x="40957" y="0"/>
                  </a:lnTo>
                  <a:lnTo>
                    <a:pt x="135446" y="27242"/>
                  </a:lnTo>
                  <a:lnTo>
                    <a:pt x="164973" y="2724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8" name="서울특별시 종로구 부암동">
              <a:extLst>
                <a:ext uri="{FF2B5EF4-FFF2-40B4-BE49-F238E27FC236}">
                  <a16:creationId xmlns:a16="http://schemas.microsoft.com/office/drawing/2014/main" id="{701C4F7E-901D-4C43-B802-EA1D4C87DEE2}"/>
                </a:ext>
              </a:extLst>
            </p:cNvPr>
            <p:cNvSpPr/>
            <p:nvPr/>
          </p:nvSpPr>
          <p:spPr>
            <a:xfrm>
              <a:off x="5712333" y="2666523"/>
              <a:ext cx="418718" cy="421481"/>
            </a:xfrm>
            <a:custGeom>
              <a:avLst/>
              <a:gdLst>
                <a:gd name="connsiteX0" fmla="*/ 418719 w 418718"/>
                <a:gd name="connsiteY0" fmla="*/ 190214 h 421481"/>
                <a:gd name="connsiteX1" fmla="*/ 377762 w 418718"/>
                <a:gd name="connsiteY1" fmla="*/ 249650 h 421481"/>
                <a:gd name="connsiteX2" fmla="*/ 347853 w 418718"/>
                <a:gd name="connsiteY2" fmla="*/ 238792 h 421481"/>
                <a:gd name="connsiteX3" fmla="*/ 340709 w 418718"/>
                <a:gd name="connsiteY3" fmla="*/ 242125 h 421481"/>
                <a:gd name="connsiteX4" fmla="*/ 309848 w 418718"/>
                <a:gd name="connsiteY4" fmla="*/ 246221 h 421481"/>
                <a:gd name="connsiteX5" fmla="*/ 293180 w 418718"/>
                <a:gd name="connsiteY5" fmla="*/ 248221 h 421481"/>
                <a:gd name="connsiteX6" fmla="*/ 292227 w 418718"/>
                <a:gd name="connsiteY6" fmla="*/ 248221 h 421481"/>
                <a:gd name="connsiteX7" fmla="*/ 290513 w 418718"/>
                <a:gd name="connsiteY7" fmla="*/ 248221 h 421481"/>
                <a:gd name="connsiteX8" fmla="*/ 289274 w 418718"/>
                <a:gd name="connsiteY8" fmla="*/ 247269 h 421481"/>
                <a:gd name="connsiteX9" fmla="*/ 288036 w 418718"/>
                <a:gd name="connsiteY9" fmla="*/ 246412 h 421481"/>
                <a:gd name="connsiteX10" fmla="*/ 286036 w 418718"/>
                <a:gd name="connsiteY10" fmla="*/ 245745 h 421481"/>
                <a:gd name="connsiteX11" fmla="*/ 284988 w 418718"/>
                <a:gd name="connsiteY11" fmla="*/ 245364 h 421481"/>
                <a:gd name="connsiteX12" fmla="*/ 278987 w 418718"/>
                <a:gd name="connsiteY12" fmla="*/ 243745 h 421481"/>
                <a:gd name="connsiteX13" fmla="*/ 277273 w 418718"/>
                <a:gd name="connsiteY13" fmla="*/ 244126 h 421481"/>
                <a:gd name="connsiteX14" fmla="*/ 248031 w 418718"/>
                <a:gd name="connsiteY14" fmla="*/ 256127 h 421481"/>
                <a:gd name="connsiteX15" fmla="*/ 216408 w 418718"/>
                <a:gd name="connsiteY15" fmla="*/ 288893 h 421481"/>
                <a:gd name="connsiteX16" fmla="*/ 214313 w 418718"/>
                <a:gd name="connsiteY16" fmla="*/ 291656 h 421481"/>
                <a:gd name="connsiteX17" fmla="*/ 205930 w 418718"/>
                <a:gd name="connsiteY17" fmla="*/ 309563 h 421481"/>
                <a:gd name="connsiteX18" fmla="*/ 206407 w 418718"/>
                <a:gd name="connsiteY18" fmla="*/ 315849 h 421481"/>
                <a:gd name="connsiteX19" fmla="*/ 206502 w 418718"/>
                <a:gd name="connsiteY19" fmla="*/ 316897 h 421481"/>
                <a:gd name="connsiteX20" fmla="*/ 208312 w 418718"/>
                <a:gd name="connsiteY20" fmla="*/ 321183 h 421481"/>
                <a:gd name="connsiteX21" fmla="*/ 208216 w 418718"/>
                <a:gd name="connsiteY21" fmla="*/ 324898 h 421481"/>
                <a:gd name="connsiteX22" fmla="*/ 206026 w 418718"/>
                <a:gd name="connsiteY22" fmla="*/ 327755 h 421481"/>
                <a:gd name="connsiteX23" fmla="*/ 193453 w 418718"/>
                <a:gd name="connsiteY23" fmla="*/ 342900 h 421481"/>
                <a:gd name="connsiteX24" fmla="*/ 188976 w 418718"/>
                <a:gd name="connsiteY24" fmla="*/ 347948 h 421481"/>
                <a:gd name="connsiteX25" fmla="*/ 171926 w 418718"/>
                <a:gd name="connsiteY25" fmla="*/ 363855 h 421481"/>
                <a:gd name="connsiteX26" fmla="*/ 168307 w 418718"/>
                <a:gd name="connsiteY26" fmla="*/ 366046 h 421481"/>
                <a:gd name="connsiteX27" fmla="*/ 167259 w 418718"/>
                <a:gd name="connsiteY27" fmla="*/ 366713 h 421481"/>
                <a:gd name="connsiteX28" fmla="*/ 162401 w 418718"/>
                <a:gd name="connsiteY28" fmla="*/ 369475 h 421481"/>
                <a:gd name="connsiteX29" fmla="*/ 140589 w 418718"/>
                <a:gd name="connsiteY29" fmla="*/ 377000 h 421481"/>
                <a:gd name="connsiteX30" fmla="*/ 125635 w 418718"/>
                <a:gd name="connsiteY30" fmla="*/ 381000 h 421481"/>
                <a:gd name="connsiteX31" fmla="*/ 121825 w 418718"/>
                <a:gd name="connsiteY31" fmla="*/ 381571 h 421481"/>
                <a:gd name="connsiteX32" fmla="*/ 118872 w 418718"/>
                <a:gd name="connsiteY32" fmla="*/ 380619 h 421481"/>
                <a:gd name="connsiteX33" fmla="*/ 116491 w 418718"/>
                <a:gd name="connsiteY33" fmla="*/ 379952 h 421481"/>
                <a:gd name="connsiteX34" fmla="*/ 110871 w 418718"/>
                <a:gd name="connsiteY34" fmla="*/ 382524 h 421481"/>
                <a:gd name="connsiteX35" fmla="*/ 96012 w 418718"/>
                <a:gd name="connsiteY35" fmla="*/ 396050 h 421481"/>
                <a:gd name="connsiteX36" fmla="*/ 91630 w 418718"/>
                <a:gd name="connsiteY36" fmla="*/ 400145 h 421481"/>
                <a:gd name="connsiteX37" fmla="*/ 90678 w 418718"/>
                <a:gd name="connsiteY37" fmla="*/ 402241 h 421481"/>
                <a:gd name="connsiteX38" fmla="*/ 93250 w 418718"/>
                <a:gd name="connsiteY38" fmla="*/ 421481 h 421481"/>
                <a:gd name="connsiteX39" fmla="*/ 75057 w 418718"/>
                <a:gd name="connsiteY39" fmla="*/ 392240 h 421481"/>
                <a:gd name="connsiteX40" fmla="*/ 80105 w 418718"/>
                <a:gd name="connsiteY40" fmla="*/ 373285 h 421481"/>
                <a:gd name="connsiteX41" fmla="*/ 85630 w 418718"/>
                <a:gd name="connsiteY41" fmla="*/ 352711 h 421481"/>
                <a:gd name="connsiteX42" fmla="*/ 93821 w 418718"/>
                <a:gd name="connsiteY42" fmla="*/ 331089 h 421481"/>
                <a:gd name="connsiteX43" fmla="*/ 86392 w 418718"/>
                <a:gd name="connsiteY43" fmla="*/ 260795 h 421481"/>
                <a:gd name="connsiteX44" fmla="*/ 81534 w 418718"/>
                <a:gd name="connsiteY44" fmla="*/ 252222 h 421481"/>
                <a:gd name="connsiteX45" fmla="*/ 72771 w 418718"/>
                <a:gd name="connsiteY45" fmla="*/ 236506 h 421481"/>
                <a:gd name="connsiteX46" fmla="*/ 67913 w 418718"/>
                <a:gd name="connsiteY46" fmla="*/ 223933 h 421481"/>
                <a:gd name="connsiteX47" fmla="*/ 64865 w 418718"/>
                <a:gd name="connsiteY47" fmla="*/ 215932 h 421481"/>
                <a:gd name="connsiteX48" fmla="*/ 64579 w 418718"/>
                <a:gd name="connsiteY48" fmla="*/ 209931 h 421481"/>
                <a:gd name="connsiteX49" fmla="*/ 64484 w 418718"/>
                <a:gd name="connsiteY49" fmla="*/ 208788 h 421481"/>
                <a:gd name="connsiteX50" fmla="*/ 64389 w 418718"/>
                <a:gd name="connsiteY50" fmla="*/ 206597 h 421481"/>
                <a:gd name="connsiteX51" fmla="*/ 70009 w 418718"/>
                <a:gd name="connsiteY51" fmla="*/ 190786 h 421481"/>
                <a:gd name="connsiteX52" fmla="*/ 76200 w 418718"/>
                <a:gd name="connsiteY52" fmla="*/ 171069 h 421481"/>
                <a:gd name="connsiteX53" fmla="*/ 76676 w 418718"/>
                <a:gd name="connsiteY53" fmla="*/ 169354 h 421481"/>
                <a:gd name="connsiteX54" fmla="*/ 77819 w 418718"/>
                <a:gd name="connsiteY54" fmla="*/ 165925 h 421481"/>
                <a:gd name="connsiteX55" fmla="*/ 79629 w 418718"/>
                <a:gd name="connsiteY55" fmla="*/ 159829 h 421481"/>
                <a:gd name="connsiteX56" fmla="*/ 79438 w 418718"/>
                <a:gd name="connsiteY56" fmla="*/ 157163 h 421481"/>
                <a:gd name="connsiteX57" fmla="*/ 78867 w 418718"/>
                <a:gd name="connsiteY57" fmla="*/ 155924 h 421481"/>
                <a:gd name="connsiteX58" fmla="*/ 78010 w 418718"/>
                <a:gd name="connsiteY58" fmla="*/ 154210 h 421481"/>
                <a:gd name="connsiteX59" fmla="*/ 76390 w 418718"/>
                <a:gd name="connsiteY59" fmla="*/ 153067 h 421481"/>
                <a:gd name="connsiteX60" fmla="*/ 74866 w 418718"/>
                <a:gd name="connsiteY60" fmla="*/ 152781 h 421481"/>
                <a:gd name="connsiteX61" fmla="*/ 72104 w 418718"/>
                <a:gd name="connsiteY61" fmla="*/ 152209 h 421481"/>
                <a:gd name="connsiteX62" fmla="*/ 65246 w 418718"/>
                <a:gd name="connsiteY62" fmla="*/ 152209 h 421481"/>
                <a:gd name="connsiteX63" fmla="*/ 62770 w 418718"/>
                <a:gd name="connsiteY63" fmla="*/ 153448 h 421481"/>
                <a:gd name="connsiteX64" fmla="*/ 61151 w 418718"/>
                <a:gd name="connsiteY64" fmla="*/ 154210 h 421481"/>
                <a:gd name="connsiteX65" fmla="*/ 61151 w 418718"/>
                <a:gd name="connsiteY65" fmla="*/ 154877 h 421481"/>
                <a:gd name="connsiteX66" fmla="*/ 61246 w 418718"/>
                <a:gd name="connsiteY66" fmla="*/ 155924 h 421481"/>
                <a:gd name="connsiteX67" fmla="*/ 50102 w 418718"/>
                <a:gd name="connsiteY67" fmla="*/ 155448 h 421481"/>
                <a:gd name="connsiteX68" fmla="*/ 24289 w 418718"/>
                <a:gd name="connsiteY68" fmla="*/ 154210 h 421481"/>
                <a:gd name="connsiteX69" fmla="*/ 22193 w 418718"/>
                <a:gd name="connsiteY69" fmla="*/ 152114 h 421481"/>
                <a:gd name="connsiteX70" fmla="*/ 21431 w 418718"/>
                <a:gd name="connsiteY70" fmla="*/ 151448 h 421481"/>
                <a:gd name="connsiteX71" fmla="*/ 19431 w 418718"/>
                <a:gd name="connsiteY71" fmla="*/ 149542 h 421481"/>
                <a:gd name="connsiteX72" fmla="*/ 13716 w 418718"/>
                <a:gd name="connsiteY72" fmla="*/ 143923 h 421481"/>
                <a:gd name="connsiteX73" fmla="*/ 0 w 418718"/>
                <a:gd name="connsiteY73" fmla="*/ 120587 h 421481"/>
                <a:gd name="connsiteX74" fmla="*/ 190 w 418718"/>
                <a:gd name="connsiteY74" fmla="*/ 104775 h 421481"/>
                <a:gd name="connsiteX75" fmla="*/ 286 w 418718"/>
                <a:gd name="connsiteY75" fmla="*/ 101822 h 421481"/>
                <a:gd name="connsiteX76" fmla="*/ 476 w 418718"/>
                <a:gd name="connsiteY76" fmla="*/ 87916 h 421481"/>
                <a:gd name="connsiteX77" fmla="*/ 476 w 418718"/>
                <a:gd name="connsiteY77" fmla="*/ 87058 h 421481"/>
                <a:gd name="connsiteX78" fmla="*/ 953 w 418718"/>
                <a:gd name="connsiteY78" fmla="*/ 79153 h 421481"/>
                <a:gd name="connsiteX79" fmla="*/ 2381 w 418718"/>
                <a:gd name="connsiteY79" fmla="*/ 77438 h 421481"/>
                <a:gd name="connsiteX80" fmla="*/ 4763 w 418718"/>
                <a:gd name="connsiteY80" fmla="*/ 75914 h 421481"/>
                <a:gd name="connsiteX81" fmla="*/ 6001 w 418718"/>
                <a:gd name="connsiteY81" fmla="*/ 75152 h 421481"/>
                <a:gd name="connsiteX82" fmla="*/ 8191 w 418718"/>
                <a:gd name="connsiteY82" fmla="*/ 73342 h 421481"/>
                <a:gd name="connsiteX83" fmla="*/ 9335 w 418718"/>
                <a:gd name="connsiteY83" fmla="*/ 69913 h 421481"/>
                <a:gd name="connsiteX84" fmla="*/ 13811 w 418718"/>
                <a:gd name="connsiteY84" fmla="*/ 50673 h 421481"/>
                <a:gd name="connsiteX85" fmla="*/ 14192 w 418718"/>
                <a:gd name="connsiteY85" fmla="*/ 46482 h 421481"/>
                <a:gd name="connsiteX86" fmla="*/ 14288 w 418718"/>
                <a:gd name="connsiteY86" fmla="*/ 45053 h 421481"/>
                <a:gd name="connsiteX87" fmla="*/ 14383 w 418718"/>
                <a:gd name="connsiteY87" fmla="*/ 44196 h 421481"/>
                <a:gd name="connsiteX88" fmla="*/ 12382 w 418718"/>
                <a:gd name="connsiteY88" fmla="*/ 34195 h 421481"/>
                <a:gd name="connsiteX89" fmla="*/ 11335 w 418718"/>
                <a:gd name="connsiteY89" fmla="*/ 30671 h 421481"/>
                <a:gd name="connsiteX90" fmla="*/ 20003 w 418718"/>
                <a:gd name="connsiteY90" fmla="*/ 38576 h 421481"/>
                <a:gd name="connsiteX91" fmla="*/ 22765 w 418718"/>
                <a:gd name="connsiteY91" fmla="*/ 40958 h 421481"/>
                <a:gd name="connsiteX92" fmla="*/ 26956 w 418718"/>
                <a:gd name="connsiteY92" fmla="*/ 42577 h 421481"/>
                <a:gd name="connsiteX93" fmla="*/ 34004 w 418718"/>
                <a:gd name="connsiteY93" fmla="*/ 45053 h 421481"/>
                <a:gd name="connsiteX94" fmla="*/ 97917 w 418718"/>
                <a:gd name="connsiteY94" fmla="*/ 63913 h 421481"/>
                <a:gd name="connsiteX95" fmla="*/ 99631 w 418718"/>
                <a:gd name="connsiteY95" fmla="*/ 63722 h 421481"/>
                <a:gd name="connsiteX96" fmla="*/ 102870 w 418718"/>
                <a:gd name="connsiteY96" fmla="*/ 62389 h 421481"/>
                <a:gd name="connsiteX97" fmla="*/ 106489 w 418718"/>
                <a:gd name="connsiteY97" fmla="*/ 60198 h 421481"/>
                <a:gd name="connsiteX98" fmla="*/ 108395 w 418718"/>
                <a:gd name="connsiteY98" fmla="*/ 58960 h 421481"/>
                <a:gd name="connsiteX99" fmla="*/ 114967 w 418718"/>
                <a:gd name="connsiteY99" fmla="*/ 42100 h 421481"/>
                <a:gd name="connsiteX100" fmla="*/ 131636 w 418718"/>
                <a:gd name="connsiteY100" fmla="*/ 21812 h 421481"/>
                <a:gd name="connsiteX101" fmla="*/ 150781 w 418718"/>
                <a:gd name="connsiteY101" fmla="*/ 1619 h 421481"/>
                <a:gd name="connsiteX102" fmla="*/ 159258 w 418718"/>
                <a:gd name="connsiteY102" fmla="*/ 0 h 421481"/>
                <a:gd name="connsiteX103" fmla="*/ 161068 w 418718"/>
                <a:gd name="connsiteY103" fmla="*/ 5048 h 421481"/>
                <a:gd name="connsiteX104" fmla="*/ 161449 w 418718"/>
                <a:gd name="connsiteY104" fmla="*/ 6287 h 421481"/>
                <a:gd name="connsiteX105" fmla="*/ 161735 w 418718"/>
                <a:gd name="connsiteY105" fmla="*/ 6953 h 421481"/>
                <a:gd name="connsiteX106" fmla="*/ 162115 w 418718"/>
                <a:gd name="connsiteY106" fmla="*/ 8382 h 421481"/>
                <a:gd name="connsiteX107" fmla="*/ 163258 w 418718"/>
                <a:gd name="connsiteY107" fmla="*/ 10954 h 421481"/>
                <a:gd name="connsiteX108" fmla="*/ 163544 w 418718"/>
                <a:gd name="connsiteY108" fmla="*/ 11525 h 421481"/>
                <a:gd name="connsiteX109" fmla="*/ 164592 w 418718"/>
                <a:gd name="connsiteY109" fmla="*/ 13621 h 421481"/>
                <a:gd name="connsiteX110" fmla="*/ 165640 w 418718"/>
                <a:gd name="connsiteY110" fmla="*/ 15716 h 421481"/>
                <a:gd name="connsiteX111" fmla="*/ 167164 w 418718"/>
                <a:gd name="connsiteY111" fmla="*/ 18669 h 421481"/>
                <a:gd name="connsiteX112" fmla="*/ 169450 w 418718"/>
                <a:gd name="connsiteY112" fmla="*/ 22765 h 421481"/>
                <a:gd name="connsiteX113" fmla="*/ 171831 w 418718"/>
                <a:gd name="connsiteY113" fmla="*/ 26003 h 421481"/>
                <a:gd name="connsiteX114" fmla="*/ 180308 w 418718"/>
                <a:gd name="connsiteY114" fmla="*/ 36195 h 421481"/>
                <a:gd name="connsiteX115" fmla="*/ 188690 w 418718"/>
                <a:gd name="connsiteY115" fmla="*/ 52102 h 421481"/>
                <a:gd name="connsiteX116" fmla="*/ 190405 w 418718"/>
                <a:gd name="connsiteY116" fmla="*/ 55436 h 421481"/>
                <a:gd name="connsiteX117" fmla="*/ 209931 w 418718"/>
                <a:gd name="connsiteY117" fmla="*/ 67913 h 421481"/>
                <a:gd name="connsiteX118" fmla="*/ 234124 w 418718"/>
                <a:gd name="connsiteY118" fmla="*/ 103156 h 421481"/>
                <a:gd name="connsiteX119" fmla="*/ 243078 w 418718"/>
                <a:gd name="connsiteY119" fmla="*/ 111919 h 421481"/>
                <a:gd name="connsiteX120" fmla="*/ 251270 w 418718"/>
                <a:gd name="connsiteY120" fmla="*/ 117158 h 421481"/>
                <a:gd name="connsiteX121" fmla="*/ 260985 w 418718"/>
                <a:gd name="connsiteY121" fmla="*/ 122682 h 421481"/>
                <a:gd name="connsiteX122" fmla="*/ 372428 w 418718"/>
                <a:gd name="connsiteY122" fmla="*/ 149352 h 421481"/>
                <a:gd name="connsiteX123" fmla="*/ 387096 w 418718"/>
                <a:gd name="connsiteY123" fmla="*/ 164783 h 421481"/>
                <a:gd name="connsiteX124" fmla="*/ 388620 w 418718"/>
                <a:gd name="connsiteY124" fmla="*/ 171355 h 421481"/>
                <a:gd name="connsiteX125" fmla="*/ 379286 w 418718"/>
                <a:gd name="connsiteY125" fmla="*/ 180499 h 421481"/>
                <a:gd name="connsiteX126" fmla="*/ 382143 w 418718"/>
                <a:gd name="connsiteY126" fmla="*/ 181832 h 421481"/>
                <a:gd name="connsiteX127" fmla="*/ 385286 w 418718"/>
                <a:gd name="connsiteY127" fmla="*/ 183356 h 421481"/>
                <a:gd name="connsiteX128" fmla="*/ 418719 w 418718"/>
                <a:gd name="connsiteY128" fmla="*/ 190214 h 421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418718" h="421481">
                  <a:moveTo>
                    <a:pt x="418719" y="190214"/>
                  </a:moveTo>
                  <a:lnTo>
                    <a:pt x="377762" y="249650"/>
                  </a:lnTo>
                  <a:lnTo>
                    <a:pt x="347853" y="238792"/>
                  </a:lnTo>
                  <a:lnTo>
                    <a:pt x="340709" y="242125"/>
                  </a:lnTo>
                  <a:lnTo>
                    <a:pt x="309848" y="246221"/>
                  </a:lnTo>
                  <a:lnTo>
                    <a:pt x="293180" y="248221"/>
                  </a:lnTo>
                  <a:lnTo>
                    <a:pt x="292227" y="248221"/>
                  </a:lnTo>
                  <a:lnTo>
                    <a:pt x="290513" y="248221"/>
                  </a:lnTo>
                  <a:lnTo>
                    <a:pt x="289274" y="247269"/>
                  </a:lnTo>
                  <a:lnTo>
                    <a:pt x="288036" y="246412"/>
                  </a:lnTo>
                  <a:lnTo>
                    <a:pt x="286036" y="245745"/>
                  </a:lnTo>
                  <a:lnTo>
                    <a:pt x="284988" y="245364"/>
                  </a:lnTo>
                  <a:lnTo>
                    <a:pt x="278987" y="243745"/>
                  </a:lnTo>
                  <a:lnTo>
                    <a:pt x="277273" y="244126"/>
                  </a:lnTo>
                  <a:lnTo>
                    <a:pt x="248031" y="256127"/>
                  </a:lnTo>
                  <a:lnTo>
                    <a:pt x="216408" y="288893"/>
                  </a:lnTo>
                  <a:lnTo>
                    <a:pt x="214313" y="291656"/>
                  </a:lnTo>
                  <a:lnTo>
                    <a:pt x="205930" y="309563"/>
                  </a:lnTo>
                  <a:lnTo>
                    <a:pt x="206407" y="315849"/>
                  </a:lnTo>
                  <a:lnTo>
                    <a:pt x="206502" y="316897"/>
                  </a:lnTo>
                  <a:lnTo>
                    <a:pt x="208312" y="321183"/>
                  </a:lnTo>
                  <a:lnTo>
                    <a:pt x="208216" y="324898"/>
                  </a:lnTo>
                  <a:lnTo>
                    <a:pt x="206026" y="327755"/>
                  </a:lnTo>
                  <a:lnTo>
                    <a:pt x="193453" y="342900"/>
                  </a:lnTo>
                  <a:lnTo>
                    <a:pt x="188976" y="347948"/>
                  </a:lnTo>
                  <a:lnTo>
                    <a:pt x="171926" y="363855"/>
                  </a:lnTo>
                  <a:lnTo>
                    <a:pt x="168307" y="366046"/>
                  </a:lnTo>
                  <a:lnTo>
                    <a:pt x="167259" y="366713"/>
                  </a:lnTo>
                  <a:lnTo>
                    <a:pt x="162401" y="369475"/>
                  </a:lnTo>
                  <a:lnTo>
                    <a:pt x="140589" y="377000"/>
                  </a:lnTo>
                  <a:lnTo>
                    <a:pt x="125635" y="381000"/>
                  </a:lnTo>
                  <a:lnTo>
                    <a:pt x="121825" y="381571"/>
                  </a:lnTo>
                  <a:lnTo>
                    <a:pt x="118872" y="380619"/>
                  </a:lnTo>
                  <a:lnTo>
                    <a:pt x="116491" y="379952"/>
                  </a:lnTo>
                  <a:lnTo>
                    <a:pt x="110871" y="382524"/>
                  </a:lnTo>
                  <a:lnTo>
                    <a:pt x="96012" y="396050"/>
                  </a:lnTo>
                  <a:lnTo>
                    <a:pt x="91630" y="400145"/>
                  </a:lnTo>
                  <a:lnTo>
                    <a:pt x="90678" y="402241"/>
                  </a:lnTo>
                  <a:lnTo>
                    <a:pt x="93250" y="421481"/>
                  </a:lnTo>
                  <a:lnTo>
                    <a:pt x="75057" y="392240"/>
                  </a:lnTo>
                  <a:lnTo>
                    <a:pt x="80105" y="373285"/>
                  </a:lnTo>
                  <a:lnTo>
                    <a:pt x="85630" y="352711"/>
                  </a:lnTo>
                  <a:lnTo>
                    <a:pt x="93821" y="331089"/>
                  </a:lnTo>
                  <a:lnTo>
                    <a:pt x="86392" y="260795"/>
                  </a:lnTo>
                  <a:lnTo>
                    <a:pt x="81534" y="252222"/>
                  </a:lnTo>
                  <a:lnTo>
                    <a:pt x="72771" y="236506"/>
                  </a:lnTo>
                  <a:lnTo>
                    <a:pt x="67913" y="223933"/>
                  </a:lnTo>
                  <a:lnTo>
                    <a:pt x="64865" y="215932"/>
                  </a:lnTo>
                  <a:lnTo>
                    <a:pt x="64579" y="209931"/>
                  </a:lnTo>
                  <a:lnTo>
                    <a:pt x="64484" y="208788"/>
                  </a:lnTo>
                  <a:lnTo>
                    <a:pt x="64389" y="206597"/>
                  </a:lnTo>
                  <a:lnTo>
                    <a:pt x="70009" y="190786"/>
                  </a:lnTo>
                  <a:lnTo>
                    <a:pt x="76200" y="171069"/>
                  </a:lnTo>
                  <a:lnTo>
                    <a:pt x="76676" y="169354"/>
                  </a:lnTo>
                  <a:lnTo>
                    <a:pt x="77819" y="165925"/>
                  </a:lnTo>
                  <a:lnTo>
                    <a:pt x="79629" y="159829"/>
                  </a:lnTo>
                  <a:lnTo>
                    <a:pt x="79438" y="157163"/>
                  </a:lnTo>
                  <a:lnTo>
                    <a:pt x="78867" y="155924"/>
                  </a:lnTo>
                  <a:lnTo>
                    <a:pt x="78010" y="154210"/>
                  </a:lnTo>
                  <a:lnTo>
                    <a:pt x="76390" y="153067"/>
                  </a:lnTo>
                  <a:lnTo>
                    <a:pt x="74866" y="152781"/>
                  </a:lnTo>
                  <a:lnTo>
                    <a:pt x="72104" y="152209"/>
                  </a:lnTo>
                  <a:lnTo>
                    <a:pt x="65246" y="152209"/>
                  </a:lnTo>
                  <a:lnTo>
                    <a:pt x="62770" y="153448"/>
                  </a:lnTo>
                  <a:lnTo>
                    <a:pt x="61151" y="154210"/>
                  </a:lnTo>
                  <a:lnTo>
                    <a:pt x="61151" y="154877"/>
                  </a:lnTo>
                  <a:lnTo>
                    <a:pt x="61246" y="155924"/>
                  </a:lnTo>
                  <a:lnTo>
                    <a:pt x="50102" y="155448"/>
                  </a:lnTo>
                  <a:lnTo>
                    <a:pt x="24289" y="154210"/>
                  </a:lnTo>
                  <a:lnTo>
                    <a:pt x="22193" y="152114"/>
                  </a:lnTo>
                  <a:lnTo>
                    <a:pt x="21431" y="151448"/>
                  </a:lnTo>
                  <a:lnTo>
                    <a:pt x="19431" y="149542"/>
                  </a:lnTo>
                  <a:lnTo>
                    <a:pt x="13716" y="143923"/>
                  </a:lnTo>
                  <a:lnTo>
                    <a:pt x="0" y="120587"/>
                  </a:lnTo>
                  <a:lnTo>
                    <a:pt x="190" y="104775"/>
                  </a:lnTo>
                  <a:lnTo>
                    <a:pt x="286" y="101822"/>
                  </a:lnTo>
                  <a:lnTo>
                    <a:pt x="476" y="87916"/>
                  </a:lnTo>
                  <a:lnTo>
                    <a:pt x="476" y="87058"/>
                  </a:lnTo>
                  <a:lnTo>
                    <a:pt x="953" y="79153"/>
                  </a:lnTo>
                  <a:lnTo>
                    <a:pt x="2381" y="77438"/>
                  </a:lnTo>
                  <a:lnTo>
                    <a:pt x="4763" y="75914"/>
                  </a:lnTo>
                  <a:lnTo>
                    <a:pt x="6001" y="75152"/>
                  </a:lnTo>
                  <a:lnTo>
                    <a:pt x="8191" y="73342"/>
                  </a:lnTo>
                  <a:lnTo>
                    <a:pt x="9335" y="69913"/>
                  </a:lnTo>
                  <a:lnTo>
                    <a:pt x="13811" y="50673"/>
                  </a:lnTo>
                  <a:lnTo>
                    <a:pt x="14192" y="46482"/>
                  </a:lnTo>
                  <a:lnTo>
                    <a:pt x="14288" y="45053"/>
                  </a:lnTo>
                  <a:lnTo>
                    <a:pt x="14383" y="44196"/>
                  </a:lnTo>
                  <a:lnTo>
                    <a:pt x="12382" y="34195"/>
                  </a:lnTo>
                  <a:lnTo>
                    <a:pt x="11335" y="30671"/>
                  </a:lnTo>
                  <a:lnTo>
                    <a:pt x="20003" y="38576"/>
                  </a:lnTo>
                  <a:lnTo>
                    <a:pt x="22765" y="40958"/>
                  </a:lnTo>
                  <a:lnTo>
                    <a:pt x="26956" y="42577"/>
                  </a:lnTo>
                  <a:lnTo>
                    <a:pt x="34004" y="45053"/>
                  </a:lnTo>
                  <a:lnTo>
                    <a:pt x="97917" y="63913"/>
                  </a:lnTo>
                  <a:lnTo>
                    <a:pt x="99631" y="63722"/>
                  </a:lnTo>
                  <a:lnTo>
                    <a:pt x="102870" y="62389"/>
                  </a:lnTo>
                  <a:lnTo>
                    <a:pt x="106489" y="60198"/>
                  </a:lnTo>
                  <a:lnTo>
                    <a:pt x="108395" y="58960"/>
                  </a:lnTo>
                  <a:lnTo>
                    <a:pt x="114967" y="42100"/>
                  </a:lnTo>
                  <a:lnTo>
                    <a:pt x="131636" y="21812"/>
                  </a:lnTo>
                  <a:lnTo>
                    <a:pt x="150781" y="1619"/>
                  </a:lnTo>
                  <a:lnTo>
                    <a:pt x="159258" y="0"/>
                  </a:lnTo>
                  <a:lnTo>
                    <a:pt x="161068" y="5048"/>
                  </a:lnTo>
                  <a:lnTo>
                    <a:pt x="161449" y="6287"/>
                  </a:lnTo>
                  <a:lnTo>
                    <a:pt x="161735" y="6953"/>
                  </a:lnTo>
                  <a:lnTo>
                    <a:pt x="162115" y="8382"/>
                  </a:lnTo>
                  <a:lnTo>
                    <a:pt x="163258" y="10954"/>
                  </a:lnTo>
                  <a:lnTo>
                    <a:pt x="163544" y="11525"/>
                  </a:lnTo>
                  <a:lnTo>
                    <a:pt x="164592" y="13621"/>
                  </a:lnTo>
                  <a:lnTo>
                    <a:pt x="165640" y="15716"/>
                  </a:lnTo>
                  <a:lnTo>
                    <a:pt x="167164" y="18669"/>
                  </a:lnTo>
                  <a:lnTo>
                    <a:pt x="169450" y="22765"/>
                  </a:lnTo>
                  <a:lnTo>
                    <a:pt x="171831" y="26003"/>
                  </a:lnTo>
                  <a:lnTo>
                    <a:pt x="180308" y="36195"/>
                  </a:lnTo>
                  <a:lnTo>
                    <a:pt x="188690" y="52102"/>
                  </a:lnTo>
                  <a:lnTo>
                    <a:pt x="190405" y="55436"/>
                  </a:lnTo>
                  <a:lnTo>
                    <a:pt x="209931" y="67913"/>
                  </a:lnTo>
                  <a:lnTo>
                    <a:pt x="234124" y="103156"/>
                  </a:lnTo>
                  <a:lnTo>
                    <a:pt x="243078" y="111919"/>
                  </a:lnTo>
                  <a:lnTo>
                    <a:pt x="251270" y="117158"/>
                  </a:lnTo>
                  <a:lnTo>
                    <a:pt x="260985" y="122682"/>
                  </a:lnTo>
                  <a:lnTo>
                    <a:pt x="372428" y="149352"/>
                  </a:lnTo>
                  <a:lnTo>
                    <a:pt x="387096" y="164783"/>
                  </a:lnTo>
                  <a:lnTo>
                    <a:pt x="388620" y="171355"/>
                  </a:lnTo>
                  <a:lnTo>
                    <a:pt x="379286" y="180499"/>
                  </a:lnTo>
                  <a:lnTo>
                    <a:pt x="382143" y="181832"/>
                  </a:lnTo>
                  <a:lnTo>
                    <a:pt x="385286" y="183356"/>
                  </a:lnTo>
                  <a:lnTo>
                    <a:pt x="418719" y="19021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9" name="서울특별시 종로구 평창동">
              <a:extLst>
                <a:ext uri="{FF2B5EF4-FFF2-40B4-BE49-F238E27FC236}">
                  <a16:creationId xmlns:a16="http://schemas.microsoft.com/office/drawing/2014/main" id="{9CC8AB13-F230-0A0B-4B2B-BFC8E895387E}"/>
                </a:ext>
              </a:extLst>
            </p:cNvPr>
            <p:cNvSpPr/>
            <p:nvPr/>
          </p:nvSpPr>
          <p:spPr>
            <a:xfrm>
              <a:off x="5662136" y="2209228"/>
              <a:ext cx="684561" cy="674750"/>
            </a:xfrm>
            <a:custGeom>
              <a:avLst/>
              <a:gdLst>
                <a:gd name="connsiteX0" fmla="*/ 454914 w 684561"/>
                <a:gd name="connsiteY0" fmla="*/ 16288 h 674750"/>
                <a:gd name="connsiteX1" fmla="*/ 480441 w 684561"/>
                <a:gd name="connsiteY1" fmla="*/ 39814 h 674750"/>
                <a:gd name="connsiteX2" fmla="*/ 478060 w 684561"/>
                <a:gd name="connsiteY2" fmla="*/ 54578 h 674750"/>
                <a:gd name="connsiteX3" fmla="*/ 483870 w 684561"/>
                <a:gd name="connsiteY3" fmla="*/ 62293 h 674750"/>
                <a:gd name="connsiteX4" fmla="*/ 511778 w 684561"/>
                <a:gd name="connsiteY4" fmla="*/ 69723 h 674750"/>
                <a:gd name="connsiteX5" fmla="*/ 535591 w 684561"/>
                <a:gd name="connsiteY5" fmla="*/ 55817 h 674750"/>
                <a:gd name="connsiteX6" fmla="*/ 545878 w 684561"/>
                <a:gd name="connsiteY6" fmla="*/ 54578 h 674750"/>
                <a:gd name="connsiteX7" fmla="*/ 553402 w 684561"/>
                <a:gd name="connsiteY7" fmla="*/ 58579 h 674750"/>
                <a:gd name="connsiteX8" fmla="*/ 553212 w 684561"/>
                <a:gd name="connsiteY8" fmla="*/ 65913 h 674750"/>
                <a:gd name="connsiteX9" fmla="*/ 546544 w 684561"/>
                <a:gd name="connsiteY9" fmla="*/ 71247 h 674750"/>
                <a:gd name="connsiteX10" fmla="*/ 538163 w 684561"/>
                <a:gd name="connsiteY10" fmla="*/ 78105 h 674750"/>
                <a:gd name="connsiteX11" fmla="*/ 534829 w 684561"/>
                <a:gd name="connsiteY11" fmla="*/ 92869 h 674750"/>
                <a:gd name="connsiteX12" fmla="*/ 533972 w 684561"/>
                <a:gd name="connsiteY12" fmla="*/ 96583 h 674750"/>
                <a:gd name="connsiteX13" fmla="*/ 529876 w 684561"/>
                <a:gd name="connsiteY13" fmla="*/ 139827 h 674750"/>
                <a:gd name="connsiteX14" fmla="*/ 547306 w 684561"/>
                <a:gd name="connsiteY14" fmla="*/ 158305 h 674750"/>
                <a:gd name="connsiteX15" fmla="*/ 559975 w 684561"/>
                <a:gd name="connsiteY15" fmla="*/ 172784 h 674750"/>
                <a:gd name="connsiteX16" fmla="*/ 569119 w 684561"/>
                <a:gd name="connsiteY16" fmla="*/ 191262 h 674750"/>
                <a:gd name="connsiteX17" fmla="*/ 581977 w 684561"/>
                <a:gd name="connsiteY17" fmla="*/ 224123 h 674750"/>
                <a:gd name="connsiteX18" fmla="*/ 576834 w 684561"/>
                <a:gd name="connsiteY18" fmla="*/ 235267 h 674750"/>
                <a:gd name="connsiteX19" fmla="*/ 580739 w 684561"/>
                <a:gd name="connsiteY19" fmla="*/ 246031 h 674750"/>
                <a:gd name="connsiteX20" fmla="*/ 595027 w 684561"/>
                <a:gd name="connsiteY20" fmla="*/ 282607 h 674750"/>
                <a:gd name="connsiteX21" fmla="*/ 602932 w 684561"/>
                <a:gd name="connsiteY21" fmla="*/ 289370 h 674750"/>
                <a:gd name="connsiteX22" fmla="*/ 616267 w 684561"/>
                <a:gd name="connsiteY22" fmla="*/ 293370 h 674750"/>
                <a:gd name="connsiteX23" fmla="*/ 626459 w 684561"/>
                <a:gd name="connsiteY23" fmla="*/ 297561 h 674750"/>
                <a:gd name="connsiteX24" fmla="*/ 641032 w 684561"/>
                <a:gd name="connsiteY24" fmla="*/ 303467 h 674750"/>
                <a:gd name="connsiteX25" fmla="*/ 665607 w 684561"/>
                <a:gd name="connsiteY25" fmla="*/ 319088 h 674750"/>
                <a:gd name="connsiteX26" fmla="*/ 672274 w 684561"/>
                <a:gd name="connsiteY26" fmla="*/ 339566 h 674750"/>
                <a:gd name="connsiteX27" fmla="*/ 670369 w 684561"/>
                <a:gd name="connsiteY27" fmla="*/ 393573 h 674750"/>
                <a:gd name="connsiteX28" fmla="*/ 666940 w 684561"/>
                <a:gd name="connsiteY28" fmla="*/ 396716 h 674750"/>
                <a:gd name="connsiteX29" fmla="*/ 657892 w 684561"/>
                <a:gd name="connsiteY29" fmla="*/ 405098 h 674750"/>
                <a:gd name="connsiteX30" fmla="*/ 652939 w 684561"/>
                <a:gd name="connsiteY30" fmla="*/ 425767 h 674750"/>
                <a:gd name="connsiteX31" fmla="*/ 652463 w 684561"/>
                <a:gd name="connsiteY31" fmla="*/ 433388 h 674750"/>
                <a:gd name="connsiteX32" fmla="*/ 652177 w 684561"/>
                <a:gd name="connsiteY32" fmla="*/ 438245 h 674750"/>
                <a:gd name="connsiteX33" fmla="*/ 651129 w 684561"/>
                <a:gd name="connsiteY33" fmla="*/ 455867 h 674750"/>
                <a:gd name="connsiteX34" fmla="*/ 656463 w 684561"/>
                <a:gd name="connsiteY34" fmla="*/ 471392 h 674750"/>
                <a:gd name="connsiteX35" fmla="*/ 663607 w 684561"/>
                <a:gd name="connsiteY35" fmla="*/ 492347 h 674750"/>
                <a:gd name="connsiteX36" fmla="*/ 684562 w 684561"/>
                <a:gd name="connsiteY36" fmla="*/ 563213 h 674750"/>
                <a:gd name="connsiteX37" fmla="*/ 659701 w 684561"/>
                <a:gd name="connsiteY37" fmla="*/ 583787 h 674750"/>
                <a:gd name="connsiteX38" fmla="*/ 633127 w 684561"/>
                <a:gd name="connsiteY38" fmla="*/ 595408 h 674750"/>
                <a:gd name="connsiteX39" fmla="*/ 596741 w 684561"/>
                <a:gd name="connsiteY39" fmla="*/ 596265 h 674750"/>
                <a:gd name="connsiteX40" fmla="*/ 593598 w 684561"/>
                <a:gd name="connsiteY40" fmla="*/ 596360 h 674750"/>
                <a:gd name="connsiteX41" fmla="*/ 592646 w 684561"/>
                <a:gd name="connsiteY41" fmla="*/ 596551 h 674750"/>
                <a:gd name="connsiteX42" fmla="*/ 584549 w 684561"/>
                <a:gd name="connsiteY42" fmla="*/ 598265 h 674750"/>
                <a:gd name="connsiteX43" fmla="*/ 572548 w 684561"/>
                <a:gd name="connsiteY43" fmla="*/ 600742 h 674750"/>
                <a:gd name="connsiteX44" fmla="*/ 572548 w 684561"/>
                <a:gd name="connsiteY44" fmla="*/ 620839 h 674750"/>
                <a:gd name="connsiteX45" fmla="*/ 572548 w 684561"/>
                <a:gd name="connsiteY45" fmla="*/ 636651 h 674750"/>
                <a:gd name="connsiteX46" fmla="*/ 580644 w 684561"/>
                <a:gd name="connsiteY46" fmla="*/ 660654 h 674750"/>
                <a:gd name="connsiteX47" fmla="*/ 583978 w 684561"/>
                <a:gd name="connsiteY47" fmla="*/ 664464 h 674750"/>
                <a:gd name="connsiteX48" fmla="*/ 586740 w 684561"/>
                <a:gd name="connsiteY48" fmla="*/ 667702 h 674750"/>
                <a:gd name="connsiteX49" fmla="*/ 592264 w 684561"/>
                <a:gd name="connsiteY49" fmla="*/ 673989 h 674750"/>
                <a:gd name="connsiteX50" fmla="*/ 592931 w 684561"/>
                <a:gd name="connsiteY50" fmla="*/ 674751 h 674750"/>
                <a:gd name="connsiteX51" fmla="*/ 563404 w 684561"/>
                <a:gd name="connsiteY51" fmla="*/ 674751 h 674750"/>
                <a:gd name="connsiteX52" fmla="*/ 468916 w 684561"/>
                <a:gd name="connsiteY52" fmla="*/ 647509 h 674750"/>
                <a:gd name="connsiteX53" fmla="*/ 435483 w 684561"/>
                <a:gd name="connsiteY53" fmla="*/ 640651 h 674750"/>
                <a:gd name="connsiteX54" fmla="*/ 432340 w 684561"/>
                <a:gd name="connsiteY54" fmla="*/ 639127 h 674750"/>
                <a:gd name="connsiteX55" fmla="*/ 429482 w 684561"/>
                <a:gd name="connsiteY55" fmla="*/ 637794 h 674750"/>
                <a:gd name="connsiteX56" fmla="*/ 438817 w 684561"/>
                <a:gd name="connsiteY56" fmla="*/ 628650 h 674750"/>
                <a:gd name="connsiteX57" fmla="*/ 437293 w 684561"/>
                <a:gd name="connsiteY57" fmla="*/ 622078 h 674750"/>
                <a:gd name="connsiteX58" fmla="*/ 422624 w 684561"/>
                <a:gd name="connsiteY58" fmla="*/ 606647 h 674750"/>
                <a:gd name="connsiteX59" fmla="*/ 311182 w 684561"/>
                <a:gd name="connsiteY59" fmla="*/ 579977 h 674750"/>
                <a:gd name="connsiteX60" fmla="*/ 301466 w 684561"/>
                <a:gd name="connsiteY60" fmla="*/ 574453 h 674750"/>
                <a:gd name="connsiteX61" fmla="*/ 293275 w 684561"/>
                <a:gd name="connsiteY61" fmla="*/ 569214 h 674750"/>
                <a:gd name="connsiteX62" fmla="*/ 284321 w 684561"/>
                <a:gd name="connsiteY62" fmla="*/ 560451 h 674750"/>
                <a:gd name="connsiteX63" fmla="*/ 260128 w 684561"/>
                <a:gd name="connsiteY63" fmla="*/ 525209 h 674750"/>
                <a:gd name="connsiteX64" fmla="*/ 240601 w 684561"/>
                <a:gd name="connsiteY64" fmla="*/ 512731 h 674750"/>
                <a:gd name="connsiteX65" fmla="*/ 238887 w 684561"/>
                <a:gd name="connsiteY65" fmla="*/ 509397 h 674750"/>
                <a:gd name="connsiteX66" fmla="*/ 230505 w 684561"/>
                <a:gd name="connsiteY66" fmla="*/ 493490 h 674750"/>
                <a:gd name="connsiteX67" fmla="*/ 222028 w 684561"/>
                <a:gd name="connsiteY67" fmla="*/ 483298 h 674750"/>
                <a:gd name="connsiteX68" fmla="*/ 219646 w 684561"/>
                <a:gd name="connsiteY68" fmla="*/ 480060 h 674750"/>
                <a:gd name="connsiteX69" fmla="*/ 217360 w 684561"/>
                <a:gd name="connsiteY69" fmla="*/ 475964 h 674750"/>
                <a:gd name="connsiteX70" fmla="*/ 215836 w 684561"/>
                <a:gd name="connsiteY70" fmla="*/ 473012 h 674750"/>
                <a:gd name="connsiteX71" fmla="*/ 214789 w 684561"/>
                <a:gd name="connsiteY71" fmla="*/ 470916 h 674750"/>
                <a:gd name="connsiteX72" fmla="*/ 213741 w 684561"/>
                <a:gd name="connsiteY72" fmla="*/ 468821 h 674750"/>
                <a:gd name="connsiteX73" fmla="*/ 213455 w 684561"/>
                <a:gd name="connsiteY73" fmla="*/ 468249 h 674750"/>
                <a:gd name="connsiteX74" fmla="*/ 212312 w 684561"/>
                <a:gd name="connsiteY74" fmla="*/ 465677 h 674750"/>
                <a:gd name="connsiteX75" fmla="*/ 211931 w 684561"/>
                <a:gd name="connsiteY75" fmla="*/ 464248 h 674750"/>
                <a:gd name="connsiteX76" fmla="*/ 211646 w 684561"/>
                <a:gd name="connsiteY76" fmla="*/ 463582 h 674750"/>
                <a:gd name="connsiteX77" fmla="*/ 211264 w 684561"/>
                <a:gd name="connsiteY77" fmla="*/ 462343 h 674750"/>
                <a:gd name="connsiteX78" fmla="*/ 209455 w 684561"/>
                <a:gd name="connsiteY78" fmla="*/ 457295 h 674750"/>
                <a:gd name="connsiteX79" fmla="*/ 200977 w 684561"/>
                <a:gd name="connsiteY79" fmla="*/ 458914 h 674750"/>
                <a:gd name="connsiteX80" fmla="*/ 181832 w 684561"/>
                <a:gd name="connsiteY80" fmla="*/ 479108 h 674750"/>
                <a:gd name="connsiteX81" fmla="*/ 165163 w 684561"/>
                <a:gd name="connsiteY81" fmla="*/ 499396 h 674750"/>
                <a:gd name="connsiteX82" fmla="*/ 158591 w 684561"/>
                <a:gd name="connsiteY82" fmla="*/ 516255 h 674750"/>
                <a:gd name="connsiteX83" fmla="*/ 156686 w 684561"/>
                <a:gd name="connsiteY83" fmla="*/ 517493 h 674750"/>
                <a:gd name="connsiteX84" fmla="*/ 153067 w 684561"/>
                <a:gd name="connsiteY84" fmla="*/ 519684 h 674750"/>
                <a:gd name="connsiteX85" fmla="*/ 149828 w 684561"/>
                <a:gd name="connsiteY85" fmla="*/ 521017 h 674750"/>
                <a:gd name="connsiteX86" fmla="*/ 148114 w 684561"/>
                <a:gd name="connsiteY86" fmla="*/ 521208 h 674750"/>
                <a:gd name="connsiteX87" fmla="*/ 84201 w 684561"/>
                <a:gd name="connsiteY87" fmla="*/ 502348 h 674750"/>
                <a:gd name="connsiteX88" fmla="*/ 77152 w 684561"/>
                <a:gd name="connsiteY88" fmla="*/ 499872 h 674750"/>
                <a:gd name="connsiteX89" fmla="*/ 72961 w 684561"/>
                <a:gd name="connsiteY89" fmla="*/ 498253 h 674750"/>
                <a:gd name="connsiteX90" fmla="*/ 70199 w 684561"/>
                <a:gd name="connsiteY90" fmla="*/ 495871 h 674750"/>
                <a:gd name="connsiteX91" fmla="*/ 61531 w 684561"/>
                <a:gd name="connsiteY91" fmla="*/ 487966 h 674750"/>
                <a:gd name="connsiteX92" fmla="*/ 56864 w 684561"/>
                <a:gd name="connsiteY92" fmla="*/ 483775 h 674750"/>
                <a:gd name="connsiteX93" fmla="*/ 13716 w 684561"/>
                <a:gd name="connsiteY93" fmla="*/ 434435 h 674750"/>
                <a:gd name="connsiteX94" fmla="*/ 7144 w 684561"/>
                <a:gd name="connsiteY94" fmla="*/ 442436 h 674750"/>
                <a:gd name="connsiteX95" fmla="*/ 0 w 684561"/>
                <a:gd name="connsiteY95" fmla="*/ 409289 h 674750"/>
                <a:gd name="connsiteX96" fmla="*/ 11811 w 684561"/>
                <a:gd name="connsiteY96" fmla="*/ 386525 h 674750"/>
                <a:gd name="connsiteX97" fmla="*/ 15621 w 684561"/>
                <a:gd name="connsiteY97" fmla="*/ 371380 h 674750"/>
                <a:gd name="connsiteX98" fmla="*/ 17335 w 684561"/>
                <a:gd name="connsiteY98" fmla="*/ 361188 h 674750"/>
                <a:gd name="connsiteX99" fmla="*/ 12859 w 684561"/>
                <a:gd name="connsiteY99" fmla="*/ 315373 h 674750"/>
                <a:gd name="connsiteX100" fmla="*/ 7525 w 684561"/>
                <a:gd name="connsiteY100" fmla="*/ 292894 h 674750"/>
                <a:gd name="connsiteX101" fmla="*/ 6286 w 684561"/>
                <a:gd name="connsiteY101" fmla="*/ 252413 h 674750"/>
                <a:gd name="connsiteX102" fmla="*/ 22765 w 684561"/>
                <a:gd name="connsiteY102" fmla="*/ 172021 h 674750"/>
                <a:gd name="connsiteX103" fmla="*/ 31432 w 684561"/>
                <a:gd name="connsiteY103" fmla="*/ 144209 h 674750"/>
                <a:gd name="connsiteX104" fmla="*/ 39719 w 684561"/>
                <a:gd name="connsiteY104" fmla="*/ 135255 h 674750"/>
                <a:gd name="connsiteX105" fmla="*/ 42958 w 684561"/>
                <a:gd name="connsiteY105" fmla="*/ 133921 h 674750"/>
                <a:gd name="connsiteX106" fmla="*/ 57912 w 684561"/>
                <a:gd name="connsiteY106" fmla="*/ 128968 h 674750"/>
                <a:gd name="connsiteX107" fmla="*/ 122777 w 684561"/>
                <a:gd name="connsiteY107" fmla="*/ 125444 h 674750"/>
                <a:gd name="connsiteX108" fmla="*/ 135826 w 684561"/>
                <a:gd name="connsiteY108" fmla="*/ 110776 h 674750"/>
                <a:gd name="connsiteX109" fmla="*/ 173260 w 684561"/>
                <a:gd name="connsiteY109" fmla="*/ 68866 h 674750"/>
                <a:gd name="connsiteX110" fmla="*/ 224028 w 684561"/>
                <a:gd name="connsiteY110" fmla="*/ 62198 h 674750"/>
                <a:gd name="connsiteX111" fmla="*/ 319945 w 684561"/>
                <a:gd name="connsiteY111" fmla="*/ 44863 h 674750"/>
                <a:gd name="connsiteX112" fmla="*/ 332804 w 684561"/>
                <a:gd name="connsiteY112" fmla="*/ 41624 h 674750"/>
                <a:gd name="connsiteX113" fmla="*/ 341471 w 684561"/>
                <a:gd name="connsiteY113" fmla="*/ 39529 h 674750"/>
                <a:gd name="connsiteX114" fmla="*/ 349282 w 684561"/>
                <a:gd name="connsiteY114" fmla="*/ 37338 h 674750"/>
                <a:gd name="connsiteX115" fmla="*/ 366617 w 684561"/>
                <a:gd name="connsiteY115" fmla="*/ 25813 h 674750"/>
                <a:gd name="connsiteX116" fmla="*/ 395288 w 684561"/>
                <a:gd name="connsiteY116" fmla="*/ 0 h 674750"/>
                <a:gd name="connsiteX117" fmla="*/ 454914 w 684561"/>
                <a:gd name="connsiteY117" fmla="*/ 16288 h 6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84561" h="674750">
                  <a:moveTo>
                    <a:pt x="454914" y="16288"/>
                  </a:moveTo>
                  <a:lnTo>
                    <a:pt x="480441" y="39814"/>
                  </a:lnTo>
                  <a:lnTo>
                    <a:pt x="478060" y="54578"/>
                  </a:lnTo>
                  <a:lnTo>
                    <a:pt x="483870" y="62293"/>
                  </a:lnTo>
                  <a:lnTo>
                    <a:pt x="511778" y="69723"/>
                  </a:lnTo>
                  <a:lnTo>
                    <a:pt x="535591" y="55817"/>
                  </a:lnTo>
                  <a:lnTo>
                    <a:pt x="545878" y="54578"/>
                  </a:lnTo>
                  <a:lnTo>
                    <a:pt x="553402" y="58579"/>
                  </a:lnTo>
                  <a:lnTo>
                    <a:pt x="553212" y="65913"/>
                  </a:lnTo>
                  <a:lnTo>
                    <a:pt x="546544" y="71247"/>
                  </a:lnTo>
                  <a:lnTo>
                    <a:pt x="538163" y="78105"/>
                  </a:lnTo>
                  <a:lnTo>
                    <a:pt x="534829" y="92869"/>
                  </a:lnTo>
                  <a:lnTo>
                    <a:pt x="533972" y="96583"/>
                  </a:lnTo>
                  <a:lnTo>
                    <a:pt x="529876" y="139827"/>
                  </a:lnTo>
                  <a:lnTo>
                    <a:pt x="547306" y="158305"/>
                  </a:lnTo>
                  <a:lnTo>
                    <a:pt x="559975" y="172784"/>
                  </a:lnTo>
                  <a:lnTo>
                    <a:pt x="569119" y="191262"/>
                  </a:lnTo>
                  <a:lnTo>
                    <a:pt x="581977" y="224123"/>
                  </a:lnTo>
                  <a:lnTo>
                    <a:pt x="576834" y="235267"/>
                  </a:lnTo>
                  <a:lnTo>
                    <a:pt x="580739" y="246031"/>
                  </a:lnTo>
                  <a:lnTo>
                    <a:pt x="595027" y="282607"/>
                  </a:lnTo>
                  <a:lnTo>
                    <a:pt x="602932" y="289370"/>
                  </a:lnTo>
                  <a:lnTo>
                    <a:pt x="616267" y="293370"/>
                  </a:lnTo>
                  <a:lnTo>
                    <a:pt x="626459" y="297561"/>
                  </a:lnTo>
                  <a:lnTo>
                    <a:pt x="641032" y="303467"/>
                  </a:lnTo>
                  <a:lnTo>
                    <a:pt x="665607" y="319088"/>
                  </a:lnTo>
                  <a:lnTo>
                    <a:pt x="672274" y="339566"/>
                  </a:lnTo>
                  <a:lnTo>
                    <a:pt x="670369" y="393573"/>
                  </a:lnTo>
                  <a:lnTo>
                    <a:pt x="666940" y="396716"/>
                  </a:lnTo>
                  <a:lnTo>
                    <a:pt x="657892" y="405098"/>
                  </a:lnTo>
                  <a:lnTo>
                    <a:pt x="652939" y="425767"/>
                  </a:lnTo>
                  <a:lnTo>
                    <a:pt x="652463" y="433388"/>
                  </a:lnTo>
                  <a:lnTo>
                    <a:pt x="652177" y="438245"/>
                  </a:lnTo>
                  <a:lnTo>
                    <a:pt x="651129" y="455867"/>
                  </a:lnTo>
                  <a:lnTo>
                    <a:pt x="656463" y="471392"/>
                  </a:lnTo>
                  <a:lnTo>
                    <a:pt x="663607" y="492347"/>
                  </a:lnTo>
                  <a:lnTo>
                    <a:pt x="684562" y="563213"/>
                  </a:lnTo>
                  <a:lnTo>
                    <a:pt x="659701" y="583787"/>
                  </a:lnTo>
                  <a:lnTo>
                    <a:pt x="633127" y="595408"/>
                  </a:lnTo>
                  <a:lnTo>
                    <a:pt x="596741" y="596265"/>
                  </a:lnTo>
                  <a:lnTo>
                    <a:pt x="593598" y="596360"/>
                  </a:lnTo>
                  <a:lnTo>
                    <a:pt x="592646" y="596551"/>
                  </a:lnTo>
                  <a:lnTo>
                    <a:pt x="584549" y="598265"/>
                  </a:lnTo>
                  <a:lnTo>
                    <a:pt x="572548" y="600742"/>
                  </a:lnTo>
                  <a:lnTo>
                    <a:pt x="572548" y="620839"/>
                  </a:lnTo>
                  <a:lnTo>
                    <a:pt x="572548" y="636651"/>
                  </a:lnTo>
                  <a:lnTo>
                    <a:pt x="580644" y="660654"/>
                  </a:lnTo>
                  <a:lnTo>
                    <a:pt x="583978" y="664464"/>
                  </a:lnTo>
                  <a:lnTo>
                    <a:pt x="586740" y="667702"/>
                  </a:lnTo>
                  <a:lnTo>
                    <a:pt x="592264" y="673989"/>
                  </a:lnTo>
                  <a:lnTo>
                    <a:pt x="592931" y="674751"/>
                  </a:lnTo>
                  <a:lnTo>
                    <a:pt x="563404" y="674751"/>
                  </a:lnTo>
                  <a:lnTo>
                    <a:pt x="468916" y="647509"/>
                  </a:lnTo>
                  <a:lnTo>
                    <a:pt x="435483" y="640651"/>
                  </a:lnTo>
                  <a:lnTo>
                    <a:pt x="432340" y="639127"/>
                  </a:lnTo>
                  <a:lnTo>
                    <a:pt x="429482" y="637794"/>
                  </a:lnTo>
                  <a:lnTo>
                    <a:pt x="438817" y="628650"/>
                  </a:lnTo>
                  <a:lnTo>
                    <a:pt x="437293" y="622078"/>
                  </a:lnTo>
                  <a:lnTo>
                    <a:pt x="422624" y="606647"/>
                  </a:lnTo>
                  <a:lnTo>
                    <a:pt x="311182" y="579977"/>
                  </a:lnTo>
                  <a:lnTo>
                    <a:pt x="301466" y="574453"/>
                  </a:lnTo>
                  <a:lnTo>
                    <a:pt x="293275" y="569214"/>
                  </a:lnTo>
                  <a:lnTo>
                    <a:pt x="284321" y="560451"/>
                  </a:lnTo>
                  <a:lnTo>
                    <a:pt x="260128" y="525209"/>
                  </a:lnTo>
                  <a:lnTo>
                    <a:pt x="240601" y="512731"/>
                  </a:lnTo>
                  <a:lnTo>
                    <a:pt x="238887" y="509397"/>
                  </a:lnTo>
                  <a:lnTo>
                    <a:pt x="230505" y="493490"/>
                  </a:lnTo>
                  <a:lnTo>
                    <a:pt x="222028" y="483298"/>
                  </a:lnTo>
                  <a:lnTo>
                    <a:pt x="219646" y="480060"/>
                  </a:lnTo>
                  <a:lnTo>
                    <a:pt x="217360" y="475964"/>
                  </a:lnTo>
                  <a:lnTo>
                    <a:pt x="215836" y="473012"/>
                  </a:lnTo>
                  <a:lnTo>
                    <a:pt x="214789" y="470916"/>
                  </a:lnTo>
                  <a:lnTo>
                    <a:pt x="213741" y="468821"/>
                  </a:lnTo>
                  <a:lnTo>
                    <a:pt x="213455" y="468249"/>
                  </a:lnTo>
                  <a:lnTo>
                    <a:pt x="212312" y="465677"/>
                  </a:lnTo>
                  <a:lnTo>
                    <a:pt x="211931" y="464248"/>
                  </a:lnTo>
                  <a:lnTo>
                    <a:pt x="211646" y="463582"/>
                  </a:lnTo>
                  <a:lnTo>
                    <a:pt x="211264" y="462343"/>
                  </a:lnTo>
                  <a:lnTo>
                    <a:pt x="209455" y="457295"/>
                  </a:lnTo>
                  <a:lnTo>
                    <a:pt x="200977" y="458914"/>
                  </a:lnTo>
                  <a:lnTo>
                    <a:pt x="181832" y="479108"/>
                  </a:lnTo>
                  <a:lnTo>
                    <a:pt x="165163" y="499396"/>
                  </a:lnTo>
                  <a:lnTo>
                    <a:pt x="158591" y="516255"/>
                  </a:lnTo>
                  <a:lnTo>
                    <a:pt x="156686" y="517493"/>
                  </a:lnTo>
                  <a:lnTo>
                    <a:pt x="153067" y="519684"/>
                  </a:lnTo>
                  <a:lnTo>
                    <a:pt x="149828" y="521017"/>
                  </a:lnTo>
                  <a:lnTo>
                    <a:pt x="148114" y="521208"/>
                  </a:lnTo>
                  <a:lnTo>
                    <a:pt x="84201" y="502348"/>
                  </a:lnTo>
                  <a:lnTo>
                    <a:pt x="77152" y="499872"/>
                  </a:lnTo>
                  <a:lnTo>
                    <a:pt x="72961" y="498253"/>
                  </a:lnTo>
                  <a:lnTo>
                    <a:pt x="70199" y="495871"/>
                  </a:lnTo>
                  <a:lnTo>
                    <a:pt x="61531" y="487966"/>
                  </a:lnTo>
                  <a:lnTo>
                    <a:pt x="56864" y="483775"/>
                  </a:lnTo>
                  <a:lnTo>
                    <a:pt x="13716" y="434435"/>
                  </a:lnTo>
                  <a:lnTo>
                    <a:pt x="7144" y="442436"/>
                  </a:lnTo>
                  <a:lnTo>
                    <a:pt x="0" y="409289"/>
                  </a:lnTo>
                  <a:lnTo>
                    <a:pt x="11811" y="386525"/>
                  </a:lnTo>
                  <a:lnTo>
                    <a:pt x="15621" y="371380"/>
                  </a:lnTo>
                  <a:lnTo>
                    <a:pt x="17335" y="361188"/>
                  </a:lnTo>
                  <a:lnTo>
                    <a:pt x="12859" y="315373"/>
                  </a:lnTo>
                  <a:lnTo>
                    <a:pt x="7525" y="292894"/>
                  </a:lnTo>
                  <a:lnTo>
                    <a:pt x="6286" y="252413"/>
                  </a:lnTo>
                  <a:lnTo>
                    <a:pt x="22765" y="172021"/>
                  </a:lnTo>
                  <a:lnTo>
                    <a:pt x="31432" y="144209"/>
                  </a:lnTo>
                  <a:lnTo>
                    <a:pt x="39719" y="135255"/>
                  </a:lnTo>
                  <a:lnTo>
                    <a:pt x="42958" y="133921"/>
                  </a:lnTo>
                  <a:lnTo>
                    <a:pt x="57912" y="128968"/>
                  </a:lnTo>
                  <a:lnTo>
                    <a:pt x="122777" y="125444"/>
                  </a:lnTo>
                  <a:lnTo>
                    <a:pt x="135826" y="110776"/>
                  </a:lnTo>
                  <a:lnTo>
                    <a:pt x="173260" y="68866"/>
                  </a:lnTo>
                  <a:lnTo>
                    <a:pt x="224028" y="62198"/>
                  </a:lnTo>
                  <a:lnTo>
                    <a:pt x="319945" y="44863"/>
                  </a:lnTo>
                  <a:lnTo>
                    <a:pt x="332804" y="41624"/>
                  </a:lnTo>
                  <a:lnTo>
                    <a:pt x="341471" y="39529"/>
                  </a:lnTo>
                  <a:lnTo>
                    <a:pt x="349282" y="37338"/>
                  </a:lnTo>
                  <a:lnTo>
                    <a:pt x="366617" y="25813"/>
                  </a:lnTo>
                  <a:lnTo>
                    <a:pt x="395288" y="0"/>
                  </a:lnTo>
                  <a:lnTo>
                    <a:pt x="454914" y="162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0" name="서울특별시 종로구 무악동">
              <a:extLst>
                <a:ext uri="{FF2B5EF4-FFF2-40B4-BE49-F238E27FC236}">
                  <a16:creationId xmlns:a16="http://schemas.microsoft.com/office/drawing/2014/main" id="{2AA8426A-78D4-034B-173F-E2179BCECEAE}"/>
                </a:ext>
              </a:extLst>
            </p:cNvPr>
            <p:cNvSpPr/>
            <p:nvPr/>
          </p:nvSpPr>
          <p:spPr>
            <a:xfrm>
              <a:off x="5726906" y="3126295"/>
              <a:ext cx="168306" cy="158400"/>
            </a:xfrm>
            <a:custGeom>
              <a:avLst/>
              <a:gdLst>
                <a:gd name="connsiteX0" fmla="*/ 129064 w 168306"/>
                <a:gd name="connsiteY0" fmla="*/ 16288 h 158400"/>
                <a:gd name="connsiteX1" fmla="*/ 167735 w 168306"/>
                <a:gd name="connsiteY1" fmla="*/ 40767 h 158400"/>
                <a:gd name="connsiteX2" fmla="*/ 168307 w 168306"/>
                <a:gd name="connsiteY2" fmla="*/ 91250 h 158400"/>
                <a:gd name="connsiteX3" fmla="*/ 149162 w 168306"/>
                <a:gd name="connsiteY3" fmla="*/ 118872 h 158400"/>
                <a:gd name="connsiteX4" fmla="*/ 129349 w 168306"/>
                <a:gd name="connsiteY4" fmla="*/ 153638 h 158400"/>
                <a:gd name="connsiteX5" fmla="*/ 124301 w 168306"/>
                <a:gd name="connsiteY5" fmla="*/ 157163 h 158400"/>
                <a:gd name="connsiteX6" fmla="*/ 109061 w 168306"/>
                <a:gd name="connsiteY6" fmla="*/ 158401 h 158400"/>
                <a:gd name="connsiteX7" fmla="*/ 6668 w 168306"/>
                <a:gd name="connsiteY7" fmla="*/ 58103 h 158400"/>
                <a:gd name="connsiteX8" fmla="*/ 0 w 168306"/>
                <a:gd name="connsiteY8" fmla="*/ 51149 h 158400"/>
                <a:gd name="connsiteX9" fmla="*/ 10954 w 168306"/>
                <a:gd name="connsiteY9" fmla="*/ 50768 h 158400"/>
                <a:gd name="connsiteX10" fmla="*/ 22765 w 168306"/>
                <a:gd name="connsiteY10" fmla="*/ 50292 h 158400"/>
                <a:gd name="connsiteX11" fmla="*/ 25337 w 168306"/>
                <a:gd name="connsiteY11" fmla="*/ 50197 h 158400"/>
                <a:gd name="connsiteX12" fmla="*/ 34480 w 168306"/>
                <a:gd name="connsiteY12" fmla="*/ 49435 h 158400"/>
                <a:gd name="connsiteX13" fmla="*/ 36290 w 168306"/>
                <a:gd name="connsiteY13" fmla="*/ 47339 h 158400"/>
                <a:gd name="connsiteX14" fmla="*/ 39719 w 168306"/>
                <a:gd name="connsiteY14" fmla="*/ 43434 h 158400"/>
                <a:gd name="connsiteX15" fmla="*/ 40100 w 168306"/>
                <a:gd name="connsiteY15" fmla="*/ 30289 h 158400"/>
                <a:gd name="connsiteX16" fmla="*/ 40100 w 168306"/>
                <a:gd name="connsiteY16" fmla="*/ 29908 h 158400"/>
                <a:gd name="connsiteX17" fmla="*/ 40577 w 168306"/>
                <a:gd name="connsiteY17" fmla="*/ 17526 h 158400"/>
                <a:gd name="connsiteX18" fmla="*/ 52578 w 168306"/>
                <a:gd name="connsiteY18" fmla="*/ 7525 h 158400"/>
                <a:gd name="connsiteX19" fmla="*/ 62484 w 168306"/>
                <a:gd name="connsiteY19" fmla="*/ 2096 h 158400"/>
                <a:gd name="connsiteX20" fmla="*/ 64675 w 168306"/>
                <a:gd name="connsiteY20" fmla="*/ 1524 h 158400"/>
                <a:gd name="connsiteX21" fmla="*/ 85439 w 168306"/>
                <a:gd name="connsiteY21" fmla="*/ 0 h 158400"/>
                <a:gd name="connsiteX22" fmla="*/ 94679 w 168306"/>
                <a:gd name="connsiteY22" fmla="*/ 1429 h 158400"/>
                <a:gd name="connsiteX23" fmla="*/ 129064 w 168306"/>
                <a:gd name="connsiteY23" fmla="*/ 16288 h 15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8306" h="158400">
                  <a:moveTo>
                    <a:pt x="129064" y="16288"/>
                  </a:moveTo>
                  <a:lnTo>
                    <a:pt x="167735" y="40767"/>
                  </a:lnTo>
                  <a:lnTo>
                    <a:pt x="168307" y="91250"/>
                  </a:lnTo>
                  <a:lnTo>
                    <a:pt x="149162" y="118872"/>
                  </a:lnTo>
                  <a:lnTo>
                    <a:pt x="129349" y="153638"/>
                  </a:lnTo>
                  <a:lnTo>
                    <a:pt x="124301" y="157163"/>
                  </a:lnTo>
                  <a:lnTo>
                    <a:pt x="109061" y="158401"/>
                  </a:lnTo>
                  <a:lnTo>
                    <a:pt x="6668" y="58103"/>
                  </a:lnTo>
                  <a:lnTo>
                    <a:pt x="0" y="51149"/>
                  </a:lnTo>
                  <a:lnTo>
                    <a:pt x="10954" y="50768"/>
                  </a:lnTo>
                  <a:lnTo>
                    <a:pt x="22765" y="50292"/>
                  </a:lnTo>
                  <a:lnTo>
                    <a:pt x="25337" y="50197"/>
                  </a:lnTo>
                  <a:lnTo>
                    <a:pt x="34480" y="49435"/>
                  </a:lnTo>
                  <a:lnTo>
                    <a:pt x="36290" y="47339"/>
                  </a:lnTo>
                  <a:lnTo>
                    <a:pt x="39719" y="43434"/>
                  </a:lnTo>
                  <a:lnTo>
                    <a:pt x="40100" y="30289"/>
                  </a:lnTo>
                  <a:lnTo>
                    <a:pt x="40100" y="29908"/>
                  </a:lnTo>
                  <a:lnTo>
                    <a:pt x="40577" y="17526"/>
                  </a:lnTo>
                  <a:lnTo>
                    <a:pt x="52578" y="7525"/>
                  </a:lnTo>
                  <a:lnTo>
                    <a:pt x="62484" y="2096"/>
                  </a:lnTo>
                  <a:lnTo>
                    <a:pt x="64675" y="1524"/>
                  </a:lnTo>
                  <a:lnTo>
                    <a:pt x="85439" y="0"/>
                  </a:lnTo>
                  <a:lnTo>
                    <a:pt x="94679" y="1429"/>
                  </a:lnTo>
                  <a:lnTo>
                    <a:pt x="129064" y="162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1" name="서울특별시 종로구 교남동">
              <a:extLst>
                <a:ext uri="{FF2B5EF4-FFF2-40B4-BE49-F238E27FC236}">
                  <a16:creationId xmlns:a16="http://schemas.microsoft.com/office/drawing/2014/main" id="{A630C67C-77C0-3DD6-6C9D-473A28C3D60A}"/>
                </a:ext>
              </a:extLst>
            </p:cNvPr>
            <p:cNvSpPr/>
            <p:nvPr/>
          </p:nvSpPr>
          <p:spPr>
            <a:xfrm>
              <a:off x="5835967" y="3217545"/>
              <a:ext cx="171830" cy="197072"/>
            </a:xfrm>
            <a:custGeom>
              <a:avLst/>
              <a:gdLst>
                <a:gd name="connsiteX0" fmla="*/ 171831 w 171830"/>
                <a:gd name="connsiteY0" fmla="*/ 153543 h 197072"/>
                <a:gd name="connsiteX1" fmla="*/ 152971 w 171830"/>
                <a:gd name="connsiteY1" fmla="*/ 171926 h 197072"/>
                <a:gd name="connsiteX2" fmla="*/ 151447 w 171830"/>
                <a:gd name="connsiteY2" fmla="*/ 173450 h 197072"/>
                <a:gd name="connsiteX3" fmla="*/ 140779 w 171830"/>
                <a:gd name="connsiteY3" fmla="*/ 184214 h 197072"/>
                <a:gd name="connsiteX4" fmla="*/ 140017 w 171830"/>
                <a:gd name="connsiteY4" fmla="*/ 184880 h 197072"/>
                <a:gd name="connsiteX5" fmla="*/ 138208 w 171830"/>
                <a:gd name="connsiteY5" fmla="*/ 186785 h 197072"/>
                <a:gd name="connsiteX6" fmla="*/ 137065 w 171830"/>
                <a:gd name="connsiteY6" fmla="*/ 187833 h 197072"/>
                <a:gd name="connsiteX7" fmla="*/ 138017 w 171830"/>
                <a:gd name="connsiteY7" fmla="*/ 188690 h 197072"/>
                <a:gd name="connsiteX8" fmla="*/ 130588 w 171830"/>
                <a:gd name="connsiteY8" fmla="*/ 197072 h 197072"/>
                <a:gd name="connsiteX9" fmla="*/ 113157 w 171830"/>
                <a:gd name="connsiteY9" fmla="*/ 181166 h 197072"/>
                <a:gd name="connsiteX10" fmla="*/ 42196 w 171830"/>
                <a:gd name="connsiteY10" fmla="*/ 109061 h 197072"/>
                <a:gd name="connsiteX11" fmla="*/ 0 w 171830"/>
                <a:gd name="connsiteY11" fmla="*/ 67151 h 197072"/>
                <a:gd name="connsiteX12" fmla="*/ 15240 w 171830"/>
                <a:gd name="connsiteY12" fmla="*/ 65913 h 197072"/>
                <a:gd name="connsiteX13" fmla="*/ 20288 w 171830"/>
                <a:gd name="connsiteY13" fmla="*/ 62389 h 197072"/>
                <a:gd name="connsiteX14" fmla="*/ 40100 w 171830"/>
                <a:gd name="connsiteY14" fmla="*/ 27622 h 197072"/>
                <a:gd name="connsiteX15" fmla="*/ 59246 w 171830"/>
                <a:gd name="connsiteY15" fmla="*/ 0 h 197072"/>
                <a:gd name="connsiteX16" fmla="*/ 63722 w 171830"/>
                <a:gd name="connsiteY16" fmla="*/ 3238 h 197072"/>
                <a:gd name="connsiteX17" fmla="*/ 74104 w 171830"/>
                <a:gd name="connsiteY17" fmla="*/ 26956 h 197072"/>
                <a:gd name="connsiteX18" fmla="*/ 116776 w 171830"/>
                <a:gd name="connsiteY18" fmla="*/ 92773 h 197072"/>
                <a:gd name="connsiteX19" fmla="*/ 115252 w 171830"/>
                <a:gd name="connsiteY19" fmla="*/ 115062 h 197072"/>
                <a:gd name="connsiteX20" fmla="*/ 111633 w 171830"/>
                <a:gd name="connsiteY20" fmla="*/ 117443 h 197072"/>
                <a:gd name="connsiteX21" fmla="*/ 118300 w 171830"/>
                <a:gd name="connsiteY21" fmla="*/ 123444 h 197072"/>
                <a:gd name="connsiteX22" fmla="*/ 121634 w 171830"/>
                <a:gd name="connsiteY22" fmla="*/ 126206 h 197072"/>
                <a:gd name="connsiteX23" fmla="*/ 128302 w 171830"/>
                <a:gd name="connsiteY23" fmla="*/ 130016 h 197072"/>
                <a:gd name="connsiteX24" fmla="*/ 162687 w 171830"/>
                <a:gd name="connsiteY24" fmla="*/ 149352 h 197072"/>
                <a:gd name="connsiteX25" fmla="*/ 171831 w 171830"/>
                <a:gd name="connsiteY25" fmla="*/ 153543 h 19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830" h="197072">
                  <a:moveTo>
                    <a:pt x="171831" y="153543"/>
                  </a:moveTo>
                  <a:lnTo>
                    <a:pt x="152971" y="171926"/>
                  </a:lnTo>
                  <a:lnTo>
                    <a:pt x="151447" y="173450"/>
                  </a:lnTo>
                  <a:lnTo>
                    <a:pt x="140779" y="184214"/>
                  </a:lnTo>
                  <a:lnTo>
                    <a:pt x="140017" y="184880"/>
                  </a:lnTo>
                  <a:lnTo>
                    <a:pt x="138208" y="186785"/>
                  </a:lnTo>
                  <a:lnTo>
                    <a:pt x="137065" y="187833"/>
                  </a:lnTo>
                  <a:lnTo>
                    <a:pt x="138017" y="188690"/>
                  </a:lnTo>
                  <a:lnTo>
                    <a:pt x="130588" y="197072"/>
                  </a:lnTo>
                  <a:lnTo>
                    <a:pt x="113157" y="181166"/>
                  </a:lnTo>
                  <a:lnTo>
                    <a:pt x="42196" y="109061"/>
                  </a:lnTo>
                  <a:lnTo>
                    <a:pt x="0" y="67151"/>
                  </a:lnTo>
                  <a:lnTo>
                    <a:pt x="15240" y="65913"/>
                  </a:lnTo>
                  <a:lnTo>
                    <a:pt x="20288" y="62389"/>
                  </a:lnTo>
                  <a:lnTo>
                    <a:pt x="40100" y="27622"/>
                  </a:lnTo>
                  <a:lnTo>
                    <a:pt x="59246" y="0"/>
                  </a:lnTo>
                  <a:lnTo>
                    <a:pt x="63722" y="3238"/>
                  </a:lnTo>
                  <a:lnTo>
                    <a:pt x="74104" y="26956"/>
                  </a:lnTo>
                  <a:lnTo>
                    <a:pt x="116776" y="92773"/>
                  </a:lnTo>
                  <a:lnTo>
                    <a:pt x="115252" y="115062"/>
                  </a:lnTo>
                  <a:lnTo>
                    <a:pt x="111633" y="117443"/>
                  </a:lnTo>
                  <a:lnTo>
                    <a:pt x="118300" y="123444"/>
                  </a:lnTo>
                  <a:lnTo>
                    <a:pt x="121634" y="126206"/>
                  </a:lnTo>
                  <a:lnTo>
                    <a:pt x="128302" y="130016"/>
                  </a:lnTo>
                  <a:lnTo>
                    <a:pt x="162687" y="149352"/>
                  </a:lnTo>
                  <a:lnTo>
                    <a:pt x="171831" y="15354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32" name="서울특별시 종로구 가회동">
              <a:extLst>
                <a:ext uri="{FF2B5EF4-FFF2-40B4-BE49-F238E27FC236}">
                  <a16:creationId xmlns:a16="http://schemas.microsoft.com/office/drawing/2014/main" id="{36C7640C-D3DD-49AD-DA2C-D086FF495143}"/>
                </a:ext>
              </a:extLst>
            </p:cNvPr>
            <p:cNvSpPr/>
            <p:nvPr/>
          </p:nvSpPr>
          <p:spPr>
            <a:xfrm>
              <a:off x="6257734" y="2950463"/>
              <a:ext cx="125729" cy="266890"/>
            </a:xfrm>
            <a:custGeom>
              <a:avLst/>
              <a:gdLst>
                <a:gd name="connsiteX0" fmla="*/ 114205 w 125729"/>
                <a:gd name="connsiteY0" fmla="*/ 1619 h 266890"/>
                <a:gd name="connsiteX1" fmla="*/ 99155 w 125729"/>
                <a:gd name="connsiteY1" fmla="*/ 71152 h 266890"/>
                <a:gd name="connsiteX2" fmla="*/ 94202 w 125729"/>
                <a:gd name="connsiteY2" fmla="*/ 106013 h 266890"/>
                <a:gd name="connsiteX3" fmla="*/ 109156 w 125729"/>
                <a:gd name="connsiteY3" fmla="*/ 106966 h 266890"/>
                <a:gd name="connsiteX4" fmla="*/ 118777 w 125729"/>
                <a:gd name="connsiteY4" fmla="*/ 139541 h 266890"/>
                <a:gd name="connsiteX5" fmla="*/ 125730 w 125729"/>
                <a:gd name="connsiteY5" fmla="*/ 164497 h 266890"/>
                <a:gd name="connsiteX6" fmla="*/ 125730 w 125729"/>
                <a:gd name="connsiteY6" fmla="*/ 165735 h 266890"/>
                <a:gd name="connsiteX7" fmla="*/ 117157 w 125729"/>
                <a:gd name="connsiteY7" fmla="*/ 253937 h 266890"/>
                <a:gd name="connsiteX8" fmla="*/ 111157 w 125729"/>
                <a:gd name="connsiteY8" fmla="*/ 254222 h 266890"/>
                <a:gd name="connsiteX9" fmla="*/ 97917 w 125729"/>
                <a:gd name="connsiteY9" fmla="*/ 254318 h 266890"/>
                <a:gd name="connsiteX10" fmla="*/ 48863 w 125729"/>
                <a:gd name="connsiteY10" fmla="*/ 266891 h 266890"/>
                <a:gd name="connsiteX11" fmla="*/ 32671 w 125729"/>
                <a:gd name="connsiteY11" fmla="*/ 254794 h 266890"/>
                <a:gd name="connsiteX12" fmla="*/ 21717 w 125729"/>
                <a:gd name="connsiteY12" fmla="*/ 234982 h 266890"/>
                <a:gd name="connsiteX13" fmla="*/ 2857 w 125729"/>
                <a:gd name="connsiteY13" fmla="*/ 169354 h 266890"/>
                <a:gd name="connsiteX14" fmla="*/ 476 w 125729"/>
                <a:gd name="connsiteY14" fmla="*/ 159353 h 266890"/>
                <a:gd name="connsiteX15" fmla="*/ 95 w 125729"/>
                <a:gd name="connsiteY15" fmla="*/ 157353 h 266890"/>
                <a:gd name="connsiteX16" fmla="*/ 0 w 125729"/>
                <a:gd name="connsiteY16" fmla="*/ 154877 h 266890"/>
                <a:gd name="connsiteX17" fmla="*/ 190 w 125729"/>
                <a:gd name="connsiteY17" fmla="*/ 148114 h 266890"/>
                <a:gd name="connsiteX18" fmla="*/ 1524 w 125729"/>
                <a:gd name="connsiteY18" fmla="*/ 143923 h 266890"/>
                <a:gd name="connsiteX19" fmla="*/ 15907 w 125729"/>
                <a:gd name="connsiteY19" fmla="*/ 116491 h 266890"/>
                <a:gd name="connsiteX20" fmla="*/ 29527 w 125729"/>
                <a:gd name="connsiteY20" fmla="*/ 109157 h 266890"/>
                <a:gd name="connsiteX21" fmla="*/ 38767 w 125729"/>
                <a:gd name="connsiteY21" fmla="*/ 104489 h 266890"/>
                <a:gd name="connsiteX22" fmla="*/ 45339 w 125729"/>
                <a:gd name="connsiteY22" fmla="*/ 95155 h 266890"/>
                <a:gd name="connsiteX23" fmla="*/ 53530 w 125729"/>
                <a:gd name="connsiteY23" fmla="*/ 78296 h 266890"/>
                <a:gd name="connsiteX24" fmla="*/ 56579 w 125729"/>
                <a:gd name="connsiteY24" fmla="*/ 72104 h 266890"/>
                <a:gd name="connsiteX25" fmla="*/ 57531 w 125729"/>
                <a:gd name="connsiteY25" fmla="*/ 61246 h 266890"/>
                <a:gd name="connsiteX26" fmla="*/ 57626 w 125729"/>
                <a:gd name="connsiteY26" fmla="*/ 57912 h 266890"/>
                <a:gd name="connsiteX27" fmla="*/ 61150 w 125729"/>
                <a:gd name="connsiteY27" fmla="*/ 43148 h 266890"/>
                <a:gd name="connsiteX28" fmla="*/ 91726 w 125729"/>
                <a:gd name="connsiteY28" fmla="*/ 15240 h 266890"/>
                <a:gd name="connsiteX29" fmla="*/ 113062 w 125729"/>
                <a:gd name="connsiteY29" fmla="*/ 0 h 266890"/>
                <a:gd name="connsiteX30" fmla="*/ 114205 w 125729"/>
                <a:gd name="connsiteY30" fmla="*/ 1619 h 26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5729" h="266890">
                  <a:moveTo>
                    <a:pt x="114205" y="1619"/>
                  </a:moveTo>
                  <a:lnTo>
                    <a:pt x="99155" y="71152"/>
                  </a:lnTo>
                  <a:lnTo>
                    <a:pt x="94202" y="106013"/>
                  </a:lnTo>
                  <a:lnTo>
                    <a:pt x="109156" y="106966"/>
                  </a:lnTo>
                  <a:lnTo>
                    <a:pt x="118777" y="139541"/>
                  </a:lnTo>
                  <a:lnTo>
                    <a:pt x="125730" y="164497"/>
                  </a:lnTo>
                  <a:lnTo>
                    <a:pt x="125730" y="165735"/>
                  </a:lnTo>
                  <a:lnTo>
                    <a:pt x="117157" y="253937"/>
                  </a:lnTo>
                  <a:lnTo>
                    <a:pt x="111157" y="254222"/>
                  </a:lnTo>
                  <a:lnTo>
                    <a:pt x="97917" y="254318"/>
                  </a:lnTo>
                  <a:lnTo>
                    <a:pt x="48863" y="266891"/>
                  </a:lnTo>
                  <a:lnTo>
                    <a:pt x="32671" y="254794"/>
                  </a:lnTo>
                  <a:lnTo>
                    <a:pt x="21717" y="234982"/>
                  </a:lnTo>
                  <a:lnTo>
                    <a:pt x="2857" y="169354"/>
                  </a:lnTo>
                  <a:lnTo>
                    <a:pt x="476" y="159353"/>
                  </a:lnTo>
                  <a:lnTo>
                    <a:pt x="95" y="157353"/>
                  </a:lnTo>
                  <a:lnTo>
                    <a:pt x="0" y="154877"/>
                  </a:lnTo>
                  <a:lnTo>
                    <a:pt x="190" y="148114"/>
                  </a:lnTo>
                  <a:lnTo>
                    <a:pt x="1524" y="143923"/>
                  </a:lnTo>
                  <a:lnTo>
                    <a:pt x="15907" y="116491"/>
                  </a:lnTo>
                  <a:lnTo>
                    <a:pt x="29527" y="109157"/>
                  </a:lnTo>
                  <a:lnTo>
                    <a:pt x="38767" y="104489"/>
                  </a:lnTo>
                  <a:lnTo>
                    <a:pt x="45339" y="95155"/>
                  </a:lnTo>
                  <a:lnTo>
                    <a:pt x="53530" y="78296"/>
                  </a:lnTo>
                  <a:lnTo>
                    <a:pt x="56579" y="72104"/>
                  </a:lnTo>
                  <a:lnTo>
                    <a:pt x="57531" y="61246"/>
                  </a:lnTo>
                  <a:lnTo>
                    <a:pt x="57626" y="57912"/>
                  </a:lnTo>
                  <a:lnTo>
                    <a:pt x="61150" y="43148"/>
                  </a:lnTo>
                  <a:lnTo>
                    <a:pt x="91726" y="15240"/>
                  </a:lnTo>
                  <a:lnTo>
                    <a:pt x="113062" y="0"/>
                  </a:lnTo>
                  <a:lnTo>
                    <a:pt x="114205" y="161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3" name="서울특별시 종로구 종로1·2·3·4가동">
              <a:extLst>
                <a:ext uri="{FF2B5EF4-FFF2-40B4-BE49-F238E27FC236}">
                  <a16:creationId xmlns:a16="http://schemas.microsoft.com/office/drawing/2014/main" id="{47D98E31-37A9-41FB-1603-26C436B47D66}"/>
                </a:ext>
              </a:extLst>
            </p:cNvPr>
            <p:cNvSpPr/>
            <p:nvPr/>
          </p:nvSpPr>
          <p:spPr>
            <a:xfrm>
              <a:off x="6149911" y="3021615"/>
              <a:ext cx="448341" cy="350996"/>
            </a:xfrm>
            <a:custGeom>
              <a:avLst/>
              <a:gdLst>
                <a:gd name="connsiteX0" fmla="*/ 355568 w 448341"/>
                <a:gd name="connsiteY0" fmla="*/ 116872 h 350996"/>
                <a:gd name="connsiteX1" fmla="*/ 353949 w 448341"/>
                <a:gd name="connsiteY1" fmla="*/ 123730 h 350996"/>
                <a:gd name="connsiteX2" fmla="*/ 357473 w 448341"/>
                <a:gd name="connsiteY2" fmla="*/ 147352 h 350996"/>
                <a:gd name="connsiteX3" fmla="*/ 360236 w 448341"/>
                <a:gd name="connsiteY3" fmla="*/ 164021 h 350996"/>
                <a:gd name="connsiteX4" fmla="*/ 367951 w 448341"/>
                <a:gd name="connsiteY4" fmla="*/ 191071 h 350996"/>
                <a:gd name="connsiteX5" fmla="*/ 413099 w 448341"/>
                <a:gd name="connsiteY5" fmla="*/ 209836 h 350996"/>
                <a:gd name="connsiteX6" fmla="*/ 407765 w 448341"/>
                <a:gd name="connsiteY6" fmla="*/ 210884 h 350996"/>
                <a:gd name="connsiteX7" fmla="*/ 382143 w 448341"/>
                <a:gd name="connsiteY7" fmla="*/ 238792 h 350996"/>
                <a:gd name="connsiteX8" fmla="*/ 382619 w 448341"/>
                <a:gd name="connsiteY8" fmla="*/ 243650 h 350996"/>
                <a:gd name="connsiteX9" fmla="*/ 383762 w 448341"/>
                <a:gd name="connsiteY9" fmla="*/ 248221 h 350996"/>
                <a:gd name="connsiteX10" fmla="*/ 427577 w 448341"/>
                <a:gd name="connsiteY10" fmla="*/ 303086 h 350996"/>
                <a:gd name="connsiteX11" fmla="*/ 434054 w 448341"/>
                <a:gd name="connsiteY11" fmla="*/ 309658 h 350996"/>
                <a:gd name="connsiteX12" fmla="*/ 435292 w 448341"/>
                <a:gd name="connsiteY12" fmla="*/ 310896 h 350996"/>
                <a:gd name="connsiteX13" fmla="*/ 448342 w 448341"/>
                <a:gd name="connsiteY13" fmla="*/ 324136 h 350996"/>
                <a:gd name="connsiteX14" fmla="*/ 389096 w 448341"/>
                <a:gd name="connsiteY14" fmla="*/ 335756 h 350996"/>
                <a:gd name="connsiteX15" fmla="*/ 388144 w 448341"/>
                <a:gd name="connsiteY15" fmla="*/ 335947 h 350996"/>
                <a:gd name="connsiteX16" fmla="*/ 381381 w 448341"/>
                <a:gd name="connsiteY16" fmla="*/ 336899 h 350996"/>
                <a:gd name="connsiteX17" fmla="*/ 364141 w 448341"/>
                <a:gd name="connsiteY17" fmla="*/ 339376 h 350996"/>
                <a:gd name="connsiteX18" fmla="*/ 360902 w 448341"/>
                <a:gd name="connsiteY18" fmla="*/ 339852 h 350996"/>
                <a:gd name="connsiteX19" fmla="*/ 359092 w 448341"/>
                <a:gd name="connsiteY19" fmla="*/ 340138 h 350996"/>
                <a:gd name="connsiteX20" fmla="*/ 253460 w 448341"/>
                <a:gd name="connsiteY20" fmla="*/ 348615 h 350996"/>
                <a:gd name="connsiteX21" fmla="*/ 248412 w 448341"/>
                <a:gd name="connsiteY21" fmla="*/ 348901 h 350996"/>
                <a:gd name="connsiteX22" fmla="*/ 228886 w 448341"/>
                <a:gd name="connsiteY22" fmla="*/ 350330 h 350996"/>
                <a:gd name="connsiteX23" fmla="*/ 217741 w 448341"/>
                <a:gd name="connsiteY23" fmla="*/ 350996 h 350996"/>
                <a:gd name="connsiteX24" fmla="*/ 180785 w 448341"/>
                <a:gd name="connsiteY24" fmla="*/ 349377 h 350996"/>
                <a:gd name="connsiteX25" fmla="*/ 179451 w 448341"/>
                <a:gd name="connsiteY25" fmla="*/ 349282 h 350996"/>
                <a:gd name="connsiteX26" fmla="*/ 176022 w 448341"/>
                <a:gd name="connsiteY26" fmla="*/ 349091 h 350996"/>
                <a:gd name="connsiteX27" fmla="*/ 160020 w 448341"/>
                <a:gd name="connsiteY27" fmla="*/ 346139 h 350996"/>
                <a:gd name="connsiteX28" fmla="*/ 136588 w 448341"/>
                <a:gd name="connsiteY28" fmla="*/ 341852 h 350996"/>
                <a:gd name="connsiteX29" fmla="*/ 128397 w 448341"/>
                <a:gd name="connsiteY29" fmla="*/ 340519 h 350996"/>
                <a:gd name="connsiteX30" fmla="*/ 105918 w 448341"/>
                <a:gd name="connsiteY30" fmla="*/ 336995 h 350996"/>
                <a:gd name="connsiteX31" fmla="*/ 105251 w 448341"/>
                <a:gd name="connsiteY31" fmla="*/ 336899 h 350996"/>
                <a:gd name="connsiteX32" fmla="*/ 16573 w 448341"/>
                <a:gd name="connsiteY32" fmla="*/ 330327 h 350996"/>
                <a:gd name="connsiteX33" fmla="*/ 12573 w 448341"/>
                <a:gd name="connsiteY33" fmla="*/ 330517 h 350996"/>
                <a:gd name="connsiteX34" fmla="*/ 2667 w 448341"/>
                <a:gd name="connsiteY34" fmla="*/ 331375 h 350996"/>
                <a:gd name="connsiteX35" fmla="*/ 0 w 448341"/>
                <a:gd name="connsiteY35" fmla="*/ 214313 h 350996"/>
                <a:gd name="connsiteX36" fmla="*/ 49054 w 448341"/>
                <a:gd name="connsiteY36" fmla="*/ 208407 h 350996"/>
                <a:gd name="connsiteX37" fmla="*/ 53530 w 448341"/>
                <a:gd name="connsiteY37" fmla="*/ 208979 h 350996"/>
                <a:gd name="connsiteX38" fmla="*/ 113443 w 448341"/>
                <a:gd name="connsiteY38" fmla="*/ 216599 h 350996"/>
                <a:gd name="connsiteX39" fmla="*/ 135160 w 448341"/>
                <a:gd name="connsiteY39" fmla="*/ 206788 h 350996"/>
                <a:gd name="connsiteX40" fmla="*/ 146113 w 448341"/>
                <a:gd name="connsiteY40" fmla="*/ 201835 h 350996"/>
                <a:gd name="connsiteX41" fmla="*/ 156686 w 448341"/>
                <a:gd name="connsiteY41" fmla="*/ 195739 h 350996"/>
                <a:gd name="connsiteX42" fmla="*/ 205740 w 448341"/>
                <a:gd name="connsiteY42" fmla="*/ 183166 h 350996"/>
                <a:gd name="connsiteX43" fmla="*/ 218980 w 448341"/>
                <a:gd name="connsiteY43" fmla="*/ 183071 h 350996"/>
                <a:gd name="connsiteX44" fmla="*/ 224980 w 448341"/>
                <a:gd name="connsiteY44" fmla="*/ 182785 h 350996"/>
                <a:gd name="connsiteX45" fmla="*/ 233553 w 448341"/>
                <a:gd name="connsiteY45" fmla="*/ 94583 h 350996"/>
                <a:gd name="connsiteX46" fmla="*/ 233553 w 448341"/>
                <a:gd name="connsiteY46" fmla="*/ 93345 h 350996"/>
                <a:gd name="connsiteX47" fmla="*/ 226600 w 448341"/>
                <a:gd name="connsiteY47" fmla="*/ 68390 h 350996"/>
                <a:gd name="connsiteX48" fmla="*/ 216979 w 448341"/>
                <a:gd name="connsiteY48" fmla="*/ 35814 h 350996"/>
                <a:gd name="connsiteX49" fmla="*/ 202025 w 448341"/>
                <a:gd name="connsiteY49" fmla="*/ 34862 h 350996"/>
                <a:gd name="connsiteX50" fmla="*/ 206978 w 448341"/>
                <a:gd name="connsiteY50" fmla="*/ 0 h 350996"/>
                <a:gd name="connsiteX51" fmla="*/ 209264 w 448341"/>
                <a:gd name="connsiteY51" fmla="*/ 857 h 350996"/>
                <a:gd name="connsiteX52" fmla="*/ 224980 w 448341"/>
                <a:gd name="connsiteY52" fmla="*/ 3524 h 350996"/>
                <a:gd name="connsiteX53" fmla="*/ 261271 w 448341"/>
                <a:gd name="connsiteY53" fmla="*/ 7334 h 350996"/>
                <a:gd name="connsiteX54" fmla="*/ 279273 w 448341"/>
                <a:gd name="connsiteY54" fmla="*/ 5048 h 350996"/>
                <a:gd name="connsiteX55" fmla="*/ 297275 w 448341"/>
                <a:gd name="connsiteY55" fmla="*/ 9811 h 350996"/>
                <a:gd name="connsiteX56" fmla="*/ 344138 w 448341"/>
                <a:gd name="connsiteY56" fmla="*/ 71819 h 350996"/>
                <a:gd name="connsiteX57" fmla="*/ 346996 w 448341"/>
                <a:gd name="connsiteY57" fmla="*/ 75819 h 350996"/>
                <a:gd name="connsiteX58" fmla="*/ 351282 w 448341"/>
                <a:gd name="connsiteY58" fmla="*/ 86392 h 350996"/>
                <a:gd name="connsiteX59" fmla="*/ 356330 w 448341"/>
                <a:gd name="connsiteY59" fmla="*/ 106966 h 350996"/>
                <a:gd name="connsiteX60" fmla="*/ 355568 w 448341"/>
                <a:gd name="connsiteY60" fmla="*/ 116872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48341" h="350996">
                  <a:moveTo>
                    <a:pt x="355568" y="116872"/>
                  </a:moveTo>
                  <a:lnTo>
                    <a:pt x="353949" y="123730"/>
                  </a:lnTo>
                  <a:lnTo>
                    <a:pt x="357473" y="147352"/>
                  </a:lnTo>
                  <a:lnTo>
                    <a:pt x="360236" y="164021"/>
                  </a:lnTo>
                  <a:lnTo>
                    <a:pt x="367951" y="191071"/>
                  </a:lnTo>
                  <a:lnTo>
                    <a:pt x="413099" y="209836"/>
                  </a:lnTo>
                  <a:lnTo>
                    <a:pt x="407765" y="210884"/>
                  </a:lnTo>
                  <a:lnTo>
                    <a:pt x="382143" y="238792"/>
                  </a:lnTo>
                  <a:lnTo>
                    <a:pt x="382619" y="243650"/>
                  </a:lnTo>
                  <a:lnTo>
                    <a:pt x="383762" y="248221"/>
                  </a:lnTo>
                  <a:lnTo>
                    <a:pt x="427577" y="303086"/>
                  </a:lnTo>
                  <a:lnTo>
                    <a:pt x="434054" y="309658"/>
                  </a:lnTo>
                  <a:lnTo>
                    <a:pt x="435292" y="310896"/>
                  </a:lnTo>
                  <a:lnTo>
                    <a:pt x="448342" y="324136"/>
                  </a:lnTo>
                  <a:lnTo>
                    <a:pt x="389096" y="335756"/>
                  </a:lnTo>
                  <a:lnTo>
                    <a:pt x="388144" y="335947"/>
                  </a:lnTo>
                  <a:lnTo>
                    <a:pt x="381381" y="336899"/>
                  </a:lnTo>
                  <a:lnTo>
                    <a:pt x="364141" y="339376"/>
                  </a:lnTo>
                  <a:lnTo>
                    <a:pt x="360902" y="339852"/>
                  </a:lnTo>
                  <a:lnTo>
                    <a:pt x="359092" y="340138"/>
                  </a:lnTo>
                  <a:lnTo>
                    <a:pt x="253460" y="348615"/>
                  </a:lnTo>
                  <a:lnTo>
                    <a:pt x="248412" y="348901"/>
                  </a:lnTo>
                  <a:lnTo>
                    <a:pt x="228886" y="350330"/>
                  </a:lnTo>
                  <a:lnTo>
                    <a:pt x="217741" y="350996"/>
                  </a:lnTo>
                  <a:lnTo>
                    <a:pt x="180785" y="349377"/>
                  </a:lnTo>
                  <a:lnTo>
                    <a:pt x="179451" y="349282"/>
                  </a:lnTo>
                  <a:lnTo>
                    <a:pt x="176022" y="349091"/>
                  </a:lnTo>
                  <a:lnTo>
                    <a:pt x="160020" y="346139"/>
                  </a:lnTo>
                  <a:lnTo>
                    <a:pt x="136588" y="341852"/>
                  </a:lnTo>
                  <a:lnTo>
                    <a:pt x="128397" y="340519"/>
                  </a:lnTo>
                  <a:lnTo>
                    <a:pt x="105918" y="336995"/>
                  </a:lnTo>
                  <a:lnTo>
                    <a:pt x="105251" y="336899"/>
                  </a:lnTo>
                  <a:lnTo>
                    <a:pt x="16573" y="330327"/>
                  </a:lnTo>
                  <a:lnTo>
                    <a:pt x="12573" y="330517"/>
                  </a:lnTo>
                  <a:lnTo>
                    <a:pt x="2667" y="331375"/>
                  </a:lnTo>
                  <a:lnTo>
                    <a:pt x="0" y="214313"/>
                  </a:lnTo>
                  <a:lnTo>
                    <a:pt x="49054" y="208407"/>
                  </a:lnTo>
                  <a:lnTo>
                    <a:pt x="53530" y="208979"/>
                  </a:lnTo>
                  <a:lnTo>
                    <a:pt x="113443" y="216599"/>
                  </a:lnTo>
                  <a:lnTo>
                    <a:pt x="135160" y="206788"/>
                  </a:lnTo>
                  <a:lnTo>
                    <a:pt x="146113" y="201835"/>
                  </a:lnTo>
                  <a:lnTo>
                    <a:pt x="156686" y="195739"/>
                  </a:lnTo>
                  <a:lnTo>
                    <a:pt x="205740" y="183166"/>
                  </a:lnTo>
                  <a:lnTo>
                    <a:pt x="218980" y="183071"/>
                  </a:lnTo>
                  <a:lnTo>
                    <a:pt x="224980" y="182785"/>
                  </a:lnTo>
                  <a:lnTo>
                    <a:pt x="233553" y="94583"/>
                  </a:lnTo>
                  <a:lnTo>
                    <a:pt x="233553" y="93345"/>
                  </a:lnTo>
                  <a:lnTo>
                    <a:pt x="226600" y="68390"/>
                  </a:lnTo>
                  <a:lnTo>
                    <a:pt x="216979" y="35814"/>
                  </a:lnTo>
                  <a:lnTo>
                    <a:pt x="202025" y="34862"/>
                  </a:lnTo>
                  <a:lnTo>
                    <a:pt x="206978" y="0"/>
                  </a:lnTo>
                  <a:lnTo>
                    <a:pt x="209264" y="857"/>
                  </a:lnTo>
                  <a:lnTo>
                    <a:pt x="224980" y="3524"/>
                  </a:lnTo>
                  <a:lnTo>
                    <a:pt x="261271" y="7334"/>
                  </a:lnTo>
                  <a:lnTo>
                    <a:pt x="279273" y="5048"/>
                  </a:lnTo>
                  <a:lnTo>
                    <a:pt x="297275" y="9811"/>
                  </a:lnTo>
                  <a:lnTo>
                    <a:pt x="344138" y="71819"/>
                  </a:lnTo>
                  <a:lnTo>
                    <a:pt x="346996" y="75819"/>
                  </a:lnTo>
                  <a:lnTo>
                    <a:pt x="351282" y="86392"/>
                  </a:lnTo>
                  <a:lnTo>
                    <a:pt x="356330" y="106966"/>
                  </a:lnTo>
                  <a:lnTo>
                    <a:pt x="355568" y="1168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4" name="서울특별시 종로구 종로5·6가동">
              <a:extLst>
                <a:ext uri="{FF2B5EF4-FFF2-40B4-BE49-F238E27FC236}">
                  <a16:creationId xmlns:a16="http://schemas.microsoft.com/office/drawing/2014/main" id="{EA92A349-78D3-32D6-7AF8-91E769B91243}"/>
                </a:ext>
              </a:extLst>
            </p:cNvPr>
            <p:cNvSpPr/>
            <p:nvPr/>
          </p:nvSpPr>
          <p:spPr>
            <a:xfrm>
              <a:off x="6532054" y="3216687"/>
              <a:ext cx="221075" cy="129063"/>
            </a:xfrm>
            <a:custGeom>
              <a:avLst/>
              <a:gdLst>
                <a:gd name="connsiteX0" fmla="*/ 221075 w 221075"/>
                <a:gd name="connsiteY0" fmla="*/ 93250 h 129063"/>
                <a:gd name="connsiteX1" fmla="*/ 210598 w 221075"/>
                <a:gd name="connsiteY1" fmla="*/ 125539 h 129063"/>
                <a:gd name="connsiteX2" fmla="*/ 158020 w 221075"/>
                <a:gd name="connsiteY2" fmla="*/ 128016 h 129063"/>
                <a:gd name="connsiteX3" fmla="*/ 66199 w 221075"/>
                <a:gd name="connsiteY3" fmla="*/ 129064 h 129063"/>
                <a:gd name="connsiteX4" fmla="*/ 53149 w 221075"/>
                <a:gd name="connsiteY4" fmla="*/ 115824 h 129063"/>
                <a:gd name="connsiteX5" fmla="*/ 51911 w 221075"/>
                <a:gd name="connsiteY5" fmla="*/ 114586 h 129063"/>
                <a:gd name="connsiteX6" fmla="*/ 45434 w 221075"/>
                <a:gd name="connsiteY6" fmla="*/ 108013 h 129063"/>
                <a:gd name="connsiteX7" fmla="*/ 1619 w 221075"/>
                <a:gd name="connsiteY7" fmla="*/ 53149 h 129063"/>
                <a:gd name="connsiteX8" fmla="*/ 476 w 221075"/>
                <a:gd name="connsiteY8" fmla="*/ 48577 h 129063"/>
                <a:gd name="connsiteX9" fmla="*/ 0 w 221075"/>
                <a:gd name="connsiteY9" fmla="*/ 43720 h 129063"/>
                <a:gd name="connsiteX10" fmla="*/ 25622 w 221075"/>
                <a:gd name="connsiteY10" fmla="*/ 15811 h 129063"/>
                <a:gd name="connsiteX11" fmla="*/ 30956 w 221075"/>
                <a:gd name="connsiteY11" fmla="*/ 14764 h 129063"/>
                <a:gd name="connsiteX12" fmla="*/ 178879 w 221075"/>
                <a:gd name="connsiteY12" fmla="*/ 1333 h 129063"/>
                <a:gd name="connsiteX13" fmla="*/ 192977 w 221075"/>
                <a:gd name="connsiteY13" fmla="*/ 0 h 129063"/>
                <a:gd name="connsiteX14" fmla="*/ 191929 w 221075"/>
                <a:gd name="connsiteY14" fmla="*/ 2476 h 129063"/>
                <a:gd name="connsiteX15" fmla="*/ 190976 w 221075"/>
                <a:gd name="connsiteY15" fmla="*/ 5143 h 129063"/>
                <a:gd name="connsiteX16" fmla="*/ 189738 w 221075"/>
                <a:gd name="connsiteY16" fmla="*/ 8668 h 129063"/>
                <a:gd name="connsiteX17" fmla="*/ 189452 w 221075"/>
                <a:gd name="connsiteY17" fmla="*/ 10001 h 129063"/>
                <a:gd name="connsiteX18" fmla="*/ 189167 w 221075"/>
                <a:gd name="connsiteY18" fmla="*/ 15621 h 129063"/>
                <a:gd name="connsiteX19" fmla="*/ 196977 w 221075"/>
                <a:gd name="connsiteY19" fmla="*/ 72009 h 129063"/>
                <a:gd name="connsiteX20" fmla="*/ 213170 w 221075"/>
                <a:gd name="connsiteY20" fmla="*/ 94583 h 129063"/>
                <a:gd name="connsiteX21" fmla="*/ 221075 w 221075"/>
                <a:gd name="connsiteY21" fmla="*/ 93250 h 12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075" h="129063">
                  <a:moveTo>
                    <a:pt x="221075" y="93250"/>
                  </a:moveTo>
                  <a:lnTo>
                    <a:pt x="210598" y="125539"/>
                  </a:lnTo>
                  <a:lnTo>
                    <a:pt x="158020" y="128016"/>
                  </a:lnTo>
                  <a:lnTo>
                    <a:pt x="66199" y="129064"/>
                  </a:lnTo>
                  <a:lnTo>
                    <a:pt x="53149" y="115824"/>
                  </a:lnTo>
                  <a:lnTo>
                    <a:pt x="51911" y="114586"/>
                  </a:lnTo>
                  <a:lnTo>
                    <a:pt x="45434" y="108013"/>
                  </a:lnTo>
                  <a:lnTo>
                    <a:pt x="1619" y="53149"/>
                  </a:lnTo>
                  <a:lnTo>
                    <a:pt x="476" y="48577"/>
                  </a:lnTo>
                  <a:lnTo>
                    <a:pt x="0" y="43720"/>
                  </a:lnTo>
                  <a:lnTo>
                    <a:pt x="25622" y="15811"/>
                  </a:lnTo>
                  <a:lnTo>
                    <a:pt x="30956" y="14764"/>
                  </a:lnTo>
                  <a:lnTo>
                    <a:pt x="178879" y="1333"/>
                  </a:lnTo>
                  <a:lnTo>
                    <a:pt x="192977" y="0"/>
                  </a:lnTo>
                  <a:lnTo>
                    <a:pt x="191929" y="2476"/>
                  </a:lnTo>
                  <a:lnTo>
                    <a:pt x="190976" y="5143"/>
                  </a:lnTo>
                  <a:lnTo>
                    <a:pt x="189738" y="8668"/>
                  </a:lnTo>
                  <a:lnTo>
                    <a:pt x="189452" y="10001"/>
                  </a:lnTo>
                  <a:lnTo>
                    <a:pt x="189167" y="15621"/>
                  </a:lnTo>
                  <a:lnTo>
                    <a:pt x="196977" y="72009"/>
                  </a:lnTo>
                  <a:lnTo>
                    <a:pt x="213170" y="94583"/>
                  </a:lnTo>
                  <a:lnTo>
                    <a:pt x="221075" y="9325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5" name="서울특별시 종로구 이화동">
              <a:extLst>
                <a:ext uri="{FF2B5EF4-FFF2-40B4-BE49-F238E27FC236}">
                  <a16:creationId xmlns:a16="http://schemas.microsoft.com/office/drawing/2014/main" id="{97889B18-2142-F5DA-CD13-4B81753ADD31}"/>
                </a:ext>
              </a:extLst>
            </p:cNvPr>
            <p:cNvSpPr/>
            <p:nvPr/>
          </p:nvSpPr>
          <p:spPr>
            <a:xfrm>
              <a:off x="6503860" y="3070859"/>
              <a:ext cx="225266" cy="160591"/>
            </a:xfrm>
            <a:custGeom>
              <a:avLst/>
              <a:gdLst>
                <a:gd name="connsiteX0" fmla="*/ 197929 w 225266"/>
                <a:gd name="connsiteY0" fmla="*/ 28099 h 160591"/>
                <a:gd name="connsiteX1" fmla="*/ 225266 w 225266"/>
                <a:gd name="connsiteY1" fmla="*/ 78010 h 160591"/>
                <a:gd name="connsiteX2" fmla="*/ 221171 w 225266"/>
                <a:gd name="connsiteY2" fmla="*/ 145828 h 160591"/>
                <a:gd name="connsiteX3" fmla="*/ 207073 w 225266"/>
                <a:gd name="connsiteY3" fmla="*/ 147161 h 160591"/>
                <a:gd name="connsiteX4" fmla="*/ 59150 w 225266"/>
                <a:gd name="connsiteY4" fmla="*/ 160592 h 160591"/>
                <a:gd name="connsiteX5" fmla="*/ 14002 w 225266"/>
                <a:gd name="connsiteY5" fmla="*/ 141827 h 160591"/>
                <a:gd name="connsiteX6" fmla="*/ 6287 w 225266"/>
                <a:gd name="connsiteY6" fmla="*/ 114776 h 160591"/>
                <a:gd name="connsiteX7" fmla="*/ 3524 w 225266"/>
                <a:gd name="connsiteY7" fmla="*/ 98108 h 160591"/>
                <a:gd name="connsiteX8" fmla="*/ 0 w 225266"/>
                <a:gd name="connsiteY8" fmla="*/ 74486 h 160591"/>
                <a:gd name="connsiteX9" fmla="*/ 1619 w 225266"/>
                <a:gd name="connsiteY9" fmla="*/ 67628 h 160591"/>
                <a:gd name="connsiteX10" fmla="*/ 32956 w 225266"/>
                <a:gd name="connsiteY10" fmla="*/ 63246 h 160591"/>
                <a:gd name="connsiteX11" fmla="*/ 97726 w 225266"/>
                <a:gd name="connsiteY11" fmla="*/ 40291 h 160591"/>
                <a:gd name="connsiteX12" fmla="*/ 96203 w 225266"/>
                <a:gd name="connsiteY12" fmla="*/ 29432 h 160591"/>
                <a:gd name="connsiteX13" fmla="*/ 114395 w 225266"/>
                <a:gd name="connsiteY13" fmla="*/ 18669 h 160591"/>
                <a:gd name="connsiteX14" fmla="*/ 170307 w 225266"/>
                <a:gd name="connsiteY14" fmla="*/ 0 h 160591"/>
                <a:gd name="connsiteX15" fmla="*/ 177070 w 225266"/>
                <a:gd name="connsiteY15" fmla="*/ 14383 h 160591"/>
                <a:gd name="connsiteX16" fmla="*/ 197929 w 225266"/>
                <a:gd name="connsiteY16" fmla="*/ 28099 h 160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5266" h="160591">
                  <a:moveTo>
                    <a:pt x="197929" y="28099"/>
                  </a:moveTo>
                  <a:lnTo>
                    <a:pt x="225266" y="78010"/>
                  </a:lnTo>
                  <a:lnTo>
                    <a:pt x="221171" y="145828"/>
                  </a:lnTo>
                  <a:lnTo>
                    <a:pt x="207073" y="147161"/>
                  </a:lnTo>
                  <a:lnTo>
                    <a:pt x="59150" y="160592"/>
                  </a:lnTo>
                  <a:lnTo>
                    <a:pt x="14002" y="141827"/>
                  </a:lnTo>
                  <a:lnTo>
                    <a:pt x="6287" y="114776"/>
                  </a:lnTo>
                  <a:lnTo>
                    <a:pt x="3524" y="98108"/>
                  </a:lnTo>
                  <a:lnTo>
                    <a:pt x="0" y="74486"/>
                  </a:lnTo>
                  <a:lnTo>
                    <a:pt x="1619" y="67628"/>
                  </a:lnTo>
                  <a:lnTo>
                    <a:pt x="32956" y="63246"/>
                  </a:lnTo>
                  <a:lnTo>
                    <a:pt x="97726" y="40291"/>
                  </a:lnTo>
                  <a:lnTo>
                    <a:pt x="96203" y="29432"/>
                  </a:lnTo>
                  <a:lnTo>
                    <a:pt x="114395" y="18669"/>
                  </a:lnTo>
                  <a:lnTo>
                    <a:pt x="170307" y="0"/>
                  </a:lnTo>
                  <a:lnTo>
                    <a:pt x="177070" y="14383"/>
                  </a:lnTo>
                  <a:lnTo>
                    <a:pt x="197929" y="2809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36" name="서울특별시 종로구 창신1동">
              <a:extLst>
                <a:ext uri="{FF2B5EF4-FFF2-40B4-BE49-F238E27FC236}">
                  <a16:creationId xmlns:a16="http://schemas.microsoft.com/office/drawing/2014/main" id="{2BE68FB5-2FFA-F5E7-94C7-B4EEA3192563}"/>
                </a:ext>
              </a:extLst>
            </p:cNvPr>
            <p:cNvSpPr/>
            <p:nvPr/>
          </p:nvSpPr>
          <p:spPr>
            <a:xfrm>
              <a:off x="6742652" y="3214878"/>
              <a:ext cx="167354" cy="127444"/>
            </a:xfrm>
            <a:custGeom>
              <a:avLst/>
              <a:gdLst>
                <a:gd name="connsiteX0" fmla="*/ 111347 w 167354"/>
                <a:gd name="connsiteY0" fmla="*/ 69342 h 127444"/>
                <a:gd name="connsiteX1" fmla="*/ 167354 w 167354"/>
                <a:gd name="connsiteY1" fmla="*/ 105632 h 127444"/>
                <a:gd name="connsiteX2" fmla="*/ 143732 w 167354"/>
                <a:gd name="connsiteY2" fmla="*/ 118205 h 127444"/>
                <a:gd name="connsiteX3" fmla="*/ 139446 w 167354"/>
                <a:gd name="connsiteY3" fmla="*/ 119825 h 127444"/>
                <a:gd name="connsiteX4" fmla="*/ 136874 w 167354"/>
                <a:gd name="connsiteY4" fmla="*/ 120777 h 127444"/>
                <a:gd name="connsiteX5" fmla="*/ 134398 w 167354"/>
                <a:gd name="connsiteY5" fmla="*/ 121634 h 127444"/>
                <a:gd name="connsiteX6" fmla="*/ 132112 w 167354"/>
                <a:gd name="connsiteY6" fmla="*/ 122396 h 127444"/>
                <a:gd name="connsiteX7" fmla="*/ 129730 w 167354"/>
                <a:gd name="connsiteY7" fmla="*/ 123158 h 127444"/>
                <a:gd name="connsiteX8" fmla="*/ 127921 w 167354"/>
                <a:gd name="connsiteY8" fmla="*/ 123634 h 127444"/>
                <a:gd name="connsiteX9" fmla="*/ 123158 w 167354"/>
                <a:gd name="connsiteY9" fmla="*/ 125063 h 127444"/>
                <a:gd name="connsiteX10" fmla="*/ 119539 w 167354"/>
                <a:gd name="connsiteY10" fmla="*/ 125921 h 127444"/>
                <a:gd name="connsiteX11" fmla="*/ 116395 w 167354"/>
                <a:gd name="connsiteY11" fmla="*/ 126683 h 127444"/>
                <a:gd name="connsiteX12" fmla="*/ 113824 w 167354"/>
                <a:gd name="connsiteY12" fmla="*/ 126778 h 127444"/>
                <a:gd name="connsiteX13" fmla="*/ 112014 w 167354"/>
                <a:gd name="connsiteY13" fmla="*/ 126968 h 127444"/>
                <a:gd name="connsiteX14" fmla="*/ 110204 w 167354"/>
                <a:gd name="connsiteY14" fmla="*/ 126968 h 127444"/>
                <a:gd name="connsiteX15" fmla="*/ 104965 w 167354"/>
                <a:gd name="connsiteY15" fmla="*/ 126968 h 127444"/>
                <a:gd name="connsiteX16" fmla="*/ 36862 w 167354"/>
                <a:gd name="connsiteY16" fmla="*/ 127444 h 127444"/>
                <a:gd name="connsiteX17" fmla="*/ 30861 w 167354"/>
                <a:gd name="connsiteY17" fmla="*/ 127444 h 127444"/>
                <a:gd name="connsiteX18" fmla="*/ 9430 w 167354"/>
                <a:gd name="connsiteY18" fmla="*/ 127444 h 127444"/>
                <a:gd name="connsiteX19" fmla="*/ 0 w 167354"/>
                <a:gd name="connsiteY19" fmla="*/ 127349 h 127444"/>
                <a:gd name="connsiteX20" fmla="*/ 10477 w 167354"/>
                <a:gd name="connsiteY20" fmla="*/ 95059 h 127444"/>
                <a:gd name="connsiteX21" fmla="*/ 43053 w 167354"/>
                <a:gd name="connsiteY21" fmla="*/ 75629 h 127444"/>
                <a:gd name="connsiteX22" fmla="*/ 54769 w 167354"/>
                <a:gd name="connsiteY22" fmla="*/ 38671 h 127444"/>
                <a:gd name="connsiteX23" fmla="*/ 55531 w 167354"/>
                <a:gd name="connsiteY23" fmla="*/ 25908 h 127444"/>
                <a:gd name="connsiteX24" fmla="*/ 106870 w 167354"/>
                <a:gd name="connsiteY24" fmla="*/ 0 h 127444"/>
                <a:gd name="connsiteX25" fmla="*/ 110299 w 167354"/>
                <a:gd name="connsiteY25" fmla="*/ 22384 h 127444"/>
                <a:gd name="connsiteX26" fmla="*/ 111347 w 167354"/>
                <a:gd name="connsiteY26" fmla="*/ 69342 h 12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354" h="127444">
                  <a:moveTo>
                    <a:pt x="111347" y="69342"/>
                  </a:moveTo>
                  <a:lnTo>
                    <a:pt x="167354" y="105632"/>
                  </a:lnTo>
                  <a:lnTo>
                    <a:pt x="143732" y="118205"/>
                  </a:lnTo>
                  <a:lnTo>
                    <a:pt x="139446" y="119825"/>
                  </a:lnTo>
                  <a:lnTo>
                    <a:pt x="136874" y="120777"/>
                  </a:lnTo>
                  <a:lnTo>
                    <a:pt x="134398" y="121634"/>
                  </a:lnTo>
                  <a:lnTo>
                    <a:pt x="132112" y="122396"/>
                  </a:lnTo>
                  <a:lnTo>
                    <a:pt x="129730" y="123158"/>
                  </a:lnTo>
                  <a:lnTo>
                    <a:pt x="127921" y="123634"/>
                  </a:lnTo>
                  <a:lnTo>
                    <a:pt x="123158" y="125063"/>
                  </a:lnTo>
                  <a:lnTo>
                    <a:pt x="119539" y="125921"/>
                  </a:lnTo>
                  <a:lnTo>
                    <a:pt x="116395" y="126683"/>
                  </a:lnTo>
                  <a:lnTo>
                    <a:pt x="113824" y="126778"/>
                  </a:lnTo>
                  <a:lnTo>
                    <a:pt x="112014" y="126968"/>
                  </a:lnTo>
                  <a:lnTo>
                    <a:pt x="110204" y="126968"/>
                  </a:lnTo>
                  <a:lnTo>
                    <a:pt x="104965" y="126968"/>
                  </a:lnTo>
                  <a:lnTo>
                    <a:pt x="36862" y="127444"/>
                  </a:lnTo>
                  <a:lnTo>
                    <a:pt x="30861" y="127444"/>
                  </a:lnTo>
                  <a:lnTo>
                    <a:pt x="9430" y="127444"/>
                  </a:lnTo>
                  <a:lnTo>
                    <a:pt x="0" y="127349"/>
                  </a:lnTo>
                  <a:lnTo>
                    <a:pt x="10477" y="95059"/>
                  </a:lnTo>
                  <a:lnTo>
                    <a:pt x="43053" y="75629"/>
                  </a:lnTo>
                  <a:lnTo>
                    <a:pt x="54769" y="38671"/>
                  </a:lnTo>
                  <a:lnTo>
                    <a:pt x="55531" y="25908"/>
                  </a:lnTo>
                  <a:lnTo>
                    <a:pt x="106870" y="0"/>
                  </a:lnTo>
                  <a:lnTo>
                    <a:pt x="110299" y="22384"/>
                  </a:lnTo>
                  <a:lnTo>
                    <a:pt x="111347" y="6934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7" name="서울특별시 종로구 창신2동">
              <a:extLst>
                <a:ext uri="{FF2B5EF4-FFF2-40B4-BE49-F238E27FC236}">
                  <a16:creationId xmlns:a16="http://schemas.microsoft.com/office/drawing/2014/main" id="{B1118A93-246B-CFD8-5FC9-717BD0909D70}"/>
                </a:ext>
              </a:extLst>
            </p:cNvPr>
            <p:cNvSpPr/>
            <p:nvPr/>
          </p:nvSpPr>
          <p:spPr>
            <a:xfrm>
              <a:off x="6721221" y="3148869"/>
              <a:ext cx="76961" cy="162401"/>
            </a:xfrm>
            <a:custGeom>
              <a:avLst/>
              <a:gdLst>
                <a:gd name="connsiteX0" fmla="*/ 37624 w 76961"/>
                <a:gd name="connsiteY0" fmla="*/ 2096 h 162401"/>
                <a:gd name="connsiteX1" fmla="*/ 49054 w 76961"/>
                <a:gd name="connsiteY1" fmla="*/ 27908 h 162401"/>
                <a:gd name="connsiteX2" fmla="*/ 60388 w 76961"/>
                <a:gd name="connsiteY2" fmla="*/ 77438 h 162401"/>
                <a:gd name="connsiteX3" fmla="*/ 76962 w 76961"/>
                <a:gd name="connsiteY3" fmla="*/ 91916 h 162401"/>
                <a:gd name="connsiteX4" fmla="*/ 76200 w 76961"/>
                <a:gd name="connsiteY4" fmla="*/ 104680 h 162401"/>
                <a:gd name="connsiteX5" fmla="*/ 64484 w 76961"/>
                <a:gd name="connsiteY5" fmla="*/ 141637 h 162401"/>
                <a:gd name="connsiteX6" fmla="*/ 31909 w 76961"/>
                <a:gd name="connsiteY6" fmla="*/ 161068 h 162401"/>
                <a:gd name="connsiteX7" fmla="*/ 24003 w 76961"/>
                <a:gd name="connsiteY7" fmla="*/ 162401 h 162401"/>
                <a:gd name="connsiteX8" fmla="*/ 7810 w 76961"/>
                <a:gd name="connsiteY8" fmla="*/ 139827 h 162401"/>
                <a:gd name="connsiteX9" fmla="*/ 0 w 76961"/>
                <a:gd name="connsiteY9" fmla="*/ 83439 h 162401"/>
                <a:gd name="connsiteX10" fmla="*/ 286 w 76961"/>
                <a:gd name="connsiteY10" fmla="*/ 77819 h 162401"/>
                <a:gd name="connsiteX11" fmla="*/ 571 w 76961"/>
                <a:gd name="connsiteY11" fmla="*/ 76486 h 162401"/>
                <a:gd name="connsiteX12" fmla="*/ 1809 w 76961"/>
                <a:gd name="connsiteY12" fmla="*/ 72962 h 162401"/>
                <a:gd name="connsiteX13" fmla="*/ 2762 w 76961"/>
                <a:gd name="connsiteY13" fmla="*/ 70295 h 162401"/>
                <a:gd name="connsiteX14" fmla="*/ 3810 w 76961"/>
                <a:gd name="connsiteY14" fmla="*/ 67818 h 162401"/>
                <a:gd name="connsiteX15" fmla="*/ 7906 w 76961"/>
                <a:gd name="connsiteY15" fmla="*/ 0 h 162401"/>
                <a:gd name="connsiteX16" fmla="*/ 28289 w 76961"/>
                <a:gd name="connsiteY16" fmla="*/ 4382 h 162401"/>
                <a:gd name="connsiteX17" fmla="*/ 37624 w 76961"/>
                <a:gd name="connsiteY17" fmla="*/ 2096 h 16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961" h="162401">
                  <a:moveTo>
                    <a:pt x="37624" y="2096"/>
                  </a:moveTo>
                  <a:lnTo>
                    <a:pt x="49054" y="27908"/>
                  </a:lnTo>
                  <a:lnTo>
                    <a:pt x="60388" y="77438"/>
                  </a:lnTo>
                  <a:lnTo>
                    <a:pt x="76962" y="91916"/>
                  </a:lnTo>
                  <a:lnTo>
                    <a:pt x="76200" y="104680"/>
                  </a:lnTo>
                  <a:lnTo>
                    <a:pt x="64484" y="141637"/>
                  </a:lnTo>
                  <a:lnTo>
                    <a:pt x="31909" y="161068"/>
                  </a:lnTo>
                  <a:lnTo>
                    <a:pt x="24003" y="162401"/>
                  </a:lnTo>
                  <a:lnTo>
                    <a:pt x="7810" y="139827"/>
                  </a:lnTo>
                  <a:lnTo>
                    <a:pt x="0" y="83439"/>
                  </a:lnTo>
                  <a:lnTo>
                    <a:pt x="286" y="77819"/>
                  </a:lnTo>
                  <a:lnTo>
                    <a:pt x="571" y="76486"/>
                  </a:lnTo>
                  <a:lnTo>
                    <a:pt x="1809" y="72962"/>
                  </a:lnTo>
                  <a:lnTo>
                    <a:pt x="2762" y="70295"/>
                  </a:lnTo>
                  <a:lnTo>
                    <a:pt x="3810" y="67818"/>
                  </a:lnTo>
                  <a:lnTo>
                    <a:pt x="7906" y="0"/>
                  </a:lnTo>
                  <a:lnTo>
                    <a:pt x="28289" y="4382"/>
                  </a:lnTo>
                  <a:lnTo>
                    <a:pt x="37624" y="209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8" name="서울특별시 종로구 창신3동">
              <a:extLst>
                <a:ext uri="{FF2B5EF4-FFF2-40B4-BE49-F238E27FC236}">
                  <a16:creationId xmlns:a16="http://schemas.microsoft.com/office/drawing/2014/main" id="{A166DC40-79A8-7B0A-873D-AC946603763D}"/>
                </a:ext>
              </a:extLst>
            </p:cNvPr>
            <p:cNvSpPr/>
            <p:nvPr/>
          </p:nvSpPr>
          <p:spPr>
            <a:xfrm>
              <a:off x="6758844" y="3116675"/>
              <a:ext cx="90677" cy="124110"/>
            </a:xfrm>
            <a:custGeom>
              <a:avLst/>
              <a:gdLst>
                <a:gd name="connsiteX0" fmla="*/ 81058 w 90677"/>
                <a:gd name="connsiteY0" fmla="*/ 1810 h 124110"/>
                <a:gd name="connsiteX1" fmla="*/ 81058 w 90677"/>
                <a:gd name="connsiteY1" fmla="*/ 14764 h 124110"/>
                <a:gd name="connsiteX2" fmla="*/ 90678 w 90677"/>
                <a:gd name="connsiteY2" fmla="*/ 98203 h 124110"/>
                <a:gd name="connsiteX3" fmla="*/ 39338 w 90677"/>
                <a:gd name="connsiteY3" fmla="*/ 124111 h 124110"/>
                <a:gd name="connsiteX4" fmla="*/ 22765 w 90677"/>
                <a:gd name="connsiteY4" fmla="*/ 109633 h 124110"/>
                <a:gd name="connsiteX5" fmla="*/ 11430 w 90677"/>
                <a:gd name="connsiteY5" fmla="*/ 60103 h 124110"/>
                <a:gd name="connsiteX6" fmla="*/ 0 w 90677"/>
                <a:gd name="connsiteY6" fmla="*/ 34290 h 124110"/>
                <a:gd name="connsiteX7" fmla="*/ 30385 w 90677"/>
                <a:gd name="connsiteY7" fmla="*/ 13144 h 124110"/>
                <a:gd name="connsiteX8" fmla="*/ 42101 w 90677"/>
                <a:gd name="connsiteY8" fmla="*/ 16478 h 124110"/>
                <a:gd name="connsiteX9" fmla="*/ 47911 w 90677"/>
                <a:gd name="connsiteY9" fmla="*/ 14288 h 124110"/>
                <a:gd name="connsiteX10" fmla="*/ 60770 w 90677"/>
                <a:gd name="connsiteY10" fmla="*/ 9430 h 124110"/>
                <a:gd name="connsiteX11" fmla="*/ 76295 w 90677"/>
                <a:gd name="connsiteY11" fmla="*/ 0 h 124110"/>
                <a:gd name="connsiteX12" fmla="*/ 81058 w 90677"/>
                <a:gd name="connsiteY12" fmla="*/ 1810 h 124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677" h="124110">
                  <a:moveTo>
                    <a:pt x="81058" y="1810"/>
                  </a:moveTo>
                  <a:lnTo>
                    <a:pt x="81058" y="14764"/>
                  </a:lnTo>
                  <a:lnTo>
                    <a:pt x="90678" y="98203"/>
                  </a:lnTo>
                  <a:lnTo>
                    <a:pt x="39338" y="124111"/>
                  </a:lnTo>
                  <a:lnTo>
                    <a:pt x="22765" y="109633"/>
                  </a:lnTo>
                  <a:lnTo>
                    <a:pt x="11430" y="60103"/>
                  </a:lnTo>
                  <a:lnTo>
                    <a:pt x="0" y="34290"/>
                  </a:lnTo>
                  <a:lnTo>
                    <a:pt x="30385" y="13144"/>
                  </a:lnTo>
                  <a:lnTo>
                    <a:pt x="42101" y="16478"/>
                  </a:lnTo>
                  <a:lnTo>
                    <a:pt x="47911" y="14288"/>
                  </a:lnTo>
                  <a:lnTo>
                    <a:pt x="60770" y="9430"/>
                  </a:lnTo>
                  <a:lnTo>
                    <a:pt x="76295" y="0"/>
                  </a:lnTo>
                  <a:lnTo>
                    <a:pt x="81058" y="181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9" name="서울특별시 종로구 숭인1동">
              <a:extLst>
                <a:ext uri="{FF2B5EF4-FFF2-40B4-BE49-F238E27FC236}">
                  <a16:creationId xmlns:a16="http://schemas.microsoft.com/office/drawing/2014/main" id="{10F86612-2B85-2749-8ACD-B308558BB591}"/>
                </a:ext>
              </a:extLst>
            </p:cNvPr>
            <p:cNvSpPr/>
            <p:nvPr/>
          </p:nvSpPr>
          <p:spPr>
            <a:xfrm>
              <a:off x="6839902" y="3118484"/>
              <a:ext cx="76485" cy="165735"/>
            </a:xfrm>
            <a:custGeom>
              <a:avLst/>
              <a:gdLst>
                <a:gd name="connsiteX0" fmla="*/ 68961 w 76485"/>
                <a:gd name="connsiteY0" fmla="*/ 83439 h 165735"/>
                <a:gd name="connsiteX1" fmla="*/ 75533 w 76485"/>
                <a:gd name="connsiteY1" fmla="*/ 126302 h 165735"/>
                <a:gd name="connsiteX2" fmla="*/ 76486 w 76485"/>
                <a:gd name="connsiteY2" fmla="*/ 133826 h 165735"/>
                <a:gd name="connsiteX3" fmla="*/ 71152 w 76485"/>
                <a:gd name="connsiteY3" fmla="*/ 148019 h 165735"/>
                <a:gd name="connsiteX4" fmla="*/ 48768 w 76485"/>
                <a:gd name="connsiteY4" fmla="*/ 156686 h 165735"/>
                <a:gd name="connsiteX5" fmla="*/ 47815 w 76485"/>
                <a:gd name="connsiteY5" fmla="*/ 156972 h 165735"/>
                <a:gd name="connsiteX6" fmla="*/ 41053 w 76485"/>
                <a:gd name="connsiteY6" fmla="*/ 159258 h 165735"/>
                <a:gd name="connsiteX7" fmla="*/ 28575 w 76485"/>
                <a:gd name="connsiteY7" fmla="*/ 162306 h 165735"/>
                <a:gd name="connsiteX8" fmla="*/ 14097 w 76485"/>
                <a:gd name="connsiteY8" fmla="*/ 165735 h 165735"/>
                <a:gd name="connsiteX9" fmla="*/ 13049 w 76485"/>
                <a:gd name="connsiteY9" fmla="*/ 118777 h 165735"/>
                <a:gd name="connsiteX10" fmla="*/ 9620 w 76485"/>
                <a:gd name="connsiteY10" fmla="*/ 96393 h 165735"/>
                <a:gd name="connsiteX11" fmla="*/ 0 w 76485"/>
                <a:gd name="connsiteY11" fmla="*/ 12954 h 165735"/>
                <a:gd name="connsiteX12" fmla="*/ 0 w 76485"/>
                <a:gd name="connsiteY12" fmla="*/ 0 h 165735"/>
                <a:gd name="connsiteX13" fmla="*/ 20288 w 76485"/>
                <a:gd name="connsiteY13" fmla="*/ 5239 h 165735"/>
                <a:gd name="connsiteX14" fmla="*/ 26098 w 76485"/>
                <a:gd name="connsiteY14" fmla="*/ 5144 h 165735"/>
                <a:gd name="connsiteX15" fmla="*/ 33338 w 76485"/>
                <a:gd name="connsiteY15" fmla="*/ 10763 h 165735"/>
                <a:gd name="connsiteX16" fmla="*/ 48101 w 76485"/>
                <a:gd name="connsiteY16" fmla="*/ 44196 h 165735"/>
                <a:gd name="connsiteX17" fmla="*/ 55436 w 76485"/>
                <a:gd name="connsiteY17" fmla="*/ 73819 h 165735"/>
                <a:gd name="connsiteX18" fmla="*/ 68961 w 76485"/>
                <a:gd name="connsiteY18" fmla="*/ 83439 h 16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485" h="165735">
                  <a:moveTo>
                    <a:pt x="68961" y="83439"/>
                  </a:moveTo>
                  <a:lnTo>
                    <a:pt x="75533" y="126302"/>
                  </a:lnTo>
                  <a:lnTo>
                    <a:pt x="76486" y="133826"/>
                  </a:lnTo>
                  <a:lnTo>
                    <a:pt x="71152" y="148019"/>
                  </a:lnTo>
                  <a:lnTo>
                    <a:pt x="48768" y="156686"/>
                  </a:lnTo>
                  <a:lnTo>
                    <a:pt x="47815" y="156972"/>
                  </a:lnTo>
                  <a:lnTo>
                    <a:pt x="41053" y="159258"/>
                  </a:lnTo>
                  <a:lnTo>
                    <a:pt x="28575" y="162306"/>
                  </a:lnTo>
                  <a:lnTo>
                    <a:pt x="14097" y="165735"/>
                  </a:lnTo>
                  <a:lnTo>
                    <a:pt x="13049" y="118777"/>
                  </a:lnTo>
                  <a:lnTo>
                    <a:pt x="9620" y="96393"/>
                  </a:lnTo>
                  <a:lnTo>
                    <a:pt x="0" y="12954"/>
                  </a:lnTo>
                  <a:lnTo>
                    <a:pt x="0" y="0"/>
                  </a:lnTo>
                  <a:lnTo>
                    <a:pt x="20288" y="5239"/>
                  </a:lnTo>
                  <a:lnTo>
                    <a:pt x="26098" y="5144"/>
                  </a:lnTo>
                  <a:lnTo>
                    <a:pt x="33338" y="10763"/>
                  </a:lnTo>
                  <a:lnTo>
                    <a:pt x="48101" y="44196"/>
                  </a:lnTo>
                  <a:lnTo>
                    <a:pt x="55436" y="73819"/>
                  </a:lnTo>
                  <a:lnTo>
                    <a:pt x="68961" y="8343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40" name="서울특별시 종로구 숭인2동">
              <a:extLst>
                <a:ext uri="{FF2B5EF4-FFF2-40B4-BE49-F238E27FC236}">
                  <a16:creationId xmlns:a16="http://schemas.microsoft.com/office/drawing/2014/main" id="{C9C28962-15D6-A70C-D6C3-A6709197AA23}"/>
                </a:ext>
              </a:extLst>
            </p:cNvPr>
            <p:cNvSpPr/>
            <p:nvPr/>
          </p:nvSpPr>
          <p:spPr>
            <a:xfrm>
              <a:off x="6853999" y="3191541"/>
              <a:ext cx="138493" cy="128968"/>
            </a:xfrm>
            <a:custGeom>
              <a:avLst/>
              <a:gdLst>
                <a:gd name="connsiteX0" fmla="*/ 134874 w 138493"/>
                <a:gd name="connsiteY0" fmla="*/ 1048 h 128968"/>
                <a:gd name="connsiteX1" fmla="*/ 138494 w 138493"/>
                <a:gd name="connsiteY1" fmla="*/ 115252 h 128968"/>
                <a:gd name="connsiteX2" fmla="*/ 56007 w 138493"/>
                <a:gd name="connsiteY2" fmla="*/ 128968 h 128968"/>
                <a:gd name="connsiteX3" fmla="*/ 0 w 138493"/>
                <a:gd name="connsiteY3" fmla="*/ 92678 h 128968"/>
                <a:gd name="connsiteX4" fmla="*/ 14478 w 138493"/>
                <a:gd name="connsiteY4" fmla="*/ 89249 h 128968"/>
                <a:gd name="connsiteX5" fmla="*/ 26956 w 138493"/>
                <a:gd name="connsiteY5" fmla="*/ 86201 h 128968"/>
                <a:gd name="connsiteX6" fmla="*/ 33719 w 138493"/>
                <a:gd name="connsiteY6" fmla="*/ 83915 h 128968"/>
                <a:gd name="connsiteX7" fmla="*/ 34671 w 138493"/>
                <a:gd name="connsiteY7" fmla="*/ 83629 h 128968"/>
                <a:gd name="connsiteX8" fmla="*/ 57055 w 138493"/>
                <a:gd name="connsiteY8" fmla="*/ 74962 h 128968"/>
                <a:gd name="connsiteX9" fmla="*/ 62389 w 138493"/>
                <a:gd name="connsiteY9" fmla="*/ 60769 h 128968"/>
                <a:gd name="connsiteX10" fmla="*/ 61436 w 138493"/>
                <a:gd name="connsiteY10" fmla="*/ 53245 h 128968"/>
                <a:gd name="connsiteX11" fmla="*/ 54864 w 138493"/>
                <a:gd name="connsiteY11" fmla="*/ 10382 h 128968"/>
                <a:gd name="connsiteX12" fmla="*/ 122968 w 138493"/>
                <a:gd name="connsiteY12" fmla="*/ 0 h 128968"/>
                <a:gd name="connsiteX13" fmla="*/ 134874 w 138493"/>
                <a:gd name="connsiteY13" fmla="*/ 1048 h 128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493" h="128968">
                  <a:moveTo>
                    <a:pt x="134874" y="1048"/>
                  </a:moveTo>
                  <a:lnTo>
                    <a:pt x="138494" y="115252"/>
                  </a:lnTo>
                  <a:lnTo>
                    <a:pt x="56007" y="128968"/>
                  </a:lnTo>
                  <a:lnTo>
                    <a:pt x="0" y="92678"/>
                  </a:lnTo>
                  <a:lnTo>
                    <a:pt x="14478" y="89249"/>
                  </a:lnTo>
                  <a:lnTo>
                    <a:pt x="26956" y="86201"/>
                  </a:lnTo>
                  <a:lnTo>
                    <a:pt x="33719" y="83915"/>
                  </a:lnTo>
                  <a:lnTo>
                    <a:pt x="34671" y="83629"/>
                  </a:lnTo>
                  <a:lnTo>
                    <a:pt x="57055" y="74962"/>
                  </a:lnTo>
                  <a:lnTo>
                    <a:pt x="62389" y="60769"/>
                  </a:lnTo>
                  <a:lnTo>
                    <a:pt x="61436" y="53245"/>
                  </a:lnTo>
                  <a:lnTo>
                    <a:pt x="54864" y="10382"/>
                  </a:lnTo>
                  <a:lnTo>
                    <a:pt x="122968" y="0"/>
                  </a:lnTo>
                  <a:lnTo>
                    <a:pt x="134874" y="10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41" name="서울특별시 종로구 청운효자동">
              <a:extLst>
                <a:ext uri="{FF2B5EF4-FFF2-40B4-BE49-F238E27FC236}">
                  <a16:creationId xmlns:a16="http://schemas.microsoft.com/office/drawing/2014/main" id="{A8C9167F-F5A0-2BB6-F751-6E87C99E71F9}"/>
                </a:ext>
              </a:extLst>
            </p:cNvPr>
            <p:cNvSpPr/>
            <p:nvPr/>
          </p:nvSpPr>
          <p:spPr>
            <a:xfrm>
              <a:off x="5803010" y="2905315"/>
              <a:ext cx="408813" cy="330612"/>
            </a:xfrm>
            <a:custGeom>
              <a:avLst/>
              <a:gdLst>
                <a:gd name="connsiteX0" fmla="*/ 287084 w 408813"/>
                <a:gd name="connsiteY0" fmla="*/ 10858 h 330612"/>
                <a:gd name="connsiteX1" fmla="*/ 288036 w 408813"/>
                <a:gd name="connsiteY1" fmla="*/ 23431 h 330612"/>
                <a:gd name="connsiteX2" fmla="*/ 325184 w 408813"/>
                <a:gd name="connsiteY2" fmla="*/ 76200 h 330612"/>
                <a:gd name="connsiteX3" fmla="*/ 333470 w 408813"/>
                <a:gd name="connsiteY3" fmla="*/ 78676 h 330612"/>
                <a:gd name="connsiteX4" fmla="*/ 341090 w 408813"/>
                <a:gd name="connsiteY4" fmla="*/ 83248 h 330612"/>
                <a:gd name="connsiteX5" fmla="*/ 383000 w 408813"/>
                <a:gd name="connsiteY5" fmla="*/ 119920 h 330612"/>
                <a:gd name="connsiteX6" fmla="*/ 384715 w 408813"/>
                <a:gd name="connsiteY6" fmla="*/ 121634 h 330612"/>
                <a:gd name="connsiteX7" fmla="*/ 392716 w 408813"/>
                <a:gd name="connsiteY7" fmla="*/ 144780 h 330612"/>
                <a:gd name="connsiteX8" fmla="*/ 408813 w 408813"/>
                <a:gd name="connsiteY8" fmla="*/ 233839 h 330612"/>
                <a:gd name="connsiteX9" fmla="*/ 403860 w 408813"/>
                <a:gd name="connsiteY9" fmla="*/ 250126 h 330612"/>
                <a:gd name="connsiteX10" fmla="*/ 398621 w 408813"/>
                <a:gd name="connsiteY10" fmla="*/ 267462 h 330612"/>
                <a:gd name="connsiteX11" fmla="*/ 397669 w 408813"/>
                <a:gd name="connsiteY11" fmla="*/ 276987 h 330612"/>
                <a:gd name="connsiteX12" fmla="*/ 396335 w 408813"/>
                <a:gd name="connsiteY12" fmla="*/ 303181 h 330612"/>
                <a:gd name="connsiteX13" fmla="*/ 396145 w 408813"/>
                <a:gd name="connsiteY13" fmla="*/ 313277 h 330612"/>
                <a:gd name="connsiteX14" fmla="*/ 395954 w 408813"/>
                <a:gd name="connsiteY14" fmla="*/ 324707 h 330612"/>
                <a:gd name="connsiteX15" fmla="*/ 346901 w 408813"/>
                <a:gd name="connsiteY15" fmla="*/ 330613 h 330612"/>
                <a:gd name="connsiteX16" fmla="*/ 327184 w 408813"/>
                <a:gd name="connsiteY16" fmla="*/ 330613 h 330612"/>
                <a:gd name="connsiteX17" fmla="*/ 300514 w 408813"/>
                <a:gd name="connsiteY17" fmla="*/ 328803 h 330612"/>
                <a:gd name="connsiteX18" fmla="*/ 293465 w 408813"/>
                <a:gd name="connsiteY18" fmla="*/ 283655 h 330612"/>
                <a:gd name="connsiteX19" fmla="*/ 292989 w 408813"/>
                <a:gd name="connsiteY19" fmla="*/ 279178 h 330612"/>
                <a:gd name="connsiteX20" fmla="*/ 291275 w 408813"/>
                <a:gd name="connsiteY20" fmla="*/ 263176 h 330612"/>
                <a:gd name="connsiteX21" fmla="*/ 246507 w 408813"/>
                <a:gd name="connsiteY21" fmla="*/ 260604 h 330612"/>
                <a:gd name="connsiteX22" fmla="*/ 220313 w 408813"/>
                <a:gd name="connsiteY22" fmla="*/ 264414 h 330612"/>
                <a:gd name="connsiteX23" fmla="*/ 216027 w 408813"/>
                <a:gd name="connsiteY23" fmla="*/ 267843 h 330612"/>
                <a:gd name="connsiteX24" fmla="*/ 216027 w 408813"/>
                <a:gd name="connsiteY24" fmla="*/ 270034 h 330612"/>
                <a:gd name="connsiteX25" fmla="*/ 216027 w 408813"/>
                <a:gd name="connsiteY25" fmla="*/ 274701 h 330612"/>
                <a:gd name="connsiteX26" fmla="*/ 215932 w 408813"/>
                <a:gd name="connsiteY26" fmla="*/ 278416 h 330612"/>
                <a:gd name="connsiteX27" fmla="*/ 211360 w 408813"/>
                <a:gd name="connsiteY27" fmla="*/ 285845 h 330612"/>
                <a:gd name="connsiteX28" fmla="*/ 207740 w 408813"/>
                <a:gd name="connsiteY28" fmla="*/ 289179 h 330612"/>
                <a:gd name="connsiteX29" fmla="*/ 203073 w 408813"/>
                <a:gd name="connsiteY29" fmla="*/ 289179 h 330612"/>
                <a:gd name="connsiteX30" fmla="*/ 186976 w 408813"/>
                <a:gd name="connsiteY30" fmla="*/ 283559 h 330612"/>
                <a:gd name="connsiteX31" fmla="*/ 175927 w 408813"/>
                <a:gd name="connsiteY31" fmla="*/ 270319 h 330612"/>
                <a:gd name="connsiteX32" fmla="*/ 175451 w 408813"/>
                <a:gd name="connsiteY32" fmla="*/ 266414 h 330612"/>
                <a:gd name="connsiteX33" fmla="*/ 175260 w 408813"/>
                <a:gd name="connsiteY33" fmla="*/ 265081 h 330612"/>
                <a:gd name="connsiteX34" fmla="*/ 175355 w 408813"/>
                <a:gd name="connsiteY34" fmla="*/ 258985 h 330612"/>
                <a:gd name="connsiteX35" fmla="*/ 91630 w 408813"/>
                <a:gd name="connsiteY35" fmla="*/ 261747 h 330612"/>
                <a:gd name="connsiteX36" fmla="*/ 52959 w 408813"/>
                <a:gd name="connsiteY36" fmla="*/ 237268 h 330612"/>
                <a:gd name="connsiteX37" fmla="*/ 2572 w 408813"/>
                <a:gd name="connsiteY37" fmla="*/ 182689 h 330612"/>
                <a:gd name="connsiteX38" fmla="*/ 0 w 408813"/>
                <a:gd name="connsiteY38" fmla="*/ 163449 h 330612"/>
                <a:gd name="connsiteX39" fmla="*/ 953 w 408813"/>
                <a:gd name="connsiteY39" fmla="*/ 161354 h 330612"/>
                <a:gd name="connsiteX40" fmla="*/ 5334 w 408813"/>
                <a:gd name="connsiteY40" fmla="*/ 157258 h 330612"/>
                <a:gd name="connsiteX41" fmla="*/ 20193 w 408813"/>
                <a:gd name="connsiteY41" fmla="*/ 143732 h 330612"/>
                <a:gd name="connsiteX42" fmla="*/ 25813 w 408813"/>
                <a:gd name="connsiteY42" fmla="*/ 141160 h 330612"/>
                <a:gd name="connsiteX43" fmla="*/ 28194 w 408813"/>
                <a:gd name="connsiteY43" fmla="*/ 141827 h 330612"/>
                <a:gd name="connsiteX44" fmla="*/ 31147 w 408813"/>
                <a:gd name="connsiteY44" fmla="*/ 142780 h 330612"/>
                <a:gd name="connsiteX45" fmla="*/ 34957 w 408813"/>
                <a:gd name="connsiteY45" fmla="*/ 142208 h 330612"/>
                <a:gd name="connsiteX46" fmla="*/ 49911 w 408813"/>
                <a:gd name="connsiteY46" fmla="*/ 138208 h 330612"/>
                <a:gd name="connsiteX47" fmla="*/ 71723 w 408813"/>
                <a:gd name="connsiteY47" fmla="*/ 130683 h 330612"/>
                <a:gd name="connsiteX48" fmla="*/ 76581 w 408813"/>
                <a:gd name="connsiteY48" fmla="*/ 127921 h 330612"/>
                <a:gd name="connsiteX49" fmla="*/ 77629 w 408813"/>
                <a:gd name="connsiteY49" fmla="*/ 127254 h 330612"/>
                <a:gd name="connsiteX50" fmla="*/ 81248 w 408813"/>
                <a:gd name="connsiteY50" fmla="*/ 125063 h 330612"/>
                <a:gd name="connsiteX51" fmla="*/ 98298 w 408813"/>
                <a:gd name="connsiteY51" fmla="*/ 109156 h 330612"/>
                <a:gd name="connsiteX52" fmla="*/ 102775 w 408813"/>
                <a:gd name="connsiteY52" fmla="*/ 104108 h 330612"/>
                <a:gd name="connsiteX53" fmla="*/ 115348 w 408813"/>
                <a:gd name="connsiteY53" fmla="*/ 88963 h 330612"/>
                <a:gd name="connsiteX54" fmla="*/ 117538 w 408813"/>
                <a:gd name="connsiteY54" fmla="*/ 86106 h 330612"/>
                <a:gd name="connsiteX55" fmla="*/ 117634 w 408813"/>
                <a:gd name="connsiteY55" fmla="*/ 82391 h 330612"/>
                <a:gd name="connsiteX56" fmla="*/ 115824 w 408813"/>
                <a:gd name="connsiteY56" fmla="*/ 78105 h 330612"/>
                <a:gd name="connsiteX57" fmla="*/ 115729 w 408813"/>
                <a:gd name="connsiteY57" fmla="*/ 77057 h 330612"/>
                <a:gd name="connsiteX58" fmla="*/ 115253 w 408813"/>
                <a:gd name="connsiteY58" fmla="*/ 70771 h 330612"/>
                <a:gd name="connsiteX59" fmla="*/ 123635 w 408813"/>
                <a:gd name="connsiteY59" fmla="*/ 52864 h 330612"/>
                <a:gd name="connsiteX60" fmla="*/ 125730 w 408813"/>
                <a:gd name="connsiteY60" fmla="*/ 50101 h 330612"/>
                <a:gd name="connsiteX61" fmla="*/ 157353 w 408813"/>
                <a:gd name="connsiteY61" fmla="*/ 17335 h 330612"/>
                <a:gd name="connsiteX62" fmla="*/ 186595 w 408813"/>
                <a:gd name="connsiteY62" fmla="*/ 5334 h 330612"/>
                <a:gd name="connsiteX63" fmla="*/ 188309 w 408813"/>
                <a:gd name="connsiteY63" fmla="*/ 4953 h 330612"/>
                <a:gd name="connsiteX64" fmla="*/ 194310 w 408813"/>
                <a:gd name="connsiteY64" fmla="*/ 6572 h 330612"/>
                <a:gd name="connsiteX65" fmla="*/ 195358 w 408813"/>
                <a:gd name="connsiteY65" fmla="*/ 6953 h 330612"/>
                <a:gd name="connsiteX66" fmla="*/ 197358 w 408813"/>
                <a:gd name="connsiteY66" fmla="*/ 7620 h 330612"/>
                <a:gd name="connsiteX67" fmla="*/ 198596 w 408813"/>
                <a:gd name="connsiteY67" fmla="*/ 8477 h 330612"/>
                <a:gd name="connsiteX68" fmla="*/ 199835 w 408813"/>
                <a:gd name="connsiteY68" fmla="*/ 9430 h 330612"/>
                <a:gd name="connsiteX69" fmla="*/ 201549 w 408813"/>
                <a:gd name="connsiteY69" fmla="*/ 9430 h 330612"/>
                <a:gd name="connsiteX70" fmla="*/ 202502 w 408813"/>
                <a:gd name="connsiteY70" fmla="*/ 9430 h 330612"/>
                <a:gd name="connsiteX71" fmla="*/ 219170 w 408813"/>
                <a:gd name="connsiteY71" fmla="*/ 7429 h 330612"/>
                <a:gd name="connsiteX72" fmla="*/ 250031 w 408813"/>
                <a:gd name="connsiteY72" fmla="*/ 3334 h 330612"/>
                <a:gd name="connsiteX73" fmla="*/ 257175 w 408813"/>
                <a:gd name="connsiteY73" fmla="*/ 0 h 330612"/>
                <a:gd name="connsiteX74" fmla="*/ 287084 w 408813"/>
                <a:gd name="connsiteY74" fmla="*/ 10858 h 33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08813" h="330612">
                  <a:moveTo>
                    <a:pt x="287084" y="10858"/>
                  </a:moveTo>
                  <a:lnTo>
                    <a:pt x="288036" y="23431"/>
                  </a:lnTo>
                  <a:lnTo>
                    <a:pt x="325184" y="76200"/>
                  </a:lnTo>
                  <a:lnTo>
                    <a:pt x="333470" y="78676"/>
                  </a:lnTo>
                  <a:lnTo>
                    <a:pt x="341090" y="83248"/>
                  </a:lnTo>
                  <a:lnTo>
                    <a:pt x="383000" y="119920"/>
                  </a:lnTo>
                  <a:lnTo>
                    <a:pt x="384715" y="121634"/>
                  </a:lnTo>
                  <a:lnTo>
                    <a:pt x="392716" y="144780"/>
                  </a:lnTo>
                  <a:lnTo>
                    <a:pt x="408813" y="233839"/>
                  </a:lnTo>
                  <a:lnTo>
                    <a:pt x="403860" y="250126"/>
                  </a:lnTo>
                  <a:lnTo>
                    <a:pt x="398621" y="267462"/>
                  </a:lnTo>
                  <a:lnTo>
                    <a:pt x="397669" y="276987"/>
                  </a:lnTo>
                  <a:lnTo>
                    <a:pt x="396335" y="303181"/>
                  </a:lnTo>
                  <a:lnTo>
                    <a:pt x="396145" y="313277"/>
                  </a:lnTo>
                  <a:lnTo>
                    <a:pt x="395954" y="324707"/>
                  </a:lnTo>
                  <a:lnTo>
                    <a:pt x="346901" y="330613"/>
                  </a:lnTo>
                  <a:lnTo>
                    <a:pt x="327184" y="330613"/>
                  </a:lnTo>
                  <a:lnTo>
                    <a:pt x="300514" y="328803"/>
                  </a:lnTo>
                  <a:lnTo>
                    <a:pt x="293465" y="283655"/>
                  </a:lnTo>
                  <a:lnTo>
                    <a:pt x="292989" y="279178"/>
                  </a:lnTo>
                  <a:lnTo>
                    <a:pt x="291275" y="263176"/>
                  </a:lnTo>
                  <a:lnTo>
                    <a:pt x="246507" y="260604"/>
                  </a:lnTo>
                  <a:lnTo>
                    <a:pt x="220313" y="264414"/>
                  </a:lnTo>
                  <a:lnTo>
                    <a:pt x="216027" y="267843"/>
                  </a:lnTo>
                  <a:lnTo>
                    <a:pt x="216027" y="270034"/>
                  </a:lnTo>
                  <a:lnTo>
                    <a:pt x="216027" y="274701"/>
                  </a:lnTo>
                  <a:lnTo>
                    <a:pt x="215932" y="278416"/>
                  </a:lnTo>
                  <a:lnTo>
                    <a:pt x="211360" y="285845"/>
                  </a:lnTo>
                  <a:lnTo>
                    <a:pt x="207740" y="289179"/>
                  </a:lnTo>
                  <a:lnTo>
                    <a:pt x="203073" y="289179"/>
                  </a:lnTo>
                  <a:lnTo>
                    <a:pt x="186976" y="283559"/>
                  </a:lnTo>
                  <a:lnTo>
                    <a:pt x="175927" y="270319"/>
                  </a:lnTo>
                  <a:lnTo>
                    <a:pt x="175451" y="266414"/>
                  </a:lnTo>
                  <a:lnTo>
                    <a:pt x="175260" y="265081"/>
                  </a:lnTo>
                  <a:lnTo>
                    <a:pt x="175355" y="258985"/>
                  </a:lnTo>
                  <a:lnTo>
                    <a:pt x="91630" y="261747"/>
                  </a:lnTo>
                  <a:lnTo>
                    <a:pt x="52959" y="237268"/>
                  </a:lnTo>
                  <a:lnTo>
                    <a:pt x="2572" y="182689"/>
                  </a:lnTo>
                  <a:lnTo>
                    <a:pt x="0" y="163449"/>
                  </a:lnTo>
                  <a:lnTo>
                    <a:pt x="953" y="161354"/>
                  </a:lnTo>
                  <a:lnTo>
                    <a:pt x="5334" y="157258"/>
                  </a:lnTo>
                  <a:lnTo>
                    <a:pt x="20193" y="143732"/>
                  </a:lnTo>
                  <a:lnTo>
                    <a:pt x="25813" y="141160"/>
                  </a:lnTo>
                  <a:lnTo>
                    <a:pt x="28194" y="141827"/>
                  </a:lnTo>
                  <a:lnTo>
                    <a:pt x="31147" y="142780"/>
                  </a:lnTo>
                  <a:lnTo>
                    <a:pt x="34957" y="142208"/>
                  </a:lnTo>
                  <a:lnTo>
                    <a:pt x="49911" y="138208"/>
                  </a:lnTo>
                  <a:lnTo>
                    <a:pt x="71723" y="130683"/>
                  </a:lnTo>
                  <a:lnTo>
                    <a:pt x="76581" y="127921"/>
                  </a:lnTo>
                  <a:lnTo>
                    <a:pt x="77629" y="127254"/>
                  </a:lnTo>
                  <a:lnTo>
                    <a:pt x="81248" y="125063"/>
                  </a:lnTo>
                  <a:lnTo>
                    <a:pt x="98298" y="109156"/>
                  </a:lnTo>
                  <a:lnTo>
                    <a:pt x="102775" y="104108"/>
                  </a:lnTo>
                  <a:lnTo>
                    <a:pt x="115348" y="88963"/>
                  </a:lnTo>
                  <a:lnTo>
                    <a:pt x="117538" y="86106"/>
                  </a:lnTo>
                  <a:lnTo>
                    <a:pt x="117634" y="82391"/>
                  </a:lnTo>
                  <a:lnTo>
                    <a:pt x="115824" y="78105"/>
                  </a:lnTo>
                  <a:lnTo>
                    <a:pt x="115729" y="77057"/>
                  </a:lnTo>
                  <a:lnTo>
                    <a:pt x="115253" y="70771"/>
                  </a:lnTo>
                  <a:lnTo>
                    <a:pt x="123635" y="52864"/>
                  </a:lnTo>
                  <a:lnTo>
                    <a:pt x="125730" y="50101"/>
                  </a:lnTo>
                  <a:lnTo>
                    <a:pt x="157353" y="17335"/>
                  </a:lnTo>
                  <a:lnTo>
                    <a:pt x="186595" y="5334"/>
                  </a:lnTo>
                  <a:lnTo>
                    <a:pt x="188309" y="4953"/>
                  </a:lnTo>
                  <a:lnTo>
                    <a:pt x="194310" y="6572"/>
                  </a:lnTo>
                  <a:lnTo>
                    <a:pt x="195358" y="6953"/>
                  </a:lnTo>
                  <a:lnTo>
                    <a:pt x="197358" y="7620"/>
                  </a:lnTo>
                  <a:lnTo>
                    <a:pt x="198596" y="8477"/>
                  </a:lnTo>
                  <a:lnTo>
                    <a:pt x="199835" y="9430"/>
                  </a:lnTo>
                  <a:lnTo>
                    <a:pt x="201549" y="9430"/>
                  </a:lnTo>
                  <a:lnTo>
                    <a:pt x="202502" y="9430"/>
                  </a:lnTo>
                  <a:lnTo>
                    <a:pt x="219170" y="7429"/>
                  </a:lnTo>
                  <a:lnTo>
                    <a:pt x="250031" y="3334"/>
                  </a:lnTo>
                  <a:lnTo>
                    <a:pt x="257175" y="0"/>
                  </a:lnTo>
                  <a:lnTo>
                    <a:pt x="287084" y="1085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42" name="서울특별시 종로구 혜화동">
              <a:extLst>
                <a:ext uri="{FF2B5EF4-FFF2-40B4-BE49-F238E27FC236}">
                  <a16:creationId xmlns:a16="http://schemas.microsoft.com/office/drawing/2014/main" id="{60CEBD7B-B9C3-62D9-6106-FD43BEC3A76A}"/>
                </a:ext>
              </a:extLst>
            </p:cNvPr>
            <p:cNvSpPr/>
            <p:nvPr/>
          </p:nvSpPr>
          <p:spPr>
            <a:xfrm>
              <a:off x="6356889" y="2930175"/>
              <a:ext cx="345376" cy="208311"/>
            </a:xfrm>
            <a:custGeom>
              <a:avLst/>
              <a:gdLst>
                <a:gd name="connsiteX0" fmla="*/ 288036 w 345376"/>
                <a:gd name="connsiteY0" fmla="*/ 82772 h 208311"/>
                <a:gd name="connsiteX1" fmla="*/ 287845 w 345376"/>
                <a:gd name="connsiteY1" fmla="*/ 86011 h 208311"/>
                <a:gd name="connsiteX2" fmla="*/ 287845 w 345376"/>
                <a:gd name="connsiteY2" fmla="*/ 87058 h 208311"/>
                <a:gd name="connsiteX3" fmla="*/ 287464 w 345376"/>
                <a:gd name="connsiteY3" fmla="*/ 94774 h 208311"/>
                <a:gd name="connsiteX4" fmla="*/ 289941 w 345376"/>
                <a:gd name="connsiteY4" fmla="*/ 98393 h 208311"/>
                <a:gd name="connsiteX5" fmla="*/ 295561 w 345376"/>
                <a:gd name="connsiteY5" fmla="*/ 100108 h 208311"/>
                <a:gd name="connsiteX6" fmla="*/ 297275 w 345376"/>
                <a:gd name="connsiteY6" fmla="*/ 100203 h 208311"/>
                <a:gd name="connsiteX7" fmla="*/ 304895 w 345376"/>
                <a:gd name="connsiteY7" fmla="*/ 100965 h 208311"/>
                <a:gd name="connsiteX8" fmla="*/ 312420 w 345376"/>
                <a:gd name="connsiteY8" fmla="*/ 100679 h 208311"/>
                <a:gd name="connsiteX9" fmla="*/ 313658 w 345376"/>
                <a:gd name="connsiteY9" fmla="*/ 100870 h 208311"/>
                <a:gd name="connsiteX10" fmla="*/ 315944 w 345376"/>
                <a:gd name="connsiteY10" fmla="*/ 101155 h 208311"/>
                <a:gd name="connsiteX11" fmla="*/ 319564 w 345376"/>
                <a:gd name="connsiteY11" fmla="*/ 101632 h 208311"/>
                <a:gd name="connsiteX12" fmla="*/ 330327 w 345376"/>
                <a:gd name="connsiteY12" fmla="*/ 115824 h 208311"/>
                <a:gd name="connsiteX13" fmla="*/ 341662 w 345376"/>
                <a:gd name="connsiteY13" fmla="*/ 153352 h 208311"/>
                <a:gd name="connsiteX14" fmla="*/ 345376 w 345376"/>
                <a:gd name="connsiteY14" fmla="*/ 165925 h 208311"/>
                <a:gd name="connsiteX15" fmla="*/ 344900 w 345376"/>
                <a:gd name="connsiteY15" fmla="*/ 168783 h 208311"/>
                <a:gd name="connsiteX16" fmla="*/ 324040 w 345376"/>
                <a:gd name="connsiteY16" fmla="*/ 155067 h 208311"/>
                <a:gd name="connsiteX17" fmla="*/ 317278 w 345376"/>
                <a:gd name="connsiteY17" fmla="*/ 140684 h 208311"/>
                <a:gd name="connsiteX18" fmla="*/ 261366 w 345376"/>
                <a:gd name="connsiteY18" fmla="*/ 159353 h 208311"/>
                <a:gd name="connsiteX19" fmla="*/ 243173 w 345376"/>
                <a:gd name="connsiteY19" fmla="*/ 170117 h 208311"/>
                <a:gd name="connsiteX20" fmla="*/ 244697 w 345376"/>
                <a:gd name="connsiteY20" fmla="*/ 180975 h 208311"/>
                <a:gd name="connsiteX21" fmla="*/ 179927 w 345376"/>
                <a:gd name="connsiteY21" fmla="*/ 203930 h 208311"/>
                <a:gd name="connsiteX22" fmla="*/ 148590 w 345376"/>
                <a:gd name="connsiteY22" fmla="*/ 208312 h 208311"/>
                <a:gd name="connsiteX23" fmla="*/ 149352 w 345376"/>
                <a:gd name="connsiteY23" fmla="*/ 198406 h 208311"/>
                <a:gd name="connsiteX24" fmla="*/ 144304 w 345376"/>
                <a:gd name="connsiteY24" fmla="*/ 177832 h 208311"/>
                <a:gd name="connsiteX25" fmla="*/ 140017 w 345376"/>
                <a:gd name="connsiteY25" fmla="*/ 167259 h 208311"/>
                <a:gd name="connsiteX26" fmla="*/ 137160 w 345376"/>
                <a:gd name="connsiteY26" fmla="*/ 163259 h 208311"/>
                <a:gd name="connsiteX27" fmla="*/ 90297 w 345376"/>
                <a:gd name="connsiteY27" fmla="*/ 101251 h 208311"/>
                <a:gd name="connsiteX28" fmla="*/ 72295 w 345376"/>
                <a:gd name="connsiteY28" fmla="*/ 96488 h 208311"/>
                <a:gd name="connsiteX29" fmla="*/ 54292 w 345376"/>
                <a:gd name="connsiteY29" fmla="*/ 98774 h 208311"/>
                <a:gd name="connsiteX30" fmla="*/ 18002 w 345376"/>
                <a:gd name="connsiteY30" fmla="*/ 94964 h 208311"/>
                <a:gd name="connsiteX31" fmla="*/ 2286 w 345376"/>
                <a:gd name="connsiteY31" fmla="*/ 92297 h 208311"/>
                <a:gd name="connsiteX32" fmla="*/ 0 w 345376"/>
                <a:gd name="connsiteY32" fmla="*/ 91440 h 208311"/>
                <a:gd name="connsiteX33" fmla="*/ 15049 w 345376"/>
                <a:gd name="connsiteY33" fmla="*/ 21907 h 208311"/>
                <a:gd name="connsiteX34" fmla="*/ 185356 w 345376"/>
                <a:gd name="connsiteY34" fmla="*/ 190 h 208311"/>
                <a:gd name="connsiteX35" fmla="*/ 189262 w 345376"/>
                <a:gd name="connsiteY35" fmla="*/ 0 h 208311"/>
                <a:gd name="connsiteX36" fmla="*/ 193357 w 345376"/>
                <a:gd name="connsiteY36" fmla="*/ 762 h 208311"/>
                <a:gd name="connsiteX37" fmla="*/ 200596 w 345376"/>
                <a:gd name="connsiteY37" fmla="*/ 2667 h 208311"/>
                <a:gd name="connsiteX38" fmla="*/ 223361 w 345376"/>
                <a:gd name="connsiteY38" fmla="*/ 1143 h 208311"/>
                <a:gd name="connsiteX39" fmla="*/ 226219 w 345376"/>
                <a:gd name="connsiteY39" fmla="*/ 1238 h 208311"/>
                <a:gd name="connsiteX40" fmla="*/ 229076 w 345376"/>
                <a:gd name="connsiteY40" fmla="*/ 2191 h 208311"/>
                <a:gd name="connsiteX41" fmla="*/ 240316 w 345376"/>
                <a:gd name="connsiteY41" fmla="*/ 10858 h 208311"/>
                <a:gd name="connsiteX42" fmla="*/ 240697 w 345376"/>
                <a:gd name="connsiteY42" fmla="*/ 11335 h 208311"/>
                <a:gd name="connsiteX43" fmla="*/ 242506 w 345376"/>
                <a:gd name="connsiteY43" fmla="*/ 13811 h 208311"/>
                <a:gd name="connsiteX44" fmla="*/ 246697 w 345376"/>
                <a:gd name="connsiteY44" fmla="*/ 22955 h 208311"/>
                <a:gd name="connsiteX45" fmla="*/ 244411 w 345376"/>
                <a:gd name="connsiteY45" fmla="*/ 30004 h 208311"/>
                <a:gd name="connsiteX46" fmla="*/ 242792 w 345376"/>
                <a:gd name="connsiteY46" fmla="*/ 34671 h 208311"/>
                <a:gd name="connsiteX47" fmla="*/ 242030 w 345376"/>
                <a:gd name="connsiteY47" fmla="*/ 43720 h 208311"/>
                <a:gd name="connsiteX48" fmla="*/ 254413 w 345376"/>
                <a:gd name="connsiteY48" fmla="*/ 60960 h 208311"/>
                <a:gd name="connsiteX49" fmla="*/ 255270 w 345376"/>
                <a:gd name="connsiteY49" fmla="*/ 61817 h 208311"/>
                <a:gd name="connsiteX50" fmla="*/ 256032 w 345376"/>
                <a:gd name="connsiteY50" fmla="*/ 62675 h 208311"/>
                <a:gd name="connsiteX51" fmla="*/ 274034 w 345376"/>
                <a:gd name="connsiteY51" fmla="*/ 75438 h 208311"/>
                <a:gd name="connsiteX52" fmla="*/ 288036 w 345376"/>
                <a:gd name="connsiteY52" fmla="*/ 82772 h 208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5376" h="208311">
                  <a:moveTo>
                    <a:pt x="288036" y="82772"/>
                  </a:moveTo>
                  <a:lnTo>
                    <a:pt x="287845" y="86011"/>
                  </a:lnTo>
                  <a:lnTo>
                    <a:pt x="287845" y="87058"/>
                  </a:lnTo>
                  <a:lnTo>
                    <a:pt x="287464" y="94774"/>
                  </a:lnTo>
                  <a:lnTo>
                    <a:pt x="289941" y="98393"/>
                  </a:lnTo>
                  <a:lnTo>
                    <a:pt x="295561" y="100108"/>
                  </a:lnTo>
                  <a:lnTo>
                    <a:pt x="297275" y="100203"/>
                  </a:lnTo>
                  <a:lnTo>
                    <a:pt x="304895" y="100965"/>
                  </a:lnTo>
                  <a:lnTo>
                    <a:pt x="312420" y="100679"/>
                  </a:lnTo>
                  <a:lnTo>
                    <a:pt x="313658" y="100870"/>
                  </a:lnTo>
                  <a:lnTo>
                    <a:pt x="315944" y="101155"/>
                  </a:lnTo>
                  <a:lnTo>
                    <a:pt x="319564" y="101632"/>
                  </a:lnTo>
                  <a:lnTo>
                    <a:pt x="330327" y="115824"/>
                  </a:lnTo>
                  <a:lnTo>
                    <a:pt x="341662" y="153352"/>
                  </a:lnTo>
                  <a:lnTo>
                    <a:pt x="345376" y="165925"/>
                  </a:lnTo>
                  <a:lnTo>
                    <a:pt x="344900" y="168783"/>
                  </a:lnTo>
                  <a:lnTo>
                    <a:pt x="324040" y="155067"/>
                  </a:lnTo>
                  <a:lnTo>
                    <a:pt x="317278" y="140684"/>
                  </a:lnTo>
                  <a:lnTo>
                    <a:pt x="261366" y="159353"/>
                  </a:lnTo>
                  <a:lnTo>
                    <a:pt x="243173" y="170117"/>
                  </a:lnTo>
                  <a:lnTo>
                    <a:pt x="244697" y="180975"/>
                  </a:lnTo>
                  <a:lnTo>
                    <a:pt x="179927" y="203930"/>
                  </a:lnTo>
                  <a:lnTo>
                    <a:pt x="148590" y="208312"/>
                  </a:lnTo>
                  <a:lnTo>
                    <a:pt x="149352" y="198406"/>
                  </a:lnTo>
                  <a:lnTo>
                    <a:pt x="144304" y="177832"/>
                  </a:lnTo>
                  <a:lnTo>
                    <a:pt x="140017" y="167259"/>
                  </a:lnTo>
                  <a:lnTo>
                    <a:pt x="137160" y="163259"/>
                  </a:lnTo>
                  <a:lnTo>
                    <a:pt x="90297" y="101251"/>
                  </a:lnTo>
                  <a:lnTo>
                    <a:pt x="72295" y="96488"/>
                  </a:lnTo>
                  <a:lnTo>
                    <a:pt x="54292" y="98774"/>
                  </a:lnTo>
                  <a:lnTo>
                    <a:pt x="18002" y="94964"/>
                  </a:lnTo>
                  <a:lnTo>
                    <a:pt x="2286" y="92297"/>
                  </a:lnTo>
                  <a:lnTo>
                    <a:pt x="0" y="91440"/>
                  </a:lnTo>
                  <a:lnTo>
                    <a:pt x="15049" y="21907"/>
                  </a:lnTo>
                  <a:lnTo>
                    <a:pt x="185356" y="190"/>
                  </a:lnTo>
                  <a:lnTo>
                    <a:pt x="189262" y="0"/>
                  </a:lnTo>
                  <a:lnTo>
                    <a:pt x="193357" y="762"/>
                  </a:lnTo>
                  <a:lnTo>
                    <a:pt x="200596" y="2667"/>
                  </a:lnTo>
                  <a:lnTo>
                    <a:pt x="223361" y="1143"/>
                  </a:lnTo>
                  <a:lnTo>
                    <a:pt x="226219" y="1238"/>
                  </a:lnTo>
                  <a:lnTo>
                    <a:pt x="229076" y="2191"/>
                  </a:lnTo>
                  <a:lnTo>
                    <a:pt x="240316" y="10858"/>
                  </a:lnTo>
                  <a:lnTo>
                    <a:pt x="240697" y="11335"/>
                  </a:lnTo>
                  <a:lnTo>
                    <a:pt x="242506" y="13811"/>
                  </a:lnTo>
                  <a:lnTo>
                    <a:pt x="246697" y="22955"/>
                  </a:lnTo>
                  <a:lnTo>
                    <a:pt x="244411" y="30004"/>
                  </a:lnTo>
                  <a:lnTo>
                    <a:pt x="242792" y="34671"/>
                  </a:lnTo>
                  <a:lnTo>
                    <a:pt x="242030" y="43720"/>
                  </a:lnTo>
                  <a:lnTo>
                    <a:pt x="254413" y="60960"/>
                  </a:lnTo>
                  <a:lnTo>
                    <a:pt x="255270" y="61817"/>
                  </a:lnTo>
                  <a:lnTo>
                    <a:pt x="256032" y="62675"/>
                  </a:lnTo>
                  <a:lnTo>
                    <a:pt x="274034" y="75438"/>
                  </a:lnTo>
                  <a:lnTo>
                    <a:pt x="288036" y="827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3" name="서울특별시 중구">
            <a:extLst>
              <a:ext uri="{FF2B5EF4-FFF2-40B4-BE49-F238E27FC236}">
                <a16:creationId xmlns:a16="http://schemas.microsoft.com/office/drawing/2014/main" id="{0664AE9C-39A8-8611-E297-BAFE70349094}"/>
              </a:ext>
            </a:extLst>
          </p:cNvPr>
          <p:cNvGrpSpPr/>
          <p:nvPr/>
        </p:nvGrpSpPr>
        <p:grpSpPr>
          <a:xfrm>
            <a:off x="5280344" y="2927056"/>
            <a:ext cx="682165" cy="367285"/>
            <a:chOff x="5870638" y="3306794"/>
            <a:chExt cx="1183290" cy="506348"/>
          </a:xfrm>
          <a:solidFill>
            <a:srgbClr val="6C757D"/>
          </a:solidFill>
        </p:grpSpPr>
        <p:sp>
          <p:nvSpPr>
            <p:cNvPr id="911" name="서울특별시 중구 소공동">
              <a:extLst>
                <a:ext uri="{FF2B5EF4-FFF2-40B4-BE49-F238E27FC236}">
                  <a16:creationId xmlns:a16="http://schemas.microsoft.com/office/drawing/2014/main" id="{CC84400B-88D9-1DFD-1383-9F1170CB6B3A}"/>
                </a:ext>
              </a:extLst>
            </p:cNvPr>
            <p:cNvSpPr/>
            <p:nvPr/>
          </p:nvSpPr>
          <p:spPr>
            <a:xfrm>
              <a:off x="5966555" y="3350799"/>
              <a:ext cx="287750" cy="176021"/>
            </a:xfrm>
            <a:custGeom>
              <a:avLst/>
              <a:gdLst>
                <a:gd name="connsiteX0" fmla="*/ 259461 w 287750"/>
                <a:gd name="connsiteY0" fmla="*/ 136208 h 176021"/>
                <a:gd name="connsiteX1" fmla="*/ 248888 w 287750"/>
                <a:gd name="connsiteY1" fmla="*/ 141351 h 176021"/>
                <a:gd name="connsiteX2" fmla="*/ 245364 w 287750"/>
                <a:gd name="connsiteY2" fmla="*/ 142970 h 176021"/>
                <a:gd name="connsiteX3" fmla="*/ 132302 w 287750"/>
                <a:gd name="connsiteY3" fmla="*/ 172022 h 176021"/>
                <a:gd name="connsiteX4" fmla="*/ 110490 w 287750"/>
                <a:gd name="connsiteY4" fmla="*/ 174022 h 176021"/>
                <a:gd name="connsiteX5" fmla="*/ 94869 w 287750"/>
                <a:gd name="connsiteY5" fmla="*/ 175450 h 176021"/>
                <a:gd name="connsiteX6" fmla="*/ 93536 w 287750"/>
                <a:gd name="connsiteY6" fmla="*/ 175546 h 176021"/>
                <a:gd name="connsiteX7" fmla="*/ 83820 w 287750"/>
                <a:gd name="connsiteY7" fmla="*/ 176022 h 176021"/>
                <a:gd name="connsiteX8" fmla="*/ 51054 w 287750"/>
                <a:gd name="connsiteY8" fmla="*/ 132302 h 176021"/>
                <a:gd name="connsiteX9" fmla="*/ 0 w 287750"/>
                <a:gd name="connsiteY9" fmla="*/ 63817 h 176021"/>
                <a:gd name="connsiteX10" fmla="*/ 7429 w 287750"/>
                <a:gd name="connsiteY10" fmla="*/ 55435 h 176021"/>
                <a:gd name="connsiteX11" fmla="*/ 6477 w 287750"/>
                <a:gd name="connsiteY11" fmla="*/ 54578 h 176021"/>
                <a:gd name="connsiteX12" fmla="*/ 7620 w 287750"/>
                <a:gd name="connsiteY12" fmla="*/ 53531 h 176021"/>
                <a:gd name="connsiteX13" fmla="*/ 9430 w 287750"/>
                <a:gd name="connsiteY13" fmla="*/ 51625 h 176021"/>
                <a:gd name="connsiteX14" fmla="*/ 10192 w 287750"/>
                <a:gd name="connsiteY14" fmla="*/ 50959 h 176021"/>
                <a:gd name="connsiteX15" fmla="*/ 20860 w 287750"/>
                <a:gd name="connsiteY15" fmla="*/ 40196 h 176021"/>
                <a:gd name="connsiteX16" fmla="*/ 22384 w 287750"/>
                <a:gd name="connsiteY16" fmla="*/ 38672 h 176021"/>
                <a:gd name="connsiteX17" fmla="*/ 41243 w 287750"/>
                <a:gd name="connsiteY17" fmla="*/ 20288 h 176021"/>
                <a:gd name="connsiteX18" fmla="*/ 136970 w 287750"/>
                <a:gd name="connsiteY18" fmla="*/ 953 h 176021"/>
                <a:gd name="connsiteX19" fmla="*/ 155924 w 287750"/>
                <a:gd name="connsiteY19" fmla="*/ 0 h 176021"/>
                <a:gd name="connsiteX20" fmla="*/ 154114 w 287750"/>
                <a:gd name="connsiteY20" fmla="*/ 10478 h 176021"/>
                <a:gd name="connsiteX21" fmla="*/ 154400 w 287750"/>
                <a:gd name="connsiteY21" fmla="*/ 11906 h 176021"/>
                <a:gd name="connsiteX22" fmla="*/ 160687 w 287750"/>
                <a:gd name="connsiteY22" fmla="*/ 28194 h 176021"/>
                <a:gd name="connsiteX23" fmla="*/ 209836 w 287750"/>
                <a:gd name="connsiteY23" fmla="*/ 70199 h 176021"/>
                <a:gd name="connsiteX24" fmla="*/ 234601 w 287750"/>
                <a:gd name="connsiteY24" fmla="*/ 62198 h 176021"/>
                <a:gd name="connsiteX25" fmla="*/ 250507 w 287750"/>
                <a:gd name="connsiteY25" fmla="*/ 60960 h 176021"/>
                <a:gd name="connsiteX26" fmla="*/ 287750 w 287750"/>
                <a:gd name="connsiteY26" fmla="*/ 60960 h 176021"/>
                <a:gd name="connsiteX27" fmla="*/ 287655 w 287750"/>
                <a:gd name="connsiteY27" fmla="*/ 61913 h 176021"/>
                <a:gd name="connsiteX28" fmla="*/ 287464 w 287750"/>
                <a:gd name="connsiteY28" fmla="*/ 67723 h 176021"/>
                <a:gd name="connsiteX29" fmla="*/ 283369 w 287750"/>
                <a:gd name="connsiteY29" fmla="*/ 95059 h 176021"/>
                <a:gd name="connsiteX30" fmla="*/ 280988 w 287750"/>
                <a:gd name="connsiteY30" fmla="*/ 102203 h 176021"/>
                <a:gd name="connsiteX31" fmla="*/ 276701 w 287750"/>
                <a:gd name="connsiteY31" fmla="*/ 115253 h 176021"/>
                <a:gd name="connsiteX32" fmla="*/ 265271 w 287750"/>
                <a:gd name="connsiteY32" fmla="*/ 129635 h 176021"/>
                <a:gd name="connsiteX33" fmla="*/ 259461 w 287750"/>
                <a:gd name="connsiteY33" fmla="*/ 136208 h 17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87750" h="176021">
                  <a:moveTo>
                    <a:pt x="259461" y="136208"/>
                  </a:moveTo>
                  <a:lnTo>
                    <a:pt x="248888" y="141351"/>
                  </a:lnTo>
                  <a:lnTo>
                    <a:pt x="245364" y="142970"/>
                  </a:lnTo>
                  <a:lnTo>
                    <a:pt x="132302" y="172022"/>
                  </a:lnTo>
                  <a:lnTo>
                    <a:pt x="110490" y="174022"/>
                  </a:lnTo>
                  <a:lnTo>
                    <a:pt x="94869" y="175450"/>
                  </a:lnTo>
                  <a:lnTo>
                    <a:pt x="93536" y="175546"/>
                  </a:lnTo>
                  <a:lnTo>
                    <a:pt x="83820" y="176022"/>
                  </a:lnTo>
                  <a:lnTo>
                    <a:pt x="51054" y="132302"/>
                  </a:lnTo>
                  <a:lnTo>
                    <a:pt x="0" y="63817"/>
                  </a:lnTo>
                  <a:lnTo>
                    <a:pt x="7429" y="55435"/>
                  </a:lnTo>
                  <a:lnTo>
                    <a:pt x="6477" y="54578"/>
                  </a:lnTo>
                  <a:lnTo>
                    <a:pt x="7620" y="53531"/>
                  </a:lnTo>
                  <a:lnTo>
                    <a:pt x="9430" y="51625"/>
                  </a:lnTo>
                  <a:lnTo>
                    <a:pt x="10192" y="50959"/>
                  </a:lnTo>
                  <a:lnTo>
                    <a:pt x="20860" y="40196"/>
                  </a:lnTo>
                  <a:lnTo>
                    <a:pt x="22384" y="38672"/>
                  </a:lnTo>
                  <a:lnTo>
                    <a:pt x="41243" y="20288"/>
                  </a:lnTo>
                  <a:lnTo>
                    <a:pt x="136970" y="953"/>
                  </a:lnTo>
                  <a:lnTo>
                    <a:pt x="155924" y="0"/>
                  </a:lnTo>
                  <a:lnTo>
                    <a:pt x="154114" y="10478"/>
                  </a:lnTo>
                  <a:lnTo>
                    <a:pt x="154400" y="11906"/>
                  </a:lnTo>
                  <a:lnTo>
                    <a:pt x="160687" y="28194"/>
                  </a:lnTo>
                  <a:lnTo>
                    <a:pt x="209836" y="70199"/>
                  </a:lnTo>
                  <a:lnTo>
                    <a:pt x="234601" y="62198"/>
                  </a:lnTo>
                  <a:lnTo>
                    <a:pt x="250507" y="60960"/>
                  </a:lnTo>
                  <a:lnTo>
                    <a:pt x="287750" y="60960"/>
                  </a:lnTo>
                  <a:lnTo>
                    <a:pt x="287655" y="61913"/>
                  </a:lnTo>
                  <a:lnTo>
                    <a:pt x="287464" y="67723"/>
                  </a:lnTo>
                  <a:lnTo>
                    <a:pt x="283369" y="95059"/>
                  </a:lnTo>
                  <a:lnTo>
                    <a:pt x="280988" y="102203"/>
                  </a:lnTo>
                  <a:lnTo>
                    <a:pt x="276701" y="115253"/>
                  </a:lnTo>
                  <a:lnTo>
                    <a:pt x="265271" y="129635"/>
                  </a:lnTo>
                  <a:lnTo>
                    <a:pt x="259461" y="13620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12" name="서울특별시 중구 회현동">
              <a:extLst>
                <a:ext uri="{FF2B5EF4-FFF2-40B4-BE49-F238E27FC236}">
                  <a16:creationId xmlns:a16="http://schemas.microsoft.com/office/drawing/2014/main" id="{737889F8-D4BE-D9F1-69DF-8779DC58458E}"/>
                </a:ext>
              </a:extLst>
            </p:cNvPr>
            <p:cNvSpPr/>
            <p:nvPr/>
          </p:nvSpPr>
          <p:spPr>
            <a:xfrm>
              <a:off x="5997606" y="3487007"/>
              <a:ext cx="307085" cy="164782"/>
            </a:xfrm>
            <a:custGeom>
              <a:avLst/>
              <a:gdLst>
                <a:gd name="connsiteX0" fmla="*/ 305943 w 307085"/>
                <a:gd name="connsiteY0" fmla="*/ 137065 h 164782"/>
                <a:gd name="connsiteX1" fmla="*/ 307086 w 307085"/>
                <a:gd name="connsiteY1" fmla="*/ 146018 h 164782"/>
                <a:gd name="connsiteX2" fmla="*/ 297084 w 307085"/>
                <a:gd name="connsiteY2" fmla="*/ 154019 h 164782"/>
                <a:gd name="connsiteX3" fmla="*/ 289750 w 307085"/>
                <a:gd name="connsiteY3" fmla="*/ 157829 h 164782"/>
                <a:gd name="connsiteX4" fmla="*/ 283845 w 307085"/>
                <a:gd name="connsiteY4" fmla="*/ 158305 h 164782"/>
                <a:gd name="connsiteX5" fmla="*/ 276606 w 307085"/>
                <a:gd name="connsiteY5" fmla="*/ 158877 h 164782"/>
                <a:gd name="connsiteX6" fmla="*/ 264319 w 307085"/>
                <a:gd name="connsiteY6" fmla="*/ 152210 h 164782"/>
                <a:gd name="connsiteX7" fmla="*/ 255175 w 307085"/>
                <a:gd name="connsiteY7" fmla="*/ 148780 h 164782"/>
                <a:gd name="connsiteX8" fmla="*/ 235553 w 307085"/>
                <a:gd name="connsiteY8" fmla="*/ 142780 h 164782"/>
                <a:gd name="connsiteX9" fmla="*/ 223933 w 307085"/>
                <a:gd name="connsiteY9" fmla="*/ 142780 h 164782"/>
                <a:gd name="connsiteX10" fmla="*/ 205645 w 307085"/>
                <a:gd name="connsiteY10" fmla="*/ 152019 h 164782"/>
                <a:gd name="connsiteX11" fmla="*/ 179927 w 307085"/>
                <a:gd name="connsiteY11" fmla="*/ 136493 h 164782"/>
                <a:gd name="connsiteX12" fmla="*/ 157163 w 307085"/>
                <a:gd name="connsiteY12" fmla="*/ 123635 h 164782"/>
                <a:gd name="connsiteX13" fmla="*/ 155257 w 307085"/>
                <a:gd name="connsiteY13" fmla="*/ 122968 h 164782"/>
                <a:gd name="connsiteX14" fmla="*/ 153543 w 307085"/>
                <a:gd name="connsiteY14" fmla="*/ 122396 h 164782"/>
                <a:gd name="connsiteX15" fmla="*/ 152971 w 307085"/>
                <a:gd name="connsiteY15" fmla="*/ 122301 h 164782"/>
                <a:gd name="connsiteX16" fmla="*/ 149447 w 307085"/>
                <a:gd name="connsiteY16" fmla="*/ 122777 h 164782"/>
                <a:gd name="connsiteX17" fmla="*/ 147542 w 307085"/>
                <a:gd name="connsiteY17" fmla="*/ 123920 h 164782"/>
                <a:gd name="connsiteX18" fmla="*/ 146685 w 307085"/>
                <a:gd name="connsiteY18" fmla="*/ 125730 h 164782"/>
                <a:gd name="connsiteX19" fmla="*/ 146399 w 307085"/>
                <a:gd name="connsiteY19" fmla="*/ 130302 h 164782"/>
                <a:gd name="connsiteX20" fmla="*/ 146209 w 307085"/>
                <a:gd name="connsiteY20" fmla="*/ 132874 h 164782"/>
                <a:gd name="connsiteX21" fmla="*/ 145161 w 307085"/>
                <a:gd name="connsiteY21" fmla="*/ 155162 h 164782"/>
                <a:gd name="connsiteX22" fmla="*/ 145066 w 307085"/>
                <a:gd name="connsiteY22" fmla="*/ 157067 h 164782"/>
                <a:gd name="connsiteX23" fmla="*/ 148114 w 307085"/>
                <a:gd name="connsiteY23" fmla="*/ 164783 h 164782"/>
                <a:gd name="connsiteX24" fmla="*/ 70199 w 307085"/>
                <a:gd name="connsiteY24" fmla="*/ 134303 h 164782"/>
                <a:gd name="connsiteX25" fmla="*/ 10573 w 307085"/>
                <a:gd name="connsiteY25" fmla="*/ 143256 h 164782"/>
                <a:gd name="connsiteX26" fmla="*/ 0 w 307085"/>
                <a:gd name="connsiteY26" fmla="*/ 116300 h 164782"/>
                <a:gd name="connsiteX27" fmla="*/ 14764 w 307085"/>
                <a:gd name="connsiteY27" fmla="*/ 68485 h 164782"/>
                <a:gd name="connsiteX28" fmla="*/ 37814 w 307085"/>
                <a:gd name="connsiteY28" fmla="*/ 45053 h 164782"/>
                <a:gd name="connsiteX29" fmla="*/ 52768 w 307085"/>
                <a:gd name="connsiteY29" fmla="*/ 39814 h 164782"/>
                <a:gd name="connsiteX30" fmla="*/ 62484 w 307085"/>
                <a:gd name="connsiteY30" fmla="*/ 39338 h 164782"/>
                <a:gd name="connsiteX31" fmla="*/ 63817 w 307085"/>
                <a:gd name="connsiteY31" fmla="*/ 39243 h 164782"/>
                <a:gd name="connsiteX32" fmla="*/ 79438 w 307085"/>
                <a:gd name="connsiteY32" fmla="*/ 37814 h 164782"/>
                <a:gd name="connsiteX33" fmla="*/ 101251 w 307085"/>
                <a:gd name="connsiteY33" fmla="*/ 35814 h 164782"/>
                <a:gd name="connsiteX34" fmla="*/ 214313 w 307085"/>
                <a:gd name="connsiteY34" fmla="*/ 6763 h 164782"/>
                <a:gd name="connsiteX35" fmla="*/ 217837 w 307085"/>
                <a:gd name="connsiteY35" fmla="*/ 5144 h 164782"/>
                <a:gd name="connsiteX36" fmla="*/ 228409 w 307085"/>
                <a:gd name="connsiteY36" fmla="*/ 0 h 164782"/>
                <a:gd name="connsiteX37" fmla="*/ 231553 w 307085"/>
                <a:gd name="connsiteY37" fmla="*/ 9715 h 164782"/>
                <a:gd name="connsiteX38" fmla="*/ 249079 w 307085"/>
                <a:gd name="connsiteY38" fmla="*/ 30956 h 164782"/>
                <a:gd name="connsiteX39" fmla="*/ 249936 w 307085"/>
                <a:gd name="connsiteY39" fmla="*/ 32956 h 164782"/>
                <a:gd name="connsiteX40" fmla="*/ 251460 w 307085"/>
                <a:gd name="connsiteY40" fmla="*/ 36004 h 164782"/>
                <a:gd name="connsiteX41" fmla="*/ 254413 w 307085"/>
                <a:gd name="connsiteY41" fmla="*/ 42672 h 164782"/>
                <a:gd name="connsiteX42" fmla="*/ 256413 w 307085"/>
                <a:gd name="connsiteY42" fmla="*/ 47054 h 164782"/>
                <a:gd name="connsiteX43" fmla="*/ 258318 w 307085"/>
                <a:gd name="connsiteY43" fmla="*/ 51435 h 164782"/>
                <a:gd name="connsiteX44" fmla="*/ 260509 w 307085"/>
                <a:gd name="connsiteY44" fmla="*/ 56769 h 164782"/>
                <a:gd name="connsiteX45" fmla="*/ 264319 w 307085"/>
                <a:gd name="connsiteY45" fmla="*/ 66104 h 164782"/>
                <a:gd name="connsiteX46" fmla="*/ 265843 w 307085"/>
                <a:gd name="connsiteY46" fmla="*/ 69723 h 164782"/>
                <a:gd name="connsiteX47" fmla="*/ 267367 w 307085"/>
                <a:gd name="connsiteY47" fmla="*/ 75057 h 164782"/>
                <a:gd name="connsiteX48" fmla="*/ 267557 w 307085"/>
                <a:gd name="connsiteY48" fmla="*/ 76676 h 164782"/>
                <a:gd name="connsiteX49" fmla="*/ 267652 w 307085"/>
                <a:gd name="connsiteY49" fmla="*/ 77153 h 164782"/>
                <a:gd name="connsiteX50" fmla="*/ 267748 w 307085"/>
                <a:gd name="connsiteY50" fmla="*/ 77724 h 164782"/>
                <a:gd name="connsiteX51" fmla="*/ 268129 w 307085"/>
                <a:gd name="connsiteY51" fmla="*/ 81629 h 164782"/>
                <a:gd name="connsiteX52" fmla="*/ 269843 w 307085"/>
                <a:gd name="connsiteY52" fmla="*/ 104204 h 164782"/>
                <a:gd name="connsiteX53" fmla="*/ 270224 w 307085"/>
                <a:gd name="connsiteY53" fmla="*/ 109728 h 164782"/>
                <a:gd name="connsiteX54" fmla="*/ 270796 w 307085"/>
                <a:gd name="connsiteY54" fmla="*/ 121348 h 164782"/>
                <a:gd name="connsiteX55" fmla="*/ 271177 w 307085"/>
                <a:gd name="connsiteY55" fmla="*/ 128683 h 164782"/>
                <a:gd name="connsiteX56" fmla="*/ 273653 w 307085"/>
                <a:gd name="connsiteY56" fmla="*/ 137827 h 164782"/>
                <a:gd name="connsiteX57" fmla="*/ 278321 w 307085"/>
                <a:gd name="connsiteY57" fmla="*/ 142113 h 164782"/>
                <a:gd name="connsiteX58" fmla="*/ 299561 w 307085"/>
                <a:gd name="connsiteY58" fmla="*/ 138208 h 164782"/>
                <a:gd name="connsiteX59" fmla="*/ 305943 w 307085"/>
                <a:gd name="connsiteY59" fmla="*/ 137065 h 16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07085" h="164782">
                  <a:moveTo>
                    <a:pt x="305943" y="137065"/>
                  </a:moveTo>
                  <a:lnTo>
                    <a:pt x="307086" y="146018"/>
                  </a:lnTo>
                  <a:lnTo>
                    <a:pt x="297084" y="154019"/>
                  </a:lnTo>
                  <a:lnTo>
                    <a:pt x="289750" y="157829"/>
                  </a:lnTo>
                  <a:lnTo>
                    <a:pt x="283845" y="158305"/>
                  </a:lnTo>
                  <a:lnTo>
                    <a:pt x="276606" y="158877"/>
                  </a:lnTo>
                  <a:lnTo>
                    <a:pt x="264319" y="152210"/>
                  </a:lnTo>
                  <a:lnTo>
                    <a:pt x="255175" y="148780"/>
                  </a:lnTo>
                  <a:lnTo>
                    <a:pt x="235553" y="142780"/>
                  </a:lnTo>
                  <a:lnTo>
                    <a:pt x="223933" y="142780"/>
                  </a:lnTo>
                  <a:lnTo>
                    <a:pt x="205645" y="152019"/>
                  </a:lnTo>
                  <a:lnTo>
                    <a:pt x="179927" y="136493"/>
                  </a:lnTo>
                  <a:lnTo>
                    <a:pt x="157163" y="123635"/>
                  </a:lnTo>
                  <a:lnTo>
                    <a:pt x="155257" y="122968"/>
                  </a:lnTo>
                  <a:lnTo>
                    <a:pt x="153543" y="122396"/>
                  </a:lnTo>
                  <a:lnTo>
                    <a:pt x="152971" y="122301"/>
                  </a:lnTo>
                  <a:lnTo>
                    <a:pt x="149447" y="122777"/>
                  </a:lnTo>
                  <a:lnTo>
                    <a:pt x="147542" y="123920"/>
                  </a:lnTo>
                  <a:lnTo>
                    <a:pt x="146685" y="125730"/>
                  </a:lnTo>
                  <a:lnTo>
                    <a:pt x="146399" y="130302"/>
                  </a:lnTo>
                  <a:lnTo>
                    <a:pt x="146209" y="132874"/>
                  </a:lnTo>
                  <a:lnTo>
                    <a:pt x="145161" y="155162"/>
                  </a:lnTo>
                  <a:lnTo>
                    <a:pt x="145066" y="157067"/>
                  </a:lnTo>
                  <a:lnTo>
                    <a:pt x="148114" y="164783"/>
                  </a:lnTo>
                  <a:lnTo>
                    <a:pt x="70199" y="134303"/>
                  </a:lnTo>
                  <a:lnTo>
                    <a:pt x="10573" y="143256"/>
                  </a:lnTo>
                  <a:lnTo>
                    <a:pt x="0" y="116300"/>
                  </a:lnTo>
                  <a:lnTo>
                    <a:pt x="14764" y="68485"/>
                  </a:lnTo>
                  <a:lnTo>
                    <a:pt x="37814" y="45053"/>
                  </a:lnTo>
                  <a:lnTo>
                    <a:pt x="52768" y="39814"/>
                  </a:lnTo>
                  <a:lnTo>
                    <a:pt x="62484" y="39338"/>
                  </a:lnTo>
                  <a:lnTo>
                    <a:pt x="63817" y="39243"/>
                  </a:lnTo>
                  <a:lnTo>
                    <a:pt x="79438" y="37814"/>
                  </a:lnTo>
                  <a:lnTo>
                    <a:pt x="101251" y="35814"/>
                  </a:lnTo>
                  <a:lnTo>
                    <a:pt x="214313" y="6763"/>
                  </a:lnTo>
                  <a:lnTo>
                    <a:pt x="217837" y="5144"/>
                  </a:lnTo>
                  <a:lnTo>
                    <a:pt x="228409" y="0"/>
                  </a:lnTo>
                  <a:lnTo>
                    <a:pt x="231553" y="9715"/>
                  </a:lnTo>
                  <a:lnTo>
                    <a:pt x="249079" y="30956"/>
                  </a:lnTo>
                  <a:lnTo>
                    <a:pt x="249936" y="32956"/>
                  </a:lnTo>
                  <a:lnTo>
                    <a:pt x="251460" y="36004"/>
                  </a:lnTo>
                  <a:lnTo>
                    <a:pt x="254413" y="42672"/>
                  </a:lnTo>
                  <a:lnTo>
                    <a:pt x="256413" y="47054"/>
                  </a:lnTo>
                  <a:lnTo>
                    <a:pt x="258318" y="51435"/>
                  </a:lnTo>
                  <a:lnTo>
                    <a:pt x="260509" y="56769"/>
                  </a:lnTo>
                  <a:lnTo>
                    <a:pt x="264319" y="66104"/>
                  </a:lnTo>
                  <a:lnTo>
                    <a:pt x="265843" y="69723"/>
                  </a:lnTo>
                  <a:lnTo>
                    <a:pt x="267367" y="75057"/>
                  </a:lnTo>
                  <a:lnTo>
                    <a:pt x="267557" y="76676"/>
                  </a:lnTo>
                  <a:lnTo>
                    <a:pt x="267652" y="77153"/>
                  </a:lnTo>
                  <a:lnTo>
                    <a:pt x="267748" y="77724"/>
                  </a:lnTo>
                  <a:lnTo>
                    <a:pt x="268129" y="81629"/>
                  </a:lnTo>
                  <a:lnTo>
                    <a:pt x="269843" y="104204"/>
                  </a:lnTo>
                  <a:lnTo>
                    <a:pt x="270224" y="109728"/>
                  </a:lnTo>
                  <a:lnTo>
                    <a:pt x="270796" y="121348"/>
                  </a:lnTo>
                  <a:lnTo>
                    <a:pt x="271177" y="128683"/>
                  </a:lnTo>
                  <a:lnTo>
                    <a:pt x="273653" y="137827"/>
                  </a:lnTo>
                  <a:lnTo>
                    <a:pt x="278321" y="142113"/>
                  </a:lnTo>
                  <a:lnTo>
                    <a:pt x="299561" y="138208"/>
                  </a:lnTo>
                  <a:lnTo>
                    <a:pt x="305943" y="13706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3" name="서울특별시 중구 명동">
              <a:extLst>
                <a:ext uri="{FF2B5EF4-FFF2-40B4-BE49-F238E27FC236}">
                  <a16:creationId xmlns:a16="http://schemas.microsoft.com/office/drawing/2014/main" id="{A8A4201F-DF2E-4FA4-0C68-4A3156340135}"/>
                </a:ext>
              </a:extLst>
            </p:cNvPr>
            <p:cNvSpPr/>
            <p:nvPr/>
          </p:nvSpPr>
          <p:spPr>
            <a:xfrm>
              <a:off x="6120669" y="3350418"/>
              <a:ext cx="282701" cy="278701"/>
            </a:xfrm>
            <a:custGeom>
              <a:avLst/>
              <a:gdLst>
                <a:gd name="connsiteX0" fmla="*/ 31909 w 282701"/>
                <a:gd name="connsiteY0" fmla="*/ 2572 h 278701"/>
                <a:gd name="connsiteX1" fmla="*/ 41815 w 282701"/>
                <a:gd name="connsiteY1" fmla="*/ 1714 h 278701"/>
                <a:gd name="connsiteX2" fmla="*/ 45815 w 282701"/>
                <a:gd name="connsiteY2" fmla="*/ 1524 h 278701"/>
                <a:gd name="connsiteX3" fmla="*/ 134493 w 282701"/>
                <a:gd name="connsiteY3" fmla="*/ 8096 h 278701"/>
                <a:gd name="connsiteX4" fmla="*/ 135160 w 282701"/>
                <a:gd name="connsiteY4" fmla="*/ 8192 h 278701"/>
                <a:gd name="connsiteX5" fmla="*/ 157639 w 282701"/>
                <a:gd name="connsiteY5" fmla="*/ 11716 h 278701"/>
                <a:gd name="connsiteX6" fmla="*/ 165830 w 282701"/>
                <a:gd name="connsiteY6" fmla="*/ 13049 h 278701"/>
                <a:gd name="connsiteX7" fmla="*/ 189262 w 282701"/>
                <a:gd name="connsiteY7" fmla="*/ 17336 h 278701"/>
                <a:gd name="connsiteX8" fmla="*/ 205264 w 282701"/>
                <a:gd name="connsiteY8" fmla="*/ 20288 h 278701"/>
                <a:gd name="connsiteX9" fmla="*/ 208693 w 282701"/>
                <a:gd name="connsiteY9" fmla="*/ 20479 h 278701"/>
                <a:gd name="connsiteX10" fmla="*/ 210026 w 282701"/>
                <a:gd name="connsiteY10" fmla="*/ 20574 h 278701"/>
                <a:gd name="connsiteX11" fmla="*/ 246983 w 282701"/>
                <a:gd name="connsiteY11" fmla="*/ 22193 h 278701"/>
                <a:gd name="connsiteX12" fmla="*/ 258128 w 282701"/>
                <a:gd name="connsiteY12" fmla="*/ 21526 h 278701"/>
                <a:gd name="connsiteX13" fmla="*/ 277654 w 282701"/>
                <a:gd name="connsiteY13" fmla="*/ 20098 h 278701"/>
                <a:gd name="connsiteX14" fmla="*/ 282702 w 282701"/>
                <a:gd name="connsiteY14" fmla="*/ 19812 h 278701"/>
                <a:gd name="connsiteX15" fmla="*/ 281940 w 282701"/>
                <a:gd name="connsiteY15" fmla="*/ 45434 h 278701"/>
                <a:gd name="connsiteX16" fmla="*/ 277749 w 282701"/>
                <a:gd name="connsiteY16" fmla="*/ 57150 h 278701"/>
                <a:gd name="connsiteX17" fmla="*/ 262604 w 282701"/>
                <a:gd name="connsiteY17" fmla="*/ 58007 h 278701"/>
                <a:gd name="connsiteX18" fmla="*/ 241459 w 282701"/>
                <a:gd name="connsiteY18" fmla="*/ 74104 h 278701"/>
                <a:gd name="connsiteX19" fmla="*/ 239839 w 282701"/>
                <a:gd name="connsiteY19" fmla="*/ 83344 h 278701"/>
                <a:gd name="connsiteX20" fmla="*/ 239935 w 282701"/>
                <a:gd name="connsiteY20" fmla="*/ 86201 h 278701"/>
                <a:gd name="connsiteX21" fmla="*/ 241173 w 282701"/>
                <a:gd name="connsiteY21" fmla="*/ 104204 h 278701"/>
                <a:gd name="connsiteX22" fmla="*/ 244507 w 282701"/>
                <a:gd name="connsiteY22" fmla="*/ 116491 h 278701"/>
                <a:gd name="connsiteX23" fmla="*/ 256318 w 282701"/>
                <a:gd name="connsiteY23" fmla="*/ 117253 h 278701"/>
                <a:gd name="connsiteX24" fmla="*/ 264890 w 282701"/>
                <a:gd name="connsiteY24" fmla="*/ 116967 h 278701"/>
                <a:gd name="connsiteX25" fmla="*/ 272701 w 282701"/>
                <a:gd name="connsiteY25" fmla="*/ 115634 h 278701"/>
                <a:gd name="connsiteX26" fmla="*/ 272796 w 282701"/>
                <a:gd name="connsiteY26" fmla="*/ 116777 h 278701"/>
                <a:gd name="connsiteX27" fmla="*/ 273082 w 282701"/>
                <a:gd name="connsiteY27" fmla="*/ 118777 h 278701"/>
                <a:gd name="connsiteX28" fmla="*/ 275654 w 282701"/>
                <a:gd name="connsiteY28" fmla="*/ 139732 h 278701"/>
                <a:gd name="connsiteX29" fmla="*/ 275844 w 282701"/>
                <a:gd name="connsiteY29" fmla="*/ 141922 h 278701"/>
                <a:gd name="connsiteX30" fmla="*/ 276320 w 282701"/>
                <a:gd name="connsiteY30" fmla="*/ 147447 h 278701"/>
                <a:gd name="connsiteX31" fmla="*/ 240506 w 282701"/>
                <a:gd name="connsiteY31" fmla="*/ 162211 h 278701"/>
                <a:gd name="connsiteX32" fmla="*/ 219456 w 282701"/>
                <a:gd name="connsiteY32" fmla="*/ 198501 h 278701"/>
                <a:gd name="connsiteX33" fmla="*/ 210979 w 282701"/>
                <a:gd name="connsiteY33" fmla="*/ 215360 h 278701"/>
                <a:gd name="connsiteX34" fmla="*/ 208312 w 282701"/>
                <a:gd name="connsiteY34" fmla="*/ 217741 h 278701"/>
                <a:gd name="connsiteX35" fmla="*/ 191167 w 282701"/>
                <a:gd name="connsiteY35" fmla="*/ 227933 h 278701"/>
                <a:gd name="connsiteX36" fmla="*/ 183928 w 282701"/>
                <a:gd name="connsiteY36" fmla="*/ 230124 h 278701"/>
                <a:gd name="connsiteX37" fmla="*/ 177927 w 282701"/>
                <a:gd name="connsiteY37" fmla="*/ 231267 h 278701"/>
                <a:gd name="connsiteX38" fmla="*/ 173736 w 282701"/>
                <a:gd name="connsiteY38" fmla="*/ 236315 h 278701"/>
                <a:gd name="connsiteX39" fmla="*/ 172021 w 282701"/>
                <a:gd name="connsiteY39" fmla="*/ 238792 h 278701"/>
                <a:gd name="connsiteX40" fmla="*/ 171545 w 282701"/>
                <a:gd name="connsiteY40" fmla="*/ 239554 h 278701"/>
                <a:gd name="connsiteX41" fmla="*/ 171926 w 282701"/>
                <a:gd name="connsiteY41" fmla="*/ 243840 h 278701"/>
                <a:gd name="connsiteX42" fmla="*/ 172498 w 282701"/>
                <a:gd name="connsiteY42" fmla="*/ 245364 h 278701"/>
                <a:gd name="connsiteX43" fmla="*/ 173736 w 282701"/>
                <a:gd name="connsiteY43" fmla="*/ 248793 h 278701"/>
                <a:gd name="connsiteX44" fmla="*/ 182880 w 282701"/>
                <a:gd name="connsiteY44" fmla="*/ 273653 h 278701"/>
                <a:gd name="connsiteX45" fmla="*/ 176498 w 282701"/>
                <a:gd name="connsiteY45" fmla="*/ 274796 h 278701"/>
                <a:gd name="connsiteX46" fmla="*/ 155258 w 282701"/>
                <a:gd name="connsiteY46" fmla="*/ 278702 h 278701"/>
                <a:gd name="connsiteX47" fmla="*/ 150590 w 282701"/>
                <a:gd name="connsiteY47" fmla="*/ 274415 h 278701"/>
                <a:gd name="connsiteX48" fmla="*/ 148114 w 282701"/>
                <a:gd name="connsiteY48" fmla="*/ 265271 h 278701"/>
                <a:gd name="connsiteX49" fmla="*/ 147733 w 282701"/>
                <a:gd name="connsiteY49" fmla="*/ 257937 h 278701"/>
                <a:gd name="connsiteX50" fmla="*/ 147161 w 282701"/>
                <a:gd name="connsiteY50" fmla="*/ 246316 h 278701"/>
                <a:gd name="connsiteX51" fmla="*/ 146780 w 282701"/>
                <a:gd name="connsiteY51" fmla="*/ 240792 h 278701"/>
                <a:gd name="connsiteX52" fmla="*/ 145066 w 282701"/>
                <a:gd name="connsiteY52" fmla="*/ 218218 h 278701"/>
                <a:gd name="connsiteX53" fmla="*/ 144685 w 282701"/>
                <a:gd name="connsiteY53" fmla="*/ 214313 h 278701"/>
                <a:gd name="connsiteX54" fmla="*/ 144589 w 282701"/>
                <a:gd name="connsiteY54" fmla="*/ 213741 h 278701"/>
                <a:gd name="connsiteX55" fmla="*/ 144494 w 282701"/>
                <a:gd name="connsiteY55" fmla="*/ 213265 h 278701"/>
                <a:gd name="connsiteX56" fmla="*/ 144304 w 282701"/>
                <a:gd name="connsiteY56" fmla="*/ 211646 h 278701"/>
                <a:gd name="connsiteX57" fmla="*/ 142780 w 282701"/>
                <a:gd name="connsiteY57" fmla="*/ 206312 h 278701"/>
                <a:gd name="connsiteX58" fmla="*/ 141256 w 282701"/>
                <a:gd name="connsiteY58" fmla="*/ 202692 h 278701"/>
                <a:gd name="connsiteX59" fmla="*/ 137446 w 282701"/>
                <a:gd name="connsiteY59" fmla="*/ 193357 h 278701"/>
                <a:gd name="connsiteX60" fmla="*/ 135255 w 282701"/>
                <a:gd name="connsiteY60" fmla="*/ 188023 h 278701"/>
                <a:gd name="connsiteX61" fmla="*/ 133350 w 282701"/>
                <a:gd name="connsiteY61" fmla="*/ 183642 h 278701"/>
                <a:gd name="connsiteX62" fmla="*/ 131350 w 282701"/>
                <a:gd name="connsiteY62" fmla="*/ 179261 h 278701"/>
                <a:gd name="connsiteX63" fmla="*/ 128397 w 282701"/>
                <a:gd name="connsiteY63" fmla="*/ 172593 h 278701"/>
                <a:gd name="connsiteX64" fmla="*/ 126873 w 282701"/>
                <a:gd name="connsiteY64" fmla="*/ 169545 h 278701"/>
                <a:gd name="connsiteX65" fmla="*/ 126016 w 282701"/>
                <a:gd name="connsiteY65" fmla="*/ 167545 h 278701"/>
                <a:gd name="connsiteX66" fmla="*/ 108490 w 282701"/>
                <a:gd name="connsiteY66" fmla="*/ 146304 h 278701"/>
                <a:gd name="connsiteX67" fmla="*/ 105346 w 282701"/>
                <a:gd name="connsiteY67" fmla="*/ 136588 h 278701"/>
                <a:gd name="connsiteX68" fmla="*/ 111157 w 282701"/>
                <a:gd name="connsiteY68" fmla="*/ 130016 h 278701"/>
                <a:gd name="connsiteX69" fmla="*/ 122587 w 282701"/>
                <a:gd name="connsiteY69" fmla="*/ 115634 h 278701"/>
                <a:gd name="connsiteX70" fmla="*/ 126873 w 282701"/>
                <a:gd name="connsiteY70" fmla="*/ 102584 h 278701"/>
                <a:gd name="connsiteX71" fmla="*/ 129254 w 282701"/>
                <a:gd name="connsiteY71" fmla="*/ 95440 h 278701"/>
                <a:gd name="connsiteX72" fmla="*/ 133350 w 282701"/>
                <a:gd name="connsiteY72" fmla="*/ 68104 h 278701"/>
                <a:gd name="connsiteX73" fmla="*/ 133540 w 282701"/>
                <a:gd name="connsiteY73" fmla="*/ 62294 h 278701"/>
                <a:gd name="connsiteX74" fmla="*/ 133636 w 282701"/>
                <a:gd name="connsiteY74" fmla="*/ 61341 h 278701"/>
                <a:gd name="connsiteX75" fmla="*/ 96393 w 282701"/>
                <a:gd name="connsiteY75" fmla="*/ 61341 h 278701"/>
                <a:gd name="connsiteX76" fmla="*/ 80486 w 282701"/>
                <a:gd name="connsiteY76" fmla="*/ 62579 h 278701"/>
                <a:gd name="connsiteX77" fmla="*/ 55721 w 282701"/>
                <a:gd name="connsiteY77" fmla="*/ 70580 h 278701"/>
                <a:gd name="connsiteX78" fmla="*/ 6572 w 282701"/>
                <a:gd name="connsiteY78" fmla="*/ 28575 h 278701"/>
                <a:gd name="connsiteX79" fmla="*/ 286 w 282701"/>
                <a:gd name="connsiteY79" fmla="*/ 12287 h 278701"/>
                <a:gd name="connsiteX80" fmla="*/ 0 w 282701"/>
                <a:gd name="connsiteY80" fmla="*/ 10858 h 278701"/>
                <a:gd name="connsiteX81" fmla="*/ 1810 w 282701"/>
                <a:gd name="connsiteY81" fmla="*/ 381 h 278701"/>
                <a:gd name="connsiteX82" fmla="*/ 12668 w 282701"/>
                <a:gd name="connsiteY82" fmla="*/ 0 h 278701"/>
                <a:gd name="connsiteX83" fmla="*/ 31909 w 282701"/>
                <a:gd name="connsiteY83" fmla="*/ 2572 h 27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82701" h="278701">
                  <a:moveTo>
                    <a:pt x="31909" y="2572"/>
                  </a:moveTo>
                  <a:lnTo>
                    <a:pt x="41815" y="1714"/>
                  </a:lnTo>
                  <a:lnTo>
                    <a:pt x="45815" y="1524"/>
                  </a:lnTo>
                  <a:lnTo>
                    <a:pt x="134493" y="8096"/>
                  </a:lnTo>
                  <a:lnTo>
                    <a:pt x="135160" y="8192"/>
                  </a:lnTo>
                  <a:lnTo>
                    <a:pt x="157639" y="11716"/>
                  </a:lnTo>
                  <a:lnTo>
                    <a:pt x="165830" y="13049"/>
                  </a:lnTo>
                  <a:lnTo>
                    <a:pt x="189262" y="17336"/>
                  </a:lnTo>
                  <a:lnTo>
                    <a:pt x="205264" y="20288"/>
                  </a:lnTo>
                  <a:lnTo>
                    <a:pt x="208693" y="20479"/>
                  </a:lnTo>
                  <a:lnTo>
                    <a:pt x="210026" y="20574"/>
                  </a:lnTo>
                  <a:lnTo>
                    <a:pt x="246983" y="22193"/>
                  </a:lnTo>
                  <a:lnTo>
                    <a:pt x="258128" y="21526"/>
                  </a:lnTo>
                  <a:lnTo>
                    <a:pt x="277654" y="20098"/>
                  </a:lnTo>
                  <a:lnTo>
                    <a:pt x="282702" y="19812"/>
                  </a:lnTo>
                  <a:lnTo>
                    <a:pt x="281940" y="45434"/>
                  </a:lnTo>
                  <a:lnTo>
                    <a:pt x="277749" y="57150"/>
                  </a:lnTo>
                  <a:lnTo>
                    <a:pt x="262604" y="58007"/>
                  </a:lnTo>
                  <a:lnTo>
                    <a:pt x="241459" y="74104"/>
                  </a:lnTo>
                  <a:lnTo>
                    <a:pt x="239839" y="83344"/>
                  </a:lnTo>
                  <a:lnTo>
                    <a:pt x="239935" y="86201"/>
                  </a:lnTo>
                  <a:lnTo>
                    <a:pt x="241173" y="104204"/>
                  </a:lnTo>
                  <a:lnTo>
                    <a:pt x="244507" y="116491"/>
                  </a:lnTo>
                  <a:lnTo>
                    <a:pt x="256318" y="117253"/>
                  </a:lnTo>
                  <a:lnTo>
                    <a:pt x="264890" y="116967"/>
                  </a:lnTo>
                  <a:lnTo>
                    <a:pt x="272701" y="115634"/>
                  </a:lnTo>
                  <a:lnTo>
                    <a:pt x="272796" y="116777"/>
                  </a:lnTo>
                  <a:lnTo>
                    <a:pt x="273082" y="118777"/>
                  </a:lnTo>
                  <a:lnTo>
                    <a:pt x="275654" y="139732"/>
                  </a:lnTo>
                  <a:lnTo>
                    <a:pt x="275844" y="141922"/>
                  </a:lnTo>
                  <a:lnTo>
                    <a:pt x="276320" y="147447"/>
                  </a:lnTo>
                  <a:lnTo>
                    <a:pt x="240506" y="162211"/>
                  </a:lnTo>
                  <a:lnTo>
                    <a:pt x="219456" y="198501"/>
                  </a:lnTo>
                  <a:lnTo>
                    <a:pt x="210979" y="215360"/>
                  </a:lnTo>
                  <a:lnTo>
                    <a:pt x="208312" y="217741"/>
                  </a:lnTo>
                  <a:lnTo>
                    <a:pt x="191167" y="227933"/>
                  </a:lnTo>
                  <a:lnTo>
                    <a:pt x="183928" y="230124"/>
                  </a:lnTo>
                  <a:lnTo>
                    <a:pt x="177927" y="231267"/>
                  </a:lnTo>
                  <a:lnTo>
                    <a:pt x="173736" y="236315"/>
                  </a:lnTo>
                  <a:lnTo>
                    <a:pt x="172021" y="238792"/>
                  </a:lnTo>
                  <a:lnTo>
                    <a:pt x="171545" y="239554"/>
                  </a:lnTo>
                  <a:lnTo>
                    <a:pt x="171926" y="243840"/>
                  </a:lnTo>
                  <a:lnTo>
                    <a:pt x="172498" y="245364"/>
                  </a:lnTo>
                  <a:lnTo>
                    <a:pt x="173736" y="248793"/>
                  </a:lnTo>
                  <a:lnTo>
                    <a:pt x="182880" y="273653"/>
                  </a:lnTo>
                  <a:lnTo>
                    <a:pt x="176498" y="274796"/>
                  </a:lnTo>
                  <a:lnTo>
                    <a:pt x="155258" y="278702"/>
                  </a:lnTo>
                  <a:lnTo>
                    <a:pt x="150590" y="274415"/>
                  </a:lnTo>
                  <a:lnTo>
                    <a:pt x="148114" y="265271"/>
                  </a:lnTo>
                  <a:lnTo>
                    <a:pt x="147733" y="257937"/>
                  </a:lnTo>
                  <a:lnTo>
                    <a:pt x="147161" y="246316"/>
                  </a:lnTo>
                  <a:lnTo>
                    <a:pt x="146780" y="240792"/>
                  </a:lnTo>
                  <a:lnTo>
                    <a:pt x="145066" y="218218"/>
                  </a:lnTo>
                  <a:lnTo>
                    <a:pt x="144685" y="214313"/>
                  </a:lnTo>
                  <a:lnTo>
                    <a:pt x="144589" y="213741"/>
                  </a:lnTo>
                  <a:lnTo>
                    <a:pt x="144494" y="213265"/>
                  </a:lnTo>
                  <a:lnTo>
                    <a:pt x="144304" y="211646"/>
                  </a:lnTo>
                  <a:lnTo>
                    <a:pt x="142780" y="206312"/>
                  </a:lnTo>
                  <a:lnTo>
                    <a:pt x="141256" y="202692"/>
                  </a:lnTo>
                  <a:lnTo>
                    <a:pt x="137446" y="193357"/>
                  </a:lnTo>
                  <a:lnTo>
                    <a:pt x="135255" y="188023"/>
                  </a:lnTo>
                  <a:lnTo>
                    <a:pt x="133350" y="183642"/>
                  </a:lnTo>
                  <a:lnTo>
                    <a:pt x="131350" y="179261"/>
                  </a:lnTo>
                  <a:lnTo>
                    <a:pt x="128397" y="172593"/>
                  </a:lnTo>
                  <a:lnTo>
                    <a:pt x="126873" y="169545"/>
                  </a:lnTo>
                  <a:lnTo>
                    <a:pt x="126016" y="167545"/>
                  </a:lnTo>
                  <a:lnTo>
                    <a:pt x="108490" y="146304"/>
                  </a:lnTo>
                  <a:lnTo>
                    <a:pt x="105346" y="136588"/>
                  </a:lnTo>
                  <a:lnTo>
                    <a:pt x="111157" y="130016"/>
                  </a:lnTo>
                  <a:lnTo>
                    <a:pt x="122587" y="115634"/>
                  </a:lnTo>
                  <a:lnTo>
                    <a:pt x="126873" y="102584"/>
                  </a:lnTo>
                  <a:lnTo>
                    <a:pt x="129254" y="95440"/>
                  </a:lnTo>
                  <a:lnTo>
                    <a:pt x="133350" y="68104"/>
                  </a:lnTo>
                  <a:lnTo>
                    <a:pt x="133540" y="62294"/>
                  </a:lnTo>
                  <a:lnTo>
                    <a:pt x="133636" y="61341"/>
                  </a:lnTo>
                  <a:lnTo>
                    <a:pt x="96393" y="61341"/>
                  </a:lnTo>
                  <a:lnTo>
                    <a:pt x="80486" y="62579"/>
                  </a:lnTo>
                  <a:lnTo>
                    <a:pt x="55721" y="70580"/>
                  </a:lnTo>
                  <a:lnTo>
                    <a:pt x="6572" y="28575"/>
                  </a:lnTo>
                  <a:lnTo>
                    <a:pt x="286" y="12287"/>
                  </a:lnTo>
                  <a:lnTo>
                    <a:pt x="0" y="10858"/>
                  </a:lnTo>
                  <a:lnTo>
                    <a:pt x="1810" y="381"/>
                  </a:lnTo>
                  <a:lnTo>
                    <a:pt x="12668" y="0"/>
                  </a:lnTo>
                  <a:lnTo>
                    <a:pt x="31909" y="25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14" name="서울특별시 중구 필동">
              <a:extLst>
                <a:ext uri="{FF2B5EF4-FFF2-40B4-BE49-F238E27FC236}">
                  <a16:creationId xmlns:a16="http://schemas.microsoft.com/office/drawing/2014/main" id="{156A7D2E-BBB0-7572-E8D2-1A4A284D5ABA}"/>
                </a:ext>
              </a:extLst>
            </p:cNvPr>
            <p:cNvSpPr/>
            <p:nvPr/>
          </p:nvSpPr>
          <p:spPr>
            <a:xfrm>
              <a:off x="6292215" y="3459860"/>
              <a:ext cx="346995" cy="239363"/>
            </a:xfrm>
            <a:custGeom>
              <a:avLst/>
              <a:gdLst>
                <a:gd name="connsiteX0" fmla="*/ 158305 w 346995"/>
                <a:gd name="connsiteY0" fmla="*/ 5334 h 239363"/>
                <a:gd name="connsiteX1" fmla="*/ 156781 w 346995"/>
                <a:gd name="connsiteY1" fmla="*/ 10763 h 239363"/>
                <a:gd name="connsiteX2" fmla="*/ 156400 w 346995"/>
                <a:gd name="connsiteY2" fmla="*/ 12478 h 239363"/>
                <a:gd name="connsiteX3" fmla="*/ 161354 w 346995"/>
                <a:gd name="connsiteY3" fmla="*/ 26099 h 239363"/>
                <a:gd name="connsiteX4" fmla="*/ 162115 w 346995"/>
                <a:gd name="connsiteY4" fmla="*/ 27718 h 239363"/>
                <a:gd name="connsiteX5" fmla="*/ 162878 w 346995"/>
                <a:gd name="connsiteY5" fmla="*/ 28670 h 239363"/>
                <a:gd name="connsiteX6" fmla="*/ 173260 w 346995"/>
                <a:gd name="connsiteY6" fmla="*/ 32099 h 239363"/>
                <a:gd name="connsiteX7" fmla="*/ 176879 w 346995"/>
                <a:gd name="connsiteY7" fmla="*/ 32957 h 239363"/>
                <a:gd name="connsiteX8" fmla="*/ 181546 w 346995"/>
                <a:gd name="connsiteY8" fmla="*/ 33909 h 239363"/>
                <a:gd name="connsiteX9" fmla="*/ 191738 w 346995"/>
                <a:gd name="connsiteY9" fmla="*/ 32290 h 239363"/>
                <a:gd name="connsiteX10" fmla="*/ 274320 w 346995"/>
                <a:gd name="connsiteY10" fmla="*/ 13430 h 239363"/>
                <a:gd name="connsiteX11" fmla="*/ 297942 w 346995"/>
                <a:gd name="connsiteY11" fmla="*/ 7525 h 239363"/>
                <a:gd name="connsiteX12" fmla="*/ 296704 w 346995"/>
                <a:gd name="connsiteY12" fmla="*/ 20574 h 239363"/>
                <a:gd name="connsiteX13" fmla="*/ 294704 w 346995"/>
                <a:gd name="connsiteY13" fmla="*/ 40577 h 239363"/>
                <a:gd name="connsiteX14" fmla="*/ 283845 w 346995"/>
                <a:gd name="connsiteY14" fmla="*/ 70866 h 239363"/>
                <a:gd name="connsiteX15" fmla="*/ 324517 w 346995"/>
                <a:gd name="connsiteY15" fmla="*/ 87535 h 239363"/>
                <a:gd name="connsiteX16" fmla="*/ 338328 w 346995"/>
                <a:gd name="connsiteY16" fmla="*/ 81248 h 239363"/>
                <a:gd name="connsiteX17" fmla="*/ 340328 w 346995"/>
                <a:gd name="connsiteY17" fmla="*/ 81058 h 239363"/>
                <a:gd name="connsiteX18" fmla="*/ 346996 w 346995"/>
                <a:gd name="connsiteY18" fmla="*/ 93440 h 239363"/>
                <a:gd name="connsiteX19" fmla="*/ 339757 w 346995"/>
                <a:gd name="connsiteY19" fmla="*/ 119634 h 239363"/>
                <a:gd name="connsiteX20" fmla="*/ 338042 w 346995"/>
                <a:gd name="connsiteY20" fmla="*/ 121539 h 239363"/>
                <a:gd name="connsiteX21" fmla="*/ 336232 w 346995"/>
                <a:gd name="connsiteY21" fmla="*/ 123730 h 239363"/>
                <a:gd name="connsiteX22" fmla="*/ 332804 w 346995"/>
                <a:gd name="connsiteY22" fmla="*/ 126873 h 239363"/>
                <a:gd name="connsiteX23" fmla="*/ 325946 w 346995"/>
                <a:gd name="connsiteY23" fmla="*/ 132302 h 239363"/>
                <a:gd name="connsiteX24" fmla="*/ 322231 w 346995"/>
                <a:gd name="connsiteY24" fmla="*/ 135065 h 239363"/>
                <a:gd name="connsiteX25" fmla="*/ 301752 w 346995"/>
                <a:gd name="connsiteY25" fmla="*/ 141827 h 239363"/>
                <a:gd name="connsiteX26" fmla="*/ 296418 w 346995"/>
                <a:gd name="connsiteY26" fmla="*/ 142875 h 239363"/>
                <a:gd name="connsiteX27" fmla="*/ 281845 w 346995"/>
                <a:gd name="connsiteY27" fmla="*/ 146018 h 239363"/>
                <a:gd name="connsiteX28" fmla="*/ 250793 w 346995"/>
                <a:gd name="connsiteY28" fmla="*/ 163925 h 239363"/>
                <a:gd name="connsiteX29" fmla="*/ 249364 w 346995"/>
                <a:gd name="connsiteY29" fmla="*/ 168021 h 239363"/>
                <a:gd name="connsiteX30" fmla="*/ 247174 w 346995"/>
                <a:gd name="connsiteY30" fmla="*/ 182404 h 239363"/>
                <a:gd name="connsiteX31" fmla="*/ 229648 w 346995"/>
                <a:gd name="connsiteY31" fmla="*/ 217932 h 239363"/>
                <a:gd name="connsiteX32" fmla="*/ 211360 w 346995"/>
                <a:gd name="connsiteY32" fmla="*/ 207836 h 239363"/>
                <a:gd name="connsiteX33" fmla="*/ 188404 w 346995"/>
                <a:gd name="connsiteY33" fmla="*/ 200025 h 239363"/>
                <a:gd name="connsiteX34" fmla="*/ 175927 w 346995"/>
                <a:gd name="connsiteY34" fmla="*/ 199739 h 239363"/>
                <a:gd name="connsiteX35" fmla="*/ 174784 w 346995"/>
                <a:gd name="connsiteY35" fmla="*/ 200692 h 239363"/>
                <a:gd name="connsiteX36" fmla="*/ 171545 w 346995"/>
                <a:gd name="connsiteY36" fmla="*/ 203359 h 239363"/>
                <a:gd name="connsiteX37" fmla="*/ 142208 w 346995"/>
                <a:gd name="connsiteY37" fmla="*/ 228600 h 239363"/>
                <a:gd name="connsiteX38" fmla="*/ 138208 w 346995"/>
                <a:gd name="connsiteY38" fmla="*/ 239363 h 239363"/>
                <a:gd name="connsiteX39" fmla="*/ 55721 w 346995"/>
                <a:gd name="connsiteY39" fmla="*/ 214027 h 239363"/>
                <a:gd name="connsiteX40" fmla="*/ 12478 w 346995"/>
                <a:gd name="connsiteY40" fmla="*/ 173165 h 239363"/>
                <a:gd name="connsiteX41" fmla="*/ 11335 w 346995"/>
                <a:gd name="connsiteY41" fmla="*/ 164211 h 239363"/>
                <a:gd name="connsiteX42" fmla="*/ 2191 w 346995"/>
                <a:gd name="connsiteY42" fmla="*/ 139351 h 239363"/>
                <a:gd name="connsiteX43" fmla="*/ 953 w 346995"/>
                <a:gd name="connsiteY43" fmla="*/ 135922 h 239363"/>
                <a:gd name="connsiteX44" fmla="*/ 381 w 346995"/>
                <a:gd name="connsiteY44" fmla="*/ 134398 h 239363"/>
                <a:gd name="connsiteX45" fmla="*/ 0 w 346995"/>
                <a:gd name="connsiteY45" fmla="*/ 130112 h 239363"/>
                <a:gd name="connsiteX46" fmla="*/ 476 w 346995"/>
                <a:gd name="connsiteY46" fmla="*/ 129350 h 239363"/>
                <a:gd name="connsiteX47" fmla="*/ 2191 w 346995"/>
                <a:gd name="connsiteY47" fmla="*/ 126873 h 239363"/>
                <a:gd name="connsiteX48" fmla="*/ 6382 w 346995"/>
                <a:gd name="connsiteY48" fmla="*/ 121825 h 239363"/>
                <a:gd name="connsiteX49" fmla="*/ 12382 w 346995"/>
                <a:gd name="connsiteY49" fmla="*/ 120682 h 239363"/>
                <a:gd name="connsiteX50" fmla="*/ 19621 w 346995"/>
                <a:gd name="connsiteY50" fmla="*/ 118491 h 239363"/>
                <a:gd name="connsiteX51" fmla="*/ 36766 w 346995"/>
                <a:gd name="connsiteY51" fmla="*/ 108299 h 239363"/>
                <a:gd name="connsiteX52" fmla="*/ 39433 w 346995"/>
                <a:gd name="connsiteY52" fmla="*/ 105918 h 239363"/>
                <a:gd name="connsiteX53" fmla="*/ 47911 w 346995"/>
                <a:gd name="connsiteY53" fmla="*/ 89059 h 239363"/>
                <a:gd name="connsiteX54" fmla="*/ 68961 w 346995"/>
                <a:gd name="connsiteY54" fmla="*/ 52769 h 239363"/>
                <a:gd name="connsiteX55" fmla="*/ 104775 w 346995"/>
                <a:gd name="connsiteY55" fmla="*/ 38005 h 239363"/>
                <a:gd name="connsiteX56" fmla="*/ 104299 w 346995"/>
                <a:gd name="connsiteY56" fmla="*/ 32480 h 239363"/>
                <a:gd name="connsiteX57" fmla="*/ 104108 w 346995"/>
                <a:gd name="connsiteY57" fmla="*/ 30290 h 239363"/>
                <a:gd name="connsiteX58" fmla="*/ 101537 w 346995"/>
                <a:gd name="connsiteY58" fmla="*/ 9335 h 239363"/>
                <a:gd name="connsiteX59" fmla="*/ 101251 w 346995"/>
                <a:gd name="connsiteY59" fmla="*/ 7334 h 239363"/>
                <a:gd name="connsiteX60" fmla="*/ 101155 w 346995"/>
                <a:gd name="connsiteY60" fmla="*/ 6191 h 239363"/>
                <a:gd name="connsiteX61" fmla="*/ 121253 w 346995"/>
                <a:gd name="connsiteY61" fmla="*/ 0 h 239363"/>
                <a:gd name="connsiteX62" fmla="*/ 158305 w 346995"/>
                <a:gd name="connsiteY62" fmla="*/ 5334 h 23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6995" h="239363">
                  <a:moveTo>
                    <a:pt x="158305" y="5334"/>
                  </a:moveTo>
                  <a:lnTo>
                    <a:pt x="156781" y="10763"/>
                  </a:lnTo>
                  <a:lnTo>
                    <a:pt x="156400" y="12478"/>
                  </a:lnTo>
                  <a:lnTo>
                    <a:pt x="161354" y="26099"/>
                  </a:lnTo>
                  <a:lnTo>
                    <a:pt x="162115" y="27718"/>
                  </a:lnTo>
                  <a:lnTo>
                    <a:pt x="162878" y="28670"/>
                  </a:lnTo>
                  <a:lnTo>
                    <a:pt x="173260" y="32099"/>
                  </a:lnTo>
                  <a:lnTo>
                    <a:pt x="176879" y="32957"/>
                  </a:lnTo>
                  <a:lnTo>
                    <a:pt x="181546" y="33909"/>
                  </a:lnTo>
                  <a:lnTo>
                    <a:pt x="191738" y="32290"/>
                  </a:lnTo>
                  <a:lnTo>
                    <a:pt x="274320" y="13430"/>
                  </a:lnTo>
                  <a:lnTo>
                    <a:pt x="297942" y="7525"/>
                  </a:lnTo>
                  <a:lnTo>
                    <a:pt x="296704" y="20574"/>
                  </a:lnTo>
                  <a:lnTo>
                    <a:pt x="294704" y="40577"/>
                  </a:lnTo>
                  <a:lnTo>
                    <a:pt x="283845" y="70866"/>
                  </a:lnTo>
                  <a:lnTo>
                    <a:pt x="324517" y="87535"/>
                  </a:lnTo>
                  <a:lnTo>
                    <a:pt x="338328" y="81248"/>
                  </a:lnTo>
                  <a:lnTo>
                    <a:pt x="340328" y="81058"/>
                  </a:lnTo>
                  <a:lnTo>
                    <a:pt x="346996" y="93440"/>
                  </a:lnTo>
                  <a:lnTo>
                    <a:pt x="339757" y="119634"/>
                  </a:lnTo>
                  <a:lnTo>
                    <a:pt x="338042" y="121539"/>
                  </a:lnTo>
                  <a:lnTo>
                    <a:pt x="336232" y="123730"/>
                  </a:lnTo>
                  <a:lnTo>
                    <a:pt x="332804" y="126873"/>
                  </a:lnTo>
                  <a:lnTo>
                    <a:pt x="325946" y="132302"/>
                  </a:lnTo>
                  <a:lnTo>
                    <a:pt x="322231" y="135065"/>
                  </a:lnTo>
                  <a:lnTo>
                    <a:pt x="301752" y="141827"/>
                  </a:lnTo>
                  <a:lnTo>
                    <a:pt x="296418" y="142875"/>
                  </a:lnTo>
                  <a:lnTo>
                    <a:pt x="281845" y="146018"/>
                  </a:lnTo>
                  <a:lnTo>
                    <a:pt x="250793" y="163925"/>
                  </a:lnTo>
                  <a:lnTo>
                    <a:pt x="249364" y="168021"/>
                  </a:lnTo>
                  <a:lnTo>
                    <a:pt x="247174" y="182404"/>
                  </a:lnTo>
                  <a:lnTo>
                    <a:pt x="229648" y="217932"/>
                  </a:lnTo>
                  <a:lnTo>
                    <a:pt x="211360" y="207836"/>
                  </a:lnTo>
                  <a:lnTo>
                    <a:pt x="188404" y="200025"/>
                  </a:lnTo>
                  <a:lnTo>
                    <a:pt x="175927" y="199739"/>
                  </a:lnTo>
                  <a:lnTo>
                    <a:pt x="174784" y="200692"/>
                  </a:lnTo>
                  <a:lnTo>
                    <a:pt x="171545" y="203359"/>
                  </a:lnTo>
                  <a:lnTo>
                    <a:pt x="142208" y="228600"/>
                  </a:lnTo>
                  <a:lnTo>
                    <a:pt x="138208" y="239363"/>
                  </a:lnTo>
                  <a:lnTo>
                    <a:pt x="55721" y="214027"/>
                  </a:lnTo>
                  <a:lnTo>
                    <a:pt x="12478" y="173165"/>
                  </a:lnTo>
                  <a:lnTo>
                    <a:pt x="11335" y="164211"/>
                  </a:lnTo>
                  <a:lnTo>
                    <a:pt x="2191" y="139351"/>
                  </a:lnTo>
                  <a:lnTo>
                    <a:pt x="953" y="135922"/>
                  </a:lnTo>
                  <a:lnTo>
                    <a:pt x="381" y="134398"/>
                  </a:lnTo>
                  <a:lnTo>
                    <a:pt x="0" y="130112"/>
                  </a:lnTo>
                  <a:lnTo>
                    <a:pt x="476" y="129350"/>
                  </a:lnTo>
                  <a:lnTo>
                    <a:pt x="2191" y="126873"/>
                  </a:lnTo>
                  <a:lnTo>
                    <a:pt x="6382" y="121825"/>
                  </a:lnTo>
                  <a:lnTo>
                    <a:pt x="12382" y="120682"/>
                  </a:lnTo>
                  <a:lnTo>
                    <a:pt x="19621" y="118491"/>
                  </a:lnTo>
                  <a:lnTo>
                    <a:pt x="36766" y="108299"/>
                  </a:lnTo>
                  <a:lnTo>
                    <a:pt x="39433" y="105918"/>
                  </a:lnTo>
                  <a:lnTo>
                    <a:pt x="47911" y="89059"/>
                  </a:lnTo>
                  <a:lnTo>
                    <a:pt x="68961" y="52769"/>
                  </a:lnTo>
                  <a:lnTo>
                    <a:pt x="104775" y="38005"/>
                  </a:lnTo>
                  <a:lnTo>
                    <a:pt x="104299" y="32480"/>
                  </a:lnTo>
                  <a:lnTo>
                    <a:pt x="104108" y="30290"/>
                  </a:lnTo>
                  <a:lnTo>
                    <a:pt x="101537" y="9335"/>
                  </a:lnTo>
                  <a:lnTo>
                    <a:pt x="101251" y="7334"/>
                  </a:lnTo>
                  <a:lnTo>
                    <a:pt x="101155" y="6191"/>
                  </a:lnTo>
                  <a:lnTo>
                    <a:pt x="121253" y="0"/>
                  </a:lnTo>
                  <a:lnTo>
                    <a:pt x="158305" y="533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5" name="서울특별시 중구 장충동">
              <a:extLst>
                <a:ext uri="{FF2B5EF4-FFF2-40B4-BE49-F238E27FC236}">
                  <a16:creationId xmlns:a16="http://schemas.microsoft.com/office/drawing/2014/main" id="{AD331467-8757-3A37-1FF7-B7E3F3090060}"/>
                </a:ext>
              </a:extLst>
            </p:cNvPr>
            <p:cNvSpPr/>
            <p:nvPr/>
          </p:nvSpPr>
          <p:spPr>
            <a:xfrm>
              <a:off x="6430422" y="3454908"/>
              <a:ext cx="317182" cy="296132"/>
            </a:xfrm>
            <a:custGeom>
              <a:avLst/>
              <a:gdLst>
                <a:gd name="connsiteX0" fmla="*/ 311944 w 317182"/>
                <a:gd name="connsiteY0" fmla="*/ 9906 h 296132"/>
                <a:gd name="connsiteX1" fmla="*/ 308229 w 317182"/>
                <a:gd name="connsiteY1" fmla="*/ 27622 h 296132"/>
                <a:gd name="connsiteX2" fmla="*/ 317087 w 317182"/>
                <a:gd name="connsiteY2" fmla="*/ 55816 h 296132"/>
                <a:gd name="connsiteX3" fmla="*/ 317087 w 317182"/>
                <a:gd name="connsiteY3" fmla="*/ 56960 h 296132"/>
                <a:gd name="connsiteX4" fmla="*/ 317183 w 317182"/>
                <a:gd name="connsiteY4" fmla="*/ 58769 h 296132"/>
                <a:gd name="connsiteX5" fmla="*/ 270129 w 317182"/>
                <a:gd name="connsiteY5" fmla="*/ 132207 h 296132"/>
                <a:gd name="connsiteX6" fmla="*/ 255366 w 317182"/>
                <a:gd name="connsiteY6" fmla="*/ 144304 h 296132"/>
                <a:gd name="connsiteX7" fmla="*/ 233172 w 317182"/>
                <a:gd name="connsiteY7" fmla="*/ 163068 h 296132"/>
                <a:gd name="connsiteX8" fmla="*/ 231839 w 317182"/>
                <a:gd name="connsiteY8" fmla="*/ 164306 h 296132"/>
                <a:gd name="connsiteX9" fmla="*/ 230219 w 317182"/>
                <a:gd name="connsiteY9" fmla="*/ 165830 h 296132"/>
                <a:gd name="connsiteX10" fmla="*/ 227362 w 317182"/>
                <a:gd name="connsiteY10" fmla="*/ 168402 h 296132"/>
                <a:gd name="connsiteX11" fmla="*/ 220504 w 317182"/>
                <a:gd name="connsiteY11" fmla="*/ 174688 h 296132"/>
                <a:gd name="connsiteX12" fmla="*/ 206883 w 317182"/>
                <a:gd name="connsiteY12" fmla="*/ 211360 h 296132"/>
                <a:gd name="connsiteX13" fmla="*/ 207836 w 317182"/>
                <a:gd name="connsiteY13" fmla="*/ 217361 h 296132"/>
                <a:gd name="connsiteX14" fmla="*/ 208407 w 317182"/>
                <a:gd name="connsiteY14" fmla="*/ 221456 h 296132"/>
                <a:gd name="connsiteX15" fmla="*/ 215075 w 317182"/>
                <a:gd name="connsiteY15" fmla="*/ 239173 h 296132"/>
                <a:gd name="connsiteX16" fmla="*/ 209074 w 317182"/>
                <a:gd name="connsiteY16" fmla="*/ 242506 h 296132"/>
                <a:gd name="connsiteX17" fmla="*/ 187166 w 317182"/>
                <a:gd name="connsiteY17" fmla="*/ 253270 h 296132"/>
                <a:gd name="connsiteX18" fmla="*/ 143066 w 317182"/>
                <a:gd name="connsiteY18" fmla="*/ 254984 h 296132"/>
                <a:gd name="connsiteX19" fmla="*/ 142399 w 317182"/>
                <a:gd name="connsiteY19" fmla="*/ 254794 h 296132"/>
                <a:gd name="connsiteX20" fmla="*/ 137541 w 317182"/>
                <a:gd name="connsiteY20" fmla="*/ 253937 h 296132"/>
                <a:gd name="connsiteX21" fmla="*/ 136112 w 317182"/>
                <a:gd name="connsiteY21" fmla="*/ 253365 h 296132"/>
                <a:gd name="connsiteX22" fmla="*/ 134969 w 317182"/>
                <a:gd name="connsiteY22" fmla="*/ 252889 h 296132"/>
                <a:gd name="connsiteX23" fmla="*/ 126968 w 317182"/>
                <a:gd name="connsiteY23" fmla="*/ 249841 h 296132"/>
                <a:gd name="connsiteX24" fmla="*/ 122206 w 317182"/>
                <a:gd name="connsiteY24" fmla="*/ 248031 h 296132"/>
                <a:gd name="connsiteX25" fmla="*/ 117729 w 317182"/>
                <a:gd name="connsiteY25" fmla="*/ 247650 h 296132"/>
                <a:gd name="connsiteX26" fmla="*/ 111633 w 317182"/>
                <a:gd name="connsiteY26" fmla="*/ 247269 h 296132"/>
                <a:gd name="connsiteX27" fmla="*/ 97536 w 317182"/>
                <a:gd name="connsiteY27" fmla="*/ 257651 h 296132"/>
                <a:gd name="connsiteX28" fmla="*/ 53626 w 317182"/>
                <a:gd name="connsiteY28" fmla="*/ 296132 h 296132"/>
                <a:gd name="connsiteX29" fmla="*/ 15050 w 317182"/>
                <a:gd name="connsiteY29" fmla="*/ 263176 h 296132"/>
                <a:gd name="connsiteX30" fmla="*/ 0 w 317182"/>
                <a:gd name="connsiteY30" fmla="*/ 244316 h 296132"/>
                <a:gd name="connsiteX31" fmla="*/ 4001 w 317182"/>
                <a:gd name="connsiteY31" fmla="*/ 233553 h 296132"/>
                <a:gd name="connsiteX32" fmla="*/ 33338 w 317182"/>
                <a:gd name="connsiteY32" fmla="*/ 208312 h 296132"/>
                <a:gd name="connsiteX33" fmla="*/ 36576 w 317182"/>
                <a:gd name="connsiteY33" fmla="*/ 205645 h 296132"/>
                <a:gd name="connsiteX34" fmla="*/ 37719 w 317182"/>
                <a:gd name="connsiteY34" fmla="*/ 204692 h 296132"/>
                <a:gd name="connsiteX35" fmla="*/ 50197 w 317182"/>
                <a:gd name="connsiteY35" fmla="*/ 204978 h 296132"/>
                <a:gd name="connsiteX36" fmla="*/ 73152 w 317182"/>
                <a:gd name="connsiteY36" fmla="*/ 212788 h 296132"/>
                <a:gd name="connsiteX37" fmla="*/ 91440 w 317182"/>
                <a:gd name="connsiteY37" fmla="*/ 222885 h 296132"/>
                <a:gd name="connsiteX38" fmla="*/ 108966 w 317182"/>
                <a:gd name="connsiteY38" fmla="*/ 187357 h 296132"/>
                <a:gd name="connsiteX39" fmla="*/ 111157 w 317182"/>
                <a:gd name="connsiteY39" fmla="*/ 172974 h 296132"/>
                <a:gd name="connsiteX40" fmla="*/ 112586 w 317182"/>
                <a:gd name="connsiteY40" fmla="*/ 168878 h 296132"/>
                <a:gd name="connsiteX41" fmla="*/ 143637 w 317182"/>
                <a:gd name="connsiteY41" fmla="*/ 150971 h 296132"/>
                <a:gd name="connsiteX42" fmla="*/ 158210 w 317182"/>
                <a:gd name="connsiteY42" fmla="*/ 147828 h 296132"/>
                <a:gd name="connsiteX43" fmla="*/ 163544 w 317182"/>
                <a:gd name="connsiteY43" fmla="*/ 146780 h 296132"/>
                <a:gd name="connsiteX44" fmla="*/ 184023 w 317182"/>
                <a:gd name="connsiteY44" fmla="*/ 140018 h 296132"/>
                <a:gd name="connsiteX45" fmla="*/ 187738 w 317182"/>
                <a:gd name="connsiteY45" fmla="*/ 137255 h 296132"/>
                <a:gd name="connsiteX46" fmla="*/ 194596 w 317182"/>
                <a:gd name="connsiteY46" fmla="*/ 131826 h 296132"/>
                <a:gd name="connsiteX47" fmla="*/ 198025 w 317182"/>
                <a:gd name="connsiteY47" fmla="*/ 128683 h 296132"/>
                <a:gd name="connsiteX48" fmla="*/ 199835 w 317182"/>
                <a:gd name="connsiteY48" fmla="*/ 126492 h 296132"/>
                <a:gd name="connsiteX49" fmla="*/ 201549 w 317182"/>
                <a:gd name="connsiteY49" fmla="*/ 124587 h 296132"/>
                <a:gd name="connsiteX50" fmla="*/ 208788 w 317182"/>
                <a:gd name="connsiteY50" fmla="*/ 98393 h 296132"/>
                <a:gd name="connsiteX51" fmla="*/ 202121 w 317182"/>
                <a:gd name="connsiteY51" fmla="*/ 86011 h 296132"/>
                <a:gd name="connsiteX52" fmla="*/ 200120 w 317182"/>
                <a:gd name="connsiteY52" fmla="*/ 86201 h 296132"/>
                <a:gd name="connsiteX53" fmla="*/ 186309 w 317182"/>
                <a:gd name="connsiteY53" fmla="*/ 92488 h 296132"/>
                <a:gd name="connsiteX54" fmla="*/ 145637 w 317182"/>
                <a:gd name="connsiteY54" fmla="*/ 75819 h 296132"/>
                <a:gd name="connsiteX55" fmla="*/ 156496 w 317182"/>
                <a:gd name="connsiteY55" fmla="*/ 45529 h 296132"/>
                <a:gd name="connsiteX56" fmla="*/ 158496 w 317182"/>
                <a:gd name="connsiteY56" fmla="*/ 25527 h 296132"/>
                <a:gd name="connsiteX57" fmla="*/ 159734 w 317182"/>
                <a:gd name="connsiteY57" fmla="*/ 12478 h 296132"/>
                <a:gd name="connsiteX58" fmla="*/ 186404 w 317182"/>
                <a:gd name="connsiteY58" fmla="*/ 20764 h 296132"/>
                <a:gd name="connsiteX59" fmla="*/ 192596 w 317182"/>
                <a:gd name="connsiteY59" fmla="*/ 20764 h 296132"/>
                <a:gd name="connsiteX60" fmla="*/ 201740 w 317182"/>
                <a:gd name="connsiteY60" fmla="*/ 20479 h 296132"/>
                <a:gd name="connsiteX61" fmla="*/ 233172 w 317182"/>
                <a:gd name="connsiteY61" fmla="*/ 19431 h 296132"/>
                <a:gd name="connsiteX62" fmla="*/ 250317 w 317182"/>
                <a:gd name="connsiteY62" fmla="*/ 12763 h 296132"/>
                <a:gd name="connsiteX63" fmla="*/ 259937 w 317182"/>
                <a:gd name="connsiteY63" fmla="*/ 0 h 296132"/>
                <a:gd name="connsiteX64" fmla="*/ 311944 w 317182"/>
                <a:gd name="connsiteY64" fmla="*/ 9906 h 29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17182" h="296132">
                  <a:moveTo>
                    <a:pt x="311944" y="9906"/>
                  </a:moveTo>
                  <a:lnTo>
                    <a:pt x="308229" y="27622"/>
                  </a:lnTo>
                  <a:lnTo>
                    <a:pt x="317087" y="55816"/>
                  </a:lnTo>
                  <a:lnTo>
                    <a:pt x="317087" y="56960"/>
                  </a:lnTo>
                  <a:lnTo>
                    <a:pt x="317183" y="58769"/>
                  </a:lnTo>
                  <a:lnTo>
                    <a:pt x="270129" y="132207"/>
                  </a:lnTo>
                  <a:lnTo>
                    <a:pt x="255366" y="144304"/>
                  </a:lnTo>
                  <a:lnTo>
                    <a:pt x="233172" y="163068"/>
                  </a:lnTo>
                  <a:lnTo>
                    <a:pt x="231839" y="164306"/>
                  </a:lnTo>
                  <a:lnTo>
                    <a:pt x="230219" y="165830"/>
                  </a:lnTo>
                  <a:lnTo>
                    <a:pt x="227362" y="168402"/>
                  </a:lnTo>
                  <a:lnTo>
                    <a:pt x="220504" y="174688"/>
                  </a:lnTo>
                  <a:lnTo>
                    <a:pt x="206883" y="211360"/>
                  </a:lnTo>
                  <a:lnTo>
                    <a:pt x="207836" y="217361"/>
                  </a:lnTo>
                  <a:lnTo>
                    <a:pt x="208407" y="221456"/>
                  </a:lnTo>
                  <a:lnTo>
                    <a:pt x="215075" y="239173"/>
                  </a:lnTo>
                  <a:lnTo>
                    <a:pt x="209074" y="242506"/>
                  </a:lnTo>
                  <a:lnTo>
                    <a:pt x="187166" y="253270"/>
                  </a:lnTo>
                  <a:lnTo>
                    <a:pt x="143066" y="254984"/>
                  </a:lnTo>
                  <a:lnTo>
                    <a:pt x="142399" y="254794"/>
                  </a:lnTo>
                  <a:lnTo>
                    <a:pt x="137541" y="253937"/>
                  </a:lnTo>
                  <a:lnTo>
                    <a:pt x="136112" y="253365"/>
                  </a:lnTo>
                  <a:lnTo>
                    <a:pt x="134969" y="252889"/>
                  </a:lnTo>
                  <a:lnTo>
                    <a:pt x="126968" y="249841"/>
                  </a:lnTo>
                  <a:lnTo>
                    <a:pt x="122206" y="248031"/>
                  </a:lnTo>
                  <a:lnTo>
                    <a:pt x="117729" y="247650"/>
                  </a:lnTo>
                  <a:lnTo>
                    <a:pt x="111633" y="247269"/>
                  </a:lnTo>
                  <a:lnTo>
                    <a:pt x="97536" y="257651"/>
                  </a:lnTo>
                  <a:lnTo>
                    <a:pt x="53626" y="296132"/>
                  </a:lnTo>
                  <a:lnTo>
                    <a:pt x="15050" y="263176"/>
                  </a:lnTo>
                  <a:lnTo>
                    <a:pt x="0" y="244316"/>
                  </a:lnTo>
                  <a:lnTo>
                    <a:pt x="4001" y="233553"/>
                  </a:lnTo>
                  <a:lnTo>
                    <a:pt x="33338" y="208312"/>
                  </a:lnTo>
                  <a:lnTo>
                    <a:pt x="36576" y="205645"/>
                  </a:lnTo>
                  <a:lnTo>
                    <a:pt x="37719" y="204692"/>
                  </a:lnTo>
                  <a:lnTo>
                    <a:pt x="50197" y="204978"/>
                  </a:lnTo>
                  <a:lnTo>
                    <a:pt x="73152" y="212788"/>
                  </a:lnTo>
                  <a:lnTo>
                    <a:pt x="91440" y="222885"/>
                  </a:lnTo>
                  <a:lnTo>
                    <a:pt x="108966" y="187357"/>
                  </a:lnTo>
                  <a:lnTo>
                    <a:pt x="111157" y="172974"/>
                  </a:lnTo>
                  <a:lnTo>
                    <a:pt x="112586" y="168878"/>
                  </a:lnTo>
                  <a:lnTo>
                    <a:pt x="143637" y="150971"/>
                  </a:lnTo>
                  <a:lnTo>
                    <a:pt x="158210" y="147828"/>
                  </a:lnTo>
                  <a:lnTo>
                    <a:pt x="163544" y="146780"/>
                  </a:lnTo>
                  <a:lnTo>
                    <a:pt x="184023" y="140018"/>
                  </a:lnTo>
                  <a:lnTo>
                    <a:pt x="187738" y="137255"/>
                  </a:lnTo>
                  <a:lnTo>
                    <a:pt x="194596" y="131826"/>
                  </a:lnTo>
                  <a:lnTo>
                    <a:pt x="198025" y="128683"/>
                  </a:lnTo>
                  <a:lnTo>
                    <a:pt x="199835" y="126492"/>
                  </a:lnTo>
                  <a:lnTo>
                    <a:pt x="201549" y="124587"/>
                  </a:lnTo>
                  <a:lnTo>
                    <a:pt x="208788" y="98393"/>
                  </a:lnTo>
                  <a:lnTo>
                    <a:pt x="202121" y="86011"/>
                  </a:lnTo>
                  <a:lnTo>
                    <a:pt x="200120" y="86201"/>
                  </a:lnTo>
                  <a:lnTo>
                    <a:pt x="186309" y="92488"/>
                  </a:lnTo>
                  <a:lnTo>
                    <a:pt x="145637" y="75819"/>
                  </a:lnTo>
                  <a:lnTo>
                    <a:pt x="156496" y="45529"/>
                  </a:lnTo>
                  <a:lnTo>
                    <a:pt x="158496" y="25527"/>
                  </a:lnTo>
                  <a:lnTo>
                    <a:pt x="159734" y="12478"/>
                  </a:lnTo>
                  <a:lnTo>
                    <a:pt x="186404" y="20764"/>
                  </a:lnTo>
                  <a:lnTo>
                    <a:pt x="192596" y="20764"/>
                  </a:lnTo>
                  <a:lnTo>
                    <a:pt x="201740" y="20479"/>
                  </a:lnTo>
                  <a:lnTo>
                    <a:pt x="233172" y="19431"/>
                  </a:lnTo>
                  <a:lnTo>
                    <a:pt x="250317" y="12763"/>
                  </a:lnTo>
                  <a:lnTo>
                    <a:pt x="259937" y="0"/>
                  </a:lnTo>
                  <a:lnTo>
                    <a:pt x="311944" y="99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6" name="서울특별시 중구 광희동">
              <a:extLst>
                <a:ext uri="{FF2B5EF4-FFF2-40B4-BE49-F238E27FC236}">
                  <a16:creationId xmlns:a16="http://schemas.microsoft.com/office/drawing/2014/main" id="{974E9EE6-D99C-D49F-806A-0976A2BC3EEF}"/>
                </a:ext>
              </a:extLst>
            </p:cNvPr>
            <p:cNvSpPr/>
            <p:nvPr/>
          </p:nvSpPr>
          <p:spPr>
            <a:xfrm>
              <a:off x="6448615" y="3342227"/>
              <a:ext cx="336327" cy="151542"/>
            </a:xfrm>
            <a:custGeom>
              <a:avLst/>
              <a:gdLst>
                <a:gd name="connsiteX0" fmla="*/ 293751 w 336327"/>
                <a:gd name="connsiteY0" fmla="*/ 122587 h 151542"/>
                <a:gd name="connsiteX1" fmla="*/ 241745 w 336327"/>
                <a:gd name="connsiteY1" fmla="*/ 112681 h 151542"/>
                <a:gd name="connsiteX2" fmla="*/ 232125 w 336327"/>
                <a:gd name="connsiteY2" fmla="*/ 125444 h 151542"/>
                <a:gd name="connsiteX3" fmla="*/ 214979 w 336327"/>
                <a:gd name="connsiteY3" fmla="*/ 132112 h 151542"/>
                <a:gd name="connsiteX4" fmla="*/ 183547 w 336327"/>
                <a:gd name="connsiteY4" fmla="*/ 133159 h 151542"/>
                <a:gd name="connsiteX5" fmla="*/ 174403 w 336327"/>
                <a:gd name="connsiteY5" fmla="*/ 133445 h 151542"/>
                <a:gd name="connsiteX6" fmla="*/ 168212 w 336327"/>
                <a:gd name="connsiteY6" fmla="*/ 133445 h 151542"/>
                <a:gd name="connsiteX7" fmla="*/ 141542 w 336327"/>
                <a:gd name="connsiteY7" fmla="*/ 125158 h 151542"/>
                <a:gd name="connsiteX8" fmla="*/ 117920 w 336327"/>
                <a:gd name="connsiteY8" fmla="*/ 131064 h 151542"/>
                <a:gd name="connsiteX9" fmla="*/ 35338 w 336327"/>
                <a:gd name="connsiteY9" fmla="*/ 149924 h 151542"/>
                <a:gd name="connsiteX10" fmla="*/ 25146 w 336327"/>
                <a:gd name="connsiteY10" fmla="*/ 151543 h 151542"/>
                <a:gd name="connsiteX11" fmla="*/ 20479 w 336327"/>
                <a:gd name="connsiteY11" fmla="*/ 150590 h 151542"/>
                <a:gd name="connsiteX12" fmla="*/ 16859 w 336327"/>
                <a:gd name="connsiteY12" fmla="*/ 149733 h 151542"/>
                <a:gd name="connsiteX13" fmla="*/ 6477 w 336327"/>
                <a:gd name="connsiteY13" fmla="*/ 146304 h 151542"/>
                <a:gd name="connsiteX14" fmla="*/ 5715 w 336327"/>
                <a:gd name="connsiteY14" fmla="*/ 145351 h 151542"/>
                <a:gd name="connsiteX15" fmla="*/ 4953 w 336327"/>
                <a:gd name="connsiteY15" fmla="*/ 143732 h 151542"/>
                <a:gd name="connsiteX16" fmla="*/ 0 w 336327"/>
                <a:gd name="connsiteY16" fmla="*/ 130111 h 151542"/>
                <a:gd name="connsiteX17" fmla="*/ 381 w 336327"/>
                <a:gd name="connsiteY17" fmla="*/ 128397 h 151542"/>
                <a:gd name="connsiteX18" fmla="*/ 1905 w 336327"/>
                <a:gd name="connsiteY18" fmla="*/ 122968 h 151542"/>
                <a:gd name="connsiteX19" fmla="*/ 30575 w 336327"/>
                <a:gd name="connsiteY19" fmla="*/ 85249 h 151542"/>
                <a:gd name="connsiteX20" fmla="*/ 45815 w 336327"/>
                <a:gd name="connsiteY20" fmla="*/ 78200 h 151542"/>
                <a:gd name="connsiteX21" fmla="*/ 61627 w 336327"/>
                <a:gd name="connsiteY21" fmla="*/ 74771 h 151542"/>
                <a:gd name="connsiteX22" fmla="*/ 117062 w 336327"/>
                <a:gd name="connsiteY22" fmla="*/ 72200 h 151542"/>
                <a:gd name="connsiteX23" fmla="*/ 148019 w 336327"/>
                <a:gd name="connsiteY23" fmla="*/ 70771 h 151542"/>
                <a:gd name="connsiteX24" fmla="*/ 170021 w 336327"/>
                <a:gd name="connsiteY24" fmla="*/ 77915 h 151542"/>
                <a:gd name="connsiteX25" fmla="*/ 178784 w 336327"/>
                <a:gd name="connsiteY25" fmla="*/ 81534 h 151542"/>
                <a:gd name="connsiteX26" fmla="*/ 183356 w 336327"/>
                <a:gd name="connsiteY26" fmla="*/ 74962 h 151542"/>
                <a:gd name="connsiteX27" fmla="*/ 185452 w 336327"/>
                <a:gd name="connsiteY27" fmla="*/ 72009 h 151542"/>
                <a:gd name="connsiteX28" fmla="*/ 189262 w 336327"/>
                <a:gd name="connsiteY28" fmla="*/ 65723 h 151542"/>
                <a:gd name="connsiteX29" fmla="*/ 193453 w 336327"/>
                <a:gd name="connsiteY29" fmla="*/ 58769 h 151542"/>
                <a:gd name="connsiteX30" fmla="*/ 195739 w 336327"/>
                <a:gd name="connsiteY30" fmla="*/ 54864 h 151542"/>
                <a:gd name="connsiteX31" fmla="*/ 210693 w 336327"/>
                <a:gd name="connsiteY31" fmla="*/ 17526 h 151542"/>
                <a:gd name="connsiteX32" fmla="*/ 219361 w 336327"/>
                <a:gd name="connsiteY32" fmla="*/ 8572 h 151542"/>
                <a:gd name="connsiteX33" fmla="*/ 241459 w 336327"/>
                <a:gd name="connsiteY33" fmla="*/ 2476 h 151542"/>
                <a:gd name="connsiteX34" fmla="*/ 294037 w 336327"/>
                <a:gd name="connsiteY34" fmla="*/ 0 h 151542"/>
                <a:gd name="connsiteX35" fmla="*/ 300419 w 336327"/>
                <a:gd name="connsiteY35" fmla="*/ 8572 h 151542"/>
                <a:gd name="connsiteX36" fmla="*/ 332232 w 336327"/>
                <a:gd name="connsiteY36" fmla="*/ 34385 h 151542"/>
                <a:gd name="connsiteX37" fmla="*/ 333566 w 336327"/>
                <a:gd name="connsiteY37" fmla="*/ 35719 h 151542"/>
                <a:gd name="connsiteX38" fmla="*/ 336328 w 336327"/>
                <a:gd name="connsiteY38" fmla="*/ 60198 h 151542"/>
                <a:gd name="connsiteX39" fmla="*/ 336042 w 336327"/>
                <a:gd name="connsiteY39" fmla="*/ 64389 h 151542"/>
                <a:gd name="connsiteX40" fmla="*/ 335756 w 336327"/>
                <a:gd name="connsiteY40" fmla="*/ 67056 h 151542"/>
                <a:gd name="connsiteX41" fmla="*/ 321278 w 336327"/>
                <a:gd name="connsiteY41" fmla="*/ 71057 h 151542"/>
                <a:gd name="connsiteX42" fmla="*/ 310706 w 336327"/>
                <a:gd name="connsiteY42" fmla="*/ 72866 h 151542"/>
                <a:gd name="connsiteX43" fmla="*/ 301181 w 336327"/>
                <a:gd name="connsiteY43" fmla="*/ 100108 h 151542"/>
                <a:gd name="connsiteX44" fmla="*/ 293751 w 336327"/>
                <a:gd name="connsiteY44" fmla="*/ 122587 h 15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6327" h="151542">
                  <a:moveTo>
                    <a:pt x="293751" y="122587"/>
                  </a:moveTo>
                  <a:lnTo>
                    <a:pt x="241745" y="112681"/>
                  </a:lnTo>
                  <a:lnTo>
                    <a:pt x="232125" y="125444"/>
                  </a:lnTo>
                  <a:lnTo>
                    <a:pt x="214979" y="132112"/>
                  </a:lnTo>
                  <a:lnTo>
                    <a:pt x="183547" y="133159"/>
                  </a:lnTo>
                  <a:lnTo>
                    <a:pt x="174403" y="133445"/>
                  </a:lnTo>
                  <a:lnTo>
                    <a:pt x="168212" y="133445"/>
                  </a:lnTo>
                  <a:lnTo>
                    <a:pt x="141542" y="125158"/>
                  </a:lnTo>
                  <a:lnTo>
                    <a:pt x="117920" y="131064"/>
                  </a:lnTo>
                  <a:lnTo>
                    <a:pt x="35338" y="149924"/>
                  </a:lnTo>
                  <a:lnTo>
                    <a:pt x="25146" y="151543"/>
                  </a:lnTo>
                  <a:lnTo>
                    <a:pt x="20479" y="150590"/>
                  </a:lnTo>
                  <a:lnTo>
                    <a:pt x="16859" y="149733"/>
                  </a:lnTo>
                  <a:lnTo>
                    <a:pt x="6477" y="146304"/>
                  </a:lnTo>
                  <a:lnTo>
                    <a:pt x="5715" y="145351"/>
                  </a:lnTo>
                  <a:lnTo>
                    <a:pt x="4953" y="143732"/>
                  </a:lnTo>
                  <a:lnTo>
                    <a:pt x="0" y="130111"/>
                  </a:lnTo>
                  <a:lnTo>
                    <a:pt x="381" y="128397"/>
                  </a:lnTo>
                  <a:lnTo>
                    <a:pt x="1905" y="122968"/>
                  </a:lnTo>
                  <a:lnTo>
                    <a:pt x="30575" y="85249"/>
                  </a:lnTo>
                  <a:lnTo>
                    <a:pt x="45815" y="78200"/>
                  </a:lnTo>
                  <a:lnTo>
                    <a:pt x="61627" y="74771"/>
                  </a:lnTo>
                  <a:lnTo>
                    <a:pt x="117062" y="72200"/>
                  </a:lnTo>
                  <a:lnTo>
                    <a:pt x="148019" y="70771"/>
                  </a:lnTo>
                  <a:lnTo>
                    <a:pt x="170021" y="77915"/>
                  </a:lnTo>
                  <a:lnTo>
                    <a:pt x="178784" y="81534"/>
                  </a:lnTo>
                  <a:lnTo>
                    <a:pt x="183356" y="74962"/>
                  </a:lnTo>
                  <a:lnTo>
                    <a:pt x="185452" y="72009"/>
                  </a:lnTo>
                  <a:lnTo>
                    <a:pt x="189262" y="65723"/>
                  </a:lnTo>
                  <a:lnTo>
                    <a:pt x="193453" y="58769"/>
                  </a:lnTo>
                  <a:lnTo>
                    <a:pt x="195739" y="54864"/>
                  </a:lnTo>
                  <a:lnTo>
                    <a:pt x="210693" y="17526"/>
                  </a:lnTo>
                  <a:lnTo>
                    <a:pt x="219361" y="8572"/>
                  </a:lnTo>
                  <a:lnTo>
                    <a:pt x="241459" y="2476"/>
                  </a:lnTo>
                  <a:lnTo>
                    <a:pt x="294037" y="0"/>
                  </a:lnTo>
                  <a:lnTo>
                    <a:pt x="300419" y="8572"/>
                  </a:lnTo>
                  <a:lnTo>
                    <a:pt x="332232" y="34385"/>
                  </a:lnTo>
                  <a:lnTo>
                    <a:pt x="333566" y="35719"/>
                  </a:lnTo>
                  <a:lnTo>
                    <a:pt x="336328" y="60198"/>
                  </a:lnTo>
                  <a:lnTo>
                    <a:pt x="336042" y="64389"/>
                  </a:lnTo>
                  <a:lnTo>
                    <a:pt x="335756" y="67056"/>
                  </a:lnTo>
                  <a:lnTo>
                    <a:pt x="321278" y="71057"/>
                  </a:lnTo>
                  <a:lnTo>
                    <a:pt x="310706" y="72866"/>
                  </a:lnTo>
                  <a:lnTo>
                    <a:pt x="301181" y="100108"/>
                  </a:lnTo>
                  <a:lnTo>
                    <a:pt x="293751" y="12258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7" name="서울특별시 중구 을지로동">
              <a:extLst>
                <a:ext uri="{FF2B5EF4-FFF2-40B4-BE49-F238E27FC236}">
                  <a16:creationId xmlns:a16="http://schemas.microsoft.com/office/drawing/2014/main" id="{3672CDE4-0C1C-656A-EE52-A06493A0A121}"/>
                </a:ext>
              </a:extLst>
            </p:cNvPr>
            <p:cNvSpPr/>
            <p:nvPr/>
          </p:nvSpPr>
          <p:spPr>
            <a:xfrm>
              <a:off x="6360509" y="3344703"/>
              <a:ext cx="329565" cy="122967"/>
            </a:xfrm>
            <a:custGeom>
              <a:avLst/>
              <a:gdLst>
                <a:gd name="connsiteX0" fmla="*/ 90011 w 329565"/>
                <a:gd name="connsiteY0" fmla="*/ 120491 h 122967"/>
                <a:gd name="connsiteX1" fmla="*/ 52959 w 329565"/>
                <a:gd name="connsiteY1" fmla="*/ 115157 h 122967"/>
                <a:gd name="connsiteX2" fmla="*/ 32861 w 329565"/>
                <a:gd name="connsiteY2" fmla="*/ 121349 h 122967"/>
                <a:gd name="connsiteX3" fmla="*/ 25051 w 329565"/>
                <a:gd name="connsiteY3" fmla="*/ 122682 h 122967"/>
                <a:gd name="connsiteX4" fmla="*/ 16478 w 329565"/>
                <a:gd name="connsiteY4" fmla="*/ 122968 h 122967"/>
                <a:gd name="connsiteX5" fmla="*/ 4667 w 329565"/>
                <a:gd name="connsiteY5" fmla="*/ 122206 h 122967"/>
                <a:gd name="connsiteX6" fmla="*/ 1334 w 329565"/>
                <a:gd name="connsiteY6" fmla="*/ 109919 h 122967"/>
                <a:gd name="connsiteX7" fmla="*/ 95 w 329565"/>
                <a:gd name="connsiteY7" fmla="*/ 91916 h 122967"/>
                <a:gd name="connsiteX8" fmla="*/ 0 w 329565"/>
                <a:gd name="connsiteY8" fmla="*/ 89059 h 122967"/>
                <a:gd name="connsiteX9" fmla="*/ 1619 w 329565"/>
                <a:gd name="connsiteY9" fmla="*/ 79820 h 122967"/>
                <a:gd name="connsiteX10" fmla="*/ 22765 w 329565"/>
                <a:gd name="connsiteY10" fmla="*/ 63722 h 122967"/>
                <a:gd name="connsiteX11" fmla="*/ 37910 w 329565"/>
                <a:gd name="connsiteY11" fmla="*/ 62865 h 122967"/>
                <a:gd name="connsiteX12" fmla="*/ 42101 w 329565"/>
                <a:gd name="connsiteY12" fmla="*/ 51149 h 122967"/>
                <a:gd name="connsiteX13" fmla="*/ 42863 w 329565"/>
                <a:gd name="connsiteY13" fmla="*/ 25527 h 122967"/>
                <a:gd name="connsiteX14" fmla="*/ 148495 w 329565"/>
                <a:gd name="connsiteY14" fmla="*/ 17050 h 122967"/>
                <a:gd name="connsiteX15" fmla="*/ 150304 w 329565"/>
                <a:gd name="connsiteY15" fmla="*/ 16764 h 122967"/>
                <a:gd name="connsiteX16" fmla="*/ 153543 w 329565"/>
                <a:gd name="connsiteY16" fmla="*/ 16288 h 122967"/>
                <a:gd name="connsiteX17" fmla="*/ 170783 w 329565"/>
                <a:gd name="connsiteY17" fmla="*/ 13811 h 122967"/>
                <a:gd name="connsiteX18" fmla="*/ 177546 w 329565"/>
                <a:gd name="connsiteY18" fmla="*/ 12859 h 122967"/>
                <a:gd name="connsiteX19" fmla="*/ 178499 w 329565"/>
                <a:gd name="connsiteY19" fmla="*/ 12668 h 122967"/>
                <a:gd name="connsiteX20" fmla="*/ 237744 w 329565"/>
                <a:gd name="connsiteY20" fmla="*/ 1048 h 122967"/>
                <a:gd name="connsiteX21" fmla="*/ 329565 w 329565"/>
                <a:gd name="connsiteY21" fmla="*/ 0 h 122967"/>
                <a:gd name="connsiteX22" fmla="*/ 307467 w 329565"/>
                <a:gd name="connsiteY22" fmla="*/ 6096 h 122967"/>
                <a:gd name="connsiteX23" fmla="*/ 298800 w 329565"/>
                <a:gd name="connsiteY23" fmla="*/ 15050 h 122967"/>
                <a:gd name="connsiteX24" fmla="*/ 283845 w 329565"/>
                <a:gd name="connsiteY24" fmla="*/ 52388 h 122967"/>
                <a:gd name="connsiteX25" fmla="*/ 281559 w 329565"/>
                <a:gd name="connsiteY25" fmla="*/ 56293 h 122967"/>
                <a:gd name="connsiteX26" fmla="*/ 277368 w 329565"/>
                <a:gd name="connsiteY26" fmla="*/ 63246 h 122967"/>
                <a:gd name="connsiteX27" fmla="*/ 273558 w 329565"/>
                <a:gd name="connsiteY27" fmla="*/ 69533 h 122967"/>
                <a:gd name="connsiteX28" fmla="*/ 271463 w 329565"/>
                <a:gd name="connsiteY28" fmla="*/ 72485 h 122967"/>
                <a:gd name="connsiteX29" fmla="*/ 266891 w 329565"/>
                <a:gd name="connsiteY29" fmla="*/ 79058 h 122967"/>
                <a:gd name="connsiteX30" fmla="*/ 258128 w 329565"/>
                <a:gd name="connsiteY30" fmla="*/ 75438 h 122967"/>
                <a:gd name="connsiteX31" fmla="*/ 236125 w 329565"/>
                <a:gd name="connsiteY31" fmla="*/ 68294 h 122967"/>
                <a:gd name="connsiteX32" fmla="*/ 205169 w 329565"/>
                <a:gd name="connsiteY32" fmla="*/ 69723 h 122967"/>
                <a:gd name="connsiteX33" fmla="*/ 149733 w 329565"/>
                <a:gd name="connsiteY33" fmla="*/ 72295 h 122967"/>
                <a:gd name="connsiteX34" fmla="*/ 133921 w 329565"/>
                <a:gd name="connsiteY34" fmla="*/ 75724 h 122967"/>
                <a:gd name="connsiteX35" fmla="*/ 118682 w 329565"/>
                <a:gd name="connsiteY35" fmla="*/ 82772 h 122967"/>
                <a:gd name="connsiteX36" fmla="*/ 90011 w 329565"/>
                <a:gd name="connsiteY36" fmla="*/ 120491 h 12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29565" h="122967">
                  <a:moveTo>
                    <a:pt x="90011" y="120491"/>
                  </a:moveTo>
                  <a:lnTo>
                    <a:pt x="52959" y="115157"/>
                  </a:lnTo>
                  <a:lnTo>
                    <a:pt x="32861" y="121349"/>
                  </a:lnTo>
                  <a:lnTo>
                    <a:pt x="25051" y="122682"/>
                  </a:lnTo>
                  <a:lnTo>
                    <a:pt x="16478" y="122968"/>
                  </a:lnTo>
                  <a:lnTo>
                    <a:pt x="4667" y="122206"/>
                  </a:lnTo>
                  <a:lnTo>
                    <a:pt x="1334" y="109919"/>
                  </a:lnTo>
                  <a:lnTo>
                    <a:pt x="95" y="91916"/>
                  </a:lnTo>
                  <a:lnTo>
                    <a:pt x="0" y="89059"/>
                  </a:lnTo>
                  <a:lnTo>
                    <a:pt x="1619" y="79820"/>
                  </a:lnTo>
                  <a:lnTo>
                    <a:pt x="22765" y="63722"/>
                  </a:lnTo>
                  <a:lnTo>
                    <a:pt x="37910" y="62865"/>
                  </a:lnTo>
                  <a:lnTo>
                    <a:pt x="42101" y="51149"/>
                  </a:lnTo>
                  <a:lnTo>
                    <a:pt x="42863" y="25527"/>
                  </a:lnTo>
                  <a:lnTo>
                    <a:pt x="148495" y="17050"/>
                  </a:lnTo>
                  <a:lnTo>
                    <a:pt x="150304" y="16764"/>
                  </a:lnTo>
                  <a:lnTo>
                    <a:pt x="153543" y="16288"/>
                  </a:lnTo>
                  <a:lnTo>
                    <a:pt x="170783" y="13811"/>
                  </a:lnTo>
                  <a:lnTo>
                    <a:pt x="177546" y="12859"/>
                  </a:lnTo>
                  <a:lnTo>
                    <a:pt x="178499" y="12668"/>
                  </a:lnTo>
                  <a:lnTo>
                    <a:pt x="237744" y="1048"/>
                  </a:lnTo>
                  <a:lnTo>
                    <a:pt x="329565" y="0"/>
                  </a:lnTo>
                  <a:lnTo>
                    <a:pt x="307467" y="6096"/>
                  </a:lnTo>
                  <a:lnTo>
                    <a:pt x="298800" y="15050"/>
                  </a:lnTo>
                  <a:lnTo>
                    <a:pt x="283845" y="52388"/>
                  </a:lnTo>
                  <a:lnTo>
                    <a:pt x="281559" y="56293"/>
                  </a:lnTo>
                  <a:lnTo>
                    <a:pt x="277368" y="63246"/>
                  </a:lnTo>
                  <a:lnTo>
                    <a:pt x="273558" y="69533"/>
                  </a:lnTo>
                  <a:lnTo>
                    <a:pt x="271463" y="72485"/>
                  </a:lnTo>
                  <a:lnTo>
                    <a:pt x="266891" y="79058"/>
                  </a:lnTo>
                  <a:lnTo>
                    <a:pt x="258128" y="75438"/>
                  </a:lnTo>
                  <a:lnTo>
                    <a:pt x="236125" y="68294"/>
                  </a:lnTo>
                  <a:lnTo>
                    <a:pt x="205169" y="69723"/>
                  </a:lnTo>
                  <a:lnTo>
                    <a:pt x="149733" y="72295"/>
                  </a:lnTo>
                  <a:lnTo>
                    <a:pt x="133921" y="75724"/>
                  </a:lnTo>
                  <a:lnTo>
                    <a:pt x="118682" y="82772"/>
                  </a:lnTo>
                  <a:lnTo>
                    <a:pt x="90011" y="12049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8" name="서울특별시 중구 신당5동">
              <a:extLst>
                <a:ext uri="{FF2B5EF4-FFF2-40B4-BE49-F238E27FC236}">
                  <a16:creationId xmlns:a16="http://schemas.microsoft.com/office/drawing/2014/main" id="{73445B6E-C3C9-08D5-13F9-071A2CCA66FB}"/>
                </a:ext>
              </a:extLst>
            </p:cNvPr>
            <p:cNvSpPr/>
            <p:nvPr/>
          </p:nvSpPr>
          <p:spPr>
            <a:xfrm>
              <a:off x="6858761" y="3415283"/>
              <a:ext cx="195167" cy="91344"/>
            </a:xfrm>
            <a:custGeom>
              <a:avLst/>
              <a:gdLst>
                <a:gd name="connsiteX0" fmla="*/ 138208 w 195167"/>
                <a:gd name="connsiteY0" fmla="*/ 10668 h 91344"/>
                <a:gd name="connsiteX1" fmla="*/ 194310 w 195167"/>
                <a:gd name="connsiteY1" fmla="*/ 13906 h 91344"/>
                <a:gd name="connsiteX2" fmla="*/ 195167 w 195167"/>
                <a:gd name="connsiteY2" fmla="*/ 26575 h 91344"/>
                <a:gd name="connsiteX3" fmla="*/ 194310 w 195167"/>
                <a:gd name="connsiteY3" fmla="*/ 34004 h 91344"/>
                <a:gd name="connsiteX4" fmla="*/ 192215 w 195167"/>
                <a:gd name="connsiteY4" fmla="*/ 39338 h 91344"/>
                <a:gd name="connsiteX5" fmla="*/ 190500 w 195167"/>
                <a:gd name="connsiteY5" fmla="*/ 42958 h 91344"/>
                <a:gd name="connsiteX6" fmla="*/ 190214 w 195167"/>
                <a:gd name="connsiteY6" fmla="*/ 43529 h 91344"/>
                <a:gd name="connsiteX7" fmla="*/ 188691 w 195167"/>
                <a:gd name="connsiteY7" fmla="*/ 46196 h 91344"/>
                <a:gd name="connsiteX8" fmla="*/ 186309 w 195167"/>
                <a:gd name="connsiteY8" fmla="*/ 50102 h 91344"/>
                <a:gd name="connsiteX9" fmla="*/ 136684 w 195167"/>
                <a:gd name="connsiteY9" fmla="*/ 91154 h 91344"/>
                <a:gd name="connsiteX10" fmla="*/ 136112 w 195167"/>
                <a:gd name="connsiteY10" fmla="*/ 91345 h 91344"/>
                <a:gd name="connsiteX11" fmla="*/ 133160 w 195167"/>
                <a:gd name="connsiteY11" fmla="*/ 90869 h 91344"/>
                <a:gd name="connsiteX12" fmla="*/ 124968 w 195167"/>
                <a:gd name="connsiteY12" fmla="*/ 90488 h 91344"/>
                <a:gd name="connsiteX13" fmla="*/ 114491 w 195167"/>
                <a:gd name="connsiteY13" fmla="*/ 89154 h 91344"/>
                <a:gd name="connsiteX14" fmla="*/ 109633 w 195167"/>
                <a:gd name="connsiteY14" fmla="*/ 88392 h 91344"/>
                <a:gd name="connsiteX15" fmla="*/ 105156 w 195167"/>
                <a:gd name="connsiteY15" fmla="*/ 87249 h 91344"/>
                <a:gd name="connsiteX16" fmla="*/ 96584 w 195167"/>
                <a:gd name="connsiteY16" fmla="*/ 84011 h 91344"/>
                <a:gd name="connsiteX17" fmla="*/ 89916 w 195167"/>
                <a:gd name="connsiteY17" fmla="*/ 80391 h 91344"/>
                <a:gd name="connsiteX18" fmla="*/ 88678 w 195167"/>
                <a:gd name="connsiteY18" fmla="*/ 79534 h 91344"/>
                <a:gd name="connsiteX19" fmla="*/ 84773 w 195167"/>
                <a:gd name="connsiteY19" fmla="*/ 76867 h 91344"/>
                <a:gd name="connsiteX20" fmla="*/ 81725 w 195167"/>
                <a:gd name="connsiteY20" fmla="*/ 74295 h 91344"/>
                <a:gd name="connsiteX21" fmla="*/ 50483 w 195167"/>
                <a:gd name="connsiteY21" fmla="*/ 42863 h 91344"/>
                <a:gd name="connsiteX22" fmla="*/ 0 w 195167"/>
                <a:gd name="connsiteY22" fmla="*/ 29623 h 91344"/>
                <a:gd name="connsiteX23" fmla="*/ 37814 w 195167"/>
                <a:gd name="connsiteY23" fmla="*/ 3429 h 91344"/>
                <a:gd name="connsiteX24" fmla="*/ 83439 w 195167"/>
                <a:gd name="connsiteY24" fmla="*/ 0 h 91344"/>
                <a:gd name="connsiteX25" fmla="*/ 138208 w 195167"/>
                <a:gd name="connsiteY25" fmla="*/ 10668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5167" h="91344">
                  <a:moveTo>
                    <a:pt x="138208" y="10668"/>
                  </a:moveTo>
                  <a:lnTo>
                    <a:pt x="194310" y="13906"/>
                  </a:lnTo>
                  <a:lnTo>
                    <a:pt x="195167" y="26575"/>
                  </a:lnTo>
                  <a:lnTo>
                    <a:pt x="194310" y="34004"/>
                  </a:lnTo>
                  <a:lnTo>
                    <a:pt x="192215" y="39338"/>
                  </a:lnTo>
                  <a:lnTo>
                    <a:pt x="190500" y="42958"/>
                  </a:lnTo>
                  <a:lnTo>
                    <a:pt x="190214" y="43529"/>
                  </a:lnTo>
                  <a:lnTo>
                    <a:pt x="188691" y="46196"/>
                  </a:lnTo>
                  <a:lnTo>
                    <a:pt x="186309" y="50102"/>
                  </a:lnTo>
                  <a:lnTo>
                    <a:pt x="136684" y="91154"/>
                  </a:lnTo>
                  <a:lnTo>
                    <a:pt x="136112" y="91345"/>
                  </a:lnTo>
                  <a:lnTo>
                    <a:pt x="133160" y="90869"/>
                  </a:lnTo>
                  <a:lnTo>
                    <a:pt x="124968" y="90488"/>
                  </a:lnTo>
                  <a:lnTo>
                    <a:pt x="114491" y="89154"/>
                  </a:lnTo>
                  <a:lnTo>
                    <a:pt x="109633" y="88392"/>
                  </a:lnTo>
                  <a:lnTo>
                    <a:pt x="105156" y="87249"/>
                  </a:lnTo>
                  <a:lnTo>
                    <a:pt x="96584" y="84011"/>
                  </a:lnTo>
                  <a:lnTo>
                    <a:pt x="89916" y="80391"/>
                  </a:lnTo>
                  <a:lnTo>
                    <a:pt x="88678" y="79534"/>
                  </a:lnTo>
                  <a:lnTo>
                    <a:pt x="84773" y="76867"/>
                  </a:lnTo>
                  <a:lnTo>
                    <a:pt x="81725" y="74295"/>
                  </a:lnTo>
                  <a:lnTo>
                    <a:pt x="50483" y="42863"/>
                  </a:lnTo>
                  <a:lnTo>
                    <a:pt x="0" y="29623"/>
                  </a:lnTo>
                  <a:lnTo>
                    <a:pt x="37814" y="3429"/>
                  </a:lnTo>
                  <a:lnTo>
                    <a:pt x="83439" y="0"/>
                  </a:lnTo>
                  <a:lnTo>
                    <a:pt x="138208" y="1066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9" name="서울특별시 중구 황학동">
              <a:extLst>
                <a:ext uri="{FF2B5EF4-FFF2-40B4-BE49-F238E27FC236}">
                  <a16:creationId xmlns:a16="http://schemas.microsoft.com/office/drawing/2014/main" id="{222FB2E9-E0C8-1022-E59C-8ADC5654FB9B}"/>
                </a:ext>
              </a:extLst>
            </p:cNvPr>
            <p:cNvSpPr/>
            <p:nvPr/>
          </p:nvSpPr>
          <p:spPr>
            <a:xfrm>
              <a:off x="6886384" y="3306794"/>
              <a:ext cx="110585" cy="119157"/>
            </a:xfrm>
            <a:custGeom>
              <a:avLst/>
              <a:gdLst>
                <a:gd name="connsiteX0" fmla="*/ 110585 w 110585"/>
                <a:gd name="connsiteY0" fmla="*/ 119158 h 119157"/>
                <a:gd name="connsiteX1" fmla="*/ 55816 w 110585"/>
                <a:gd name="connsiteY1" fmla="*/ 108490 h 119157"/>
                <a:gd name="connsiteX2" fmla="*/ 10192 w 110585"/>
                <a:gd name="connsiteY2" fmla="*/ 111919 h 119157"/>
                <a:gd name="connsiteX3" fmla="*/ 3334 w 110585"/>
                <a:gd name="connsiteY3" fmla="*/ 31813 h 119157"/>
                <a:gd name="connsiteX4" fmla="*/ 0 w 110585"/>
                <a:gd name="connsiteY4" fmla="*/ 26289 h 119157"/>
                <a:gd name="connsiteX5" fmla="*/ 23622 w 110585"/>
                <a:gd name="connsiteY5" fmla="*/ 13716 h 119157"/>
                <a:gd name="connsiteX6" fmla="*/ 106108 w 110585"/>
                <a:gd name="connsiteY6" fmla="*/ 0 h 119157"/>
                <a:gd name="connsiteX7" fmla="*/ 110299 w 110585"/>
                <a:gd name="connsiteY7" fmla="*/ 107633 h 119157"/>
                <a:gd name="connsiteX8" fmla="*/ 110585 w 110585"/>
                <a:gd name="connsiteY8" fmla="*/ 119158 h 11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5" h="119157">
                  <a:moveTo>
                    <a:pt x="110585" y="119158"/>
                  </a:moveTo>
                  <a:lnTo>
                    <a:pt x="55816" y="108490"/>
                  </a:lnTo>
                  <a:lnTo>
                    <a:pt x="10192" y="111919"/>
                  </a:lnTo>
                  <a:lnTo>
                    <a:pt x="3334" y="31813"/>
                  </a:lnTo>
                  <a:lnTo>
                    <a:pt x="0" y="26289"/>
                  </a:lnTo>
                  <a:lnTo>
                    <a:pt x="23622" y="13716"/>
                  </a:lnTo>
                  <a:lnTo>
                    <a:pt x="106108" y="0"/>
                  </a:lnTo>
                  <a:lnTo>
                    <a:pt x="110299" y="107633"/>
                  </a:lnTo>
                  <a:lnTo>
                    <a:pt x="110585" y="11915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20" name="서울특별시 중구 중림동">
              <a:extLst>
                <a:ext uri="{FF2B5EF4-FFF2-40B4-BE49-F238E27FC236}">
                  <a16:creationId xmlns:a16="http://schemas.microsoft.com/office/drawing/2014/main" id="{7A00E60B-06CC-0D4B-B1B6-1F5BCB7BB0D3}"/>
                </a:ext>
              </a:extLst>
            </p:cNvPr>
            <p:cNvSpPr/>
            <p:nvPr/>
          </p:nvSpPr>
          <p:spPr>
            <a:xfrm>
              <a:off x="5870638" y="3483101"/>
              <a:ext cx="179736" cy="190595"/>
            </a:xfrm>
            <a:custGeom>
              <a:avLst/>
              <a:gdLst>
                <a:gd name="connsiteX0" fmla="*/ 179737 w 179736"/>
                <a:gd name="connsiteY0" fmla="*/ 43720 h 190595"/>
                <a:gd name="connsiteX1" fmla="*/ 164783 w 179736"/>
                <a:gd name="connsiteY1" fmla="*/ 48959 h 190595"/>
                <a:gd name="connsiteX2" fmla="*/ 141732 w 179736"/>
                <a:gd name="connsiteY2" fmla="*/ 72390 h 190595"/>
                <a:gd name="connsiteX3" fmla="*/ 126968 w 179736"/>
                <a:gd name="connsiteY3" fmla="*/ 120205 h 190595"/>
                <a:gd name="connsiteX4" fmla="*/ 76771 w 179736"/>
                <a:gd name="connsiteY4" fmla="*/ 143256 h 190595"/>
                <a:gd name="connsiteX5" fmla="*/ 67437 w 179736"/>
                <a:gd name="connsiteY5" fmla="*/ 149924 h 190595"/>
                <a:gd name="connsiteX6" fmla="*/ 60960 w 179736"/>
                <a:gd name="connsiteY6" fmla="*/ 154496 h 190595"/>
                <a:gd name="connsiteX7" fmla="*/ 16383 w 179736"/>
                <a:gd name="connsiteY7" fmla="*/ 190595 h 190595"/>
                <a:gd name="connsiteX8" fmla="*/ 11811 w 179736"/>
                <a:gd name="connsiteY8" fmla="*/ 182975 h 190595"/>
                <a:gd name="connsiteX9" fmla="*/ 10573 w 179736"/>
                <a:gd name="connsiteY9" fmla="*/ 180118 h 190595"/>
                <a:gd name="connsiteX10" fmla="*/ 4001 w 179736"/>
                <a:gd name="connsiteY10" fmla="*/ 164021 h 190595"/>
                <a:gd name="connsiteX11" fmla="*/ 3238 w 179736"/>
                <a:gd name="connsiteY11" fmla="*/ 157258 h 190595"/>
                <a:gd name="connsiteX12" fmla="*/ 4001 w 179736"/>
                <a:gd name="connsiteY12" fmla="*/ 120968 h 190595"/>
                <a:gd name="connsiteX13" fmla="*/ 6382 w 179736"/>
                <a:gd name="connsiteY13" fmla="*/ 119825 h 190595"/>
                <a:gd name="connsiteX14" fmla="*/ 9049 w 179736"/>
                <a:gd name="connsiteY14" fmla="*/ 120777 h 190595"/>
                <a:gd name="connsiteX15" fmla="*/ 9715 w 179736"/>
                <a:gd name="connsiteY15" fmla="*/ 121063 h 190595"/>
                <a:gd name="connsiteX16" fmla="*/ 10287 w 179736"/>
                <a:gd name="connsiteY16" fmla="*/ 121253 h 190595"/>
                <a:gd name="connsiteX17" fmla="*/ 26194 w 179736"/>
                <a:gd name="connsiteY17" fmla="*/ 104966 h 190595"/>
                <a:gd name="connsiteX18" fmla="*/ 29242 w 179736"/>
                <a:gd name="connsiteY18" fmla="*/ 101346 h 190595"/>
                <a:gd name="connsiteX19" fmla="*/ 31433 w 179736"/>
                <a:gd name="connsiteY19" fmla="*/ 88202 h 190595"/>
                <a:gd name="connsiteX20" fmla="*/ 28194 w 179736"/>
                <a:gd name="connsiteY20" fmla="*/ 69533 h 190595"/>
                <a:gd name="connsiteX21" fmla="*/ 0 w 179736"/>
                <a:gd name="connsiteY21" fmla="*/ 57341 h 190595"/>
                <a:gd name="connsiteX22" fmla="*/ 10573 w 179736"/>
                <a:gd name="connsiteY22" fmla="*/ 49911 h 190595"/>
                <a:gd name="connsiteX23" fmla="*/ 38576 w 179736"/>
                <a:gd name="connsiteY23" fmla="*/ 49054 h 190595"/>
                <a:gd name="connsiteX24" fmla="*/ 39434 w 179736"/>
                <a:gd name="connsiteY24" fmla="*/ 48863 h 190595"/>
                <a:gd name="connsiteX25" fmla="*/ 40386 w 179736"/>
                <a:gd name="connsiteY25" fmla="*/ 48578 h 190595"/>
                <a:gd name="connsiteX26" fmla="*/ 41243 w 179736"/>
                <a:gd name="connsiteY26" fmla="*/ 48292 h 190595"/>
                <a:gd name="connsiteX27" fmla="*/ 43339 w 179736"/>
                <a:gd name="connsiteY27" fmla="*/ 47244 h 190595"/>
                <a:gd name="connsiteX28" fmla="*/ 48959 w 179736"/>
                <a:gd name="connsiteY28" fmla="*/ 44387 h 190595"/>
                <a:gd name="connsiteX29" fmla="*/ 51530 w 179736"/>
                <a:gd name="connsiteY29" fmla="*/ 42863 h 190595"/>
                <a:gd name="connsiteX30" fmla="*/ 68104 w 179736"/>
                <a:gd name="connsiteY30" fmla="*/ 33433 h 190595"/>
                <a:gd name="connsiteX31" fmla="*/ 73533 w 179736"/>
                <a:gd name="connsiteY31" fmla="*/ 29623 h 190595"/>
                <a:gd name="connsiteX32" fmla="*/ 85249 w 179736"/>
                <a:gd name="connsiteY32" fmla="*/ 21241 h 190595"/>
                <a:gd name="connsiteX33" fmla="*/ 91535 w 179736"/>
                <a:gd name="connsiteY33" fmla="*/ 16954 h 190595"/>
                <a:gd name="connsiteX34" fmla="*/ 92964 w 179736"/>
                <a:gd name="connsiteY34" fmla="*/ 16002 h 190595"/>
                <a:gd name="connsiteX35" fmla="*/ 98203 w 179736"/>
                <a:gd name="connsiteY35" fmla="*/ 12859 h 190595"/>
                <a:gd name="connsiteX36" fmla="*/ 106966 w 179736"/>
                <a:gd name="connsiteY36" fmla="*/ 9430 h 190595"/>
                <a:gd name="connsiteX37" fmla="*/ 116681 w 179736"/>
                <a:gd name="connsiteY37" fmla="*/ 6763 h 190595"/>
                <a:gd name="connsiteX38" fmla="*/ 119634 w 179736"/>
                <a:gd name="connsiteY38" fmla="*/ 6096 h 190595"/>
                <a:gd name="connsiteX39" fmla="*/ 134398 w 179736"/>
                <a:gd name="connsiteY39" fmla="*/ 2762 h 190595"/>
                <a:gd name="connsiteX40" fmla="*/ 146971 w 179736"/>
                <a:gd name="connsiteY40" fmla="*/ 0 h 190595"/>
                <a:gd name="connsiteX41" fmla="*/ 179737 w 179736"/>
                <a:gd name="connsiteY41" fmla="*/ 43720 h 190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79736" h="190595">
                  <a:moveTo>
                    <a:pt x="179737" y="43720"/>
                  </a:moveTo>
                  <a:lnTo>
                    <a:pt x="164783" y="48959"/>
                  </a:lnTo>
                  <a:lnTo>
                    <a:pt x="141732" y="72390"/>
                  </a:lnTo>
                  <a:lnTo>
                    <a:pt x="126968" y="120205"/>
                  </a:lnTo>
                  <a:lnTo>
                    <a:pt x="76771" y="143256"/>
                  </a:lnTo>
                  <a:lnTo>
                    <a:pt x="67437" y="149924"/>
                  </a:lnTo>
                  <a:lnTo>
                    <a:pt x="60960" y="154496"/>
                  </a:lnTo>
                  <a:lnTo>
                    <a:pt x="16383" y="190595"/>
                  </a:lnTo>
                  <a:lnTo>
                    <a:pt x="11811" y="182975"/>
                  </a:lnTo>
                  <a:lnTo>
                    <a:pt x="10573" y="180118"/>
                  </a:lnTo>
                  <a:lnTo>
                    <a:pt x="4001" y="164021"/>
                  </a:lnTo>
                  <a:lnTo>
                    <a:pt x="3238" y="157258"/>
                  </a:lnTo>
                  <a:lnTo>
                    <a:pt x="4001" y="120968"/>
                  </a:lnTo>
                  <a:lnTo>
                    <a:pt x="6382" y="119825"/>
                  </a:lnTo>
                  <a:lnTo>
                    <a:pt x="9049" y="120777"/>
                  </a:lnTo>
                  <a:lnTo>
                    <a:pt x="9715" y="121063"/>
                  </a:lnTo>
                  <a:lnTo>
                    <a:pt x="10287" y="121253"/>
                  </a:lnTo>
                  <a:lnTo>
                    <a:pt x="26194" y="104966"/>
                  </a:lnTo>
                  <a:lnTo>
                    <a:pt x="29242" y="101346"/>
                  </a:lnTo>
                  <a:lnTo>
                    <a:pt x="31433" y="88202"/>
                  </a:lnTo>
                  <a:lnTo>
                    <a:pt x="28194" y="69533"/>
                  </a:lnTo>
                  <a:lnTo>
                    <a:pt x="0" y="57341"/>
                  </a:lnTo>
                  <a:lnTo>
                    <a:pt x="10573" y="49911"/>
                  </a:lnTo>
                  <a:lnTo>
                    <a:pt x="38576" y="49054"/>
                  </a:lnTo>
                  <a:lnTo>
                    <a:pt x="39434" y="48863"/>
                  </a:lnTo>
                  <a:lnTo>
                    <a:pt x="40386" y="48578"/>
                  </a:lnTo>
                  <a:lnTo>
                    <a:pt x="41243" y="48292"/>
                  </a:lnTo>
                  <a:lnTo>
                    <a:pt x="43339" y="47244"/>
                  </a:lnTo>
                  <a:lnTo>
                    <a:pt x="48959" y="44387"/>
                  </a:lnTo>
                  <a:lnTo>
                    <a:pt x="51530" y="42863"/>
                  </a:lnTo>
                  <a:lnTo>
                    <a:pt x="68104" y="33433"/>
                  </a:lnTo>
                  <a:lnTo>
                    <a:pt x="73533" y="29623"/>
                  </a:lnTo>
                  <a:lnTo>
                    <a:pt x="85249" y="21241"/>
                  </a:lnTo>
                  <a:lnTo>
                    <a:pt x="91535" y="16954"/>
                  </a:lnTo>
                  <a:lnTo>
                    <a:pt x="92964" y="16002"/>
                  </a:lnTo>
                  <a:lnTo>
                    <a:pt x="98203" y="12859"/>
                  </a:lnTo>
                  <a:lnTo>
                    <a:pt x="106966" y="9430"/>
                  </a:lnTo>
                  <a:lnTo>
                    <a:pt x="116681" y="6763"/>
                  </a:lnTo>
                  <a:lnTo>
                    <a:pt x="119634" y="6096"/>
                  </a:lnTo>
                  <a:lnTo>
                    <a:pt x="134398" y="2762"/>
                  </a:lnTo>
                  <a:lnTo>
                    <a:pt x="146971" y="0"/>
                  </a:lnTo>
                  <a:lnTo>
                    <a:pt x="179737" y="437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1" name="서울특별시 중구 신당동">
              <a:extLst>
                <a:ext uri="{FF2B5EF4-FFF2-40B4-BE49-F238E27FC236}">
                  <a16:creationId xmlns:a16="http://schemas.microsoft.com/office/drawing/2014/main" id="{2E6EE442-93E3-A14C-E684-88EF96308BDF}"/>
                </a:ext>
              </a:extLst>
            </p:cNvPr>
            <p:cNvSpPr/>
            <p:nvPr/>
          </p:nvSpPr>
          <p:spPr>
            <a:xfrm>
              <a:off x="6738651" y="3333083"/>
              <a:ext cx="157924" cy="176022"/>
            </a:xfrm>
            <a:custGeom>
              <a:avLst/>
              <a:gdLst>
                <a:gd name="connsiteX0" fmla="*/ 157924 w 157924"/>
                <a:gd name="connsiteY0" fmla="*/ 85630 h 176022"/>
                <a:gd name="connsiteX1" fmla="*/ 120110 w 157924"/>
                <a:gd name="connsiteY1" fmla="*/ 111824 h 176022"/>
                <a:gd name="connsiteX2" fmla="*/ 88773 w 157924"/>
                <a:gd name="connsiteY2" fmla="*/ 166973 h 176022"/>
                <a:gd name="connsiteX3" fmla="*/ 63151 w 157924"/>
                <a:gd name="connsiteY3" fmla="*/ 176022 h 176022"/>
                <a:gd name="connsiteX4" fmla="*/ 6096 w 157924"/>
                <a:gd name="connsiteY4" fmla="*/ 150590 h 176022"/>
                <a:gd name="connsiteX5" fmla="*/ 0 w 157924"/>
                <a:gd name="connsiteY5" fmla="*/ 149447 h 176022"/>
                <a:gd name="connsiteX6" fmla="*/ 3715 w 157924"/>
                <a:gd name="connsiteY6" fmla="*/ 131731 h 176022"/>
                <a:gd name="connsiteX7" fmla="*/ 11144 w 157924"/>
                <a:gd name="connsiteY7" fmla="*/ 109252 h 176022"/>
                <a:gd name="connsiteX8" fmla="*/ 20669 w 157924"/>
                <a:gd name="connsiteY8" fmla="*/ 82010 h 176022"/>
                <a:gd name="connsiteX9" fmla="*/ 31242 w 157924"/>
                <a:gd name="connsiteY9" fmla="*/ 80201 h 176022"/>
                <a:gd name="connsiteX10" fmla="*/ 45720 w 157924"/>
                <a:gd name="connsiteY10" fmla="*/ 76200 h 176022"/>
                <a:gd name="connsiteX11" fmla="*/ 46006 w 157924"/>
                <a:gd name="connsiteY11" fmla="*/ 73533 h 176022"/>
                <a:gd name="connsiteX12" fmla="*/ 46291 w 157924"/>
                <a:gd name="connsiteY12" fmla="*/ 69342 h 176022"/>
                <a:gd name="connsiteX13" fmla="*/ 43529 w 157924"/>
                <a:gd name="connsiteY13" fmla="*/ 44863 h 176022"/>
                <a:gd name="connsiteX14" fmla="*/ 42196 w 157924"/>
                <a:gd name="connsiteY14" fmla="*/ 43529 h 176022"/>
                <a:gd name="connsiteX15" fmla="*/ 10382 w 157924"/>
                <a:gd name="connsiteY15" fmla="*/ 17717 h 176022"/>
                <a:gd name="connsiteX16" fmla="*/ 4001 w 157924"/>
                <a:gd name="connsiteY16" fmla="*/ 9144 h 176022"/>
                <a:gd name="connsiteX17" fmla="*/ 13430 w 157924"/>
                <a:gd name="connsiteY17" fmla="*/ 9239 h 176022"/>
                <a:gd name="connsiteX18" fmla="*/ 34862 w 157924"/>
                <a:gd name="connsiteY18" fmla="*/ 9239 h 176022"/>
                <a:gd name="connsiteX19" fmla="*/ 40862 w 157924"/>
                <a:gd name="connsiteY19" fmla="*/ 9239 h 176022"/>
                <a:gd name="connsiteX20" fmla="*/ 108966 w 157924"/>
                <a:gd name="connsiteY20" fmla="*/ 8763 h 176022"/>
                <a:gd name="connsiteX21" fmla="*/ 114205 w 157924"/>
                <a:gd name="connsiteY21" fmla="*/ 8763 h 176022"/>
                <a:gd name="connsiteX22" fmla="*/ 116014 w 157924"/>
                <a:gd name="connsiteY22" fmla="*/ 8763 h 176022"/>
                <a:gd name="connsiteX23" fmla="*/ 117824 w 157924"/>
                <a:gd name="connsiteY23" fmla="*/ 8573 h 176022"/>
                <a:gd name="connsiteX24" fmla="*/ 120396 w 157924"/>
                <a:gd name="connsiteY24" fmla="*/ 8477 h 176022"/>
                <a:gd name="connsiteX25" fmla="*/ 123539 w 157924"/>
                <a:gd name="connsiteY25" fmla="*/ 7715 h 176022"/>
                <a:gd name="connsiteX26" fmla="*/ 127159 w 157924"/>
                <a:gd name="connsiteY26" fmla="*/ 6858 h 176022"/>
                <a:gd name="connsiteX27" fmla="*/ 131921 w 157924"/>
                <a:gd name="connsiteY27" fmla="*/ 5429 h 176022"/>
                <a:gd name="connsiteX28" fmla="*/ 133731 w 157924"/>
                <a:gd name="connsiteY28" fmla="*/ 4953 h 176022"/>
                <a:gd name="connsiteX29" fmla="*/ 136112 w 157924"/>
                <a:gd name="connsiteY29" fmla="*/ 4191 h 176022"/>
                <a:gd name="connsiteX30" fmla="*/ 138398 w 157924"/>
                <a:gd name="connsiteY30" fmla="*/ 3429 h 176022"/>
                <a:gd name="connsiteX31" fmla="*/ 140875 w 157924"/>
                <a:gd name="connsiteY31" fmla="*/ 2572 h 176022"/>
                <a:gd name="connsiteX32" fmla="*/ 143446 w 157924"/>
                <a:gd name="connsiteY32" fmla="*/ 1619 h 176022"/>
                <a:gd name="connsiteX33" fmla="*/ 147733 w 157924"/>
                <a:gd name="connsiteY33" fmla="*/ 0 h 176022"/>
                <a:gd name="connsiteX34" fmla="*/ 151066 w 157924"/>
                <a:gd name="connsiteY34" fmla="*/ 5525 h 176022"/>
                <a:gd name="connsiteX35" fmla="*/ 157924 w 157924"/>
                <a:gd name="connsiteY35" fmla="*/ 85630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7924" h="176022">
                  <a:moveTo>
                    <a:pt x="157924" y="85630"/>
                  </a:moveTo>
                  <a:lnTo>
                    <a:pt x="120110" y="111824"/>
                  </a:lnTo>
                  <a:lnTo>
                    <a:pt x="88773" y="166973"/>
                  </a:lnTo>
                  <a:lnTo>
                    <a:pt x="63151" y="176022"/>
                  </a:lnTo>
                  <a:lnTo>
                    <a:pt x="6096" y="150590"/>
                  </a:lnTo>
                  <a:lnTo>
                    <a:pt x="0" y="149447"/>
                  </a:lnTo>
                  <a:lnTo>
                    <a:pt x="3715" y="131731"/>
                  </a:lnTo>
                  <a:lnTo>
                    <a:pt x="11144" y="109252"/>
                  </a:lnTo>
                  <a:lnTo>
                    <a:pt x="20669" y="82010"/>
                  </a:lnTo>
                  <a:lnTo>
                    <a:pt x="31242" y="80201"/>
                  </a:lnTo>
                  <a:lnTo>
                    <a:pt x="45720" y="76200"/>
                  </a:lnTo>
                  <a:lnTo>
                    <a:pt x="46006" y="73533"/>
                  </a:lnTo>
                  <a:lnTo>
                    <a:pt x="46291" y="69342"/>
                  </a:lnTo>
                  <a:lnTo>
                    <a:pt x="43529" y="44863"/>
                  </a:lnTo>
                  <a:lnTo>
                    <a:pt x="42196" y="43529"/>
                  </a:lnTo>
                  <a:lnTo>
                    <a:pt x="10382" y="17717"/>
                  </a:lnTo>
                  <a:lnTo>
                    <a:pt x="4001" y="9144"/>
                  </a:lnTo>
                  <a:lnTo>
                    <a:pt x="13430" y="9239"/>
                  </a:lnTo>
                  <a:lnTo>
                    <a:pt x="34862" y="9239"/>
                  </a:lnTo>
                  <a:lnTo>
                    <a:pt x="40862" y="9239"/>
                  </a:lnTo>
                  <a:lnTo>
                    <a:pt x="108966" y="8763"/>
                  </a:lnTo>
                  <a:lnTo>
                    <a:pt x="114205" y="8763"/>
                  </a:lnTo>
                  <a:lnTo>
                    <a:pt x="116014" y="8763"/>
                  </a:lnTo>
                  <a:lnTo>
                    <a:pt x="117824" y="8573"/>
                  </a:lnTo>
                  <a:lnTo>
                    <a:pt x="120396" y="8477"/>
                  </a:lnTo>
                  <a:lnTo>
                    <a:pt x="123539" y="7715"/>
                  </a:lnTo>
                  <a:lnTo>
                    <a:pt x="127159" y="6858"/>
                  </a:lnTo>
                  <a:lnTo>
                    <a:pt x="131921" y="5429"/>
                  </a:lnTo>
                  <a:lnTo>
                    <a:pt x="133731" y="4953"/>
                  </a:lnTo>
                  <a:lnTo>
                    <a:pt x="136112" y="4191"/>
                  </a:lnTo>
                  <a:lnTo>
                    <a:pt x="138398" y="3429"/>
                  </a:lnTo>
                  <a:lnTo>
                    <a:pt x="140875" y="2572"/>
                  </a:lnTo>
                  <a:lnTo>
                    <a:pt x="143446" y="1619"/>
                  </a:lnTo>
                  <a:lnTo>
                    <a:pt x="147733" y="0"/>
                  </a:lnTo>
                  <a:lnTo>
                    <a:pt x="151066" y="5525"/>
                  </a:lnTo>
                  <a:lnTo>
                    <a:pt x="157924" y="856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2" name="서울특별시 중구 다산동">
              <a:extLst>
                <a:ext uri="{FF2B5EF4-FFF2-40B4-BE49-F238E27FC236}">
                  <a16:creationId xmlns:a16="http://schemas.microsoft.com/office/drawing/2014/main" id="{5726EAE6-EE39-4AED-9889-6ADD09B8523B}"/>
                </a:ext>
              </a:extLst>
            </p:cNvPr>
            <p:cNvSpPr/>
            <p:nvPr/>
          </p:nvSpPr>
          <p:spPr>
            <a:xfrm>
              <a:off x="6637305" y="3482530"/>
              <a:ext cx="178879" cy="260032"/>
            </a:xfrm>
            <a:custGeom>
              <a:avLst/>
              <a:gdLst>
                <a:gd name="connsiteX0" fmla="*/ 164497 w 178879"/>
                <a:gd name="connsiteY0" fmla="*/ 26575 h 260032"/>
                <a:gd name="connsiteX1" fmla="*/ 178879 w 178879"/>
                <a:gd name="connsiteY1" fmla="*/ 33052 h 260032"/>
                <a:gd name="connsiteX2" fmla="*/ 162211 w 178879"/>
                <a:gd name="connsiteY2" fmla="*/ 65056 h 260032"/>
                <a:gd name="connsiteX3" fmla="*/ 132017 w 178879"/>
                <a:gd name="connsiteY3" fmla="*/ 118110 h 260032"/>
                <a:gd name="connsiteX4" fmla="*/ 105633 w 178879"/>
                <a:gd name="connsiteY4" fmla="*/ 156686 h 260032"/>
                <a:gd name="connsiteX5" fmla="*/ 66104 w 178879"/>
                <a:gd name="connsiteY5" fmla="*/ 234982 h 260032"/>
                <a:gd name="connsiteX6" fmla="*/ 65723 w 178879"/>
                <a:gd name="connsiteY6" fmla="*/ 237839 h 260032"/>
                <a:gd name="connsiteX7" fmla="*/ 65151 w 178879"/>
                <a:gd name="connsiteY7" fmla="*/ 242221 h 260032"/>
                <a:gd name="connsiteX8" fmla="*/ 61722 w 178879"/>
                <a:gd name="connsiteY8" fmla="*/ 249364 h 260032"/>
                <a:gd name="connsiteX9" fmla="*/ 59246 w 178879"/>
                <a:gd name="connsiteY9" fmla="*/ 252222 h 260032"/>
                <a:gd name="connsiteX10" fmla="*/ 58103 w 178879"/>
                <a:gd name="connsiteY10" fmla="*/ 253175 h 260032"/>
                <a:gd name="connsiteX11" fmla="*/ 57436 w 178879"/>
                <a:gd name="connsiteY11" fmla="*/ 253841 h 260032"/>
                <a:gd name="connsiteX12" fmla="*/ 55912 w 178879"/>
                <a:gd name="connsiteY12" fmla="*/ 255175 h 260032"/>
                <a:gd name="connsiteX13" fmla="*/ 50959 w 178879"/>
                <a:gd name="connsiteY13" fmla="*/ 256985 h 260032"/>
                <a:gd name="connsiteX14" fmla="*/ 38958 w 178879"/>
                <a:gd name="connsiteY14" fmla="*/ 259937 h 260032"/>
                <a:gd name="connsiteX15" fmla="*/ 34766 w 178879"/>
                <a:gd name="connsiteY15" fmla="*/ 260033 h 260032"/>
                <a:gd name="connsiteX16" fmla="*/ 27813 w 178879"/>
                <a:gd name="connsiteY16" fmla="*/ 259842 h 260032"/>
                <a:gd name="connsiteX17" fmla="*/ 27813 w 178879"/>
                <a:gd name="connsiteY17" fmla="*/ 259366 h 260032"/>
                <a:gd name="connsiteX18" fmla="*/ 27813 w 178879"/>
                <a:gd name="connsiteY18" fmla="*/ 258794 h 260032"/>
                <a:gd name="connsiteX19" fmla="*/ 27908 w 178879"/>
                <a:gd name="connsiteY19" fmla="*/ 258032 h 260032"/>
                <a:gd name="connsiteX20" fmla="*/ 38481 w 178879"/>
                <a:gd name="connsiteY20" fmla="*/ 250984 h 260032"/>
                <a:gd name="connsiteX21" fmla="*/ 36481 w 178879"/>
                <a:gd name="connsiteY21" fmla="*/ 250603 h 260032"/>
                <a:gd name="connsiteX22" fmla="*/ 35624 w 178879"/>
                <a:gd name="connsiteY22" fmla="*/ 250412 h 260032"/>
                <a:gd name="connsiteX23" fmla="*/ 32004 w 178879"/>
                <a:gd name="connsiteY23" fmla="*/ 249841 h 260032"/>
                <a:gd name="connsiteX24" fmla="*/ 29909 w 178879"/>
                <a:gd name="connsiteY24" fmla="*/ 249460 h 260032"/>
                <a:gd name="connsiteX25" fmla="*/ 28004 w 178879"/>
                <a:gd name="connsiteY25" fmla="*/ 249174 h 260032"/>
                <a:gd name="connsiteX26" fmla="*/ 17050 w 178879"/>
                <a:gd name="connsiteY26" fmla="*/ 248317 h 260032"/>
                <a:gd name="connsiteX27" fmla="*/ 15526 w 178879"/>
                <a:gd name="connsiteY27" fmla="*/ 244412 h 260032"/>
                <a:gd name="connsiteX28" fmla="*/ 12668 w 178879"/>
                <a:gd name="connsiteY28" fmla="*/ 236982 h 260032"/>
                <a:gd name="connsiteX29" fmla="*/ 11144 w 178879"/>
                <a:gd name="connsiteY29" fmla="*/ 233172 h 260032"/>
                <a:gd name="connsiteX30" fmla="*/ 10954 w 178879"/>
                <a:gd name="connsiteY30" fmla="*/ 226314 h 260032"/>
                <a:gd name="connsiteX31" fmla="*/ 11430 w 178879"/>
                <a:gd name="connsiteY31" fmla="*/ 224504 h 260032"/>
                <a:gd name="connsiteX32" fmla="*/ 8192 w 178879"/>
                <a:gd name="connsiteY32" fmla="*/ 211550 h 260032"/>
                <a:gd name="connsiteX33" fmla="*/ 1524 w 178879"/>
                <a:gd name="connsiteY33" fmla="*/ 193834 h 260032"/>
                <a:gd name="connsiteX34" fmla="*/ 953 w 178879"/>
                <a:gd name="connsiteY34" fmla="*/ 189738 h 260032"/>
                <a:gd name="connsiteX35" fmla="*/ 0 w 178879"/>
                <a:gd name="connsiteY35" fmla="*/ 183737 h 260032"/>
                <a:gd name="connsiteX36" fmla="*/ 13621 w 178879"/>
                <a:gd name="connsiteY36" fmla="*/ 147066 h 260032"/>
                <a:gd name="connsiteX37" fmla="*/ 20479 w 178879"/>
                <a:gd name="connsiteY37" fmla="*/ 140779 h 260032"/>
                <a:gd name="connsiteX38" fmla="*/ 23336 w 178879"/>
                <a:gd name="connsiteY38" fmla="*/ 138208 h 260032"/>
                <a:gd name="connsiteX39" fmla="*/ 24956 w 178879"/>
                <a:gd name="connsiteY39" fmla="*/ 136684 h 260032"/>
                <a:gd name="connsiteX40" fmla="*/ 26289 w 178879"/>
                <a:gd name="connsiteY40" fmla="*/ 135446 h 260032"/>
                <a:gd name="connsiteX41" fmla="*/ 48483 w 178879"/>
                <a:gd name="connsiteY41" fmla="*/ 116681 h 260032"/>
                <a:gd name="connsiteX42" fmla="*/ 63246 w 178879"/>
                <a:gd name="connsiteY42" fmla="*/ 104585 h 260032"/>
                <a:gd name="connsiteX43" fmla="*/ 110300 w 178879"/>
                <a:gd name="connsiteY43" fmla="*/ 31147 h 260032"/>
                <a:gd name="connsiteX44" fmla="*/ 110204 w 178879"/>
                <a:gd name="connsiteY44" fmla="*/ 29337 h 260032"/>
                <a:gd name="connsiteX45" fmla="*/ 110204 w 178879"/>
                <a:gd name="connsiteY45" fmla="*/ 28194 h 260032"/>
                <a:gd name="connsiteX46" fmla="*/ 101346 w 178879"/>
                <a:gd name="connsiteY46" fmla="*/ 0 h 260032"/>
                <a:gd name="connsiteX47" fmla="*/ 107442 w 178879"/>
                <a:gd name="connsiteY47" fmla="*/ 1143 h 260032"/>
                <a:gd name="connsiteX48" fmla="*/ 164497 w 178879"/>
                <a:gd name="connsiteY48" fmla="*/ 26575 h 26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8879" h="260032">
                  <a:moveTo>
                    <a:pt x="164497" y="26575"/>
                  </a:moveTo>
                  <a:lnTo>
                    <a:pt x="178879" y="33052"/>
                  </a:lnTo>
                  <a:lnTo>
                    <a:pt x="162211" y="65056"/>
                  </a:lnTo>
                  <a:lnTo>
                    <a:pt x="132017" y="118110"/>
                  </a:lnTo>
                  <a:lnTo>
                    <a:pt x="105633" y="156686"/>
                  </a:lnTo>
                  <a:lnTo>
                    <a:pt x="66104" y="234982"/>
                  </a:lnTo>
                  <a:lnTo>
                    <a:pt x="65723" y="237839"/>
                  </a:lnTo>
                  <a:lnTo>
                    <a:pt x="65151" y="242221"/>
                  </a:lnTo>
                  <a:lnTo>
                    <a:pt x="61722" y="249364"/>
                  </a:lnTo>
                  <a:lnTo>
                    <a:pt x="59246" y="252222"/>
                  </a:lnTo>
                  <a:lnTo>
                    <a:pt x="58103" y="253175"/>
                  </a:lnTo>
                  <a:lnTo>
                    <a:pt x="57436" y="253841"/>
                  </a:lnTo>
                  <a:lnTo>
                    <a:pt x="55912" y="255175"/>
                  </a:lnTo>
                  <a:lnTo>
                    <a:pt x="50959" y="256985"/>
                  </a:lnTo>
                  <a:lnTo>
                    <a:pt x="38958" y="259937"/>
                  </a:lnTo>
                  <a:lnTo>
                    <a:pt x="34766" y="260033"/>
                  </a:lnTo>
                  <a:lnTo>
                    <a:pt x="27813" y="259842"/>
                  </a:lnTo>
                  <a:lnTo>
                    <a:pt x="27813" y="259366"/>
                  </a:lnTo>
                  <a:lnTo>
                    <a:pt x="27813" y="258794"/>
                  </a:lnTo>
                  <a:lnTo>
                    <a:pt x="27908" y="258032"/>
                  </a:lnTo>
                  <a:lnTo>
                    <a:pt x="38481" y="250984"/>
                  </a:lnTo>
                  <a:lnTo>
                    <a:pt x="36481" y="250603"/>
                  </a:lnTo>
                  <a:lnTo>
                    <a:pt x="35624" y="250412"/>
                  </a:lnTo>
                  <a:lnTo>
                    <a:pt x="32004" y="249841"/>
                  </a:lnTo>
                  <a:lnTo>
                    <a:pt x="29909" y="249460"/>
                  </a:lnTo>
                  <a:lnTo>
                    <a:pt x="28004" y="249174"/>
                  </a:lnTo>
                  <a:lnTo>
                    <a:pt x="17050" y="248317"/>
                  </a:lnTo>
                  <a:lnTo>
                    <a:pt x="15526" y="244412"/>
                  </a:lnTo>
                  <a:lnTo>
                    <a:pt x="12668" y="236982"/>
                  </a:lnTo>
                  <a:lnTo>
                    <a:pt x="11144" y="233172"/>
                  </a:lnTo>
                  <a:lnTo>
                    <a:pt x="10954" y="226314"/>
                  </a:lnTo>
                  <a:lnTo>
                    <a:pt x="11430" y="224504"/>
                  </a:lnTo>
                  <a:lnTo>
                    <a:pt x="8192" y="211550"/>
                  </a:lnTo>
                  <a:lnTo>
                    <a:pt x="1524" y="193834"/>
                  </a:lnTo>
                  <a:lnTo>
                    <a:pt x="953" y="189738"/>
                  </a:lnTo>
                  <a:lnTo>
                    <a:pt x="0" y="183737"/>
                  </a:lnTo>
                  <a:lnTo>
                    <a:pt x="13621" y="147066"/>
                  </a:lnTo>
                  <a:lnTo>
                    <a:pt x="20479" y="140779"/>
                  </a:lnTo>
                  <a:lnTo>
                    <a:pt x="23336" y="138208"/>
                  </a:lnTo>
                  <a:lnTo>
                    <a:pt x="24956" y="136684"/>
                  </a:lnTo>
                  <a:lnTo>
                    <a:pt x="26289" y="135446"/>
                  </a:lnTo>
                  <a:lnTo>
                    <a:pt x="48483" y="116681"/>
                  </a:lnTo>
                  <a:lnTo>
                    <a:pt x="63246" y="104585"/>
                  </a:lnTo>
                  <a:lnTo>
                    <a:pt x="110300" y="31147"/>
                  </a:lnTo>
                  <a:lnTo>
                    <a:pt x="110204" y="29337"/>
                  </a:lnTo>
                  <a:lnTo>
                    <a:pt x="110204" y="28194"/>
                  </a:lnTo>
                  <a:lnTo>
                    <a:pt x="101346" y="0"/>
                  </a:lnTo>
                  <a:lnTo>
                    <a:pt x="107442" y="1143"/>
                  </a:lnTo>
                  <a:lnTo>
                    <a:pt x="164497" y="265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3" name="서울특별시 중구 약수동">
              <a:extLst>
                <a:ext uri="{FF2B5EF4-FFF2-40B4-BE49-F238E27FC236}">
                  <a16:creationId xmlns:a16="http://schemas.microsoft.com/office/drawing/2014/main" id="{A47F9339-B90E-7E34-A708-21C3C56D3451}"/>
                </a:ext>
              </a:extLst>
            </p:cNvPr>
            <p:cNvSpPr/>
            <p:nvPr/>
          </p:nvSpPr>
          <p:spPr>
            <a:xfrm>
              <a:off x="6656641" y="3600640"/>
              <a:ext cx="207835" cy="212502"/>
            </a:xfrm>
            <a:custGeom>
              <a:avLst/>
              <a:gdLst>
                <a:gd name="connsiteX0" fmla="*/ 207836 w 207835"/>
                <a:gd name="connsiteY0" fmla="*/ 45720 h 212502"/>
                <a:gd name="connsiteX1" fmla="*/ 151733 w 207835"/>
                <a:gd name="connsiteY1" fmla="*/ 101346 h 212502"/>
                <a:gd name="connsiteX2" fmla="*/ 123635 w 207835"/>
                <a:gd name="connsiteY2" fmla="*/ 127254 h 212502"/>
                <a:gd name="connsiteX3" fmla="*/ 120396 w 207835"/>
                <a:gd name="connsiteY3" fmla="*/ 128969 h 212502"/>
                <a:gd name="connsiteX4" fmla="*/ 109252 w 207835"/>
                <a:gd name="connsiteY4" fmla="*/ 134398 h 212502"/>
                <a:gd name="connsiteX5" fmla="*/ 108299 w 207835"/>
                <a:gd name="connsiteY5" fmla="*/ 134779 h 212502"/>
                <a:gd name="connsiteX6" fmla="*/ 107728 w 207835"/>
                <a:gd name="connsiteY6" fmla="*/ 134969 h 212502"/>
                <a:gd name="connsiteX7" fmla="*/ 105918 w 207835"/>
                <a:gd name="connsiteY7" fmla="*/ 135160 h 212502"/>
                <a:gd name="connsiteX8" fmla="*/ 68294 w 207835"/>
                <a:gd name="connsiteY8" fmla="*/ 209455 h 212502"/>
                <a:gd name="connsiteX9" fmla="*/ 43815 w 207835"/>
                <a:gd name="connsiteY9" fmla="*/ 212503 h 212502"/>
                <a:gd name="connsiteX10" fmla="*/ 0 w 207835"/>
                <a:gd name="connsiteY10" fmla="*/ 169545 h 212502"/>
                <a:gd name="connsiteX11" fmla="*/ 8477 w 207835"/>
                <a:gd name="connsiteY11" fmla="*/ 141732 h 212502"/>
                <a:gd name="connsiteX12" fmla="*/ 15431 w 207835"/>
                <a:gd name="connsiteY12" fmla="*/ 141923 h 212502"/>
                <a:gd name="connsiteX13" fmla="*/ 19622 w 207835"/>
                <a:gd name="connsiteY13" fmla="*/ 141827 h 212502"/>
                <a:gd name="connsiteX14" fmla="*/ 31623 w 207835"/>
                <a:gd name="connsiteY14" fmla="*/ 138875 h 212502"/>
                <a:gd name="connsiteX15" fmla="*/ 36576 w 207835"/>
                <a:gd name="connsiteY15" fmla="*/ 137065 h 212502"/>
                <a:gd name="connsiteX16" fmla="*/ 38100 w 207835"/>
                <a:gd name="connsiteY16" fmla="*/ 135731 h 212502"/>
                <a:gd name="connsiteX17" fmla="*/ 38767 w 207835"/>
                <a:gd name="connsiteY17" fmla="*/ 135065 h 212502"/>
                <a:gd name="connsiteX18" fmla="*/ 39910 w 207835"/>
                <a:gd name="connsiteY18" fmla="*/ 134112 h 212502"/>
                <a:gd name="connsiteX19" fmla="*/ 42386 w 207835"/>
                <a:gd name="connsiteY19" fmla="*/ 131254 h 212502"/>
                <a:gd name="connsiteX20" fmla="*/ 45816 w 207835"/>
                <a:gd name="connsiteY20" fmla="*/ 124111 h 212502"/>
                <a:gd name="connsiteX21" fmla="*/ 46387 w 207835"/>
                <a:gd name="connsiteY21" fmla="*/ 119729 h 212502"/>
                <a:gd name="connsiteX22" fmla="*/ 46768 w 207835"/>
                <a:gd name="connsiteY22" fmla="*/ 116872 h 212502"/>
                <a:gd name="connsiteX23" fmla="*/ 86297 w 207835"/>
                <a:gd name="connsiteY23" fmla="*/ 38576 h 212502"/>
                <a:gd name="connsiteX24" fmla="*/ 112681 w 207835"/>
                <a:gd name="connsiteY24" fmla="*/ 0 h 212502"/>
                <a:gd name="connsiteX25" fmla="*/ 132683 w 207835"/>
                <a:gd name="connsiteY25" fmla="*/ 8477 h 212502"/>
                <a:gd name="connsiteX26" fmla="*/ 129254 w 207835"/>
                <a:gd name="connsiteY26" fmla="*/ 13240 h 212502"/>
                <a:gd name="connsiteX27" fmla="*/ 129064 w 207835"/>
                <a:gd name="connsiteY27" fmla="*/ 13716 h 212502"/>
                <a:gd name="connsiteX28" fmla="*/ 139541 w 207835"/>
                <a:gd name="connsiteY28" fmla="*/ 28766 h 212502"/>
                <a:gd name="connsiteX29" fmla="*/ 146400 w 207835"/>
                <a:gd name="connsiteY29" fmla="*/ 31623 h 212502"/>
                <a:gd name="connsiteX30" fmla="*/ 152876 w 207835"/>
                <a:gd name="connsiteY30" fmla="*/ 33052 h 212502"/>
                <a:gd name="connsiteX31" fmla="*/ 157639 w 207835"/>
                <a:gd name="connsiteY31" fmla="*/ 34195 h 212502"/>
                <a:gd name="connsiteX32" fmla="*/ 166116 w 207835"/>
                <a:gd name="connsiteY32" fmla="*/ 27242 h 212502"/>
                <a:gd name="connsiteX33" fmla="*/ 167069 w 207835"/>
                <a:gd name="connsiteY33" fmla="*/ 23717 h 212502"/>
                <a:gd name="connsiteX34" fmla="*/ 167354 w 207835"/>
                <a:gd name="connsiteY34" fmla="*/ 22955 h 212502"/>
                <a:gd name="connsiteX35" fmla="*/ 167926 w 207835"/>
                <a:gd name="connsiteY35" fmla="*/ 21527 h 212502"/>
                <a:gd name="connsiteX36" fmla="*/ 169831 w 207835"/>
                <a:gd name="connsiteY36" fmla="*/ 21050 h 212502"/>
                <a:gd name="connsiteX37" fmla="*/ 171450 w 207835"/>
                <a:gd name="connsiteY37" fmla="*/ 20574 h 212502"/>
                <a:gd name="connsiteX38" fmla="*/ 175070 w 207835"/>
                <a:gd name="connsiteY38" fmla="*/ 19907 h 212502"/>
                <a:gd name="connsiteX39" fmla="*/ 178403 w 207835"/>
                <a:gd name="connsiteY39" fmla="*/ 20765 h 212502"/>
                <a:gd name="connsiteX40" fmla="*/ 197644 w 207835"/>
                <a:gd name="connsiteY40" fmla="*/ 36862 h 212502"/>
                <a:gd name="connsiteX41" fmla="*/ 207836 w 207835"/>
                <a:gd name="connsiteY41" fmla="*/ 45720 h 21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07835" h="212502">
                  <a:moveTo>
                    <a:pt x="207836" y="45720"/>
                  </a:moveTo>
                  <a:lnTo>
                    <a:pt x="151733" y="101346"/>
                  </a:lnTo>
                  <a:lnTo>
                    <a:pt x="123635" y="127254"/>
                  </a:lnTo>
                  <a:lnTo>
                    <a:pt x="120396" y="128969"/>
                  </a:lnTo>
                  <a:lnTo>
                    <a:pt x="109252" y="134398"/>
                  </a:lnTo>
                  <a:lnTo>
                    <a:pt x="108299" y="134779"/>
                  </a:lnTo>
                  <a:lnTo>
                    <a:pt x="107728" y="134969"/>
                  </a:lnTo>
                  <a:lnTo>
                    <a:pt x="105918" y="135160"/>
                  </a:lnTo>
                  <a:lnTo>
                    <a:pt x="68294" y="209455"/>
                  </a:lnTo>
                  <a:lnTo>
                    <a:pt x="43815" y="212503"/>
                  </a:lnTo>
                  <a:lnTo>
                    <a:pt x="0" y="169545"/>
                  </a:lnTo>
                  <a:lnTo>
                    <a:pt x="8477" y="141732"/>
                  </a:lnTo>
                  <a:lnTo>
                    <a:pt x="15431" y="141923"/>
                  </a:lnTo>
                  <a:lnTo>
                    <a:pt x="19622" y="141827"/>
                  </a:lnTo>
                  <a:lnTo>
                    <a:pt x="31623" y="138875"/>
                  </a:lnTo>
                  <a:lnTo>
                    <a:pt x="36576" y="137065"/>
                  </a:lnTo>
                  <a:lnTo>
                    <a:pt x="38100" y="135731"/>
                  </a:lnTo>
                  <a:lnTo>
                    <a:pt x="38767" y="135065"/>
                  </a:lnTo>
                  <a:lnTo>
                    <a:pt x="39910" y="134112"/>
                  </a:lnTo>
                  <a:lnTo>
                    <a:pt x="42386" y="131254"/>
                  </a:lnTo>
                  <a:lnTo>
                    <a:pt x="45816" y="124111"/>
                  </a:lnTo>
                  <a:lnTo>
                    <a:pt x="46387" y="119729"/>
                  </a:lnTo>
                  <a:lnTo>
                    <a:pt x="46768" y="116872"/>
                  </a:lnTo>
                  <a:lnTo>
                    <a:pt x="86297" y="38576"/>
                  </a:lnTo>
                  <a:lnTo>
                    <a:pt x="112681" y="0"/>
                  </a:lnTo>
                  <a:lnTo>
                    <a:pt x="132683" y="8477"/>
                  </a:lnTo>
                  <a:lnTo>
                    <a:pt x="129254" y="13240"/>
                  </a:lnTo>
                  <a:lnTo>
                    <a:pt x="129064" y="13716"/>
                  </a:lnTo>
                  <a:lnTo>
                    <a:pt x="139541" y="28766"/>
                  </a:lnTo>
                  <a:lnTo>
                    <a:pt x="146400" y="31623"/>
                  </a:lnTo>
                  <a:lnTo>
                    <a:pt x="152876" y="33052"/>
                  </a:lnTo>
                  <a:lnTo>
                    <a:pt x="157639" y="34195"/>
                  </a:lnTo>
                  <a:lnTo>
                    <a:pt x="166116" y="27242"/>
                  </a:lnTo>
                  <a:lnTo>
                    <a:pt x="167069" y="23717"/>
                  </a:lnTo>
                  <a:lnTo>
                    <a:pt x="167354" y="22955"/>
                  </a:lnTo>
                  <a:lnTo>
                    <a:pt x="167926" y="21527"/>
                  </a:lnTo>
                  <a:lnTo>
                    <a:pt x="169831" y="21050"/>
                  </a:lnTo>
                  <a:lnTo>
                    <a:pt x="171450" y="20574"/>
                  </a:lnTo>
                  <a:lnTo>
                    <a:pt x="175070" y="19907"/>
                  </a:lnTo>
                  <a:lnTo>
                    <a:pt x="178403" y="20765"/>
                  </a:lnTo>
                  <a:lnTo>
                    <a:pt x="197644" y="36862"/>
                  </a:lnTo>
                  <a:lnTo>
                    <a:pt x="207836" y="457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4" name="서울특별시 중구 청구동">
              <a:extLst>
                <a:ext uri="{FF2B5EF4-FFF2-40B4-BE49-F238E27FC236}">
                  <a16:creationId xmlns:a16="http://schemas.microsoft.com/office/drawing/2014/main" id="{C8E693F4-D0E3-F7F1-B48C-FCB3A59C1180}"/>
                </a:ext>
              </a:extLst>
            </p:cNvPr>
            <p:cNvSpPr/>
            <p:nvPr/>
          </p:nvSpPr>
          <p:spPr>
            <a:xfrm>
              <a:off x="6769322" y="3500056"/>
              <a:ext cx="152400" cy="146304"/>
            </a:xfrm>
            <a:custGeom>
              <a:avLst/>
              <a:gdLst>
                <a:gd name="connsiteX0" fmla="*/ 150781 w 152400"/>
                <a:gd name="connsiteY0" fmla="*/ 64961 h 146304"/>
                <a:gd name="connsiteX1" fmla="*/ 152400 w 152400"/>
                <a:gd name="connsiteY1" fmla="*/ 67818 h 146304"/>
                <a:gd name="connsiteX2" fmla="*/ 142304 w 152400"/>
                <a:gd name="connsiteY2" fmla="*/ 71533 h 146304"/>
                <a:gd name="connsiteX3" fmla="*/ 139827 w 152400"/>
                <a:gd name="connsiteY3" fmla="*/ 72676 h 146304"/>
                <a:gd name="connsiteX4" fmla="*/ 136588 w 152400"/>
                <a:gd name="connsiteY4" fmla="*/ 74104 h 146304"/>
                <a:gd name="connsiteX5" fmla="*/ 132493 w 152400"/>
                <a:gd name="connsiteY5" fmla="*/ 76295 h 146304"/>
                <a:gd name="connsiteX6" fmla="*/ 125921 w 152400"/>
                <a:gd name="connsiteY6" fmla="*/ 80201 h 146304"/>
                <a:gd name="connsiteX7" fmla="*/ 124492 w 152400"/>
                <a:gd name="connsiteY7" fmla="*/ 81248 h 146304"/>
                <a:gd name="connsiteX8" fmla="*/ 123730 w 152400"/>
                <a:gd name="connsiteY8" fmla="*/ 81725 h 146304"/>
                <a:gd name="connsiteX9" fmla="*/ 115253 w 152400"/>
                <a:gd name="connsiteY9" fmla="*/ 92393 h 146304"/>
                <a:gd name="connsiteX10" fmla="*/ 95155 w 152400"/>
                <a:gd name="connsiteY10" fmla="*/ 146304 h 146304"/>
                <a:gd name="connsiteX11" fmla="*/ 84963 w 152400"/>
                <a:gd name="connsiteY11" fmla="*/ 137446 h 146304"/>
                <a:gd name="connsiteX12" fmla="*/ 65722 w 152400"/>
                <a:gd name="connsiteY12" fmla="*/ 121349 h 146304"/>
                <a:gd name="connsiteX13" fmla="*/ 62389 w 152400"/>
                <a:gd name="connsiteY13" fmla="*/ 120491 h 146304"/>
                <a:gd name="connsiteX14" fmla="*/ 58769 w 152400"/>
                <a:gd name="connsiteY14" fmla="*/ 121158 h 146304"/>
                <a:gd name="connsiteX15" fmla="*/ 57150 w 152400"/>
                <a:gd name="connsiteY15" fmla="*/ 121634 h 146304"/>
                <a:gd name="connsiteX16" fmla="*/ 55245 w 152400"/>
                <a:gd name="connsiteY16" fmla="*/ 122111 h 146304"/>
                <a:gd name="connsiteX17" fmla="*/ 54673 w 152400"/>
                <a:gd name="connsiteY17" fmla="*/ 123539 h 146304"/>
                <a:gd name="connsiteX18" fmla="*/ 54388 w 152400"/>
                <a:gd name="connsiteY18" fmla="*/ 124301 h 146304"/>
                <a:gd name="connsiteX19" fmla="*/ 53435 w 152400"/>
                <a:gd name="connsiteY19" fmla="*/ 127826 h 146304"/>
                <a:gd name="connsiteX20" fmla="*/ 44958 w 152400"/>
                <a:gd name="connsiteY20" fmla="*/ 134779 h 146304"/>
                <a:gd name="connsiteX21" fmla="*/ 40196 w 152400"/>
                <a:gd name="connsiteY21" fmla="*/ 133636 h 146304"/>
                <a:gd name="connsiteX22" fmla="*/ 33719 w 152400"/>
                <a:gd name="connsiteY22" fmla="*/ 132207 h 146304"/>
                <a:gd name="connsiteX23" fmla="*/ 26861 w 152400"/>
                <a:gd name="connsiteY23" fmla="*/ 129350 h 146304"/>
                <a:gd name="connsiteX24" fmla="*/ 16383 w 152400"/>
                <a:gd name="connsiteY24" fmla="*/ 114300 h 146304"/>
                <a:gd name="connsiteX25" fmla="*/ 16573 w 152400"/>
                <a:gd name="connsiteY25" fmla="*/ 113824 h 146304"/>
                <a:gd name="connsiteX26" fmla="*/ 20003 w 152400"/>
                <a:gd name="connsiteY26" fmla="*/ 109061 h 146304"/>
                <a:gd name="connsiteX27" fmla="*/ 0 w 152400"/>
                <a:gd name="connsiteY27" fmla="*/ 100584 h 146304"/>
                <a:gd name="connsiteX28" fmla="*/ 30194 w 152400"/>
                <a:gd name="connsiteY28" fmla="*/ 47530 h 146304"/>
                <a:gd name="connsiteX29" fmla="*/ 46863 w 152400"/>
                <a:gd name="connsiteY29" fmla="*/ 15526 h 146304"/>
                <a:gd name="connsiteX30" fmla="*/ 32480 w 152400"/>
                <a:gd name="connsiteY30" fmla="*/ 9049 h 146304"/>
                <a:gd name="connsiteX31" fmla="*/ 58103 w 152400"/>
                <a:gd name="connsiteY31" fmla="*/ 0 h 146304"/>
                <a:gd name="connsiteX32" fmla="*/ 59722 w 152400"/>
                <a:gd name="connsiteY32" fmla="*/ 571 h 146304"/>
                <a:gd name="connsiteX33" fmla="*/ 52102 w 152400"/>
                <a:gd name="connsiteY33" fmla="*/ 14478 h 146304"/>
                <a:gd name="connsiteX34" fmla="*/ 66770 w 152400"/>
                <a:gd name="connsiteY34" fmla="*/ 21622 h 146304"/>
                <a:gd name="connsiteX35" fmla="*/ 85725 w 152400"/>
                <a:gd name="connsiteY35" fmla="*/ 28956 h 146304"/>
                <a:gd name="connsiteX36" fmla="*/ 86963 w 152400"/>
                <a:gd name="connsiteY36" fmla="*/ 29337 h 146304"/>
                <a:gd name="connsiteX37" fmla="*/ 93440 w 152400"/>
                <a:gd name="connsiteY37" fmla="*/ 31337 h 146304"/>
                <a:gd name="connsiteX38" fmla="*/ 95726 w 152400"/>
                <a:gd name="connsiteY38" fmla="*/ 31813 h 146304"/>
                <a:gd name="connsiteX39" fmla="*/ 97917 w 152400"/>
                <a:gd name="connsiteY39" fmla="*/ 32290 h 146304"/>
                <a:gd name="connsiteX40" fmla="*/ 99822 w 152400"/>
                <a:gd name="connsiteY40" fmla="*/ 32290 h 146304"/>
                <a:gd name="connsiteX41" fmla="*/ 101251 w 152400"/>
                <a:gd name="connsiteY41" fmla="*/ 32195 h 146304"/>
                <a:gd name="connsiteX42" fmla="*/ 102394 w 152400"/>
                <a:gd name="connsiteY42" fmla="*/ 32004 h 146304"/>
                <a:gd name="connsiteX43" fmla="*/ 141541 w 152400"/>
                <a:gd name="connsiteY43" fmla="*/ 48101 h 146304"/>
                <a:gd name="connsiteX44" fmla="*/ 150781 w 152400"/>
                <a:gd name="connsiteY44" fmla="*/ 64961 h 1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400" h="146304">
                  <a:moveTo>
                    <a:pt x="150781" y="64961"/>
                  </a:moveTo>
                  <a:lnTo>
                    <a:pt x="152400" y="67818"/>
                  </a:lnTo>
                  <a:lnTo>
                    <a:pt x="142304" y="71533"/>
                  </a:lnTo>
                  <a:lnTo>
                    <a:pt x="139827" y="72676"/>
                  </a:lnTo>
                  <a:lnTo>
                    <a:pt x="136588" y="74104"/>
                  </a:lnTo>
                  <a:lnTo>
                    <a:pt x="132493" y="76295"/>
                  </a:lnTo>
                  <a:lnTo>
                    <a:pt x="125921" y="80201"/>
                  </a:lnTo>
                  <a:lnTo>
                    <a:pt x="124492" y="81248"/>
                  </a:lnTo>
                  <a:lnTo>
                    <a:pt x="123730" y="81725"/>
                  </a:lnTo>
                  <a:lnTo>
                    <a:pt x="115253" y="92393"/>
                  </a:lnTo>
                  <a:lnTo>
                    <a:pt x="95155" y="146304"/>
                  </a:lnTo>
                  <a:lnTo>
                    <a:pt x="84963" y="137446"/>
                  </a:lnTo>
                  <a:lnTo>
                    <a:pt x="65722" y="121349"/>
                  </a:lnTo>
                  <a:lnTo>
                    <a:pt x="62389" y="120491"/>
                  </a:lnTo>
                  <a:lnTo>
                    <a:pt x="58769" y="121158"/>
                  </a:lnTo>
                  <a:lnTo>
                    <a:pt x="57150" y="121634"/>
                  </a:lnTo>
                  <a:lnTo>
                    <a:pt x="55245" y="122111"/>
                  </a:lnTo>
                  <a:lnTo>
                    <a:pt x="54673" y="123539"/>
                  </a:lnTo>
                  <a:lnTo>
                    <a:pt x="54388" y="124301"/>
                  </a:lnTo>
                  <a:lnTo>
                    <a:pt x="53435" y="127826"/>
                  </a:lnTo>
                  <a:lnTo>
                    <a:pt x="44958" y="134779"/>
                  </a:lnTo>
                  <a:lnTo>
                    <a:pt x="40196" y="133636"/>
                  </a:lnTo>
                  <a:lnTo>
                    <a:pt x="33719" y="132207"/>
                  </a:lnTo>
                  <a:lnTo>
                    <a:pt x="26861" y="129350"/>
                  </a:lnTo>
                  <a:lnTo>
                    <a:pt x="16383" y="114300"/>
                  </a:lnTo>
                  <a:lnTo>
                    <a:pt x="16573" y="113824"/>
                  </a:lnTo>
                  <a:lnTo>
                    <a:pt x="20003" y="109061"/>
                  </a:lnTo>
                  <a:lnTo>
                    <a:pt x="0" y="100584"/>
                  </a:lnTo>
                  <a:lnTo>
                    <a:pt x="30194" y="47530"/>
                  </a:lnTo>
                  <a:lnTo>
                    <a:pt x="46863" y="15526"/>
                  </a:lnTo>
                  <a:lnTo>
                    <a:pt x="32480" y="9049"/>
                  </a:lnTo>
                  <a:lnTo>
                    <a:pt x="58103" y="0"/>
                  </a:lnTo>
                  <a:lnTo>
                    <a:pt x="59722" y="571"/>
                  </a:lnTo>
                  <a:lnTo>
                    <a:pt x="52102" y="14478"/>
                  </a:lnTo>
                  <a:lnTo>
                    <a:pt x="66770" y="21622"/>
                  </a:lnTo>
                  <a:lnTo>
                    <a:pt x="85725" y="28956"/>
                  </a:lnTo>
                  <a:lnTo>
                    <a:pt x="86963" y="29337"/>
                  </a:lnTo>
                  <a:lnTo>
                    <a:pt x="93440" y="31337"/>
                  </a:lnTo>
                  <a:lnTo>
                    <a:pt x="95726" y="31813"/>
                  </a:lnTo>
                  <a:lnTo>
                    <a:pt x="97917" y="32290"/>
                  </a:lnTo>
                  <a:lnTo>
                    <a:pt x="99822" y="32290"/>
                  </a:lnTo>
                  <a:lnTo>
                    <a:pt x="101251" y="32195"/>
                  </a:lnTo>
                  <a:lnTo>
                    <a:pt x="102394" y="32004"/>
                  </a:lnTo>
                  <a:lnTo>
                    <a:pt x="141541" y="48101"/>
                  </a:lnTo>
                  <a:lnTo>
                    <a:pt x="150781" y="6496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5" name="서울특별시 중구 동화동">
              <a:extLst>
                <a:ext uri="{FF2B5EF4-FFF2-40B4-BE49-F238E27FC236}">
                  <a16:creationId xmlns:a16="http://schemas.microsoft.com/office/drawing/2014/main" id="{5177989C-676C-4295-78B3-11105476B99E}"/>
                </a:ext>
              </a:extLst>
            </p:cNvPr>
            <p:cNvSpPr/>
            <p:nvPr/>
          </p:nvSpPr>
          <p:spPr>
            <a:xfrm>
              <a:off x="6821424" y="3444906"/>
              <a:ext cx="170497" cy="120110"/>
            </a:xfrm>
            <a:custGeom>
              <a:avLst/>
              <a:gdLst>
                <a:gd name="connsiteX0" fmla="*/ 170497 w 170497"/>
                <a:gd name="connsiteY0" fmla="*/ 61246 h 120110"/>
                <a:gd name="connsiteX1" fmla="*/ 161830 w 170497"/>
                <a:gd name="connsiteY1" fmla="*/ 113347 h 120110"/>
                <a:gd name="connsiteX2" fmla="*/ 143161 w 170497"/>
                <a:gd name="connsiteY2" fmla="*/ 116300 h 120110"/>
                <a:gd name="connsiteX3" fmla="*/ 98679 w 170497"/>
                <a:gd name="connsiteY3" fmla="*/ 120110 h 120110"/>
                <a:gd name="connsiteX4" fmla="*/ 89440 w 170497"/>
                <a:gd name="connsiteY4" fmla="*/ 103251 h 120110"/>
                <a:gd name="connsiteX5" fmla="*/ 50292 w 170497"/>
                <a:gd name="connsiteY5" fmla="*/ 87154 h 120110"/>
                <a:gd name="connsiteX6" fmla="*/ 49149 w 170497"/>
                <a:gd name="connsiteY6" fmla="*/ 87344 h 120110"/>
                <a:gd name="connsiteX7" fmla="*/ 47720 w 170497"/>
                <a:gd name="connsiteY7" fmla="*/ 87439 h 120110"/>
                <a:gd name="connsiteX8" fmla="*/ 45815 w 170497"/>
                <a:gd name="connsiteY8" fmla="*/ 87439 h 120110"/>
                <a:gd name="connsiteX9" fmla="*/ 43624 w 170497"/>
                <a:gd name="connsiteY9" fmla="*/ 86963 h 120110"/>
                <a:gd name="connsiteX10" fmla="*/ 41338 w 170497"/>
                <a:gd name="connsiteY10" fmla="*/ 86487 h 120110"/>
                <a:gd name="connsiteX11" fmla="*/ 34862 w 170497"/>
                <a:gd name="connsiteY11" fmla="*/ 84487 h 120110"/>
                <a:gd name="connsiteX12" fmla="*/ 33623 w 170497"/>
                <a:gd name="connsiteY12" fmla="*/ 84106 h 120110"/>
                <a:gd name="connsiteX13" fmla="*/ 14669 w 170497"/>
                <a:gd name="connsiteY13" fmla="*/ 76771 h 120110"/>
                <a:gd name="connsiteX14" fmla="*/ 0 w 170497"/>
                <a:gd name="connsiteY14" fmla="*/ 69628 h 120110"/>
                <a:gd name="connsiteX15" fmla="*/ 7620 w 170497"/>
                <a:gd name="connsiteY15" fmla="*/ 55721 h 120110"/>
                <a:gd name="connsiteX16" fmla="*/ 6001 w 170497"/>
                <a:gd name="connsiteY16" fmla="*/ 55150 h 120110"/>
                <a:gd name="connsiteX17" fmla="*/ 37338 w 170497"/>
                <a:gd name="connsiteY17" fmla="*/ 0 h 120110"/>
                <a:gd name="connsiteX18" fmla="*/ 87821 w 170497"/>
                <a:gd name="connsiteY18" fmla="*/ 13240 h 120110"/>
                <a:gd name="connsiteX19" fmla="*/ 119063 w 170497"/>
                <a:gd name="connsiteY19" fmla="*/ 44672 h 120110"/>
                <a:gd name="connsiteX20" fmla="*/ 122111 w 170497"/>
                <a:gd name="connsiteY20" fmla="*/ 47244 h 120110"/>
                <a:gd name="connsiteX21" fmla="*/ 126016 w 170497"/>
                <a:gd name="connsiteY21" fmla="*/ 49911 h 120110"/>
                <a:gd name="connsiteX22" fmla="*/ 127254 w 170497"/>
                <a:gd name="connsiteY22" fmla="*/ 50768 h 120110"/>
                <a:gd name="connsiteX23" fmla="*/ 133921 w 170497"/>
                <a:gd name="connsiteY23" fmla="*/ 54388 h 120110"/>
                <a:gd name="connsiteX24" fmla="*/ 142494 w 170497"/>
                <a:gd name="connsiteY24" fmla="*/ 57626 h 120110"/>
                <a:gd name="connsiteX25" fmla="*/ 146971 w 170497"/>
                <a:gd name="connsiteY25" fmla="*/ 58769 h 120110"/>
                <a:gd name="connsiteX26" fmla="*/ 151829 w 170497"/>
                <a:gd name="connsiteY26" fmla="*/ 59531 h 120110"/>
                <a:gd name="connsiteX27" fmla="*/ 162306 w 170497"/>
                <a:gd name="connsiteY27" fmla="*/ 60865 h 120110"/>
                <a:gd name="connsiteX28" fmla="*/ 170497 w 170497"/>
                <a:gd name="connsiteY28" fmla="*/ 61246 h 12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0497" h="120110">
                  <a:moveTo>
                    <a:pt x="170497" y="61246"/>
                  </a:moveTo>
                  <a:lnTo>
                    <a:pt x="161830" y="113347"/>
                  </a:lnTo>
                  <a:lnTo>
                    <a:pt x="143161" y="116300"/>
                  </a:lnTo>
                  <a:lnTo>
                    <a:pt x="98679" y="120110"/>
                  </a:lnTo>
                  <a:lnTo>
                    <a:pt x="89440" y="103251"/>
                  </a:lnTo>
                  <a:lnTo>
                    <a:pt x="50292" y="87154"/>
                  </a:lnTo>
                  <a:lnTo>
                    <a:pt x="49149" y="87344"/>
                  </a:lnTo>
                  <a:lnTo>
                    <a:pt x="47720" y="87439"/>
                  </a:lnTo>
                  <a:lnTo>
                    <a:pt x="45815" y="87439"/>
                  </a:lnTo>
                  <a:lnTo>
                    <a:pt x="43624" y="86963"/>
                  </a:lnTo>
                  <a:lnTo>
                    <a:pt x="41338" y="86487"/>
                  </a:lnTo>
                  <a:lnTo>
                    <a:pt x="34862" y="84487"/>
                  </a:lnTo>
                  <a:lnTo>
                    <a:pt x="33623" y="84106"/>
                  </a:lnTo>
                  <a:lnTo>
                    <a:pt x="14669" y="76771"/>
                  </a:lnTo>
                  <a:lnTo>
                    <a:pt x="0" y="69628"/>
                  </a:lnTo>
                  <a:lnTo>
                    <a:pt x="7620" y="55721"/>
                  </a:lnTo>
                  <a:lnTo>
                    <a:pt x="6001" y="55150"/>
                  </a:lnTo>
                  <a:lnTo>
                    <a:pt x="37338" y="0"/>
                  </a:lnTo>
                  <a:lnTo>
                    <a:pt x="87821" y="13240"/>
                  </a:lnTo>
                  <a:lnTo>
                    <a:pt x="119063" y="44672"/>
                  </a:lnTo>
                  <a:lnTo>
                    <a:pt x="122111" y="47244"/>
                  </a:lnTo>
                  <a:lnTo>
                    <a:pt x="126016" y="49911"/>
                  </a:lnTo>
                  <a:lnTo>
                    <a:pt x="127254" y="50768"/>
                  </a:lnTo>
                  <a:lnTo>
                    <a:pt x="133921" y="54388"/>
                  </a:lnTo>
                  <a:lnTo>
                    <a:pt x="142494" y="57626"/>
                  </a:lnTo>
                  <a:lnTo>
                    <a:pt x="146971" y="58769"/>
                  </a:lnTo>
                  <a:lnTo>
                    <a:pt x="151829" y="59531"/>
                  </a:lnTo>
                  <a:lnTo>
                    <a:pt x="162306" y="60865"/>
                  </a:lnTo>
                  <a:lnTo>
                    <a:pt x="170497" y="6124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4" name="서울특별시 용산구">
            <a:extLst>
              <a:ext uri="{FF2B5EF4-FFF2-40B4-BE49-F238E27FC236}">
                <a16:creationId xmlns:a16="http://schemas.microsoft.com/office/drawing/2014/main" id="{26E3E116-0F68-2809-37FE-5ACBB0ABD0E5}"/>
              </a:ext>
            </a:extLst>
          </p:cNvPr>
          <p:cNvGrpSpPr/>
          <p:nvPr/>
        </p:nvGrpSpPr>
        <p:grpSpPr>
          <a:xfrm>
            <a:off x="5093150" y="3142135"/>
            <a:ext cx="808408" cy="568961"/>
            <a:chOff x="5545931" y="3603307"/>
            <a:chExt cx="1402270" cy="784383"/>
          </a:xfrm>
          <a:solidFill>
            <a:srgbClr val="007BFF"/>
          </a:solidFill>
        </p:grpSpPr>
        <p:sp>
          <p:nvSpPr>
            <p:cNvPr id="895" name="서울특별시 용산구 후암동">
              <a:extLst>
                <a:ext uri="{FF2B5EF4-FFF2-40B4-BE49-F238E27FC236}">
                  <a16:creationId xmlns:a16="http://schemas.microsoft.com/office/drawing/2014/main" id="{57BA41AD-6BB8-94F2-FA38-3692ECDA7CEB}"/>
                </a:ext>
              </a:extLst>
            </p:cNvPr>
            <p:cNvSpPr/>
            <p:nvPr/>
          </p:nvSpPr>
          <p:spPr>
            <a:xfrm>
              <a:off x="6102858" y="3609308"/>
              <a:ext cx="245078" cy="173069"/>
            </a:xfrm>
            <a:custGeom>
              <a:avLst/>
              <a:gdLst>
                <a:gd name="connsiteX0" fmla="*/ 201835 w 245078"/>
                <a:gd name="connsiteY0" fmla="*/ 23717 h 173069"/>
                <a:gd name="connsiteX1" fmla="*/ 245078 w 245078"/>
                <a:gd name="connsiteY1" fmla="*/ 64579 h 173069"/>
                <a:gd name="connsiteX2" fmla="*/ 237172 w 245078"/>
                <a:gd name="connsiteY2" fmla="*/ 100584 h 173069"/>
                <a:gd name="connsiteX3" fmla="*/ 212788 w 245078"/>
                <a:gd name="connsiteY3" fmla="*/ 130683 h 173069"/>
                <a:gd name="connsiteX4" fmla="*/ 175736 w 245078"/>
                <a:gd name="connsiteY4" fmla="*/ 152781 h 173069"/>
                <a:gd name="connsiteX5" fmla="*/ 172307 w 245078"/>
                <a:gd name="connsiteY5" fmla="*/ 154591 h 173069"/>
                <a:gd name="connsiteX6" fmla="*/ 168973 w 245078"/>
                <a:gd name="connsiteY6" fmla="*/ 154877 h 173069"/>
                <a:gd name="connsiteX7" fmla="*/ 63151 w 245078"/>
                <a:gd name="connsiteY7" fmla="*/ 166878 h 173069"/>
                <a:gd name="connsiteX8" fmla="*/ 14764 w 245078"/>
                <a:gd name="connsiteY8" fmla="*/ 173069 h 173069"/>
                <a:gd name="connsiteX9" fmla="*/ 0 w 245078"/>
                <a:gd name="connsiteY9" fmla="*/ 136398 h 173069"/>
                <a:gd name="connsiteX10" fmla="*/ 2096 w 245078"/>
                <a:gd name="connsiteY10" fmla="*/ 110204 h 173069"/>
                <a:gd name="connsiteX11" fmla="*/ 15430 w 245078"/>
                <a:gd name="connsiteY11" fmla="*/ 71057 h 173069"/>
                <a:gd name="connsiteX12" fmla="*/ 27051 w 245078"/>
                <a:gd name="connsiteY12" fmla="*/ 50768 h 173069"/>
                <a:gd name="connsiteX13" fmla="*/ 42863 w 245078"/>
                <a:gd name="connsiteY13" fmla="*/ 42482 h 173069"/>
                <a:gd name="connsiteX14" fmla="*/ 39814 w 245078"/>
                <a:gd name="connsiteY14" fmla="*/ 34766 h 173069"/>
                <a:gd name="connsiteX15" fmla="*/ 39910 w 245078"/>
                <a:gd name="connsiteY15" fmla="*/ 32861 h 173069"/>
                <a:gd name="connsiteX16" fmla="*/ 40957 w 245078"/>
                <a:gd name="connsiteY16" fmla="*/ 10573 h 173069"/>
                <a:gd name="connsiteX17" fmla="*/ 41148 w 245078"/>
                <a:gd name="connsiteY17" fmla="*/ 8001 h 173069"/>
                <a:gd name="connsiteX18" fmla="*/ 41434 w 245078"/>
                <a:gd name="connsiteY18" fmla="*/ 3429 h 173069"/>
                <a:gd name="connsiteX19" fmla="*/ 42291 w 245078"/>
                <a:gd name="connsiteY19" fmla="*/ 1619 h 173069"/>
                <a:gd name="connsiteX20" fmla="*/ 44196 w 245078"/>
                <a:gd name="connsiteY20" fmla="*/ 476 h 173069"/>
                <a:gd name="connsiteX21" fmla="*/ 47720 w 245078"/>
                <a:gd name="connsiteY21" fmla="*/ 0 h 173069"/>
                <a:gd name="connsiteX22" fmla="*/ 48292 w 245078"/>
                <a:gd name="connsiteY22" fmla="*/ 95 h 173069"/>
                <a:gd name="connsiteX23" fmla="*/ 50006 w 245078"/>
                <a:gd name="connsiteY23" fmla="*/ 667 h 173069"/>
                <a:gd name="connsiteX24" fmla="*/ 51911 w 245078"/>
                <a:gd name="connsiteY24" fmla="*/ 1334 h 173069"/>
                <a:gd name="connsiteX25" fmla="*/ 74676 w 245078"/>
                <a:gd name="connsiteY25" fmla="*/ 14192 h 173069"/>
                <a:gd name="connsiteX26" fmla="*/ 100394 w 245078"/>
                <a:gd name="connsiteY26" fmla="*/ 29718 h 173069"/>
                <a:gd name="connsiteX27" fmla="*/ 118681 w 245078"/>
                <a:gd name="connsiteY27" fmla="*/ 20479 h 173069"/>
                <a:gd name="connsiteX28" fmla="*/ 130302 w 245078"/>
                <a:gd name="connsiteY28" fmla="*/ 20479 h 173069"/>
                <a:gd name="connsiteX29" fmla="*/ 149923 w 245078"/>
                <a:gd name="connsiteY29" fmla="*/ 26479 h 173069"/>
                <a:gd name="connsiteX30" fmla="*/ 159068 w 245078"/>
                <a:gd name="connsiteY30" fmla="*/ 29909 h 173069"/>
                <a:gd name="connsiteX31" fmla="*/ 171355 w 245078"/>
                <a:gd name="connsiteY31" fmla="*/ 36576 h 173069"/>
                <a:gd name="connsiteX32" fmla="*/ 178594 w 245078"/>
                <a:gd name="connsiteY32" fmla="*/ 36004 h 173069"/>
                <a:gd name="connsiteX33" fmla="*/ 184499 w 245078"/>
                <a:gd name="connsiteY33" fmla="*/ 35528 h 173069"/>
                <a:gd name="connsiteX34" fmla="*/ 191833 w 245078"/>
                <a:gd name="connsiteY34" fmla="*/ 31718 h 173069"/>
                <a:gd name="connsiteX35" fmla="*/ 201835 w 245078"/>
                <a:gd name="connsiteY35" fmla="*/ 23717 h 17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5078" h="173069">
                  <a:moveTo>
                    <a:pt x="201835" y="23717"/>
                  </a:moveTo>
                  <a:lnTo>
                    <a:pt x="245078" y="64579"/>
                  </a:lnTo>
                  <a:lnTo>
                    <a:pt x="237172" y="100584"/>
                  </a:lnTo>
                  <a:lnTo>
                    <a:pt x="212788" y="130683"/>
                  </a:lnTo>
                  <a:lnTo>
                    <a:pt x="175736" y="152781"/>
                  </a:lnTo>
                  <a:lnTo>
                    <a:pt x="172307" y="154591"/>
                  </a:lnTo>
                  <a:lnTo>
                    <a:pt x="168973" y="154877"/>
                  </a:lnTo>
                  <a:lnTo>
                    <a:pt x="63151" y="166878"/>
                  </a:lnTo>
                  <a:lnTo>
                    <a:pt x="14764" y="173069"/>
                  </a:lnTo>
                  <a:lnTo>
                    <a:pt x="0" y="136398"/>
                  </a:lnTo>
                  <a:lnTo>
                    <a:pt x="2096" y="110204"/>
                  </a:lnTo>
                  <a:lnTo>
                    <a:pt x="15430" y="71057"/>
                  </a:lnTo>
                  <a:lnTo>
                    <a:pt x="27051" y="50768"/>
                  </a:lnTo>
                  <a:lnTo>
                    <a:pt x="42863" y="42482"/>
                  </a:lnTo>
                  <a:lnTo>
                    <a:pt x="39814" y="34766"/>
                  </a:lnTo>
                  <a:lnTo>
                    <a:pt x="39910" y="32861"/>
                  </a:lnTo>
                  <a:lnTo>
                    <a:pt x="40957" y="10573"/>
                  </a:lnTo>
                  <a:lnTo>
                    <a:pt x="41148" y="8001"/>
                  </a:lnTo>
                  <a:lnTo>
                    <a:pt x="41434" y="3429"/>
                  </a:lnTo>
                  <a:lnTo>
                    <a:pt x="42291" y="1619"/>
                  </a:lnTo>
                  <a:lnTo>
                    <a:pt x="44196" y="476"/>
                  </a:lnTo>
                  <a:lnTo>
                    <a:pt x="47720" y="0"/>
                  </a:lnTo>
                  <a:lnTo>
                    <a:pt x="48292" y="95"/>
                  </a:lnTo>
                  <a:lnTo>
                    <a:pt x="50006" y="667"/>
                  </a:lnTo>
                  <a:lnTo>
                    <a:pt x="51911" y="1334"/>
                  </a:lnTo>
                  <a:lnTo>
                    <a:pt x="74676" y="14192"/>
                  </a:lnTo>
                  <a:lnTo>
                    <a:pt x="100394" y="29718"/>
                  </a:lnTo>
                  <a:lnTo>
                    <a:pt x="118681" y="20479"/>
                  </a:lnTo>
                  <a:lnTo>
                    <a:pt x="130302" y="20479"/>
                  </a:lnTo>
                  <a:lnTo>
                    <a:pt x="149923" y="26479"/>
                  </a:lnTo>
                  <a:lnTo>
                    <a:pt x="159068" y="29909"/>
                  </a:lnTo>
                  <a:lnTo>
                    <a:pt x="171355" y="36576"/>
                  </a:lnTo>
                  <a:lnTo>
                    <a:pt x="178594" y="36004"/>
                  </a:lnTo>
                  <a:lnTo>
                    <a:pt x="184499" y="35528"/>
                  </a:lnTo>
                  <a:lnTo>
                    <a:pt x="191833" y="31718"/>
                  </a:lnTo>
                  <a:lnTo>
                    <a:pt x="201835" y="237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6" name="서울특별시 용산구 용산2가동">
              <a:extLst>
                <a:ext uri="{FF2B5EF4-FFF2-40B4-BE49-F238E27FC236}">
                  <a16:creationId xmlns:a16="http://schemas.microsoft.com/office/drawing/2014/main" id="{22D17FCF-A6A9-B234-DF22-08AB735752F3}"/>
                </a:ext>
              </a:extLst>
            </p:cNvPr>
            <p:cNvSpPr/>
            <p:nvPr/>
          </p:nvSpPr>
          <p:spPr>
            <a:xfrm>
              <a:off x="6088094" y="3673887"/>
              <a:ext cx="357377" cy="400145"/>
            </a:xfrm>
            <a:custGeom>
              <a:avLst/>
              <a:gdLst>
                <a:gd name="connsiteX0" fmla="*/ 342328 w 357377"/>
                <a:gd name="connsiteY0" fmla="*/ 25337 h 400145"/>
                <a:gd name="connsiteX1" fmla="*/ 357378 w 357377"/>
                <a:gd name="connsiteY1" fmla="*/ 44196 h 400145"/>
                <a:gd name="connsiteX2" fmla="*/ 325183 w 357377"/>
                <a:gd name="connsiteY2" fmla="*/ 66389 h 400145"/>
                <a:gd name="connsiteX3" fmla="*/ 316706 w 357377"/>
                <a:gd name="connsiteY3" fmla="*/ 92869 h 400145"/>
                <a:gd name="connsiteX4" fmla="*/ 305752 w 357377"/>
                <a:gd name="connsiteY4" fmla="*/ 109823 h 400145"/>
                <a:gd name="connsiteX5" fmla="*/ 284702 w 357377"/>
                <a:gd name="connsiteY5" fmla="*/ 141256 h 400145"/>
                <a:gd name="connsiteX6" fmla="*/ 273463 w 357377"/>
                <a:gd name="connsiteY6" fmla="*/ 152971 h 400145"/>
                <a:gd name="connsiteX7" fmla="*/ 271653 w 357377"/>
                <a:gd name="connsiteY7" fmla="*/ 157544 h 400145"/>
                <a:gd name="connsiteX8" fmla="*/ 270986 w 357377"/>
                <a:gd name="connsiteY8" fmla="*/ 159258 h 400145"/>
                <a:gd name="connsiteX9" fmla="*/ 270415 w 357377"/>
                <a:gd name="connsiteY9" fmla="*/ 160782 h 400145"/>
                <a:gd name="connsiteX10" fmla="*/ 244507 w 357377"/>
                <a:gd name="connsiteY10" fmla="*/ 228219 h 400145"/>
                <a:gd name="connsiteX11" fmla="*/ 241935 w 357377"/>
                <a:gd name="connsiteY11" fmla="*/ 237839 h 400145"/>
                <a:gd name="connsiteX12" fmla="*/ 241744 w 357377"/>
                <a:gd name="connsiteY12" fmla="*/ 238506 h 400145"/>
                <a:gd name="connsiteX13" fmla="*/ 241459 w 357377"/>
                <a:gd name="connsiteY13" fmla="*/ 239744 h 400145"/>
                <a:gd name="connsiteX14" fmla="*/ 241173 w 357377"/>
                <a:gd name="connsiteY14" fmla="*/ 240887 h 400145"/>
                <a:gd name="connsiteX15" fmla="*/ 241268 w 357377"/>
                <a:gd name="connsiteY15" fmla="*/ 254413 h 400145"/>
                <a:gd name="connsiteX16" fmla="*/ 244316 w 357377"/>
                <a:gd name="connsiteY16" fmla="*/ 286607 h 400145"/>
                <a:gd name="connsiteX17" fmla="*/ 251936 w 357377"/>
                <a:gd name="connsiteY17" fmla="*/ 309086 h 400145"/>
                <a:gd name="connsiteX18" fmla="*/ 259842 w 357377"/>
                <a:gd name="connsiteY18" fmla="*/ 312134 h 400145"/>
                <a:gd name="connsiteX19" fmla="*/ 261175 w 357377"/>
                <a:gd name="connsiteY19" fmla="*/ 310134 h 400145"/>
                <a:gd name="connsiteX20" fmla="*/ 262699 w 357377"/>
                <a:gd name="connsiteY20" fmla="*/ 311468 h 400145"/>
                <a:gd name="connsiteX21" fmla="*/ 264795 w 357377"/>
                <a:gd name="connsiteY21" fmla="*/ 313182 h 400145"/>
                <a:gd name="connsiteX22" fmla="*/ 267176 w 357377"/>
                <a:gd name="connsiteY22" fmla="*/ 315087 h 400145"/>
                <a:gd name="connsiteX23" fmla="*/ 268509 w 357377"/>
                <a:gd name="connsiteY23" fmla="*/ 316135 h 400145"/>
                <a:gd name="connsiteX24" fmla="*/ 269653 w 357377"/>
                <a:gd name="connsiteY24" fmla="*/ 316992 h 400145"/>
                <a:gd name="connsiteX25" fmla="*/ 271653 w 357377"/>
                <a:gd name="connsiteY25" fmla="*/ 318802 h 400145"/>
                <a:gd name="connsiteX26" fmla="*/ 272891 w 357377"/>
                <a:gd name="connsiteY26" fmla="*/ 320040 h 400145"/>
                <a:gd name="connsiteX27" fmla="*/ 274320 w 357377"/>
                <a:gd name="connsiteY27" fmla="*/ 321374 h 400145"/>
                <a:gd name="connsiteX28" fmla="*/ 276892 w 357377"/>
                <a:gd name="connsiteY28" fmla="*/ 324326 h 400145"/>
                <a:gd name="connsiteX29" fmla="*/ 277368 w 357377"/>
                <a:gd name="connsiteY29" fmla="*/ 324803 h 400145"/>
                <a:gd name="connsiteX30" fmla="*/ 279940 w 357377"/>
                <a:gd name="connsiteY30" fmla="*/ 328136 h 400145"/>
                <a:gd name="connsiteX31" fmla="*/ 281273 w 357377"/>
                <a:gd name="connsiteY31" fmla="*/ 329851 h 400145"/>
                <a:gd name="connsiteX32" fmla="*/ 287846 w 357377"/>
                <a:gd name="connsiteY32" fmla="*/ 339280 h 400145"/>
                <a:gd name="connsiteX33" fmla="*/ 289560 w 357377"/>
                <a:gd name="connsiteY33" fmla="*/ 342138 h 400145"/>
                <a:gd name="connsiteX34" fmla="*/ 291370 w 357377"/>
                <a:gd name="connsiteY34" fmla="*/ 344996 h 400145"/>
                <a:gd name="connsiteX35" fmla="*/ 294322 w 357377"/>
                <a:gd name="connsiteY35" fmla="*/ 349758 h 400145"/>
                <a:gd name="connsiteX36" fmla="*/ 296323 w 357377"/>
                <a:gd name="connsiteY36" fmla="*/ 353092 h 400145"/>
                <a:gd name="connsiteX37" fmla="*/ 299085 w 357377"/>
                <a:gd name="connsiteY37" fmla="*/ 356807 h 400145"/>
                <a:gd name="connsiteX38" fmla="*/ 309848 w 357377"/>
                <a:gd name="connsiteY38" fmla="*/ 371285 h 400145"/>
                <a:gd name="connsiteX39" fmla="*/ 314992 w 357377"/>
                <a:gd name="connsiteY39" fmla="*/ 377666 h 400145"/>
                <a:gd name="connsiteX40" fmla="*/ 318611 w 357377"/>
                <a:gd name="connsiteY40" fmla="*/ 383096 h 400145"/>
                <a:gd name="connsiteX41" fmla="*/ 319849 w 357377"/>
                <a:gd name="connsiteY41" fmla="*/ 384810 h 400145"/>
                <a:gd name="connsiteX42" fmla="*/ 324231 w 357377"/>
                <a:gd name="connsiteY42" fmla="*/ 391382 h 400145"/>
                <a:gd name="connsiteX43" fmla="*/ 323659 w 357377"/>
                <a:gd name="connsiteY43" fmla="*/ 399288 h 400145"/>
                <a:gd name="connsiteX44" fmla="*/ 316039 w 357377"/>
                <a:gd name="connsiteY44" fmla="*/ 399383 h 400145"/>
                <a:gd name="connsiteX45" fmla="*/ 271653 w 357377"/>
                <a:gd name="connsiteY45" fmla="*/ 399669 h 400145"/>
                <a:gd name="connsiteX46" fmla="*/ 223266 w 357377"/>
                <a:gd name="connsiteY46" fmla="*/ 399955 h 400145"/>
                <a:gd name="connsiteX47" fmla="*/ 187071 w 357377"/>
                <a:gd name="connsiteY47" fmla="*/ 400145 h 400145"/>
                <a:gd name="connsiteX48" fmla="*/ 187071 w 357377"/>
                <a:gd name="connsiteY48" fmla="*/ 368713 h 400145"/>
                <a:gd name="connsiteX49" fmla="*/ 104489 w 357377"/>
                <a:gd name="connsiteY49" fmla="*/ 339376 h 400145"/>
                <a:gd name="connsiteX50" fmla="*/ 100584 w 357377"/>
                <a:gd name="connsiteY50" fmla="*/ 304514 h 400145"/>
                <a:gd name="connsiteX51" fmla="*/ 101155 w 357377"/>
                <a:gd name="connsiteY51" fmla="*/ 245174 h 400145"/>
                <a:gd name="connsiteX52" fmla="*/ 52864 w 357377"/>
                <a:gd name="connsiteY52" fmla="*/ 243269 h 400145"/>
                <a:gd name="connsiteX53" fmla="*/ 20383 w 357377"/>
                <a:gd name="connsiteY53" fmla="*/ 196310 h 400145"/>
                <a:gd name="connsiteX54" fmla="*/ 3334 w 357377"/>
                <a:gd name="connsiteY54" fmla="*/ 128207 h 400145"/>
                <a:gd name="connsiteX55" fmla="*/ 0 w 357377"/>
                <a:gd name="connsiteY55" fmla="*/ 112967 h 400145"/>
                <a:gd name="connsiteX56" fmla="*/ 12001 w 357377"/>
                <a:gd name="connsiteY56" fmla="*/ 111157 h 400145"/>
                <a:gd name="connsiteX57" fmla="*/ 29527 w 357377"/>
                <a:gd name="connsiteY57" fmla="*/ 108490 h 400145"/>
                <a:gd name="connsiteX58" fmla="*/ 77914 w 357377"/>
                <a:gd name="connsiteY58" fmla="*/ 102299 h 400145"/>
                <a:gd name="connsiteX59" fmla="*/ 183737 w 357377"/>
                <a:gd name="connsiteY59" fmla="*/ 90297 h 400145"/>
                <a:gd name="connsiteX60" fmla="*/ 187071 w 357377"/>
                <a:gd name="connsiteY60" fmla="*/ 90011 h 400145"/>
                <a:gd name="connsiteX61" fmla="*/ 190500 w 357377"/>
                <a:gd name="connsiteY61" fmla="*/ 88202 h 400145"/>
                <a:gd name="connsiteX62" fmla="*/ 227552 w 357377"/>
                <a:gd name="connsiteY62" fmla="*/ 66104 h 400145"/>
                <a:gd name="connsiteX63" fmla="*/ 251936 w 357377"/>
                <a:gd name="connsiteY63" fmla="*/ 36004 h 400145"/>
                <a:gd name="connsiteX64" fmla="*/ 259842 w 357377"/>
                <a:gd name="connsiteY64" fmla="*/ 0 h 400145"/>
                <a:gd name="connsiteX65" fmla="*/ 342328 w 357377"/>
                <a:gd name="connsiteY65" fmla="*/ 25337 h 400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57377" h="400145">
                  <a:moveTo>
                    <a:pt x="342328" y="25337"/>
                  </a:moveTo>
                  <a:lnTo>
                    <a:pt x="357378" y="44196"/>
                  </a:lnTo>
                  <a:lnTo>
                    <a:pt x="325183" y="66389"/>
                  </a:lnTo>
                  <a:lnTo>
                    <a:pt x="316706" y="92869"/>
                  </a:lnTo>
                  <a:lnTo>
                    <a:pt x="305752" y="109823"/>
                  </a:lnTo>
                  <a:lnTo>
                    <a:pt x="284702" y="141256"/>
                  </a:lnTo>
                  <a:lnTo>
                    <a:pt x="273463" y="152971"/>
                  </a:lnTo>
                  <a:lnTo>
                    <a:pt x="271653" y="157544"/>
                  </a:lnTo>
                  <a:lnTo>
                    <a:pt x="270986" y="159258"/>
                  </a:lnTo>
                  <a:lnTo>
                    <a:pt x="270415" y="160782"/>
                  </a:lnTo>
                  <a:lnTo>
                    <a:pt x="244507" y="228219"/>
                  </a:lnTo>
                  <a:lnTo>
                    <a:pt x="241935" y="237839"/>
                  </a:lnTo>
                  <a:lnTo>
                    <a:pt x="241744" y="238506"/>
                  </a:lnTo>
                  <a:lnTo>
                    <a:pt x="241459" y="239744"/>
                  </a:lnTo>
                  <a:lnTo>
                    <a:pt x="241173" y="240887"/>
                  </a:lnTo>
                  <a:lnTo>
                    <a:pt x="241268" y="254413"/>
                  </a:lnTo>
                  <a:lnTo>
                    <a:pt x="244316" y="286607"/>
                  </a:lnTo>
                  <a:lnTo>
                    <a:pt x="251936" y="309086"/>
                  </a:lnTo>
                  <a:lnTo>
                    <a:pt x="259842" y="312134"/>
                  </a:lnTo>
                  <a:lnTo>
                    <a:pt x="261175" y="310134"/>
                  </a:lnTo>
                  <a:lnTo>
                    <a:pt x="262699" y="311468"/>
                  </a:lnTo>
                  <a:lnTo>
                    <a:pt x="264795" y="313182"/>
                  </a:lnTo>
                  <a:lnTo>
                    <a:pt x="267176" y="315087"/>
                  </a:lnTo>
                  <a:lnTo>
                    <a:pt x="268509" y="316135"/>
                  </a:lnTo>
                  <a:lnTo>
                    <a:pt x="269653" y="316992"/>
                  </a:lnTo>
                  <a:lnTo>
                    <a:pt x="271653" y="318802"/>
                  </a:lnTo>
                  <a:lnTo>
                    <a:pt x="272891" y="320040"/>
                  </a:lnTo>
                  <a:lnTo>
                    <a:pt x="274320" y="321374"/>
                  </a:lnTo>
                  <a:lnTo>
                    <a:pt x="276892" y="324326"/>
                  </a:lnTo>
                  <a:lnTo>
                    <a:pt x="277368" y="324803"/>
                  </a:lnTo>
                  <a:lnTo>
                    <a:pt x="279940" y="328136"/>
                  </a:lnTo>
                  <a:lnTo>
                    <a:pt x="281273" y="329851"/>
                  </a:lnTo>
                  <a:lnTo>
                    <a:pt x="287846" y="339280"/>
                  </a:lnTo>
                  <a:lnTo>
                    <a:pt x="289560" y="342138"/>
                  </a:lnTo>
                  <a:lnTo>
                    <a:pt x="291370" y="344996"/>
                  </a:lnTo>
                  <a:lnTo>
                    <a:pt x="294322" y="349758"/>
                  </a:lnTo>
                  <a:lnTo>
                    <a:pt x="296323" y="353092"/>
                  </a:lnTo>
                  <a:lnTo>
                    <a:pt x="299085" y="356807"/>
                  </a:lnTo>
                  <a:lnTo>
                    <a:pt x="309848" y="371285"/>
                  </a:lnTo>
                  <a:lnTo>
                    <a:pt x="314992" y="377666"/>
                  </a:lnTo>
                  <a:lnTo>
                    <a:pt x="318611" y="383096"/>
                  </a:lnTo>
                  <a:lnTo>
                    <a:pt x="319849" y="384810"/>
                  </a:lnTo>
                  <a:lnTo>
                    <a:pt x="324231" y="391382"/>
                  </a:lnTo>
                  <a:lnTo>
                    <a:pt x="323659" y="399288"/>
                  </a:lnTo>
                  <a:lnTo>
                    <a:pt x="316039" y="399383"/>
                  </a:lnTo>
                  <a:lnTo>
                    <a:pt x="271653" y="399669"/>
                  </a:lnTo>
                  <a:lnTo>
                    <a:pt x="223266" y="399955"/>
                  </a:lnTo>
                  <a:lnTo>
                    <a:pt x="187071" y="400145"/>
                  </a:lnTo>
                  <a:lnTo>
                    <a:pt x="187071" y="368713"/>
                  </a:lnTo>
                  <a:lnTo>
                    <a:pt x="104489" y="339376"/>
                  </a:lnTo>
                  <a:lnTo>
                    <a:pt x="100584" y="304514"/>
                  </a:lnTo>
                  <a:lnTo>
                    <a:pt x="101155" y="245174"/>
                  </a:lnTo>
                  <a:lnTo>
                    <a:pt x="52864" y="243269"/>
                  </a:lnTo>
                  <a:lnTo>
                    <a:pt x="20383" y="196310"/>
                  </a:lnTo>
                  <a:lnTo>
                    <a:pt x="3334" y="128207"/>
                  </a:lnTo>
                  <a:lnTo>
                    <a:pt x="0" y="112967"/>
                  </a:lnTo>
                  <a:lnTo>
                    <a:pt x="12001" y="111157"/>
                  </a:lnTo>
                  <a:lnTo>
                    <a:pt x="29527" y="108490"/>
                  </a:lnTo>
                  <a:lnTo>
                    <a:pt x="77914" y="102299"/>
                  </a:lnTo>
                  <a:lnTo>
                    <a:pt x="183737" y="90297"/>
                  </a:lnTo>
                  <a:lnTo>
                    <a:pt x="187071" y="90011"/>
                  </a:lnTo>
                  <a:lnTo>
                    <a:pt x="190500" y="88202"/>
                  </a:lnTo>
                  <a:lnTo>
                    <a:pt x="227552" y="66104"/>
                  </a:lnTo>
                  <a:lnTo>
                    <a:pt x="251936" y="36004"/>
                  </a:lnTo>
                  <a:lnTo>
                    <a:pt x="259842" y="0"/>
                  </a:lnTo>
                  <a:lnTo>
                    <a:pt x="342328" y="2533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7" name="서울특별시 용산구 남영동">
              <a:extLst>
                <a:ext uri="{FF2B5EF4-FFF2-40B4-BE49-F238E27FC236}">
                  <a16:creationId xmlns:a16="http://schemas.microsoft.com/office/drawing/2014/main" id="{54DB6577-C9EC-5F5B-FF81-7AB775F12F10}"/>
                </a:ext>
              </a:extLst>
            </p:cNvPr>
            <p:cNvSpPr/>
            <p:nvPr/>
          </p:nvSpPr>
          <p:spPr>
            <a:xfrm>
              <a:off x="6008179" y="3621309"/>
              <a:ext cx="181070" cy="359378"/>
            </a:xfrm>
            <a:custGeom>
              <a:avLst/>
              <a:gdLst>
                <a:gd name="connsiteX0" fmla="*/ 137541 w 181070"/>
                <a:gd name="connsiteY0" fmla="*/ 30480 h 359378"/>
                <a:gd name="connsiteX1" fmla="*/ 121729 w 181070"/>
                <a:gd name="connsiteY1" fmla="*/ 38767 h 359378"/>
                <a:gd name="connsiteX2" fmla="*/ 110109 w 181070"/>
                <a:gd name="connsiteY2" fmla="*/ 59055 h 359378"/>
                <a:gd name="connsiteX3" fmla="*/ 96774 w 181070"/>
                <a:gd name="connsiteY3" fmla="*/ 98203 h 359378"/>
                <a:gd name="connsiteX4" fmla="*/ 94679 w 181070"/>
                <a:gd name="connsiteY4" fmla="*/ 124396 h 359378"/>
                <a:gd name="connsiteX5" fmla="*/ 109442 w 181070"/>
                <a:gd name="connsiteY5" fmla="*/ 161068 h 359378"/>
                <a:gd name="connsiteX6" fmla="*/ 91916 w 181070"/>
                <a:gd name="connsiteY6" fmla="*/ 163735 h 359378"/>
                <a:gd name="connsiteX7" fmla="*/ 79915 w 181070"/>
                <a:gd name="connsiteY7" fmla="*/ 165545 h 359378"/>
                <a:gd name="connsiteX8" fmla="*/ 83248 w 181070"/>
                <a:gd name="connsiteY8" fmla="*/ 180785 h 359378"/>
                <a:gd name="connsiteX9" fmla="*/ 100298 w 181070"/>
                <a:gd name="connsiteY9" fmla="*/ 248888 h 359378"/>
                <a:gd name="connsiteX10" fmla="*/ 132779 w 181070"/>
                <a:gd name="connsiteY10" fmla="*/ 295846 h 359378"/>
                <a:gd name="connsiteX11" fmla="*/ 181070 w 181070"/>
                <a:gd name="connsiteY11" fmla="*/ 297752 h 359378"/>
                <a:gd name="connsiteX12" fmla="*/ 180499 w 181070"/>
                <a:gd name="connsiteY12" fmla="*/ 357092 h 359378"/>
                <a:gd name="connsiteX13" fmla="*/ 176117 w 181070"/>
                <a:gd name="connsiteY13" fmla="*/ 357283 h 359378"/>
                <a:gd name="connsiteX14" fmla="*/ 128016 w 181070"/>
                <a:gd name="connsiteY14" fmla="*/ 359378 h 359378"/>
                <a:gd name="connsiteX15" fmla="*/ 108776 w 181070"/>
                <a:gd name="connsiteY15" fmla="*/ 344805 h 359378"/>
                <a:gd name="connsiteX16" fmla="*/ 87821 w 181070"/>
                <a:gd name="connsiteY16" fmla="*/ 301371 h 359378"/>
                <a:gd name="connsiteX17" fmla="*/ 86773 w 181070"/>
                <a:gd name="connsiteY17" fmla="*/ 297466 h 359378"/>
                <a:gd name="connsiteX18" fmla="*/ 78200 w 181070"/>
                <a:gd name="connsiteY18" fmla="*/ 264128 h 359378"/>
                <a:gd name="connsiteX19" fmla="*/ 74962 w 181070"/>
                <a:gd name="connsiteY19" fmla="*/ 255175 h 359378"/>
                <a:gd name="connsiteX20" fmla="*/ 45053 w 181070"/>
                <a:gd name="connsiteY20" fmla="*/ 272796 h 359378"/>
                <a:gd name="connsiteX21" fmla="*/ 32480 w 181070"/>
                <a:gd name="connsiteY21" fmla="*/ 276511 h 359378"/>
                <a:gd name="connsiteX22" fmla="*/ 29813 w 181070"/>
                <a:gd name="connsiteY22" fmla="*/ 231934 h 359378"/>
                <a:gd name="connsiteX23" fmla="*/ 35528 w 181070"/>
                <a:gd name="connsiteY23" fmla="*/ 229743 h 359378"/>
                <a:gd name="connsiteX24" fmla="*/ 35623 w 181070"/>
                <a:gd name="connsiteY24" fmla="*/ 213741 h 359378"/>
                <a:gd name="connsiteX25" fmla="*/ 35528 w 181070"/>
                <a:gd name="connsiteY25" fmla="*/ 193453 h 359378"/>
                <a:gd name="connsiteX26" fmla="*/ 34195 w 181070"/>
                <a:gd name="connsiteY26" fmla="*/ 120777 h 359378"/>
                <a:gd name="connsiteX27" fmla="*/ 33338 w 181070"/>
                <a:gd name="connsiteY27" fmla="*/ 110014 h 359378"/>
                <a:gd name="connsiteX28" fmla="*/ 33052 w 181070"/>
                <a:gd name="connsiteY28" fmla="*/ 106204 h 359378"/>
                <a:gd name="connsiteX29" fmla="*/ 17621 w 181070"/>
                <a:gd name="connsiteY29" fmla="*/ 40196 h 359378"/>
                <a:gd name="connsiteX30" fmla="*/ 4191 w 181070"/>
                <a:gd name="connsiteY30" fmla="*/ 42672 h 359378"/>
                <a:gd name="connsiteX31" fmla="*/ 1714 w 181070"/>
                <a:gd name="connsiteY31" fmla="*/ 30861 h 359378"/>
                <a:gd name="connsiteX32" fmla="*/ 667 w 181070"/>
                <a:gd name="connsiteY32" fmla="*/ 24955 h 359378"/>
                <a:gd name="connsiteX33" fmla="*/ 476 w 181070"/>
                <a:gd name="connsiteY33" fmla="*/ 24289 h 359378"/>
                <a:gd name="connsiteX34" fmla="*/ 381 w 181070"/>
                <a:gd name="connsiteY34" fmla="*/ 21717 h 359378"/>
                <a:gd name="connsiteX35" fmla="*/ 381 w 181070"/>
                <a:gd name="connsiteY35" fmla="*/ 20574 h 359378"/>
                <a:gd name="connsiteX36" fmla="*/ 0 w 181070"/>
                <a:gd name="connsiteY36" fmla="*/ 8954 h 359378"/>
                <a:gd name="connsiteX37" fmla="*/ 59627 w 181070"/>
                <a:gd name="connsiteY37" fmla="*/ 0 h 359378"/>
                <a:gd name="connsiteX38" fmla="*/ 137541 w 181070"/>
                <a:gd name="connsiteY38" fmla="*/ 30480 h 359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1070" h="359378">
                  <a:moveTo>
                    <a:pt x="137541" y="30480"/>
                  </a:moveTo>
                  <a:lnTo>
                    <a:pt x="121729" y="38767"/>
                  </a:lnTo>
                  <a:lnTo>
                    <a:pt x="110109" y="59055"/>
                  </a:lnTo>
                  <a:lnTo>
                    <a:pt x="96774" y="98203"/>
                  </a:lnTo>
                  <a:lnTo>
                    <a:pt x="94679" y="124396"/>
                  </a:lnTo>
                  <a:lnTo>
                    <a:pt x="109442" y="161068"/>
                  </a:lnTo>
                  <a:lnTo>
                    <a:pt x="91916" y="163735"/>
                  </a:lnTo>
                  <a:lnTo>
                    <a:pt x="79915" y="165545"/>
                  </a:lnTo>
                  <a:lnTo>
                    <a:pt x="83248" y="180785"/>
                  </a:lnTo>
                  <a:lnTo>
                    <a:pt x="100298" y="248888"/>
                  </a:lnTo>
                  <a:lnTo>
                    <a:pt x="132779" y="295846"/>
                  </a:lnTo>
                  <a:lnTo>
                    <a:pt x="181070" y="297752"/>
                  </a:lnTo>
                  <a:lnTo>
                    <a:pt x="180499" y="357092"/>
                  </a:lnTo>
                  <a:lnTo>
                    <a:pt x="176117" y="357283"/>
                  </a:lnTo>
                  <a:lnTo>
                    <a:pt x="128016" y="359378"/>
                  </a:lnTo>
                  <a:lnTo>
                    <a:pt x="108776" y="344805"/>
                  </a:lnTo>
                  <a:lnTo>
                    <a:pt x="87821" y="301371"/>
                  </a:lnTo>
                  <a:lnTo>
                    <a:pt x="86773" y="297466"/>
                  </a:lnTo>
                  <a:lnTo>
                    <a:pt x="78200" y="264128"/>
                  </a:lnTo>
                  <a:lnTo>
                    <a:pt x="74962" y="255175"/>
                  </a:lnTo>
                  <a:lnTo>
                    <a:pt x="45053" y="272796"/>
                  </a:lnTo>
                  <a:lnTo>
                    <a:pt x="32480" y="276511"/>
                  </a:lnTo>
                  <a:lnTo>
                    <a:pt x="29813" y="231934"/>
                  </a:lnTo>
                  <a:lnTo>
                    <a:pt x="35528" y="229743"/>
                  </a:lnTo>
                  <a:lnTo>
                    <a:pt x="35623" y="213741"/>
                  </a:lnTo>
                  <a:lnTo>
                    <a:pt x="35528" y="193453"/>
                  </a:lnTo>
                  <a:lnTo>
                    <a:pt x="34195" y="120777"/>
                  </a:lnTo>
                  <a:lnTo>
                    <a:pt x="33338" y="110014"/>
                  </a:lnTo>
                  <a:lnTo>
                    <a:pt x="33052" y="106204"/>
                  </a:lnTo>
                  <a:lnTo>
                    <a:pt x="17621" y="40196"/>
                  </a:lnTo>
                  <a:lnTo>
                    <a:pt x="4191" y="42672"/>
                  </a:lnTo>
                  <a:lnTo>
                    <a:pt x="1714" y="30861"/>
                  </a:lnTo>
                  <a:lnTo>
                    <a:pt x="667" y="24955"/>
                  </a:lnTo>
                  <a:lnTo>
                    <a:pt x="476" y="24289"/>
                  </a:lnTo>
                  <a:lnTo>
                    <a:pt x="381" y="21717"/>
                  </a:lnTo>
                  <a:lnTo>
                    <a:pt x="381" y="20574"/>
                  </a:lnTo>
                  <a:lnTo>
                    <a:pt x="0" y="8954"/>
                  </a:lnTo>
                  <a:lnTo>
                    <a:pt x="59627" y="0"/>
                  </a:lnTo>
                  <a:lnTo>
                    <a:pt x="137541" y="3048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8" name="서울특별시 용산구 원효로2동">
              <a:extLst>
                <a:ext uri="{FF2B5EF4-FFF2-40B4-BE49-F238E27FC236}">
                  <a16:creationId xmlns:a16="http://schemas.microsoft.com/office/drawing/2014/main" id="{94E4C164-DA6C-EA09-C147-38F6658B2A65}"/>
                </a:ext>
              </a:extLst>
            </p:cNvPr>
            <p:cNvSpPr/>
            <p:nvPr/>
          </p:nvSpPr>
          <p:spPr>
            <a:xfrm>
              <a:off x="5545931" y="3921251"/>
              <a:ext cx="326516" cy="190595"/>
            </a:xfrm>
            <a:custGeom>
              <a:avLst/>
              <a:gdLst>
                <a:gd name="connsiteX0" fmla="*/ 310420 w 326516"/>
                <a:gd name="connsiteY0" fmla="*/ 38862 h 190595"/>
                <a:gd name="connsiteX1" fmla="*/ 309467 w 326516"/>
                <a:gd name="connsiteY1" fmla="*/ 41910 h 190595"/>
                <a:gd name="connsiteX2" fmla="*/ 326517 w 326516"/>
                <a:gd name="connsiteY2" fmla="*/ 85249 h 190595"/>
                <a:gd name="connsiteX3" fmla="*/ 323564 w 326516"/>
                <a:gd name="connsiteY3" fmla="*/ 84963 h 190595"/>
                <a:gd name="connsiteX4" fmla="*/ 291941 w 326516"/>
                <a:gd name="connsiteY4" fmla="*/ 82010 h 190595"/>
                <a:gd name="connsiteX5" fmla="*/ 290798 w 326516"/>
                <a:gd name="connsiteY5" fmla="*/ 82296 h 190595"/>
                <a:gd name="connsiteX6" fmla="*/ 274987 w 326516"/>
                <a:gd name="connsiteY6" fmla="*/ 85630 h 190595"/>
                <a:gd name="connsiteX7" fmla="*/ 250888 w 326516"/>
                <a:gd name="connsiteY7" fmla="*/ 92583 h 190595"/>
                <a:gd name="connsiteX8" fmla="*/ 237458 w 326516"/>
                <a:gd name="connsiteY8" fmla="*/ 98012 h 190595"/>
                <a:gd name="connsiteX9" fmla="*/ 209169 w 326516"/>
                <a:gd name="connsiteY9" fmla="*/ 110300 h 190595"/>
                <a:gd name="connsiteX10" fmla="*/ 204311 w 326516"/>
                <a:gd name="connsiteY10" fmla="*/ 112490 h 190595"/>
                <a:gd name="connsiteX11" fmla="*/ 200025 w 326516"/>
                <a:gd name="connsiteY11" fmla="*/ 114586 h 190595"/>
                <a:gd name="connsiteX12" fmla="*/ 190310 w 326516"/>
                <a:gd name="connsiteY12" fmla="*/ 117062 h 190595"/>
                <a:gd name="connsiteX13" fmla="*/ 182689 w 326516"/>
                <a:gd name="connsiteY13" fmla="*/ 120682 h 190595"/>
                <a:gd name="connsiteX14" fmla="*/ 152019 w 326516"/>
                <a:gd name="connsiteY14" fmla="*/ 135827 h 190595"/>
                <a:gd name="connsiteX15" fmla="*/ 120777 w 326516"/>
                <a:gd name="connsiteY15" fmla="*/ 152591 h 190595"/>
                <a:gd name="connsiteX16" fmla="*/ 74581 w 326516"/>
                <a:gd name="connsiteY16" fmla="*/ 177451 h 190595"/>
                <a:gd name="connsiteX17" fmla="*/ 70961 w 326516"/>
                <a:gd name="connsiteY17" fmla="*/ 179356 h 190595"/>
                <a:gd name="connsiteX18" fmla="*/ 50102 w 326516"/>
                <a:gd name="connsiteY18" fmla="*/ 190595 h 190595"/>
                <a:gd name="connsiteX19" fmla="*/ 0 w 326516"/>
                <a:gd name="connsiteY19" fmla="*/ 152781 h 190595"/>
                <a:gd name="connsiteX20" fmla="*/ 25908 w 326516"/>
                <a:gd name="connsiteY20" fmla="*/ 61246 h 190595"/>
                <a:gd name="connsiteX21" fmla="*/ 27337 w 326516"/>
                <a:gd name="connsiteY21" fmla="*/ 52769 h 190595"/>
                <a:gd name="connsiteX22" fmla="*/ 33719 w 326516"/>
                <a:gd name="connsiteY22" fmla="*/ 48101 h 190595"/>
                <a:gd name="connsiteX23" fmla="*/ 44958 w 326516"/>
                <a:gd name="connsiteY23" fmla="*/ 40862 h 190595"/>
                <a:gd name="connsiteX24" fmla="*/ 47339 w 326516"/>
                <a:gd name="connsiteY24" fmla="*/ 39814 h 190595"/>
                <a:gd name="connsiteX25" fmla="*/ 51149 w 326516"/>
                <a:gd name="connsiteY25" fmla="*/ 38195 h 190595"/>
                <a:gd name="connsiteX26" fmla="*/ 76867 w 326516"/>
                <a:gd name="connsiteY26" fmla="*/ 40291 h 190595"/>
                <a:gd name="connsiteX27" fmla="*/ 106013 w 326516"/>
                <a:gd name="connsiteY27" fmla="*/ 35814 h 190595"/>
                <a:gd name="connsiteX28" fmla="*/ 130302 w 326516"/>
                <a:gd name="connsiteY28" fmla="*/ 31337 h 190595"/>
                <a:gd name="connsiteX29" fmla="*/ 136970 w 326516"/>
                <a:gd name="connsiteY29" fmla="*/ 29623 h 190595"/>
                <a:gd name="connsiteX30" fmla="*/ 140303 w 326516"/>
                <a:gd name="connsiteY30" fmla="*/ 28099 h 190595"/>
                <a:gd name="connsiteX31" fmla="*/ 157067 w 326516"/>
                <a:gd name="connsiteY31" fmla="*/ 18955 h 190595"/>
                <a:gd name="connsiteX32" fmla="*/ 167735 w 326516"/>
                <a:gd name="connsiteY32" fmla="*/ 10192 h 190595"/>
                <a:gd name="connsiteX33" fmla="*/ 170307 w 326516"/>
                <a:gd name="connsiteY33" fmla="*/ 7620 h 190595"/>
                <a:gd name="connsiteX34" fmla="*/ 170593 w 326516"/>
                <a:gd name="connsiteY34" fmla="*/ 5905 h 190595"/>
                <a:gd name="connsiteX35" fmla="*/ 170783 w 326516"/>
                <a:gd name="connsiteY35" fmla="*/ 5048 h 190595"/>
                <a:gd name="connsiteX36" fmla="*/ 171164 w 326516"/>
                <a:gd name="connsiteY36" fmla="*/ 3143 h 190595"/>
                <a:gd name="connsiteX37" fmla="*/ 171069 w 326516"/>
                <a:gd name="connsiteY37" fmla="*/ 762 h 190595"/>
                <a:gd name="connsiteX38" fmla="*/ 171069 w 326516"/>
                <a:gd name="connsiteY38" fmla="*/ 0 h 190595"/>
                <a:gd name="connsiteX39" fmla="*/ 186499 w 326516"/>
                <a:gd name="connsiteY39" fmla="*/ 10001 h 190595"/>
                <a:gd name="connsiteX40" fmla="*/ 206312 w 326516"/>
                <a:gd name="connsiteY40" fmla="*/ 7429 h 190595"/>
                <a:gd name="connsiteX41" fmla="*/ 263652 w 326516"/>
                <a:gd name="connsiteY41" fmla="*/ 22479 h 190595"/>
                <a:gd name="connsiteX42" fmla="*/ 266605 w 326516"/>
                <a:gd name="connsiteY42" fmla="*/ 23336 h 190595"/>
                <a:gd name="connsiteX43" fmla="*/ 310039 w 326516"/>
                <a:gd name="connsiteY43" fmla="*/ 38195 h 190595"/>
                <a:gd name="connsiteX44" fmla="*/ 310420 w 326516"/>
                <a:gd name="connsiteY44" fmla="*/ 38862 h 190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26516" h="190595">
                  <a:moveTo>
                    <a:pt x="310420" y="38862"/>
                  </a:moveTo>
                  <a:lnTo>
                    <a:pt x="309467" y="41910"/>
                  </a:lnTo>
                  <a:lnTo>
                    <a:pt x="326517" y="85249"/>
                  </a:lnTo>
                  <a:lnTo>
                    <a:pt x="323564" y="84963"/>
                  </a:lnTo>
                  <a:lnTo>
                    <a:pt x="291941" y="82010"/>
                  </a:lnTo>
                  <a:lnTo>
                    <a:pt x="290798" y="82296"/>
                  </a:lnTo>
                  <a:lnTo>
                    <a:pt x="274987" y="85630"/>
                  </a:lnTo>
                  <a:lnTo>
                    <a:pt x="250888" y="92583"/>
                  </a:lnTo>
                  <a:lnTo>
                    <a:pt x="237458" y="98012"/>
                  </a:lnTo>
                  <a:lnTo>
                    <a:pt x="209169" y="110300"/>
                  </a:lnTo>
                  <a:lnTo>
                    <a:pt x="204311" y="112490"/>
                  </a:lnTo>
                  <a:lnTo>
                    <a:pt x="200025" y="114586"/>
                  </a:lnTo>
                  <a:lnTo>
                    <a:pt x="190310" y="117062"/>
                  </a:lnTo>
                  <a:lnTo>
                    <a:pt x="182689" y="120682"/>
                  </a:lnTo>
                  <a:lnTo>
                    <a:pt x="152019" y="135827"/>
                  </a:lnTo>
                  <a:lnTo>
                    <a:pt x="120777" y="152591"/>
                  </a:lnTo>
                  <a:lnTo>
                    <a:pt x="74581" y="177451"/>
                  </a:lnTo>
                  <a:lnTo>
                    <a:pt x="70961" y="179356"/>
                  </a:lnTo>
                  <a:lnTo>
                    <a:pt x="50102" y="190595"/>
                  </a:lnTo>
                  <a:lnTo>
                    <a:pt x="0" y="152781"/>
                  </a:lnTo>
                  <a:lnTo>
                    <a:pt x="25908" y="61246"/>
                  </a:lnTo>
                  <a:lnTo>
                    <a:pt x="27337" y="52769"/>
                  </a:lnTo>
                  <a:lnTo>
                    <a:pt x="33719" y="48101"/>
                  </a:lnTo>
                  <a:lnTo>
                    <a:pt x="44958" y="40862"/>
                  </a:lnTo>
                  <a:lnTo>
                    <a:pt x="47339" y="39814"/>
                  </a:lnTo>
                  <a:lnTo>
                    <a:pt x="51149" y="38195"/>
                  </a:lnTo>
                  <a:lnTo>
                    <a:pt x="76867" y="40291"/>
                  </a:lnTo>
                  <a:lnTo>
                    <a:pt x="106013" y="35814"/>
                  </a:lnTo>
                  <a:lnTo>
                    <a:pt x="130302" y="31337"/>
                  </a:lnTo>
                  <a:lnTo>
                    <a:pt x="136970" y="29623"/>
                  </a:lnTo>
                  <a:lnTo>
                    <a:pt x="140303" y="28099"/>
                  </a:lnTo>
                  <a:lnTo>
                    <a:pt x="157067" y="18955"/>
                  </a:lnTo>
                  <a:lnTo>
                    <a:pt x="167735" y="10192"/>
                  </a:lnTo>
                  <a:lnTo>
                    <a:pt x="170307" y="7620"/>
                  </a:lnTo>
                  <a:lnTo>
                    <a:pt x="170593" y="5905"/>
                  </a:lnTo>
                  <a:lnTo>
                    <a:pt x="170783" y="5048"/>
                  </a:lnTo>
                  <a:lnTo>
                    <a:pt x="171164" y="3143"/>
                  </a:lnTo>
                  <a:lnTo>
                    <a:pt x="171069" y="762"/>
                  </a:lnTo>
                  <a:lnTo>
                    <a:pt x="171069" y="0"/>
                  </a:lnTo>
                  <a:lnTo>
                    <a:pt x="186499" y="10001"/>
                  </a:lnTo>
                  <a:lnTo>
                    <a:pt x="206312" y="7429"/>
                  </a:lnTo>
                  <a:lnTo>
                    <a:pt x="263652" y="22479"/>
                  </a:lnTo>
                  <a:lnTo>
                    <a:pt x="266605" y="23336"/>
                  </a:lnTo>
                  <a:lnTo>
                    <a:pt x="310039" y="38195"/>
                  </a:lnTo>
                  <a:lnTo>
                    <a:pt x="310420" y="3886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9" name="서울특별시 용산구 효창동">
              <a:extLst>
                <a:ext uri="{FF2B5EF4-FFF2-40B4-BE49-F238E27FC236}">
                  <a16:creationId xmlns:a16="http://schemas.microsoft.com/office/drawing/2014/main" id="{5323424A-ACDE-D0CC-0A0C-FB0A4B419768}"/>
                </a:ext>
              </a:extLst>
            </p:cNvPr>
            <p:cNvSpPr/>
            <p:nvPr/>
          </p:nvSpPr>
          <p:spPr>
            <a:xfrm>
              <a:off x="5780436" y="3723036"/>
              <a:ext cx="151828" cy="184308"/>
            </a:xfrm>
            <a:custGeom>
              <a:avLst/>
              <a:gdLst>
                <a:gd name="connsiteX0" fmla="*/ 121348 w 151828"/>
                <a:gd name="connsiteY0" fmla="*/ 1905 h 184308"/>
                <a:gd name="connsiteX1" fmla="*/ 125063 w 151828"/>
                <a:gd name="connsiteY1" fmla="*/ 6858 h 184308"/>
                <a:gd name="connsiteX2" fmla="*/ 145733 w 151828"/>
                <a:gd name="connsiteY2" fmla="*/ 105632 h 184308"/>
                <a:gd name="connsiteX3" fmla="*/ 151829 w 151828"/>
                <a:gd name="connsiteY3" fmla="*/ 132493 h 184308"/>
                <a:gd name="connsiteX4" fmla="*/ 133255 w 151828"/>
                <a:gd name="connsiteY4" fmla="*/ 184309 h 184308"/>
                <a:gd name="connsiteX5" fmla="*/ 131445 w 151828"/>
                <a:gd name="connsiteY5" fmla="*/ 183737 h 184308"/>
                <a:gd name="connsiteX6" fmla="*/ 119634 w 151828"/>
                <a:gd name="connsiteY6" fmla="*/ 180308 h 184308"/>
                <a:gd name="connsiteX7" fmla="*/ 118872 w 151828"/>
                <a:gd name="connsiteY7" fmla="*/ 180118 h 184308"/>
                <a:gd name="connsiteX8" fmla="*/ 109823 w 151828"/>
                <a:gd name="connsiteY8" fmla="*/ 177832 h 184308"/>
                <a:gd name="connsiteX9" fmla="*/ 108395 w 151828"/>
                <a:gd name="connsiteY9" fmla="*/ 177546 h 184308"/>
                <a:gd name="connsiteX10" fmla="*/ 106585 w 151828"/>
                <a:gd name="connsiteY10" fmla="*/ 177165 h 184308"/>
                <a:gd name="connsiteX11" fmla="*/ 92202 w 151828"/>
                <a:gd name="connsiteY11" fmla="*/ 173164 h 184308"/>
                <a:gd name="connsiteX12" fmla="*/ 79534 w 151828"/>
                <a:gd name="connsiteY12" fmla="*/ 168497 h 184308"/>
                <a:gd name="connsiteX13" fmla="*/ 76771 w 151828"/>
                <a:gd name="connsiteY13" fmla="*/ 167259 h 184308"/>
                <a:gd name="connsiteX14" fmla="*/ 74009 w 151828"/>
                <a:gd name="connsiteY14" fmla="*/ 170117 h 184308"/>
                <a:gd name="connsiteX15" fmla="*/ 72104 w 151828"/>
                <a:gd name="connsiteY15" fmla="*/ 173450 h 184308"/>
                <a:gd name="connsiteX16" fmla="*/ 66961 w 151828"/>
                <a:gd name="connsiteY16" fmla="*/ 172403 h 184308"/>
                <a:gd name="connsiteX17" fmla="*/ 56293 w 151828"/>
                <a:gd name="connsiteY17" fmla="*/ 169831 h 184308"/>
                <a:gd name="connsiteX18" fmla="*/ 25337 w 151828"/>
                <a:gd name="connsiteY18" fmla="*/ 161354 h 184308"/>
                <a:gd name="connsiteX19" fmla="*/ 19145 w 151828"/>
                <a:gd name="connsiteY19" fmla="*/ 157067 h 184308"/>
                <a:gd name="connsiteX20" fmla="*/ 0 w 151828"/>
                <a:gd name="connsiteY20" fmla="*/ 146399 h 184308"/>
                <a:gd name="connsiteX21" fmla="*/ 21622 w 151828"/>
                <a:gd name="connsiteY21" fmla="*/ 121444 h 184308"/>
                <a:gd name="connsiteX22" fmla="*/ 23431 w 151828"/>
                <a:gd name="connsiteY22" fmla="*/ 106585 h 184308"/>
                <a:gd name="connsiteX23" fmla="*/ 38481 w 151828"/>
                <a:gd name="connsiteY23" fmla="*/ 58007 h 184308"/>
                <a:gd name="connsiteX24" fmla="*/ 92678 w 151828"/>
                <a:gd name="connsiteY24" fmla="*/ 19621 h 184308"/>
                <a:gd name="connsiteX25" fmla="*/ 116491 w 151828"/>
                <a:gd name="connsiteY25" fmla="*/ 0 h 184308"/>
                <a:gd name="connsiteX26" fmla="*/ 121348 w 151828"/>
                <a:gd name="connsiteY26" fmla="*/ 1905 h 18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1828" h="184308">
                  <a:moveTo>
                    <a:pt x="121348" y="1905"/>
                  </a:moveTo>
                  <a:lnTo>
                    <a:pt x="125063" y="6858"/>
                  </a:lnTo>
                  <a:lnTo>
                    <a:pt x="145733" y="105632"/>
                  </a:lnTo>
                  <a:lnTo>
                    <a:pt x="151829" y="132493"/>
                  </a:lnTo>
                  <a:lnTo>
                    <a:pt x="133255" y="184309"/>
                  </a:lnTo>
                  <a:lnTo>
                    <a:pt x="131445" y="183737"/>
                  </a:lnTo>
                  <a:lnTo>
                    <a:pt x="119634" y="180308"/>
                  </a:lnTo>
                  <a:lnTo>
                    <a:pt x="118872" y="180118"/>
                  </a:lnTo>
                  <a:lnTo>
                    <a:pt x="109823" y="177832"/>
                  </a:lnTo>
                  <a:lnTo>
                    <a:pt x="108395" y="177546"/>
                  </a:lnTo>
                  <a:lnTo>
                    <a:pt x="106585" y="177165"/>
                  </a:lnTo>
                  <a:lnTo>
                    <a:pt x="92202" y="173164"/>
                  </a:lnTo>
                  <a:lnTo>
                    <a:pt x="79534" y="168497"/>
                  </a:lnTo>
                  <a:lnTo>
                    <a:pt x="76771" y="167259"/>
                  </a:lnTo>
                  <a:lnTo>
                    <a:pt x="74009" y="170117"/>
                  </a:lnTo>
                  <a:lnTo>
                    <a:pt x="72104" y="173450"/>
                  </a:lnTo>
                  <a:lnTo>
                    <a:pt x="66961" y="172403"/>
                  </a:lnTo>
                  <a:lnTo>
                    <a:pt x="56293" y="169831"/>
                  </a:lnTo>
                  <a:lnTo>
                    <a:pt x="25337" y="161354"/>
                  </a:lnTo>
                  <a:lnTo>
                    <a:pt x="19145" y="157067"/>
                  </a:lnTo>
                  <a:lnTo>
                    <a:pt x="0" y="146399"/>
                  </a:lnTo>
                  <a:lnTo>
                    <a:pt x="21622" y="121444"/>
                  </a:lnTo>
                  <a:lnTo>
                    <a:pt x="23431" y="106585"/>
                  </a:lnTo>
                  <a:lnTo>
                    <a:pt x="38481" y="58007"/>
                  </a:lnTo>
                  <a:lnTo>
                    <a:pt x="92678" y="19621"/>
                  </a:lnTo>
                  <a:lnTo>
                    <a:pt x="116491" y="0"/>
                  </a:lnTo>
                  <a:lnTo>
                    <a:pt x="121348" y="19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0" name="서울특별시 용산구 용문동">
              <a:extLst>
                <a:ext uri="{FF2B5EF4-FFF2-40B4-BE49-F238E27FC236}">
                  <a16:creationId xmlns:a16="http://schemas.microsoft.com/office/drawing/2014/main" id="{BBDF0FFF-4C4B-678D-ABDE-64EA75AFE1E2}"/>
                </a:ext>
              </a:extLst>
            </p:cNvPr>
            <p:cNvSpPr/>
            <p:nvPr/>
          </p:nvSpPr>
          <p:spPr>
            <a:xfrm>
              <a:off x="5717000" y="3869435"/>
              <a:ext cx="196691" cy="90678"/>
            </a:xfrm>
            <a:custGeom>
              <a:avLst/>
              <a:gdLst>
                <a:gd name="connsiteX0" fmla="*/ 196691 w 196691"/>
                <a:gd name="connsiteY0" fmla="*/ 37910 h 90678"/>
                <a:gd name="connsiteX1" fmla="*/ 193834 w 196691"/>
                <a:gd name="connsiteY1" fmla="*/ 43815 h 90678"/>
                <a:gd name="connsiteX2" fmla="*/ 184213 w 196691"/>
                <a:gd name="connsiteY2" fmla="*/ 59436 h 90678"/>
                <a:gd name="connsiteX3" fmla="*/ 162401 w 196691"/>
                <a:gd name="connsiteY3" fmla="*/ 71533 h 90678"/>
                <a:gd name="connsiteX4" fmla="*/ 145923 w 196691"/>
                <a:gd name="connsiteY4" fmla="*/ 83820 h 90678"/>
                <a:gd name="connsiteX5" fmla="*/ 139732 w 196691"/>
                <a:gd name="connsiteY5" fmla="*/ 89630 h 90678"/>
                <a:gd name="connsiteX6" fmla="*/ 139351 w 196691"/>
                <a:gd name="connsiteY6" fmla="*/ 90678 h 90678"/>
                <a:gd name="connsiteX7" fmla="*/ 138970 w 196691"/>
                <a:gd name="connsiteY7" fmla="*/ 90011 h 90678"/>
                <a:gd name="connsiteX8" fmla="*/ 95536 w 196691"/>
                <a:gd name="connsiteY8" fmla="*/ 75152 h 90678"/>
                <a:gd name="connsiteX9" fmla="*/ 92583 w 196691"/>
                <a:gd name="connsiteY9" fmla="*/ 74295 h 90678"/>
                <a:gd name="connsiteX10" fmla="*/ 35243 w 196691"/>
                <a:gd name="connsiteY10" fmla="*/ 59246 h 90678"/>
                <a:gd name="connsiteX11" fmla="*/ 15430 w 196691"/>
                <a:gd name="connsiteY11" fmla="*/ 61817 h 90678"/>
                <a:gd name="connsiteX12" fmla="*/ 0 w 196691"/>
                <a:gd name="connsiteY12" fmla="*/ 51816 h 90678"/>
                <a:gd name="connsiteX13" fmla="*/ 15145 w 196691"/>
                <a:gd name="connsiteY13" fmla="*/ 40196 h 90678"/>
                <a:gd name="connsiteX14" fmla="*/ 61532 w 196691"/>
                <a:gd name="connsiteY14" fmla="*/ 2191 h 90678"/>
                <a:gd name="connsiteX15" fmla="*/ 63437 w 196691"/>
                <a:gd name="connsiteY15" fmla="*/ 0 h 90678"/>
                <a:gd name="connsiteX16" fmla="*/ 82582 w 196691"/>
                <a:gd name="connsiteY16" fmla="*/ 10668 h 90678"/>
                <a:gd name="connsiteX17" fmla="*/ 88773 w 196691"/>
                <a:gd name="connsiteY17" fmla="*/ 14954 h 90678"/>
                <a:gd name="connsiteX18" fmla="*/ 119729 w 196691"/>
                <a:gd name="connsiteY18" fmla="*/ 23432 h 90678"/>
                <a:gd name="connsiteX19" fmla="*/ 130397 w 196691"/>
                <a:gd name="connsiteY19" fmla="*/ 26003 h 90678"/>
                <a:gd name="connsiteX20" fmla="*/ 135541 w 196691"/>
                <a:gd name="connsiteY20" fmla="*/ 27051 h 90678"/>
                <a:gd name="connsiteX21" fmla="*/ 137446 w 196691"/>
                <a:gd name="connsiteY21" fmla="*/ 23717 h 90678"/>
                <a:gd name="connsiteX22" fmla="*/ 140208 w 196691"/>
                <a:gd name="connsiteY22" fmla="*/ 20860 h 90678"/>
                <a:gd name="connsiteX23" fmla="*/ 142970 w 196691"/>
                <a:gd name="connsiteY23" fmla="*/ 22098 h 90678"/>
                <a:gd name="connsiteX24" fmla="*/ 155638 w 196691"/>
                <a:gd name="connsiteY24" fmla="*/ 26765 h 90678"/>
                <a:gd name="connsiteX25" fmla="*/ 170021 w 196691"/>
                <a:gd name="connsiteY25" fmla="*/ 30766 h 90678"/>
                <a:gd name="connsiteX26" fmla="*/ 171831 w 196691"/>
                <a:gd name="connsiteY26" fmla="*/ 31147 h 90678"/>
                <a:gd name="connsiteX27" fmla="*/ 173260 w 196691"/>
                <a:gd name="connsiteY27" fmla="*/ 31433 h 90678"/>
                <a:gd name="connsiteX28" fmla="*/ 182309 w 196691"/>
                <a:gd name="connsiteY28" fmla="*/ 33719 h 90678"/>
                <a:gd name="connsiteX29" fmla="*/ 183071 w 196691"/>
                <a:gd name="connsiteY29" fmla="*/ 33909 h 90678"/>
                <a:gd name="connsiteX30" fmla="*/ 194882 w 196691"/>
                <a:gd name="connsiteY30" fmla="*/ 37338 h 90678"/>
                <a:gd name="connsiteX31" fmla="*/ 196691 w 196691"/>
                <a:gd name="connsiteY31" fmla="*/ 37910 h 9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6691" h="90678">
                  <a:moveTo>
                    <a:pt x="196691" y="37910"/>
                  </a:moveTo>
                  <a:lnTo>
                    <a:pt x="193834" y="43815"/>
                  </a:lnTo>
                  <a:lnTo>
                    <a:pt x="184213" y="59436"/>
                  </a:lnTo>
                  <a:lnTo>
                    <a:pt x="162401" y="71533"/>
                  </a:lnTo>
                  <a:lnTo>
                    <a:pt x="145923" y="83820"/>
                  </a:lnTo>
                  <a:lnTo>
                    <a:pt x="139732" y="89630"/>
                  </a:lnTo>
                  <a:lnTo>
                    <a:pt x="139351" y="90678"/>
                  </a:lnTo>
                  <a:lnTo>
                    <a:pt x="138970" y="90011"/>
                  </a:lnTo>
                  <a:lnTo>
                    <a:pt x="95536" y="75152"/>
                  </a:lnTo>
                  <a:lnTo>
                    <a:pt x="92583" y="74295"/>
                  </a:lnTo>
                  <a:lnTo>
                    <a:pt x="35243" y="59246"/>
                  </a:lnTo>
                  <a:lnTo>
                    <a:pt x="15430" y="61817"/>
                  </a:lnTo>
                  <a:lnTo>
                    <a:pt x="0" y="51816"/>
                  </a:lnTo>
                  <a:lnTo>
                    <a:pt x="15145" y="40196"/>
                  </a:lnTo>
                  <a:lnTo>
                    <a:pt x="61532" y="2191"/>
                  </a:lnTo>
                  <a:lnTo>
                    <a:pt x="63437" y="0"/>
                  </a:lnTo>
                  <a:lnTo>
                    <a:pt x="82582" y="10668"/>
                  </a:lnTo>
                  <a:lnTo>
                    <a:pt x="88773" y="14954"/>
                  </a:lnTo>
                  <a:lnTo>
                    <a:pt x="119729" y="23432"/>
                  </a:lnTo>
                  <a:lnTo>
                    <a:pt x="130397" y="26003"/>
                  </a:lnTo>
                  <a:lnTo>
                    <a:pt x="135541" y="27051"/>
                  </a:lnTo>
                  <a:lnTo>
                    <a:pt x="137446" y="23717"/>
                  </a:lnTo>
                  <a:lnTo>
                    <a:pt x="140208" y="20860"/>
                  </a:lnTo>
                  <a:lnTo>
                    <a:pt x="142970" y="22098"/>
                  </a:lnTo>
                  <a:lnTo>
                    <a:pt x="155638" y="26765"/>
                  </a:lnTo>
                  <a:lnTo>
                    <a:pt x="170021" y="30766"/>
                  </a:lnTo>
                  <a:lnTo>
                    <a:pt x="171831" y="31147"/>
                  </a:lnTo>
                  <a:lnTo>
                    <a:pt x="173260" y="31433"/>
                  </a:lnTo>
                  <a:lnTo>
                    <a:pt x="182309" y="33719"/>
                  </a:lnTo>
                  <a:lnTo>
                    <a:pt x="183071" y="33909"/>
                  </a:lnTo>
                  <a:lnTo>
                    <a:pt x="194882" y="37338"/>
                  </a:lnTo>
                  <a:lnTo>
                    <a:pt x="196691" y="3791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1" name="서울특별시 용산구 이촌1동">
              <a:extLst>
                <a:ext uri="{FF2B5EF4-FFF2-40B4-BE49-F238E27FC236}">
                  <a16:creationId xmlns:a16="http://schemas.microsoft.com/office/drawing/2014/main" id="{37119312-01CF-2CD5-36B3-021F31237C1E}"/>
                </a:ext>
              </a:extLst>
            </p:cNvPr>
            <p:cNvSpPr/>
            <p:nvPr/>
          </p:nvSpPr>
          <p:spPr>
            <a:xfrm>
              <a:off x="5792914" y="4189666"/>
              <a:ext cx="469677" cy="198024"/>
            </a:xfrm>
            <a:custGeom>
              <a:avLst/>
              <a:gdLst>
                <a:gd name="connsiteX0" fmla="*/ 345091 w 469677"/>
                <a:gd name="connsiteY0" fmla="*/ 22670 h 198024"/>
                <a:gd name="connsiteX1" fmla="*/ 368618 w 469677"/>
                <a:gd name="connsiteY1" fmla="*/ 30194 h 198024"/>
                <a:gd name="connsiteX2" fmla="*/ 410813 w 469677"/>
                <a:gd name="connsiteY2" fmla="*/ 43244 h 198024"/>
                <a:gd name="connsiteX3" fmla="*/ 433769 w 469677"/>
                <a:gd name="connsiteY3" fmla="*/ 50197 h 198024"/>
                <a:gd name="connsiteX4" fmla="*/ 457962 w 469677"/>
                <a:gd name="connsiteY4" fmla="*/ 57531 h 198024"/>
                <a:gd name="connsiteX5" fmla="*/ 464249 w 469677"/>
                <a:gd name="connsiteY5" fmla="*/ 62103 h 198024"/>
                <a:gd name="connsiteX6" fmla="*/ 467011 w 469677"/>
                <a:gd name="connsiteY6" fmla="*/ 66104 h 198024"/>
                <a:gd name="connsiteX7" fmla="*/ 467582 w 469677"/>
                <a:gd name="connsiteY7" fmla="*/ 69056 h 198024"/>
                <a:gd name="connsiteX8" fmla="*/ 467963 w 469677"/>
                <a:gd name="connsiteY8" fmla="*/ 70390 h 198024"/>
                <a:gd name="connsiteX9" fmla="*/ 468916 w 469677"/>
                <a:gd name="connsiteY9" fmla="*/ 78581 h 198024"/>
                <a:gd name="connsiteX10" fmla="*/ 469487 w 469677"/>
                <a:gd name="connsiteY10" fmla="*/ 94774 h 198024"/>
                <a:gd name="connsiteX11" fmla="*/ 469583 w 469677"/>
                <a:gd name="connsiteY11" fmla="*/ 99251 h 198024"/>
                <a:gd name="connsiteX12" fmla="*/ 469678 w 469677"/>
                <a:gd name="connsiteY12" fmla="*/ 107156 h 198024"/>
                <a:gd name="connsiteX13" fmla="*/ 469583 w 469677"/>
                <a:gd name="connsiteY13" fmla="*/ 118205 h 198024"/>
                <a:gd name="connsiteX14" fmla="*/ 469392 w 469677"/>
                <a:gd name="connsiteY14" fmla="*/ 122682 h 198024"/>
                <a:gd name="connsiteX15" fmla="*/ 469011 w 469677"/>
                <a:gd name="connsiteY15" fmla="*/ 126206 h 198024"/>
                <a:gd name="connsiteX16" fmla="*/ 468059 w 469677"/>
                <a:gd name="connsiteY16" fmla="*/ 131255 h 198024"/>
                <a:gd name="connsiteX17" fmla="*/ 463677 w 469677"/>
                <a:gd name="connsiteY17" fmla="*/ 153353 h 198024"/>
                <a:gd name="connsiteX18" fmla="*/ 458438 w 469677"/>
                <a:gd name="connsiteY18" fmla="*/ 172879 h 198024"/>
                <a:gd name="connsiteX19" fmla="*/ 415862 w 469677"/>
                <a:gd name="connsiteY19" fmla="*/ 198025 h 198024"/>
                <a:gd name="connsiteX20" fmla="*/ 333470 w 469677"/>
                <a:gd name="connsiteY20" fmla="*/ 194786 h 198024"/>
                <a:gd name="connsiteX21" fmla="*/ 189929 w 469677"/>
                <a:gd name="connsiteY21" fmla="*/ 189167 h 198024"/>
                <a:gd name="connsiteX22" fmla="*/ 134303 w 469677"/>
                <a:gd name="connsiteY22" fmla="*/ 186024 h 198024"/>
                <a:gd name="connsiteX23" fmla="*/ 112967 w 469677"/>
                <a:gd name="connsiteY23" fmla="*/ 181166 h 198024"/>
                <a:gd name="connsiteX24" fmla="*/ 104394 w 469677"/>
                <a:gd name="connsiteY24" fmla="*/ 179166 h 198024"/>
                <a:gd name="connsiteX25" fmla="*/ 94393 w 469677"/>
                <a:gd name="connsiteY25" fmla="*/ 175546 h 198024"/>
                <a:gd name="connsiteX26" fmla="*/ 0 w 469677"/>
                <a:gd name="connsiteY26" fmla="*/ 138303 h 198024"/>
                <a:gd name="connsiteX27" fmla="*/ 9144 w 469677"/>
                <a:gd name="connsiteY27" fmla="*/ 126302 h 198024"/>
                <a:gd name="connsiteX28" fmla="*/ 17907 w 469677"/>
                <a:gd name="connsiteY28" fmla="*/ 114205 h 198024"/>
                <a:gd name="connsiteX29" fmla="*/ 26956 w 469677"/>
                <a:gd name="connsiteY29" fmla="*/ 101537 h 198024"/>
                <a:gd name="connsiteX30" fmla="*/ 34385 w 469677"/>
                <a:gd name="connsiteY30" fmla="*/ 90869 h 198024"/>
                <a:gd name="connsiteX31" fmla="*/ 42101 w 469677"/>
                <a:gd name="connsiteY31" fmla="*/ 77819 h 198024"/>
                <a:gd name="connsiteX32" fmla="*/ 82677 w 469677"/>
                <a:gd name="connsiteY32" fmla="*/ 7525 h 198024"/>
                <a:gd name="connsiteX33" fmla="*/ 83725 w 469677"/>
                <a:gd name="connsiteY33" fmla="*/ 8001 h 198024"/>
                <a:gd name="connsiteX34" fmla="*/ 90869 w 469677"/>
                <a:gd name="connsiteY34" fmla="*/ 10954 h 198024"/>
                <a:gd name="connsiteX35" fmla="*/ 108776 w 469677"/>
                <a:gd name="connsiteY35" fmla="*/ 15621 h 198024"/>
                <a:gd name="connsiteX36" fmla="*/ 109728 w 469677"/>
                <a:gd name="connsiteY36" fmla="*/ 15812 h 198024"/>
                <a:gd name="connsiteX37" fmla="*/ 119444 w 469677"/>
                <a:gd name="connsiteY37" fmla="*/ 18193 h 198024"/>
                <a:gd name="connsiteX38" fmla="*/ 122777 w 469677"/>
                <a:gd name="connsiteY38" fmla="*/ 18479 h 198024"/>
                <a:gd name="connsiteX39" fmla="*/ 131254 w 469677"/>
                <a:gd name="connsiteY39" fmla="*/ 19145 h 198024"/>
                <a:gd name="connsiteX40" fmla="*/ 133636 w 469677"/>
                <a:gd name="connsiteY40" fmla="*/ 19050 h 198024"/>
                <a:gd name="connsiteX41" fmla="*/ 144018 w 469677"/>
                <a:gd name="connsiteY41" fmla="*/ 18764 h 198024"/>
                <a:gd name="connsiteX42" fmla="*/ 148400 w 469677"/>
                <a:gd name="connsiteY42" fmla="*/ 18193 h 198024"/>
                <a:gd name="connsiteX43" fmla="*/ 150400 w 469677"/>
                <a:gd name="connsiteY43" fmla="*/ 17907 h 198024"/>
                <a:gd name="connsiteX44" fmla="*/ 157544 w 469677"/>
                <a:gd name="connsiteY44" fmla="*/ 17050 h 198024"/>
                <a:gd name="connsiteX45" fmla="*/ 165640 w 469677"/>
                <a:gd name="connsiteY45" fmla="*/ 16002 h 198024"/>
                <a:gd name="connsiteX46" fmla="*/ 177927 w 469677"/>
                <a:gd name="connsiteY46" fmla="*/ 13621 h 198024"/>
                <a:gd name="connsiteX47" fmla="*/ 193358 w 469677"/>
                <a:gd name="connsiteY47" fmla="*/ 10573 h 198024"/>
                <a:gd name="connsiteX48" fmla="*/ 220504 w 469677"/>
                <a:gd name="connsiteY48" fmla="*/ 5239 h 198024"/>
                <a:gd name="connsiteX49" fmla="*/ 226124 w 469677"/>
                <a:gd name="connsiteY49" fmla="*/ 4382 h 198024"/>
                <a:gd name="connsiteX50" fmla="*/ 230124 w 469677"/>
                <a:gd name="connsiteY50" fmla="*/ 3810 h 198024"/>
                <a:gd name="connsiteX51" fmla="*/ 235363 w 469677"/>
                <a:gd name="connsiteY51" fmla="*/ 3048 h 198024"/>
                <a:gd name="connsiteX52" fmla="*/ 269462 w 469677"/>
                <a:gd name="connsiteY52" fmla="*/ 0 h 198024"/>
                <a:gd name="connsiteX53" fmla="*/ 277749 w 469677"/>
                <a:gd name="connsiteY53" fmla="*/ 1524 h 198024"/>
                <a:gd name="connsiteX54" fmla="*/ 279749 w 469677"/>
                <a:gd name="connsiteY54" fmla="*/ 2191 h 198024"/>
                <a:gd name="connsiteX55" fmla="*/ 345091 w 469677"/>
                <a:gd name="connsiteY55" fmla="*/ 22670 h 19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69677" h="198024">
                  <a:moveTo>
                    <a:pt x="345091" y="22670"/>
                  </a:moveTo>
                  <a:lnTo>
                    <a:pt x="368618" y="30194"/>
                  </a:lnTo>
                  <a:lnTo>
                    <a:pt x="410813" y="43244"/>
                  </a:lnTo>
                  <a:lnTo>
                    <a:pt x="433769" y="50197"/>
                  </a:lnTo>
                  <a:lnTo>
                    <a:pt x="457962" y="57531"/>
                  </a:lnTo>
                  <a:lnTo>
                    <a:pt x="464249" y="62103"/>
                  </a:lnTo>
                  <a:lnTo>
                    <a:pt x="467011" y="66104"/>
                  </a:lnTo>
                  <a:lnTo>
                    <a:pt x="467582" y="69056"/>
                  </a:lnTo>
                  <a:lnTo>
                    <a:pt x="467963" y="70390"/>
                  </a:lnTo>
                  <a:lnTo>
                    <a:pt x="468916" y="78581"/>
                  </a:lnTo>
                  <a:lnTo>
                    <a:pt x="469487" y="94774"/>
                  </a:lnTo>
                  <a:lnTo>
                    <a:pt x="469583" y="99251"/>
                  </a:lnTo>
                  <a:lnTo>
                    <a:pt x="469678" y="107156"/>
                  </a:lnTo>
                  <a:lnTo>
                    <a:pt x="469583" y="118205"/>
                  </a:lnTo>
                  <a:lnTo>
                    <a:pt x="469392" y="122682"/>
                  </a:lnTo>
                  <a:lnTo>
                    <a:pt x="469011" y="126206"/>
                  </a:lnTo>
                  <a:lnTo>
                    <a:pt x="468059" y="131255"/>
                  </a:lnTo>
                  <a:lnTo>
                    <a:pt x="463677" y="153353"/>
                  </a:lnTo>
                  <a:lnTo>
                    <a:pt x="458438" y="172879"/>
                  </a:lnTo>
                  <a:lnTo>
                    <a:pt x="415862" y="198025"/>
                  </a:lnTo>
                  <a:lnTo>
                    <a:pt x="333470" y="194786"/>
                  </a:lnTo>
                  <a:lnTo>
                    <a:pt x="189929" y="189167"/>
                  </a:lnTo>
                  <a:lnTo>
                    <a:pt x="134303" y="186024"/>
                  </a:lnTo>
                  <a:lnTo>
                    <a:pt x="112967" y="181166"/>
                  </a:lnTo>
                  <a:lnTo>
                    <a:pt x="104394" y="179166"/>
                  </a:lnTo>
                  <a:lnTo>
                    <a:pt x="94393" y="175546"/>
                  </a:lnTo>
                  <a:lnTo>
                    <a:pt x="0" y="138303"/>
                  </a:lnTo>
                  <a:lnTo>
                    <a:pt x="9144" y="126302"/>
                  </a:lnTo>
                  <a:lnTo>
                    <a:pt x="17907" y="114205"/>
                  </a:lnTo>
                  <a:lnTo>
                    <a:pt x="26956" y="101537"/>
                  </a:lnTo>
                  <a:lnTo>
                    <a:pt x="34385" y="90869"/>
                  </a:lnTo>
                  <a:lnTo>
                    <a:pt x="42101" y="77819"/>
                  </a:lnTo>
                  <a:lnTo>
                    <a:pt x="82677" y="7525"/>
                  </a:lnTo>
                  <a:lnTo>
                    <a:pt x="83725" y="8001"/>
                  </a:lnTo>
                  <a:lnTo>
                    <a:pt x="90869" y="10954"/>
                  </a:lnTo>
                  <a:lnTo>
                    <a:pt x="108776" y="15621"/>
                  </a:lnTo>
                  <a:lnTo>
                    <a:pt x="109728" y="15812"/>
                  </a:lnTo>
                  <a:lnTo>
                    <a:pt x="119444" y="18193"/>
                  </a:lnTo>
                  <a:lnTo>
                    <a:pt x="122777" y="18479"/>
                  </a:lnTo>
                  <a:lnTo>
                    <a:pt x="131254" y="19145"/>
                  </a:lnTo>
                  <a:lnTo>
                    <a:pt x="133636" y="19050"/>
                  </a:lnTo>
                  <a:lnTo>
                    <a:pt x="144018" y="18764"/>
                  </a:lnTo>
                  <a:lnTo>
                    <a:pt x="148400" y="18193"/>
                  </a:lnTo>
                  <a:lnTo>
                    <a:pt x="150400" y="17907"/>
                  </a:lnTo>
                  <a:lnTo>
                    <a:pt x="157544" y="17050"/>
                  </a:lnTo>
                  <a:lnTo>
                    <a:pt x="165640" y="16002"/>
                  </a:lnTo>
                  <a:lnTo>
                    <a:pt x="177927" y="13621"/>
                  </a:lnTo>
                  <a:lnTo>
                    <a:pt x="193358" y="10573"/>
                  </a:lnTo>
                  <a:lnTo>
                    <a:pt x="220504" y="5239"/>
                  </a:lnTo>
                  <a:lnTo>
                    <a:pt x="226124" y="4382"/>
                  </a:lnTo>
                  <a:lnTo>
                    <a:pt x="230124" y="3810"/>
                  </a:lnTo>
                  <a:lnTo>
                    <a:pt x="235363" y="3048"/>
                  </a:lnTo>
                  <a:lnTo>
                    <a:pt x="269462" y="0"/>
                  </a:lnTo>
                  <a:lnTo>
                    <a:pt x="277749" y="1524"/>
                  </a:lnTo>
                  <a:lnTo>
                    <a:pt x="279749" y="2191"/>
                  </a:lnTo>
                  <a:lnTo>
                    <a:pt x="345091" y="2267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2" name="서울특별시 용산구 이촌2동">
              <a:extLst>
                <a:ext uri="{FF2B5EF4-FFF2-40B4-BE49-F238E27FC236}">
                  <a16:creationId xmlns:a16="http://schemas.microsoft.com/office/drawing/2014/main" id="{4773797A-E703-4C97-0A2B-6F48BEB4B183}"/>
                </a:ext>
              </a:extLst>
            </p:cNvPr>
            <p:cNvSpPr/>
            <p:nvPr/>
          </p:nvSpPr>
          <p:spPr>
            <a:xfrm>
              <a:off x="5596032" y="4035837"/>
              <a:ext cx="279558" cy="292131"/>
            </a:xfrm>
            <a:custGeom>
              <a:avLst/>
              <a:gdLst>
                <a:gd name="connsiteX0" fmla="*/ 279559 w 279558"/>
                <a:gd name="connsiteY0" fmla="*/ 161354 h 292131"/>
                <a:gd name="connsiteX1" fmla="*/ 238982 w 279558"/>
                <a:gd name="connsiteY1" fmla="*/ 231648 h 292131"/>
                <a:gd name="connsiteX2" fmla="*/ 231267 w 279558"/>
                <a:gd name="connsiteY2" fmla="*/ 244697 h 292131"/>
                <a:gd name="connsiteX3" fmla="*/ 223838 w 279558"/>
                <a:gd name="connsiteY3" fmla="*/ 255365 h 292131"/>
                <a:gd name="connsiteX4" fmla="*/ 214789 w 279558"/>
                <a:gd name="connsiteY4" fmla="*/ 268034 h 292131"/>
                <a:gd name="connsiteX5" fmla="*/ 206026 w 279558"/>
                <a:gd name="connsiteY5" fmla="*/ 280130 h 292131"/>
                <a:gd name="connsiteX6" fmla="*/ 196882 w 279558"/>
                <a:gd name="connsiteY6" fmla="*/ 292132 h 292131"/>
                <a:gd name="connsiteX7" fmla="*/ 128397 w 279558"/>
                <a:gd name="connsiteY7" fmla="*/ 253555 h 292131"/>
                <a:gd name="connsiteX8" fmla="*/ 92202 w 279558"/>
                <a:gd name="connsiteY8" fmla="*/ 223742 h 292131"/>
                <a:gd name="connsiteX9" fmla="*/ 73723 w 279558"/>
                <a:gd name="connsiteY9" fmla="*/ 208502 h 292131"/>
                <a:gd name="connsiteX10" fmla="*/ 59436 w 279558"/>
                <a:gd name="connsiteY10" fmla="*/ 187833 h 292131"/>
                <a:gd name="connsiteX11" fmla="*/ 29051 w 279558"/>
                <a:gd name="connsiteY11" fmla="*/ 144018 h 292131"/>
                <a:gd name="connsiteX12" fmla="*/ 25051 w 279558"/>
                <a:gd name="connsiteY12" fmla="*/ 111824 h 292131"/>
                <a:gd name="connsiteX13" fmla="*/ 19621 w 279558"/>
                <a:gd name="connsiteY13" fmla="*/ 102775 h 292131"/>
                <a:gd name="connsiteX14" fmla="*/ 6763 w 279558"/>
                <a:gd name="connsiteY14" fmla="*/ 81153 h 292131"/>
                <a:gd name="connsiteX15" fmla="*/ 0 w 279558"/>
                <a:gd name="connsiteY15" fmla="*/ 76010 h 292131"/>
                <a:gd name="connsiteX16" fmla="*/ 20860 w 279558"/>
                <a:gd name="connsiteY16" fmla="*/ 64770 h 292131"/>
                <a:gd name="connsiteX17" fmla="*/ 24479 w 279558"/>
                <a:gd name="connsiteY17" fmla="*/ 62865 h 292131"/>
                <a:gd name="connsiteX18" fmla="*/ 70675 w 279558"/>
                <a:gd name="connsiteY18" fmla="*/ 38005 h 292131"/>
                <a:gd name="connsiteX19" fmla="*/ 101917 w 279558"/>
                <a:gd name="connsiteY19" fmla="*/ 21241 h 292131"/>
                <a:gd name="connsiteX20" fmla="*/ 132588 w 279558"/>
                <a:gd name="connsiteY20" fmla="*/ 6096 h 292131"/>
                <a:gd name="connsiteX21" fmla="*/ 140208 w 279558"/>
                <a:gd name="connsiteY21" fmla="*/ 2477 h 292131"/>
                <a:gd name="connsiteX22" fmla="*/ 149923 w 279558"/>
                <a:gd name="connsiteY22" fmla="*/ 0 h 292131"/>
                <a:gd name="connsiteX23" fmla="*/ 165163 w 279558"/>
                <a:gd name="connsiteY23" fmla="*/ 82677 h 292131"/>
                <a:gd name="connsiteX24" fmla="*/ 187071 w 279558"/>
                <a:gd name="connsiteY24" fmla="*/ 105251 h 292131"/>
                <a:gd name="connsiteX25" fmla="*/ 191262 w 279558"/>
                <a:gd name="connsiteY25" fmla="*/ 108966 h 292131"/>
                <a:gd name="connsiteX26" fmla="*/ 192881 w 279558"/>
                <a:gd name="connsiteY26" fmla="*/ 110490 h 292131"/>
                <a:gd name="connsiteX27" fmla="*/ 193548 w 279558"/>
                <a:gd name="connsiteY27" fmla="*/ 111062 h 292131"/>
                <a:gd name="connsiteX28" fmla="*/ 196977 w 279558"/>
                <a:gd name="connsiteY28" fmla="*/ 114014 h 292131"/>
                <a:gd name="connsiteX29" fmla="*/ 202882 w 279558"/>
                <a:gd name="connsiteY29" fmla="*/ 118967 h 292131"/>
                <a:gd name="connsiteX30" fmla="*/ 210788 w 279558"/>
                <a:gd name="connsiteY30" fmla="*/ 123730 h 292131"/>
                <a:gd name="connsiteX31" fmla="*/ 235553 w 279558"/>
                <a:gd name="connsiteY31" fmla="*/ 138970 h 292131"/>
                <a:gd name="connsiteX32" fmla="*/ 251270 w 279558"/>
                <a:gd name="connsiteY32" fmla="*/ 148304 h 292131"/>
                <a:gd name="connsiteX33" fmla="*/ 255460 w 279558"/>
                <a:gd name="connsiteY33" fmla="*/ 150304 h 292131"/>
                <a:gd name="connsiteX34" fmla="*/ 268319 w 279558"/>
                <a:gd name="connsiteY34" fmla="*/ 156591 h 292131"/>
                <a:gd name="connsiteX35" fmla="*/ 279559 w 279558"/>
                <a:gd name="connsiteY35" fmla="*/ 161354 h 29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9558" h="292131">
                  <a:moveTo>
                    <a:pt x="279559" y="161354"/>
                  </a:moveTo>
                  <a:lnTo>
                    <a:pt x="238982" y="231648"/>
                  </a:lnTo>
                  <a:lnTo>
                    <a:pt x="231267" y="244697"/>
                  </a:lnTo>
                  <a:lnTo>
                    <a:pt x="223838" y="255365"/>
                  </a:lnTo>
                  <a:lnTo>
                    <a:pt x="214789" y="268034"/>
                  </a:lnTo>
                  <a:lnTo>
                    <a:pt x="206026" y="280130"/>
                  </a:lnTo>
                  <a:lnTo>
                    <a:pt x="196882" y="292132"/>
                  </a:lnTo>
                  <a:lnTo>
                    <a:pt x="128397" y="253555"/>
                  </a:lnTo>
                  <a:lnTo>
                    <a:pt x="92202" y="223742"/>
                  </a:lnTo>
                  <a:lnTo>
                    <a:pt x="73723" y="208502"/>
                  </a:lnTo>
                  <a:lnTo>
                    <a:pt x="59436" y="187833"/>
                  </a:lnTo>
                  <a:lnTo>
                    <a:pt x="29051" y="144018"/>
                  </a:lnTo>
                  <a:lnTo>
                    <a:pt x="25051" y="111824"/>
                  </a:lnTo>
                  <a:lnTo>
                    <a:pt x="19621" y="102775"/>
                  </a:lnTo>
                  <a:lnTo>
                    <a:pt x="6763" y="81153"/>
                  </a:lnTo>
                  <a:lnTo>
                    <a:pt x="0" y="76010"/>
                  </a:lnTo>
                  <a:lnTo>
                    <a:pt x="20860" y="64770"/>
                  </a:lnTo>
                  <a:lnTo>
                    <a:pt x="24479" y="62865"/>
                  </a:lnTo>
                  <a:lnTo>
                    <a:pt x="70675" y="38005"/>
                  </a:lnTo>
                  <a:lnTo>
                    <a:pt x="101917" y="21241"/>
                  </a:lnTo>
                  <a:lnTo>
                    <a:pt x="132588" y="6096"/>
                  </a:lnTo>
                  <a:lnTo>
                    <a:pt x="140208" y="2477"/>
                  </a:lnTo>
                  <a:lnTo>
                    <a:pt x="149923" y="0"/>
                  </a:lnTo>
                  <a:lnTo>
                    <a:pt x="165163" y="82677"/>
                  </a:lnTo>
                  <a:lnTo>
                    <a:pt x="187071" y="105251"/>
                  </a:lnTo>
                  <a:lnTo>
                    <a:pt x="191262" y="108966"/>
                  </a:lnTo>
                  <a:lnTo>
                    <a:pt x="192881" y="110490"/>
                  </a:lnTo>
                  <a:lnTo>
                    <a:pt x="193548" y="111062"/>
                  </a:lnTo>
                  <a:lnTo>
                    <a:pt x="196977" y="114014"/>
                  </a:lnTo>
                  <a:lnTo>
                    <a:pt x="202882" y="118967"/>
                  </a:lnTo>
                  <a:lnTo>
                    <a:pt x="210788" y="123730"/>
                  </a:lnTo>
                  <a:lnTo>
                    <a:pt x="235553" y="138970"/>
                  </a:lnTo>
                  <a:lnTo>
                    <a:pt x="251270" y="148304"/>
                  </a:lnTo>
                  <a:lnTo>
                    <a:pt x="255460" y="150304"/>
                  </a:lnTo>
                  <a:lnTo>
                    <a:pt x="268319" y="156591"/>
                  </a:lnTo>
                  <a:lnTo>
                    <a:pt x="279559" y="16135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3" name="서울특별시 용산구 이태원1동">
              <a:extLst>
                <a:ext uri="{FF2B5EF4-FFF2-40B4-BE49-F238E27FC236}">
                  <a16:creationId xmlns:a16="http://schemas.microsoft.com/office/drawing/2014/main" id="{309BD5F2-91D7-4082-6357-40F43A9182BC}"/>
                </a:ext>
              </a:extLst>
            </p:cNvPr>
            <p:cNvSpPr/>
            <p:nvPr/>
          </p:nvSpPr>
          <p:spPr>
            <a:xfrm>
              <a:off x="6349269" y="3900868"/>
              <a:ext cx="180975" cy="185546"/>
            </a:xfrm>
            <a:custGeom>
              <a:avLst/>
              <a:gdLst>
                <a:gd name="connsiteX0" fmla="*/ 180975 w 180975"/>
                <a:gd name="connsiteY0" fmla="*/ 115253 h 185546"/>
                <a:gd name="connsiteX1" fmla="*/ 125349 w 180975"/>
                <a:gd name="connsiteY1" fmla="*/ 185547 h 185546"/>
                <a:gd name="connsiteX2" fmla="*/ 62484 w 180975"/>
                <a:gd name="connsiteY2" fmla="*/ 172307 h 185546"/>
                <a:gd name="connsiteX3" fmla="*/ 63055 w 180975"/>
                <a:gd name="connsiteY3" fmla="*/ 164401 h 185546"/>
                <a:gd name="connsiteX4" fmla="*/ 58674 w 180975"/>
                <a:gd name="connsiteY4" fmla="*/ 157829 h 185546"/>
                <a:gd name="connsiteX5" fmla="*/ 57436 w 180975"/>
                <a:gd name="connsiteY5" fmla="*/ 156115 h 185546"/>
                <a:gd name="connsiteX6" fmla="*/ 53816 w 180975"/>
                <a:gd name="connsiteY6" fmla="*/ 150685 h 185546"/>
                <a:gd name="connsiteX7" fmla="*/ 48673 w 180975"/>
                <a:gd name="connsiteY7" fmla="*/ 144304 h 185546"/>
                <a:gd name="connsiteX8" fmla="*/ 37910 w 180975"/>
                <a:gd name="connsiteY8" fmla="*/ 129826 h 185546"/>
                <a:gd name="connsiteX9" fmla="*/ 35147 w 180975"/>
                <a:gd name="connsiteY9" fmla="*/ 126111 h 185546"/>
                <a:gd name="connsiteX10" fmla="*/ 33147 w 180975"/>
                <a:gd name="connsiteY10" fmla="*/ 122777 h 185546"/>
                <a:gd name="connsiteX11" fmla="*/ 30194 w 180975"/>
                <a:gd name="connsiteY11" fmla="*/ 118015 h 185546"/>
                <a:gd name="connsiteX12" fmla="*/ 28385 w 180975"/>
                <a:gd name="connsiteY12" fmla="*/ 115157 h 185546"/>
                <a:gd name="connsiteX13" fmla="*/ 26670 w 180975"/>
                <a:gd name="connsiteY13" fmla="*/ 112300 h 185546"/>
                <a:gd name="connsiteX14" fmla="*/ 20098 w 180975"/>
                <a:gd name="connsiteY14" fmla="*/ 102870 h 185546"/>
                <a:gd name="connsiteX15" fmla="*/ 18764 w 180975"/>
                <a:gd name="connsiteY15" fmla="*/ 101155 h 185546"/>
                <a:gd name="connsiteX16" fmla="*/ 16193 w 180975"/>
                <a:gd name="connsiteY16" fmla="*/ 97822 h 185546"/>
                <a:gd name="connsiteX17" fmla="*/ 15716 w 180975"/>
                <a:gd name="connsiteY17" fmla="*/ 97346 h 185546"/>
                <a:gd name="connsiteX18" fmla="*/ 13145 w 180975"/>
                <a:gd name="connsiteY18" fmla="*/ 94393 h 185546"/>
                <a:gd name="connsiteX19" fmla="*/ 11716 w 180975"/>
                <a:gd name="connsiteY19" fmla="*/ 93059 h 185546"/>
                <a:gd name="connsiteX20" fmla="*/ 10478 w 180975"/>
                <a:gd name="connsiteY20" fmla="*/ 91821 h 185546"/>
                <a:gd name="connsiteX21" fmla="*/ 8477 w 180975"/>
                <a:gd name="connsiteY21" fmla="*/ 90011 h 185546"/>
                <a:gd name="connsiteX22" fmla="*/ 7334 w 180975"/>
                <a:gd name="connsiteY22" fmla="*/ 89154 h 185546"/>
                <a:gd name="connsiteX23" fmla="*/ 6001 w 180975"/>
                <a:gd name="connsiteY23" fmla="*/ 88106 h 185546"/>
                <a:gd name="connsiteX24" fmla="*/ 3620 w 180975"/>
                <a:gd name="connsiteY24" fmla="*/ 86201 h 185546"/>
                <a:gd name="connsiteX25" fmla="*/ 1524 w 180975"/>
                <a:gd name="connsiteY25" fmla="*/ 84487 h 185546"/>
                <a:gd name="connsiteX26" fmla="*/ 0 w 180975"/>
                <a:gd name="connsiteY26" fmla="*/ 83153 h 185546"/>
                <a:gd name="connsiteX27" fmla="*/ 34004 w 180975"/>
                <a:gd name="connsiteY27" fmla="*/ 60198 h 185546"/>
                <a:gd name="connsiteX28" fmla="*/ 121063 w 180975"/>
                <a:gd name="connsiteY28" fmla="*/ 11335 h 185546"/>
                <a:gd name="connsiteX29" fmla="*/ 130683 w 180975"/>
                <a:gd name="connsiteY29" fmla="*/ 4953 h 185546"/>
                <a:gd name="connsiteX30" fmla="*/ 135160 w 180975"/>
                <a:gd name="connsiteY30" fmla="*/ 0 h 185546"/>
                <a:gd name="connsiteX31" fmla="*/ 131254 w 180975"/>
                <a:gd name="connsiteY31" fmla="*/ 13621 h 185546"/>
                <a:gd name="connsiteX32" fmla="*/ 165926 w 180975"/>
                <a:gd name="connsiteY32" fmla="*/ 101917 h 185546"/>
                <a:gd name="connsiteX33" fmla="*/ 180975 w 180975"/>
                <a:gd name="connsiteY33" fmla="*/ 115253 h 18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0975" h="185546">
                  <a:moveTo>
                    <a:pt x="180975" y="115253"/>
                  </a:moveTo>
                  <a:lnTo>
                    <a:pt x="125349" y="185547"/>
                  </a:lnTo>
                  <a:lnTo>
                    <a:pt x="62484" y="172307"/>
                  </a:lnTo>
                  <a:lnTo>
                    <a:pt x="63055" y="164401"/>
                  </a:lnTo>
                  <a:lnTo>
                    <a:pt x="58674" y="157829"/>
                  </a:lnTo>
                  <a:lnTo>
                    <a:pt x="57436" y="156115"/>
                  </a:lnTo>
                  <a:lnTo>
                    <a:pt x="53816" y="150685"/>
                  </a:lnTo>
                  <a:lnTo>
                    <a:pt x="48673" y="144304"/>
                  </a:lnTo>
                  <a:lnTo>
                    <a:pt x="37910" y="129826"/>
                  </a:lnTo>
                  <a:lnTo>
                    <a:pt x="35147" y="126111"/>
                  </a:lnTo>
                  <a:lnTo>
                    <a:pt x="33147" y="122777"/>
                  </a:lnTo>
                  <a:lnTo>
                    <a:pt x="30194" y="118015"/>
                  </a:lnTo>
                  <a:lnTo>
                    <a:pt x="28385" y="115157"/>
                  </a:lnTo>
                  <a:lnTo>
                    <a:pt x="26670" y="112300"/>
                  </a:lnTo>
                  <a:lnTo>
                    <a:pt x="20098" y="102870"/>
                  </a:lnTo>
                  <a:lnTo>
                    <a:pt x="18764" y="101155"/>
                  </a:lnTo>
                  <a:lnTo>
                    <a:pt x="16193" y="97822"/>
                  </a:lnTo>
                  <a:lnTo>
                    <a:pt x="15716" y="97346"/>
                  </a:lnTo>
                  <a:lnTo>
                    <a:pt x="13145" y="94393"/>
                  </a:lnTo>
                  <a:lnTo>
                    <a:pt x="11716" y="93059"/>
                  </a:lnTo>
                  <a:lnTo>
                    <a:pt x="10478" y="91821"/>
                  </a:lnTo>
                  <a:lnTo>
                    <a:pt x="8477" y="90011"/>
                  </a:lnTo>
                  <a:lnTo>
                    <a:pt x="7334" y="89154"/>
                  </a:lnTo>
                  <a:lnTo>
                    <a:pt x="6001" y="88106"/>
                  </a:lnTo>
                  <a:lnTo>
                    <a:pt x="3620" y="86201"/>
                  </a:lnTo>
                  <a:lnTo>
                    <a:pt x="1524" y="84487"/>
                  </a:lnTo>
                  <a:lnTo>
                    <a:pt x="0" y="83153"/>
                  </a:lnTo>
                  <a:lnTo>
                    <a:pt x="34004" y="60198"/>
                  </a:lnTo>
                  <a:lnTo>
                    <a:pt x="121063" y="11335"/>
                  </a:lnTo>
                  <a:lnTo>
                    <a:pt x="130683" y="4953"/>
                  </a:lnTo>
                  <a:lnTo>
                    <a:pt x="135160" y="0"/>
                  </a:lnTo>
                  <a:lnTo>
                    <a:pt x="131254" y="13621"/>
                  </a:lnTo>
                  <a:lnTo>
                    <a:pt x="165926" y="101917"/>
                  </a:lnTo>
                  <a:lnTo>
                    <a:pt x="180975" y="11525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4" name="서울특별시 용산구 이태원2동">
              <a:extLst>
                <a:ext uri="{FF2B5EF4-FFF2-40B4-BE49-F238E27FC236}">
                  <a16:creationId xmlns:a16="http://schemas.microsoft.com/office/drawing/2014/main" id="{718924EB-F358-8140-4AB5-152E7816928A}"/>
                </a:ext>
              </a:extLst>
            </p:cNvPr>
            <p:cNvSpPr/>
            <p:nvPr/>
          </p:nvSpPr>
          <p:spPr>
            <a:xfrm>
              <a:off x="6329267" y="3718083"/>
              <a:ext cx="200882" cy="267938"/>
            </a:xfrm>
            <a:custGeom>
              <a:avLst/>
              <a:gdLst>
                <a:gd name="connsiteX0" fmla="*/ 154781 w 200882"/>
                <a:gd name="connsiteY0" fmla="*/ 32956 h 267938"/>
                <a:gd name="connsiteX1" fmla="*/ 176308 w 200882"/>
                <a:gd name="connsiteY1" fmla="*/ 54959 h 267938"/>
                <a:gd name="connsiteX2" fmla="*/ 200882 w 200882"/>
                <a:gd name="connsiteY2" fmla="*/ 123920 h 267938"/>
                <a:gd name="connsiteX3" fmla="*/ 200501 w 200882"/>
                <a:gd name="connsiteY3" fmla="*/ 131159 h 267938"/>
                <a:gd name="connsiteX4" fmla="*/ 199835 w 200882"/>
                <a:gd name="connsiteY4" fmla="*/ 141351 h 267938"/>
                <a:gd name="connsiteX5" fmla="*/ 199358 w 200882"/>
                <a:gd name="connsiteY5" fmla="*/ 142018 h 267938"/>
                <a:gd name="connsiteX6" fmla="*/ 195453 w 200882"/>
                <a:gd name="connsiteY6" fmla="*/ 147352 h 267938"/>
                <a:gd name="connsiteX7" fmla="*/ 195072 w 200882"/>
                <a:gd name="connsiteY7" fmla="*/ 147923 h 267938"/>
                <a:gd name="connsiteX8" fmla="*/ 192405 w 200882"/>
                <a:gd name="connsiteY8" fmla="*/ 150209 h 267938"/>
                <a:gd name="connsiteX9" fmla="*/ 191357 w 200882"/>
                <a:gd name="connsiteY9" fmla="*/ 151162 h 267938"/>
                <a:gd name="connsiteX10" fmla="*/ 184023 w 200882"/>
                <a:gd name="connsiteY10" fmla="*/ 154400 h 267938"/>
                <a:gd name="connsiteX11" fmla="*/ 176117 w 200882"/>
                <a:gd name="connsiteY11" fmla="*/ 159258 h 267938"/>
                <a:gd name="connsiteX12" fmla="*/ 164497 w 200882"/>
                <a:gd name="connsiteY12" fmla="*/ 166973 h 267938"/>
                <a:gd name="connsiteX13" fmla="*/ 160877 w 200882"/>
                <a:gd name="connsiteY13" fmla="*/ 169354 h 267938"/>
                <a:gd name="connsiteX14" fmla="*/ 158305 w 200882"/>
                <a:gd name="connsiteY14" fmla="*/ 171069 h 267938"/>
                <a:gd name="connsiteX15" fmla="*/ 156496 w 200882"/>
                <a:gd name="connsiteY15" fmla="*/ 173736 h 267938"/>
                <a:gd name="connsiteX16" fmla="*/ 156115 w 200882"/>
                <a:gd name="connsiteY16" fmla="*/ 175070 h 267938"/>
                <a:gd name="connsiteX17" fmla="*/ 155734 w 200882"/>
                <a:gd name="connsiteY17" fmla="*/ 176498 h 267938"/>
                <a:gd name="connsiteX18" fmla="*/ 155448 w 200882"/>
                <a:gd name="connsiteY18" fmla="*/ 177737 h 267938"/>
                <a:gd name="connsiteX19" fmla="*/ 155162 w 200882"/>
                <a:gd name="connsiteY19" fmla="*/ 179165 h 267938"/>
                <a:gd name="connsiteX20" fmla="*/ 155162 w 200882"/>
                <a:gd name="connsiteY20" fmla="*/ 182785 h 267938"/>
                <a:gd name="connsiteX21" fmla="*/ 150686 w 200882"/>
                <a:gd name="connsiteY21" fmla="*/ 187738 h 267938"/>
                <a:gd name="connsiteX22" fmla="*/ 141065 w 200882"/>
                <a:gd name="connsiteY22" fmla="*/ 194120 h 267938"/>
                <a:gd name="connsiteX23" fmla="*/ 54007 w 200882"/>
                <a:gd name="connsiteY23" fmla="*/ 242983 h 267938"/>
                <a:gd name="connsiteX24" fmla="*/ 20003 w 200882"/>
                <a:gd name="connsiteY24" fmla="*/ 265938 h 267938"/>
                <a:gd name="connsiteX25" fmla="*/ 18669 w 200882"/>
                <a:gd name="connsiteY25" fmla="*/ 267938 h 267938"/>
                <a:gd name="connsiteX26" fmla="*/ 10763 w 200882"/>
                <a:gd name="connsiteY26" fmla="*/ 264890 h 267938"/>
                <a:gd name="connsiteX27" fmla="*/ 3143 w 200882"/>
                <a:gd name="connsiteY27" fmla="*/ 242411 h 267938"/>
                <a:gd name="connsiteX28" fmla="*/ 95 w 200882"/>
                <a:gd name="connsiteY28" fmla="*/ 210217 h 267938"/>
                <a:gd name="connsiteX29" fmla="*/ 0 w 200882"/>
                <a:gd name="connsiteY29" fmla="*/ 196691 h 267938"/>
                <a:gd name="connsiteX30" fmla="*/ 286 w 200882"/>
                <a:gd name="connsiteY30" fmla="*/ 195548 h 267938"/>
                <a:gd name="connsiteX31" fmla="*/ 571 w 200882"/>
                <a:gd name="connsiteY31" fmla="*/ 194310 h 267938"/>
                <a:gd name="connsiteX32" fmla="*/ 762 w 200882"/>
                <a:gd name="connsiteY32" fmla="*/ 193643 h 267938"/>
                <a:gd name="connsiteX33" fmla="*/ 3334 w 200882"/>
                <a:gd name="connsiteY33" fmla="*/ 184023 h 267938"/>
                <a:gd name="connsiteX34" fmla="*/ 29242 w 200882"/>
                <a:gd name="connsiteY34" fmla="*/ 116586 h 267938"/>
                <a:gd name="connsiteX35" fmla="*/ 29813 w 200882"/>
                <a:gd name="connsiteY35" fmla="*/ 115062 h 267938"/>
                <a:gd name="connsiteX36" fmla="*/ 30480 w 200882"/>
                <a:gd name="connsiteY36" fmla="*/ 113347 h 267938"/>
                <a:gd name="connsiteX37" fmla="*/ 32290 w 200882"/>
                <a:gd name="connsiteY37" fmla="*/ 108775 h 267938"/>
                <a:gd name="connsiteX38" fmla="*/ 43529 w 200882"/>
                <a:gd name="connsiteY38" fmla="*/ 97060 h 267938"/>
                <a:gd name="connsiteX39" fmla="*/ 64579 w 200882"/>
                <a:gd name="connsiteY39" fmla="*/ 65627 h 267938"/>
                <a:gd name="connsiteX40" fmla="*/ 75533 w 200882"/>
                <a:gd name="connsiteY40" fmla="*/ 48673 h 267938"/>
                <a:gd name="connsiteX41" fmla="*/ 84011 w 200882"/>
                <a:gd name="connsiteY41" fmla="*/ 22193 h 267938"/>
                <a:gd name="connsiteX42" fmla="*/ 116205 w 200882"/>
                <a:gd name="connsiteY42" fmla="*/ 0 h 267938"/>
                <a:gd name="connsiteX43" fmla="*/ 154781 w 200882"/>
                <a:gd name="connsiteY43" fmla="*/ 32956 h 26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00882" h="267938">
                  <a:moveTo>
                    <a:pt x="154781" y="32956"/>
                  </a:moveTo>
                  <a:lnTo>
                    <a:pt x="176308" y="54959"/>
                  </a:lnTo>
                  <a:lnTo>
                    <a:pt x="200882" y="123920"/>
                  </a:lnTo>
                  <a:lnTo>
                    <a:pt x="200501" y="131159"/>
                  </a:lnTo>
                  <a:lnTo>
                    <a:pt x="199835" y="141351"/>
                  </a:lnTo>
                  <a:lnTo>
                    <a:pt x="199358" y="142018"/>
                  </a:lnTo>
                  <a:lnTo>
                    <a:pt x="195453" y="147352"/>
                  </a:lnTo>
                  <a:lnTo>
                    <a:pt x="195072" y="147923"/>
                  </a:lnTo>
                  <a:lnTo>
                    <a:pt x="192405" y="150209"/>
                  </a:lnTo>
                  <a:lnTo>
                    <a:pt x="191357" y="151162"/>
                  </a:lnTo>
                  <a:lnTo>
                    <a:pt x="184023" y="154400"/>
                  </a:lnTo>
                  <a:lnTo>
                    <a:pt x="176117" y="159258"/>
                  </a:lnTo>
                  <a:lnTo>
                    <a:pt x="164497" y="166973"/>
                  </a:lnTo>
                  <a:lnTo>
                    <a:pt x="160877" y="169354"/>
                  </a:lnTo>
                  <a:lnTo>
                    <a:pt x="158305" y="171069"/>
                  </a:lnTo>
                  <a:lnTo>
                    <a:pt x="156496" y="173736"/>
                  </a:lnTo>
                  <a:lnTo>
                    <a:pt x="156115" y="175070"/>
                  </a:lnTo>
                  <a:lnTo>
                    <a:pt x="155734" y="176498"/>
                  </a:lnTo>
                  <a:lnTo>
                    <a:pt x="155448" y="177737"/>
                  </a:lnTo>
                  <a:lnTo>
                    <a:pt x="155162" y="179165"/>
                  </a:lnTo>
                  <a:lnTo>
                    <a:pt x="155162" y="182785"/>
                  </a:lnTo>
                  <a:lnTo>
                    <a:pt x="150686" y="187738"/>
                  </a:lnTo>
                  <a:lnTo>
                    <a:pt x="141065" y="194120"/>
                  </a:lnTo>
                  <a:lnTo>
                    <a:pt x="54007" y="242983"/>
                  </a:lnTo>
                  <a:lnTo>
                    <a:pt x="20003" y="265938"/>
                  </a:lnTo>
                  <a:lnTo>
                    <a:pt x="18669" y="267938"/>
                  </a:lnTo>
                  <a:lnTo>
                    <a:pt x="10763" y="264890"/>
                  </a:lnTo>
                  <a:lnTo>
                    <a:pt x="3143" y="242411"/>
                  </a:lnTo>
                  <a:lnTo>
                    <a:pt x="95" y="210217"/>
                  </a:lnTo>
                  <a:lnTo>
                    <a:pt x="0" y="196691"/>
                  </a:lnTo>
                  <a:lnTo>
                    <a:pt x="286" y="195548"/>
                  </a:lnTo>
                  <a:lnTo>
                    <a:pt x="571" y="194310"/>
                  </a:lnTo>
                  <a:lnTo>
                    <a:pt x="762" y="193643"/>
                  </a:lnTo>
                  <a:lnTo>
                    <a:pt x="3334" y="184023"/>
                  </a:lnTo>
                  <a:lnTo>
                    <a:pt x="29242" y="116586"/>
                  </a:lnTo>
                  <a:lnTo>
                    <a:pt x="29813" y="115062"/>
                  </a:lnTo>
                  <a:lnTo>
                    <a:pt x="30480" y="113347"/>
                  </a:lnTo>
                  <a:lnTo>
                    <a:pt x="32290" y="108775"/>
                  </a:lnTo>
                  <a:lnTo>
                    <a:pt x="43529" y="97060"/>
                  </a:lnTo>
                  <a:lnTo>
                    <a:pt x="64579" y="65627"/>
                  </a:lnTo>
                  <a:lnTo>
                    <a:pt x="75533" y="48673"/>
                  </a:lnTo>
                  <a:lnTo>
                    <a:pt x="84011" y="22193"/>
                  </a:lnTo>
                  <a:lnTo>
                    <a:pt x="116205" y="0"/>
                  </a:lnTo>
                  <a:lnTo>
                    <a:pt x="154781" y="329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05" name="서울특별시 용산구 서빙고동">
              <a:extLst>
                <a:ext uri="{FF2B5EF4-FFF2-40B4-BE49-F238E27FC236}">
                  <a16:creationId xmlns:a16="http://schemas.microsoft.com/office/drawing/2014/main" id="{2BE8CD64-3749-4A28-328E-5FBC7AC1493D}"/>
                </a:ext>
              </a:extLst>
            </p:cNvPr>
            <p:cNvSpPr/>
            <p:nvPr/>
          </p:nvSpPr>
          <p:spPr>
            <a:xfrm>
              <a:off x="6138005" y="4013263"/>
              <a:ext cx="438245" cy="363759"/>
            </a:xfrm>
            <a:custGeom>
              <a:avLst/>
              <a:gdLst>
                <a:gd name="connsiteX0" fmla="*/ 273748 w 438245"/>
                <a:gd name="connsiteY0" fmla="*/ 59912 h 363759"/>
                <a:gd name="connsiteX1" fmla="*/ 336613 w 438245"/>
                <a:gd name="connsiteY1" fmla="*/ 73152 h 363759"/>
                <a:gd name="connsiteX2" fmla="*/ 346805 w 438245"/>
                <a:gd name="connsiteY2" fmla="*/ 74962 h 363759"/>
                <a:gd name="connsiteX3" fmla="*/ 369856 w 438245"/>
                <a:gd name="connsiteY3" fmla="*/ 87439 h 363759"/>
                <a:gd name="connsiteX4" fmla="*/ 371761 w 438245"/>
                <a:gd name="connsiteY4" fmla="*/ 88773 h 363759"/>
                <a:gd name="connsiteX5" fmla="*/ 373285 w 438245"/>
                <a:gd name="connsiteY5" fmla="*/ 90106 h 363759"/>
                <a:gd name="connsiteX6" fmla="*/ 378142 w 438245"/>
                <a:gd name="connsiteY6" fmla="*/ 106109 h 363759"/>
                <a:gd name="connsiteX7" fmla="*/ 375190 w 438245"/>
                <a:gd name="connsiteY7" fmla="*/ 110776 h 363759"/>
                <a:gd name="connsiteX8" fmla="*/ 370904 w 438245"/>
                <a:gd name="connsiteY8" fmla="*/ 117634 h 363759"/>
                <a:gd name="connsiteX9" fmla="*/ 369094 w 438245"/>
                <a:gd name="connsiteY9" fmla="*/ 124873 h 363759"/>
                <a:gd name="connsiteX10" fmla="*/ 374809 w 438245"/>
                <a:gd name="connsiteY10" fmla="*/ 137541 h 363759"/>
                <a:gd name="connsiteX11" fmla="*/ 376714 w 438245"/>
                <a:gd name="connsiteY11" fmla="*/ 141065 h 363759"/>
                <a:gd name="connsiteX12" fmla="*/ 386239 w 438245"/>
                <a:gd name="connsiteY12" fmla="*/ 145352 h 363759"/>
                <a:gd name="connsiteX13" fmla="*/ 425005 w 438245"/>
                <a:gd name="connsiteY13" fmla="*/ 175451 h 363759"/>
                <a:gd name="connsiteX14" fmla="*/ 432435 w 438245"/>
                <a:gd name="connsiteY14" fmla="*/ 181451 h 363759"/>
                <a:gd name="connsiteX15" fmla="*/ 435673 w 438245"/>
                <a:gd name="connsiteY15" fmla="*/ 186500 h 363759"/>
                <a:gd name="connsiteX16" fmla="*/ 438245 w 438245"/>
                <a:gd name="connsiteY16" fmla="*/ 193262 h 363759"/>
                <a:gd name="connsiteX17" fmla="*/ 437864 w 438245"/>
                <a:gd name="connsiteY17" fmla="*/ 268700 h 363759"/>
                <a:gd name="connsiteX18" fmla="*/ 357283 w 438245"/>
                <a:gd name="connsiteY18" fmla="*/ 308705 h 363759"/>
                <a:gd name="connsiteX19" fmla="*/ 238315 w 438245"/>
                <a:gd name="connsiteY19" fmla="*/ 363760 h 363759"/>
                <a:gd name="connsiteX20" fmla="*/ 224599 w 438245"/>
                <a:gd name="connsiteY20" fmla="*/ 338519 h 363759"/>
                <a:gd name="connsiteX21" fmla="*/ 158782 w 438245"/>
                <a:gd name="connsiteY21" fmla="*/ 346996 h 363759"/>
                <a:gd name="connsiteX22" fmla="*/ 113347 w 438245"/>
                <a:gd name="connsiteY22" fmla="*/ 349282 h 363759"/>
                <a:gd name="connsiteX23" fmla="*/ 118586 w 438245"/>
                <a:gd name="connsiteY23" fmla="*/ 329755 h 363759"/>
                <a:gd name="connsiteX24" fmla="*/ 122968 w 438245"/>
                <a:gd name="connsiteY24" fmla="*/ 307658 h 363759"/>
                <a:gd name="connsiteX25" fmla="*/ 123920 w 438245"/>
                <a:gd name="connsiteY25" fmla="*/ 302609 h 363759"/>
                <a:gd name="connsiteX26" fmla="*/ 124301 w 438245"/>
                <a:gd name="connsiteY26" fmla="*/ 299085 h 363759"/>
                <a:gd name="connsiteX27" fmla="*/ 124492 w 438245"/>
                <a:gd name="connsiteY27" fmla="*/ 294608 h 363759"/>
                <a:gd name="connsiteX28" fmla="*/ 124587 w 438245"/>
                <a:gd name="connsiteY28" fmla="*/ 283559 h 363759"/>
                <a:gd name="connsiteX29" fmla="*/ 124492 w 438245"/>
                <a:gd name="connsiteY29" fmla="*/ 275654 h 363759"/>
                <a:gd name="connsiteX30" fmla="*/ 124396 w 438245"/>
                <a:gd name="connsiteY30" fmla="*/ 271177 h 363759"/>
                <a:gd name="connsiteX31" fmla="*/ 123825 w 438245"/>
                <a:gd name="connsiteY31" fmla="*/ 254984 h 363759"/>
                <a:gd name="connsiteX32" fmla="*/ 122872 w 438245"/>
                <a:gd name="connsiteY32" fmla="*/ 246793 h 363759"/>
                <a:gd name="connsiteX33" fmla="*/ 122491 w 438245"/>
                <a:gd name="connsiteY33" fmla="*/ 245459 h 363759"/>
                <a:gd name="connsiteX34" fmla="*/ 121920 w 438245"/>
                <a:gd name="connsiteY34" fmla="*/ 242506 h 363759"/>
                <a:gd name="connsiteX35" fmla="*/ 119158 w 438245"/>
                <a:gd name="connsiteY35" fmla="*/ 238506 h 363759"/>
                <a:gd name="connsiteX36" fmla="*/ 112871 w 438245"/>
                <a:gd name="connsiteY36" fmla="*/ 233934 h 363759"/>
                <a:gd name="connsiteX37" fmla="*/ 88678 w 438245"/>
                <a:gd name="connsiteY37" fmla="*/ 226600 h 363759"/>
                <a:gd name="connsiteX38" fmla="*/ 65722 w 438245"/>
                <a:gd name="connsiteY38" fmla="*/ 219646 h 363759"/>
                <a:gd name="connsiteX39" fmla="*/ 23527 w 438245"/>
                <a:gd name="connsiteY39" fmla="*/ 206597 h 363759"/>
                <a:gd name="connsiteX40" fmla="*/ 0 w 438245"/>
                <a:gd name="connsiteY40" fmla="*/ 199072 h 363759"/>
                <a:gd name="connsiteX41" fmla="*/ 54578 w 438245"/>
                <a:gd name="connsiteY41" fmla="*/ 0 h 363759"/>
                <a:gd name="connsiteX42" fmla="*/ 137160 w 438245"/>
                <a:gd name="connsiteY42" fmla="*/ 29337 h 363759"/>
                <a:gd name="connsiteX43" fmla="*/ 137160 w 438245"/>
                <a:gd name="connsiteY43" fmla="*/ 60770 h 363759"/>
                <a:gd name="connsiteX44" fmla="*/ 173355 w 438245"/>
                <a:gd name="connsiteY44" fmla="*/ 60579 h 363759"/>
                <a:gd name="connsiteX45" fmla="*/ 221742 w 438245"/>
                <a:gd name="connsiteY45" fmla="*/ 60293 h 363759"/>
                <a:gd name="connsiteX46" fmla="*/ 266129 w 438245"/>
                <a:gd name="connsiteY46" fmla="*/ 60008 h 363759"/>
                <a:gd name="connsiteX47" fmla="*/ 273748 w 438245"/>
                <a:gd name="connsiteY47" fmla="*/ 59912 h 36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38245" h="363759">
                  <a:moveTo>
                    <a:pt x="273748" y="59912"/>
                  </a:moveTo>
                  <a:lnTo>
                    <a:pt x="336613" y="73152"/>
                  </a:lnTo>
                  <a:lnTo>
                    <a:pt x="346805" y="74962"/>
                  </a:lnTo>
                  <a:lnTo>
                    <a:pt x="369856" y="87439"/>
                  </a:lnTo>
                  <a:lnTo>
                    <a:pt x="371761" y="88773"/>
                  </a:lnTo>
                  <a:lnTo>
                    <a:pt x="373285" y="90106"/>
                  </a:lnTo>
                  <a:lnTo>
                    <a:pt x="378142" y="106109"/>
                  </a:lnTo>
                  <a:lnTo>
                    <a:pt x="375190" y="110776"/>
                  </a:lnTo>
                  <a:lnTo>
                    <a:pt x="370904" y="117634"/>
                  </a:lnTo>
                  <a:lnTo>
                    <a:pt x="369094" y="124873"/>
                  </a:lnTo>
                  <a:lnTo>
                    <a:pt x="374809" y="137541"/>
                  </a:lnTo>
                  <a:lnTo>
                    <a:pt x="376714" y="141065"/>
                  </a:lnTo>
                  <a:lnTo>
                    <a:pt x="386239" y="145352"/>
                  </a:lnTo>
                  <a:lnTo>
                    <a:pt x="425005" y="175451"/>
                  </a:lnTo>
                  <a:lnTo>
                    <a:pt x="432435" y="181451"/>
                  </a:lnTo>
                  <a:lnTo>
                    <a:pt x="435673" y="186500"/>
                  </a:lnTo>
                  <a:lnTo>
                    <a:pt x="438245" y="193262"/>
                  </a:lnTo>
                  <a:lnTo>
                    <a:pt x="437864" y="268700"/>
                  </a:lnTo>
                  <a:lnTo>
                    <a:pt x="357283" y="308705"/>
                  </a:lnTo>
                  <a:lnTo>
                    <a:pt x="238315" y="363760"/>
                  </a:lnTo>
                  <a:lnTo>
                    <a:pt x="224599" y="338519"/>
                  </a:lnTo>
                  <a:lnTo>
                    <a:pt x="158782" y="346996"/>
                  </a:lnTo>
                  <a:lnTo>
                    <a:pt x="113347" y="349282"/>
                  </a:lnTo>
                  <a:lnTo>
                    <a:pt x="118586" y="329755"/>
                  </a:lnTo>
                  <a:lnTo>
                    <a:pt x="122968" y="307658"/>
                  </a:lnTo>
                  <a:lnTo>
                    <a:pt x="123920" y="302609"/>
                  </a:lnTo>
                  <a:lnTo>
                    <a:pt x="124301" y="299085"/>
                  </a:lnTo>
                  <a:lnTo>
                    <a:pt x="124492" y="294608"/>
                  </a:lnTo>
                  <a:lnTo>
                    <a:pt x="124587" y="283559"/>
                  </a:lnTo>
                  <a:lnTo>
                    <a:pt x="124492" y="275654"/>
                  </a:lnTo>
                  <a:lnTo>
                    <a:pt x="124396" y="271177"/>
                  </a:lnTo>
                  <a:lnTo>
                    <a:pt x="123825" y="254984"/>
                  </a:lnTo>
                  <a:lnTo>
                    <a:pt x="122872" y="246793"/>
                  </a:lnTo>
                  <a:lnTo>
                    <a:pt x="122491" y="245459"/>
                  </a:lnTo>
                  <a:lnTo>
                    <a:pt x="121920" y="242506"/>
                  </a:lnTo>
                  <a:lnTo>
                    <a:pt x="119158" y="238506"/>
                  </a:lnTo>
                  <a:lnTo>
                    <a:pt x="112871" y="233934"/>
                  </a:lnTo>
                  <a:lnTo>
                    <a:pt x="88678" y="226600"/>
                  </a:lnTo>
                  <a:lnTo>
                    <a:pt x="65722" y="219646"/>
                  </a:lnTo>
                  <a:lnTo>
                    <a:pt x="23527" y="206597"/>
                  </a:lnTo>
                  <a:lnTo>
                    <a:pt x="0" y="199072"/>
                  </a:lnTo>
                  <a:lnTo>
                    <a:pt x="54578" y="0"/>
                  </a:lnTo>
                  <a:lnTo>
                    <a:pt x="137160" y="29337"/>
                  </a:lnTo>
                  <a:lnTo>
                    <a:pt x="137160" y="60770"/>
                  </a:lnTo>
                  <a:lnTo>
                    <a:pt x="173355" y="60579"/>
                  </a:lnTo>
                  <a:lnTo>
                    <a:pt x="221742" y="60293"/>
                  </a:lnTo>
                  <a:lnTo>
                    <a:pt x="266129" y="60008"/>
                  </a:lnTo>
                  <a:lnTo>
                    <a:pt x="273748" y="5991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6" name="서울특별시 용산구 보광동">
              <a:extLst>
                <a:ext uri="{FF2B5EF4-FFF2-40B4-BE49-F238E27FC236}">
                  <a16:creationId xmlns:a16="http://schemas.microsoft.com/office/drawing/2014/main" id="{A6D7F271-ACFC-894B-81B9-B404C904870A}"/>
                </a:ext>
              </a:extLst>
            </p:cNvPr>
            <p:cNvSpPr/>
            <p:nvPr/>
          </p:nvSpPr>
          <p:spPr>
            <a:xfrm>
              <a:off x="6474618" y="4015644"/>
              <a:ext cx="238791" cy="266318"/>
            </a:xfrm>
            <a:custGeom>
              <a:avLst/>
              <a:gdLst>
                <a:gd name="connsiteX0" fmla="*/ 238792 w 238791"/>
                <a:gd name="connsiteY0" fmla="*/ 145923 h 266318"/>
                <a:gd name="connsiteX1" fmla="*/ 174498 w 238791"/>
                <a:gd name="connsiteY1" fmla="*/ 224409 h 266318"/>
                <a:gd name="connsiteX2" fmla="*/ 101251 w 238791"/>
                <a:gd name="connsiteY2" fmla="*/ 266319 h 266318"/>
                <a:gd name="connsiteX3" fmla="*/ 101632 w 238791"/>
                <a:gd name="connsiteY3" fmla="*/ 190881 h 266318"/>
                <a:gd name="connsiteX4" fmla="*/ 99060 w 238791"/>
                <a:gd name="connsiteY4" fmla="*/ 184118 h 266318"/>
                <a:gd name="connsiteX5" fmla="*/ 95821 w 238791"/>
                <a:gd name="connsiteY5" fmla="*/ 179070 h 266318"/>
                <a:gd name="connsiteX6" fmla="*/ 88392 w 238791"/>
                <a:gd name="connsiteY6" fmla="*/ 173069 h 266318"/>
                <a:gd name="connsiteX7" fmla="*/ 49625 w 238791"/>
                <a:gd name="connsiteY7" fmla="*/ 142970 h 266318"/>
                <a:gd name="connsiteX8" fmla="*/ 40100 w 238791"/>
                <a:gd name="connsiteY8" fmla="*/ 138684 h 266318"/>
                <a:gd name="connsiteX9" fmla="*/ 38195 w 238791"/>
                <a:gd name="connsiteY9" fmla="*/ 135160 h 266318"/>
                <a:gd name="connsiteX10" fmla="*/ 32480 w 238791"/>
                <a:gd name="connsiteY10" fmla="*/ 122492 h 266318"/>
                <a:gd name="connsiteX11" fmla="*/ 34290 w 238791"/>
                <a:gd name="connsiteY11" fmla="*/ 115253 h 266318"/>
                <a:gd name="connsiteX12" fmla="*/ 38576 w 238791"/>
                <a:gd name="connsiteY12" fmla="*/ 108395 h 266318"/>
                <a:gd name="connsiteX13" fmla="*/ 41529 w 238791"/>
                <a:gd name="connsiteY13" fmla="*/ 103727 h 266318"/>
                <a:gd name="connsiteX14" fmla="*/ 36671 w 238791"/>
                <a:gd name="connsiteY14" fmla="*/ 87725 h 266318"/>
                <a:gd name="connsiteX15" fmla="*/ 35147 w 238791"/>
                <a:gd name="connsiteY15" fmla="*/ 86392 h 266318"/>
                <a:gd name="connsiteX16" fmla="*/ 33242 w 238791"/>
                <a:gd name="connsiteY16" fmla="*/ 85058 h 266318"/>
                <a:gd name="connsiteX17" fmla="*/ 10192 w 238791"/>
                <a:gd name="connsiteY17" fmla="*/ 72580 h 266318"/>
                <a:gd name="connsiteX18" fmla="*/ 0 w 238791"/>
                <a:gd name="connsiteY18" fmla="*/ 70771 h 266318"/>
                <a:gd name="connsiteX19" fmla="*/ 55626 w 238791"/>
                <a:gd name="connsiteY19" fmla="*/ 476 h 266318"/>
                <a:gd name="connsiteX20" fmla="*/ 59817 w 238791"/>
                <a:gd name="connsiteY20" fmla="*/ 0 h 266318"/>
                <a:gd name="connsiteX21" fmla="*/ 110871 w 238791"/>
                <a:gd name="connsiteY21" fmla="*/ 17526 h 266318"/>
                <a:gd name="connsiteX22" fmla="*/ 148495 w 238791"/>
                <a:gd name="connsiteY22" fmla="*/ 40291 h 266318"/>
                <a:gd name="connsiteX23" fmla="*/ 154400 w 238791"/>
                <a:gd name="connsiteY23" fmla="*/ 44387 h 266318"/>
                <a:gd name="connsiteX24" fmla="*/ 158496 w 238791"/>
                <a:gd name="connsiteY24" fmla="*/ 47720 h 266318"/>
                <a:gd name="connsiteX25" fmla="*/ 159639 w 238791"/>
                <a:gd name="connsiteY25" fmla="*/ 49054 h 266318"/>
                <a:gd name="connsiteX26" fmla="*/ 161830 w 238791"/>
                <a:gd name="connsiteY26" fmla="*/ 57531 h 266318"/>
                <a:gd name="connsiteX27" fmla="*/ 161258 w 238791"/>
                <a:gd name="connsiteY27" fmla="*/ 61055 h 266318"/>
                <a:gd name="connsiteX28" fmla="*/ 156877 w 238791"/>
                <a:gd name="connsiteY28" fmla="*/ 63437 h 266318"/>
                <a:gd name="connsiteX29" fmla="*/ 155543 w 238791"/>
                <a:gd name="connsiteY29" fmla="*/ 64675 h 266318"/>
                <a:gd name="connsiteX30" fmla="*/ 151638 w 238791"/>
                <a:gd name="connsiteY30" fmla="*/ 69056 h 266318"/>
                <a:gd name="connsiteX31" fmla="*/ 146590 w 238791"/>
                <a:gd name="connsiteY31" fmla="*/ 77153 h 266318"/>
                <a:gd name="connsiteX32" fmla="*/ 146018 w 238791"/>
                <a:gd name="connsiteY32" fmla="*/ 80963 h 266318"/>
                <a:gd name="connsiteX33" fmla="*/ 145923 w 238791"/>
                <a:gd name="connsiteY33" fmla="*/ 81534 h 266318"/>
                <a:gd name="connsiteX34" fmla="*/ 164782 w 238791"/>
                <a:gd name="connsiteY34" fmla="*/ 99251 h 266318"/>
                <a:gd name="connsiteX35" fmla="*/ 170974 w 238791"/>
                <a:gd name="connsiteY35" fmla="*/ 102489 h 266318"/>
                <a:gd name="connsiteX36" fmla="*/ 181165 w 238791"/>
                <a:gd name="connsiteY36" fmla="*/ 107156 h 266318"/>
                <a:gd name="connsiteX37" fmla="*/ 226600 w 238791"/>
                <a:gd name="connsiteY37" fmla="*/ 136017 h 266318"/>
                <a:gd name="connsiteX38" fmla="*/ 238792 w 238791"/>
                <a:gd name="connsiteY38" fmla="*/ 145923 h 26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38791" h="266318">
                  <a:moveTo>
                    <a:pt x="238792" y="145923"/>
                  </a:moveTo>
                  <a:lnTo>
                    <a:pt x="174498" y="224409"/>
                  </a:lnTo>
                  <a:lnTo>
                    <a:pt x="101251" y="266319"/>
                  </a:lnTo>
                  <a:lnTo>
                    <a:pt x="101632" y="190881"/>
                  </a:lnTo>
                  <a:lnTo>
                    <a:pt x="99060" y="184118"/>
                  </a:lnTo>
                  <a:lnTo>
                    <a:pt x="95821" y="179070"/>
                  </a:lnTo>
                  <a:lnTo>
                    <a:pt x="88392" y="173069"/>
                  </a:lnTo>
                  <a:lnTo>
                    <a:pt x="49625" y="142970"/>
                  </a:lnTo>
                  <a:lnTo>
                    <a:pt x="40100" y="138684"/>
                  </a:lnTo>
                  <a:lnTo>
                    <a:pt x="38195" y="135160"/>
                  </a:lnTo>
                  <a:lnTo>
                    <a:pt x="32480" y="122492"/>
                  </a:lnTo>
                  <a:lnTo>
                    <a:pt x="34290" y="115253"/>
                  </a:lnTo>
                  <a:lnTo>
                    <a:pt x="38576" y="108395"/>
                  </a:lnTo>
                  <a:lnTo>
                    <a:pt x="41529" y="103727"/>
                  </a:lnTo>
                  <a:lnTo>
                    <a:pt x="36671" y="87725"/>
                  </a:lnTo>
                  <a:lnTo>
                    <a:pt x="35147" y="86392"/>
                  </a:lnTo>
                  <a:lnTo>
                    <a:pt x="33242" y="85058"/>
                  </a:lnTo>
                  <a:lnTo>
                    <a:pt x="10192" y="72580"/>
                  </a:lnTo>
                  <a:lnTo>
                    <a:pt x="0" y="70771"/>
                  </a:lnTo>
                  <a:lnTo>
                    <a:pt x="55626" y="476"/>
                  </a:lnTo>
                  <a:lnTo>
                    <a:pt x="59817" y="0"/>
                  </a:lnTo>
                  <a:lnTo>
                    <a:pt x="110871" y="17526"/>
                  </a:lnTo>
                  <a:lnTo>
                    <a:pt x="148495" y="40291"/>
                  </a:lnTo>
                  <a:lnTo>
                    <a:pt x="154400" y="44387"/>
                  </a:lnTo>
                  <a:lnTo>
                    <a:pt x="158496" y="47720"/>
                  </a:lnTo>
                  <a:lnTo>
                    <a:pt x="159639" y="49054"/>
                  </a:lnTo>
                  <a:lnTo>
                    <a:pt x="161830" y="57531"/>
                  </a:lnTo>
                  <a:lnTo>
                    <a:pt x="161258" y="61055"/>
                  </a:lnTo>
                  <a:lnTo>
                    <a:pt x="156877" y="63437"/>
                  </a:lnTo>
                  <a:lnTo>
                    <a:pt x="155543" y="64675"/>
                  </a:lnTo>
                  <a:lnTo>
                    <a:pt x="151638" y="69056"/>
                  </a:lnTo>
                  <a:lnTo>
                    <a:pt x="146590" y="77153"/>
                  </a:lnTo>
                  <a:lnTo>
                    <a:pt x="146018" y="80963"/>
                  </a:lnTo>
                  <a:lnTo>
                    <a:pt x="145923" y="81534"/>
                  </a:lnTo>
                  <a:lnTo>
                    <a:pt x="164782" y="99251"/>
                  </a:lnTo>
                  <a:lnTo>
                    <a:pt x="170974" y="102489"/>
                  </a:lnTo>
                  <a:lnTo>
                    <a:pt x="181165" y="107156"/>
                  </a:lnTo>
                  <a:lnTo>
                    <a:pt x="226600" y="136017"/>
                  </a:lnTo>
                  <a:lnTo>
                    <a:pt x="238792" y="14592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7" name="서울특별시 용산구 청파동">
              <a:extLst>
                <a:ext uri="{FF2B5EF4-FFF2-40B4-BE49-F238E27FC236}">
                  <a16:creationId xmlns:a16="http://schemas.microsoft.com/office/drawing/2014/main" id="{3D405D5C-AAB1-58C4-C762-FEFA016BA2AE}"/>
                </a:ext>
              </a:extLst>
            </p:cNvPr>
            <p:cNvSpPr/>
            <p:nvPr/>
          </p:nvSpPr>
          <p:spPr>
            <a:xfrm>
              <a:off x="5887021" y="3603307"/>
              <a:ext cx="156781" cy="252222"/>
            </a:xfrm>
            <a:custGeom>
              <a:avLst/>
              <a:gdLst>
                <a:gd name="connsiteX0" fmla="*/ 121158 w 156781"/>
                <a:gd name="connsiteY0" fmla="*/ 26956 h 252222"/>
                <a:gd name="connsiteX1" fmla="*/ 121539 w 156781"/>
                <a:gd name="connsiteY1" fmla="*/ 38576 h 252222"/>
                <a:gd name="connsiteX2" fmla="*/ 121539 w 156781"/>
                <a:gd name="connsiteY2" fmla="*/ 39719 h 252222"/>
                <a:gd name="connsiteX3" fmla="*/ 121634 w 156781"/>
                <a:gd name="connsiteY3" fmla="*/ 42291 h 252222"/>
                <a:gd name="connsiteX4" fmla="*/ 121825 w 156781"/>
                <a:gd name="connsiteY4" fmla="*/ 42958 h 252222"/>
                <a:gd name="connsiteX5" fmla="*/ 122872 w 156781"/>
                <a:gd name="connsiteY5" fmla="*/ 48863 h 252222"/>
                <a:gd name="connsiteX6" fmla="*/ 125349 w 156781"/>
                <a:gd name="connsiteY6" fmla="*/ 60674 h 252222"/>
                <a:gd name="connsiteX7" fmla="*/ 138779 w 156781"/>
                <a:gd name="connsiteY7" fmla="*/ 58198 h 252222"/>
                <a:gd name="connsiteX8" fmla="*/ 154210 w 156781"/>
                <a:gd name="connsiteY8" fmla="*/ 124206 h 252222"/>
                <a:gd name="connsiteX9" fmla="*/ 154496 w 156781"/>
                <a:gd name="connsiteY9" fmla="*/ 128016 h 252222"/>
                <a:gd name="connsiteX10" fmla="*/ 155353 w 156781"/>
                <a:gd name="connsiteY10" fmla="*/ 138779 h 252222"/>
                <a:gd name="connsiteX11" fmla="*/ 156686 w 156781"/>
                <a:gd name="connsiteY11" fmla="*/ 211455 h 252222"/>
                <a:gd name="connsiteX12" fmla="*/ 156781 w 156781"/>
                <a:gd name="connsiteY12" fmla="*/ 231743 h 252222"/>
                <a:gd name="connsiteX13" fmla="*/ 156686 w 156781"/>
                <a:gd name="connsiteY13" fmla="*/ 247745 h 252222"/>
                <a:gd name="connsiteX14" fmla="*/ 150971 w 156781"/>
                <a:gd name="connsiteY14" fmla="*/ 249936 h 252222"/>
                <a:gd name="connsiteX15" fmla="*/ 45244 w 156781"/>
                <a:gd name="connsiteY15" fmla="*/ 252222 h 252222"/>
                <a:gd name="connsiteX16" fmla="*/ 39148 w 156781"/>
                <a:gd name="connsiteY16" fmla="*/ 225362 h 252222"/>
                <a:gd name="connsiteX17" fmla="*/ 18479 w 156781"/>
                <a:gd name="connsiteY17" fmla="*/ 126587 h 252222"/>
                <a:gd name="connsiteX18" fmla="*/ 14764 w 156781"/>
                <a:gd name="connsiteY18" fmla="*/ 121634 h 252222"/>
                <a:gd name="connsiteX19" fmla="*/ 0 w 156781"/>
                <a:gd name="connsiteY19" fmla="*/ 70390 h 252222"/>
                <a:gd name="connsiteX20" fmla="*/ 44577 w 156781"/>
                <a:gd name="connsiteY20" fmla="*/ 34290 h 252222"/>
                <a:gd name="connsiteX21" fmla="*/ 51054 w 156781"/>
                <a:gd name="connsiteY21" fmla="*/ 29718 h 252222"/>
                <a:gd name="connsiteX22" fmla="*/ 60388 w 156781"/>
                <a:gd name="connsiteY22" fmla="*/ 23051 h 252222"/>
                <a:gd name="connsiteX23" fmla="*/ 110585 w 156781"/>
                <a:gd name="connsiteY23" fmla="*/ 0 h 252222"/>
                <a:gd name="connsiteX24" fmla="*/ 121158 w 156781"/>
                <a:gd name="connsiteY24" fmla="*/ 26956 h 25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6781" h="252222">
                  <a:moveTo>
                    <a:pt x="121158" y="26956"/>
                  </a:moveTo>
                  <a:lnTo>
                    <a:pt x="121539" y="38576"/>
                  </a:lnTo>
                  <a:lnTo>
                    <a:pt x="121539" y="39719"/>
                  </a:lnTo>
                  <a:lnTo>
                    <a:pt x="121634" y="42291"/>
                  </a:lnTo>
                  <a:lnTo>
                    <a:pt x="121825" y="42958"/>
                  </a:lnTo>
                  <a:lnTo>
                    <a:pt x="122872" y="48863"/>
                  </a:lnTo>
                  <a:lnTo>
                    <a:pt x="125349" y="60674"/>
                  </a:lnTo>
                  <a:lnTo>
                    <a:pt x="138779" y="58198"/>
                  </a:lnTo>
                  <a:lnTo>
                    <a:pt x="154210" y="124206"/>
                  </a:lnTo>
                  <a:lnTo>
                    <a:pt x="154496" y="128016"/>
                  </a:lnTo>
                  <a:lnTo>
                    <a:pt x="155353" y="138779"/>
                  </a:lnTo>
                  <a:lnTo>
                    <a:pt x="156686" y="211455"/>
                  </a:lnTo>
                  <a:lnTo>
                    <a:pt x="156781" y="231743"/>
                  </a:lnTo>
                  <a:lnTo>
                    <a:pt x="156686" y="247745"/>
                  </a:lnTo>
                  <a:lnTo>
                    <a:pt x="150971" y="249936"/>
                  </a:lnTo>
                  <a:lnTo>
                    <a:pt x="45244" y="252222"/>
                  </a:lnTo>
                  <a:lnTo>
                    <a:pt x="39148" y="225362"/>
                  </a:lnTo>
                  <a:lnTo>
                    <a:pt x="18479" y="126587"/>
                  </a:lnTo>
                  <a:lnTo>
                    <a:pt x="14764" y="121634"/>
                  </a:lnTo>
                  <a:lnTo>
                    <a:pt x="0" y="70390"/>
                  </a:lnTo>
                  <a:lnTo>
                    <a:pt x="44577" y="34290"/>
                  </a:lnTo>
                  <a:lnTo>
                    <a:pt x="51054" y="29718"/>
                  </a:lnTo>
                  <a:lnTo>
                    <a:pt x="60388" y="23051"/>
                  </a:lnTo>
                  <a:lnTo>
                    <a:pt x="110585" y="0"/>
                  </a:lnTo>
                  <a:lnTo>
                    <a:pt x="121158" y="269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08" name="서울특별시 용산구 원효로1동">
              <a:extLst>
                <a:ext uri="{FF2B5EF4-FFF2-40B4-BE49-F238E27FC236}">
                  <a16:creationId xmlns:a16="http://schemas.microsoft.com/office/drawing/2014/main" id="{C7FE1587-E38D-B193-1EB2-AA6BBE15D1D2}"/>
                </a:ext>
              </a:extLst>
            </p:cNvPr>
            <p:cNvSpPr/>
            <p:nvPr/>
          </p:nvSpPr>
          <p:spPr>
            <a:xfrm>
              <a:off x="5855398" y="3853243"/>
              <a:ext cx="185261" cy="153257"/>
            </a:xfrm>
            <a:custGeom>
              <a:avLst/>
              <a:gdLst>
                <a:gd name="connsiteX0" fmla="*/ 185261 w 185261"/>
                <a:gd name="connsiteY0" fmla="*/ 44577 h 153257"/>
                <a:gd name="connsiteX1" fmla="*/ 185261 w 185261"/>
                <a:gd name="connsiteY1" fmla="*/ 48387 h 153257"/>
                <a:gd name="connsiteX2" fmla="*/ 185166 w 185261"/>
                <a:gd name="connsiteY2" fmla="*/ 60865 h 153257"/>
                <a:gd name="connsiteX3" fmla="*/ 183642 w 185261"/>
                <a:gd name="connsiteY3" fmla="*/ 89154 h 153257"/>
                <a:gd name="connsiteX4" fmla="*/ 180880 w 185261"/>
                <a:gd name="connsiteY4" fmla="*/ 96583 h 153257"/>
                <a:gd name="connsiteX5" fmla="*/ 178594 w 185261"/>
                <a:gd name="connsiteY5" fmla="*/ 101537 h 153257"/>
                <a:gd name="connsiteX6" fmla="*/ 174498 w 185261"/>
                <a:gd name="connsiteY6" fmla="*/ 109918 h 153257"/>
                <a:gd name="connsiteX7" fmla="*/ 159829 w 185261"/>
                <a:gd name="connsiteY7" fmla="*/ 132016 h 153257"/>
                <a:gd name="connsiteX8" fmla="*/ 154877 w 185261"/>
                <a:gd name="connsiteY8" fmla="*/ 135064 h 153257"/>
                <a:gd name="connsiteX9" fmla="*/ 147923 w 185261"/>
                <a:gd name="connsiteY9" fmla="*/ 137350 h 153257"/>
                <a:gd name="connsiteX10" fmla="*/ 111633 w 185261"/>
                <a:gd name="connsiteY10" fmla="*/ 141256 h 153257"/>
                <a:gd name="connsiteX11" fmla="*/ 109823 w 185261"/>
                <a:gd name="connsiteY11" fmla="*/ 136588 h 153257"/>
                <a:gd name="connsiteX12" fmla="*/ 103918 w 185261"/>
                <a:gd name="connsiteY12" fmla="*/ 133540 h 153257"/>
                <a:gd name="connsiteX13" fmla="*/ 97631 w 185261"/>
                <a:gd name="connsiteY13" fmla="*/ 132016 h 153257"/>
                <a:gd name="connsiteX14" fmla="*/ 79915 w 185261"/>
                <a:gd name="connsiteY14" fmla="*/ 127825 h 153257"/>
                <a:gd name="connsiteX15" fmla="*/ 78296 w 185261"/>
                <a:gd name="connsiteY15" fmla="*/ 127730 h 153257"/>
                <a:gd name="connsiteX16" fmla="*/ 76771 w 185261"/>
                <a:gd name="connsiteY16" fmla="*/ 127825 h 153257"/>
                <a:gd name="connsiteX17" fmla="*/ 75629 w 185261"/>
                <a:gd name="connsiteY17" fmla="*/ 128016 h 153257"/>
                <a:gd name="connsiteX18" fmla="*/ 74390 w 185261"/>
                <a:gd name="connsiteY18" fmla="*/ 128206 h 153257"/>
                <a:gd name="connsiteX19" fmla="*/ 57626 w 185261"/>
                <a:gd name="connsiteY19" fmla="*/ 131540 h 153257"/>
                <a:gd name="connsiteX20" fmla="*/ 56864 w 185261"/>
                <a:gd name="connsiteY20" fmla="*/ 131731 h 153257"/>
                <a:gd name="connsiteX21" fmla="*/ 53054 w 185261"/>
                <a:gd name="connsiteY21" fmla="*/ 132588 h 153257"/>
                <a:gd name="connsiteX22" fmla="*/ 49816 w 185261"/>
                <a:gd name="connsiteY22" fmla="*/ 134017 h 153257"/>
                <a:gd name="connsiteX23" fmla="*/ 48673 w 185261"/>
                <a:gd name="connsiteY23" fmla="*/ 134683 h 153257"/>
                <a:gd name="connsiteX24" fmla="*/ 47339 w 185261"/>
                <a:gd name="connsiteY24" fmla="*/ 135541 h 153257"/>
                <a:gd name="connsiteX25" fmla="*/ 17050 w 185261"/>
                <a:gd name="connsiteY25" fmla="*/ 153257 h 153257"/>
                <a:gd name="connsiteX26" fmla="*/ 0 w 185261"/>
                <a:gd name="connsiteY26" fmla="*/ 109918 h 153257"/>
                <a:gd name="connsiteX27" fmla="*/ 953 w 185261"/>
                <a:gd name="connsiteY27" fmla="*/ 106871 h 153257"/>
                <a:gd name="connsiteX28" fmla="*/ 1334 w 185261"/>
                <a:gd name="connsiteY28" fmla="*/ 105823 h 153257"/>
                <a:gd name="connsiteX29" fmla="*/ 7525 w 185261"/>
                <a:gd name="connsiteY29" fmla="*/ 100013 h 153257"/>
                <a:gd name="connsiteX30" fmla="*/ 24003 w 185261"/>
                <a:gd name="connsiteY30" fmla="*/ 87725 h 153257"/>
                <a:gd name="connsiteX31" fmla="*/ 45815 w 185261"/>
                <a:gd name="connsiteY31" fmla="*/ 75629 h 153257"/>
                <a:gd name="connsiteX32" fmla="*/ 55436 w 185261"/>
                <a:gd name="connsiteY32" fmla="*/ 60007 h 153257"/>
                <a:gd name="connsiteX33" fmla="*/ 58293 w 185261"/>
                <a:gd name="connsiteY33" fmla="*/ 54102 h 153257"/>
                <a:gd name="connsiteX34" fmla="*/ 76867 w 185261"/>
                <a:gd name="connsiteY34" fmla="*/ 2286 h 153257"/>
                <a:gd name="connsiteX35" fmla="*/ 182594 w 185261"/>
                <a:gd name="connsiteY35" fmla="*/ 0 h 153257"/>
                <a:gd name="connsiteX36" fmla="*/ 185261 w 185261"/>
                <a:gd name="connsiteY36" fmla="*/ 44577 h 15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5261" h="153257">
                  <a:moveTo>
                    <a:pt x="185261" y="44577"/>
                  </a:moveTo>
                  <a:lnTo>
                    <a:pt x="185261" y="48387"/>
                  </a:lnTo>
                  <a:lnTo>
                    <a:pt x="185166" y="60865"/>
                  </a:lnTo>
                  <a:lnTo>
                    <a:pt x="183642" y="89154"/>
                  </a:lnTo>
                  <a:lnTo>
                    <a:pt x="180880" y="96583"/>
                  </a:lnTo>
                  <a:lnTo>
                    <a:pt x="178594" y="101537"/>
                  </a:lnTo>
                  <a:lnTo>
                    <a:pt x="174498" y="109918"/>
                  </a:lnTo>
                  <a:lnTo>
                    <a:pt x="159829" y="132016"/>
                  </a:lnTo>
                  <a:lnTo>
                    <a:pt x="154877" y="135064"/>
                  </a:lnTo>
                  <a:lnTo>
                    <a:pt x="147923" y="137350"/>
                  </a:lnTo>
                  <a:lnTo>
                    <a:pt x="111633" y="141256"/>
                  </a:lnTo>
                  <a:lnTo>
                    <a:pt x="109823" y="136588"/>
                  </a:lnTo>
                  <a:lnTo>
                    <a:pt x="103918" y="133540"/>
                  </a:lnTo>
                  <a:lnTo>
                    <a:pt x="97631" y="132016"/>
                  </a:lnTo>
                  <a:lnTo>
                    <a:pt x="79915" y="127825"/>
                  </a:lnTo>
                  <a:lnTo>
                    <a:pt x="78296" y="127730"/>
                  </a:lnTo>
                  <a:lnTo>
                    <a:pt x="76771" y="127825"/>
                  </a:lnTo>
                  <a:lnTo>
                    <a:pt x="75629" y="128016"/>
                  </a:lnTo>
                  <a:lnTo>
                    <a:pt x="74390" y="128206"/>
                  </a:lnTo>
                  <a:lnTo>
                    <a:pt x="57626" y="131540"/>
                  </a:lnTo>
                  <a:lnTo>
                    <a:pt x="56864" y="131731"/>
                  </a:lnTo>
                  <a:lnTo>
                    <a:pt x="53054" y="132588"/>
                  </a:lnTo>
                  <a:lnTo>
                    <a:pt x="49816" y="134017"/>
                  </a:lnTo>
                  <a:lnTo>
                    <a:pt x="48673" y="134683"/>
                  </a:lnTo>
                  <a:lnTo>
                    <a:pt x="47339" y="135541"/>
                  </a:lnTo>
                  <a:lnTo>
                    <a:pt x="17050" y="153257"/>
                  </a:lnTo>
                  <a:lnTo>
                    <a:pt x="0" y="109918"/>
                  </a:lnTo>
                  <a:lnTo>
                    <a:pt x="953" y="106871"/>
                  </a:lnTo>
                  <a:lnTo>
                    <a:pt x="1334" y="105823"/>
                  </a:lnTo>
                  <a:lnTo>
                    <a:pt x="7525" y="100013"/>
                  </a:lnTo>
                  <a:lnTo>
                    <a:pt x="24003" y="87725"/>
                  </a:lnTo>
                  <a:lnTo>
                    <a:pt x="45815" y="75629"/>
                  </a:lnTo>
                  <a:lnTo>
                    <a:pt x="55436" y="60007"/>
                  </a:lnTo>
                  <a:lnTo>
                    <a:pt x="58293" y="54102"/>
                  </a:lnTo>
                  <a:lnTo>
                    <a:pt x="76867" y="2286"/>
                  </a:lnTo>
                  <a:lnTo>
                    <a:pt x="182594" y="0"/>
                  </a:lnTo>
                  <a:lnTo>
                    <a:pt x="185261" y="4457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9" name="서울특별시 용산구 한강로동">
              <a:extLst>
                <a:ext uri="{FF2B5EF4-FFF2-40B4-BE49-F238E27FC236}">
                  <a16:creationId xmlns:a16="http://schemas.microsoft.com/office/drawing/2014/main" id="{912A2462-D1E9-69A4-E929-14A2929BAE7A}"/>
                </a:ext>
              </a:extLst>
            </p:cNvPr>
            <p:cNvSpPr/>
            <p:nvPr/>
          </p:nvSpPr>
          <p:spPr>
            <a:xfrm>
              <a:off x="5745956" y="3876484"/>
              <a:ext cx="446627" cy="335851"/>
            </a:xfrm>
            <a:custGeom>
              <a:avLst/>
              <a:gdLst>
                <a:gd name="connsiteX0" fmla="*/ 442722 w 446627"/>
                <a:gd name="connsiteY0" fmla="*/ 101917 h 335851"/>
                <a:gd name="connsiteX1" fmla="*/ 446627 w 446627"/>
                <a:gd name="connsiteY1" fmla="*/ 136779 h 335851"/>
                <a:gd name="connsiteX2" fmla="*/ 392049 w 446627"/>
                <a:gd name="connsiteY2" fmla="*/ 335851 h 335851"/>
                <a:gd name="connsiteX3" fmla="*/ 326707 w 446627"/>
                <a:gd name="connsiteY3" fmla="*/ 315373 h 335851"/>
                <a:gd name="connsiteX4" fmla="*/ 324707 w 446627"/>
                <a:gd name="connsiteY4" fmla="*/ 314706 h 335851"/>
                <a:gd name="connsiteX5" fmla="*/ 316421 w 446627"/>
                <a:gd name="connsiteY5" fmla="*/ 313182 h 335851"/>
                <a:gd name="connsiteX6" fmla="*/ 282321 w 446627"/>
                <a:gd name="connsiteY6" fmla="*/ 316230 h 335851"/>
                <a:gd name="connsiteX7" fmla="*/ 277082 w 446627"/>
                <a:gd name="connsiteY7" fmla="*/ 316992 h 335851"/>
                <a:gd name="connsiteX8" fmla="*/ 273082 w 446627"/>
                <a:gd name="connsiteY8" fmla="*/ 317563 h 335851"/>
                <a:gd name="connsiteX9" fmla="*/ 267462 w 446627"/>
                <a:gd name="connsiteY9" fmla="*/ 318421 h 335851"/>
                <a:gd name="connsiteX10" fmla="*/ 240316 w 446627"/>
                <a:gd name="connsiteY10" fmla="*/ 323755 h 335851"/>
                <a:gd name="connsiteX11" fmla="*/ 224885 w 446627"/>
                <a:gd name="connsiteY11" fmla="*/ 326803 h 335851"/>
                <a:gd name="connsiteX12" fmla="*/ 212598 w 446627"/>
                <a:gd name="connsiteY12" fmla="*/ 329184 h 335851"/>
                <a:gd name="connsiteX13" fmla="*/ 204502 w 446627"/>
                <a:gd name="connsiteY13" fmla="*/ 330232 h 335851"/>
                <a:gd name="connsiteX14" fmla="*/ 197358 w 446627"/>
                <a:gd name="connsiteY14" fmla="*/ 331089 h 335851"/>
                <a:gd name="connsiteX15" fmla="*/ 195358 w 446627"/>
                <a:gd name="connsiteY15" fmla="*/ 331375 h 335851"/>
                <a:gd name="connsiteX16" fmla="*/ 190976 w 446627"/>
                <a:gd name="connsiteY16" fmla="*/ 331946 h 335851"/>
                <a:gd name="connsiteX17" fmla="*/ 180594 w 446627"/>
                <a:gd name="connsiteY17" fmla="*/ 332232 h 335851"/>
                <a:gd name="connsiteX18" fmla="*/ 178213 w 446627"/>
                <a:gd name="connsiteY18" fmla="*/ 332327 h 335851"/>
                <a:gd name="connsiteX19" fmla="*/ 169736 w 446627"/>
                <a:gd name="connsiteY19" fmla="*/ 331660 h 335851"/>
                <a:gd name="connsiteX20" fmla="*/ 166402 w 446627"/>
                <a:gd name="connsiteY20" fmla="*/ 331375 h 335851"/>
                <a:gd name="connsiteX21" fmla="*/ 156686 w 446627"/>
                <a:gd name="connsiteY21" fmla="*/ 328993 h 335851"/>
                <a:gd name="connsiteX22" fmla="*/ 155734 w 446627"/>
                <a:gd name="connsiteY22" fmla="*/ 328803 h 335851"/>
                <a:gd name="connsiteX23" fmla="*/ 137827 w 446627"/>
                <a:gd name="connsiteY23" fmla="*/ 324136 h 335851"/>
                <a:gd name="connsiteX24" fmla="*/ 130683 w 446627"/>
                <a:gd name="connsiteY24" fmla="*/ 321183 h 335851"/>
                <a:gd name="connsiteX25" fmla="*/ 129635 w 446627"/>
                <a:gd name="connsiteY25" fmla="*/ 320707 h 335851"/>
                <a:gd name="connsiteX26" fmla="*/ 118396 w 446627"/>
                <a:gd name="connsiteY26" fmla="*/ 315944 h 335851"/>
                <a:gd name="connsiteX27" fmla="*/ 105537 w 446627"/>
                <a:gd name="connsiteY27" fmla="*/ 309658 h 335851"/>
                <a:gd name="connsiteX28" fmla="*/ 101346 w 446627"/>
                <a:gd name="connsiteY28" fmla="*/ 307657 h 335851"/>
                <a:gd name="connsiteX29" fmla="*/ 85630 w 446627"/>
                <a:gd name="connsiteY29" fmla="*/ 298323 h 335851"/>
                <a:gd name="connsiteX30" fmla="*/ 60865 w 446627"/>
                <a:gd name="connsiteY30" fmla="*/ 283083 h 335851"/>
                <a:gd name="connsiteX31" fmla="*/ 52959 w 446627"/>
                <a:gd name="connsiteY31" fmla="*/ 278321 h 335851"/>
                <a:gd name="connsiteX32" fmla="*/ 47054 w 446627"/>
                <a:gd name="connsiteY32" fmla="*/ 273367 h 335851"/>
                <a:gd name="connsiteX33" fmla="*/ 43624 w 446627"/>
                <a:gd name="connsiteY33" fmla="*/ 270415 h 335851"/>
                <a:gd name="connsiteX34" fmla="*/ 42958 w 446627"/>
                <a:gd name="connsiteY34" fmla="*/ 269843 h 335851"/>
                <a:gd name="connsiteX35" fmla="*/ 41338 w 446627"/>
                <a:gd name="connsiteY35" fmla="*/ 268319 h 335851"/>
                <a:gd name="connsiteX36" fmla="*/ 37147 w 446627"/>
                <a:gd name="connsiteY36" fmla="*/ 264605 h 335851"/>
                <a:gd name="connsiteX37" fmla="*/ 15240 w 446627"/>
                <a:gd name="connsiteY37" fmla="*/ 242030 h 335851"/>
                <a:gd name="connsiteX38" fmla="*/ 0 w 446627"/>
                <a:gd name="connsiteY38" fmla="*/ 159353 h 335851"/>
                <a:gd name="connsiteX39" fmla="*/ 4286 w 446627"/>
                <a:gd name="connsiteY39" fmla="*/ 157258 h 335851"/>
                <a:gd name="connsiteX40" fmla="*/ 9144 w 446627"/>
                <a:gd name="connsiteY40" fmla="*/ 155067 h 335851"/>
                <a:gd name="connsiteX41" fmla="*/ 37433 w 446627"/>
                <a:gd name="connsiteY41" fmla="*/ 142780 h 335851"/>
                <a:gd name="connsiteX42" fmla="*/ 50863 w 446627"/>
                <a:gd name="connsiteY42" fmla="*/ 137350 h 335851"/>
                <a:gd name="connsiteX43" fmla="*/ 74962 w 446627"/>
                <a:gd name="connsiteY43" fmla="*/ 130397 h 335851"/>
                <a:gd name="connsiteX44" fmla="*/ 90773 w 446627"/>
                <a:gd name="connsiteY44" fmla="*/ 127063 h 335851"/>
                <a:gd name="connsiteX45" fmla="*/ 91916 w 446627"/>
                <a:gd name="connsiteY45" fmla="*/ 126778 h 335851"/>
                <a:gd name="connsiteX46" fmla="*/ 123539 w 446627"/>
                <a:gd name="connsiteY46" fmla="*/ 129730 h 335851"/>
                <a:gd name="connsiteX47" fmla="*/ 126492 w 446627"/>
                <a:gd name="connsiteY47" fmla="*/ 130016 h 335851"/>
                <a:gd name="connsiteX48" fmla="*/ 156781 w 446627"/>
                <a:gd name="connsiteY48" fmla="*/ 112300 h 335851"/>
                <a:gd name="connsiteX49" fmla="*/ 158115 w 446627"/>
                <a:gd name="connsiteY49" fmla="*/ 111442 h 335851"/>
                <a:gd name="connsiteX50" fmla="*/ 159258 w 446627"/>
                <a:gd name="connsiteY50" fmla="*/ 110776 h 335851"/>
                <a:gd name="connsiteX51" fmla="*/ 162496 w 446627"/>
                <a:gd name="connsiteY51" fmla="*/ 109347 h 335851"/>
                <a:gd name="connsiteX52" fmla="*/ 166306 w 446627"/>
                <a:gd name="connsiteY52" fmla="*/ 108490 h 335851"/>
                <a:gd name="connsiteX53" fmla="*/ 167069 w 446627"/>
                <a:gd name="connsiteY53" fmla="*/ 108299 h 335851"/>
                <a:gd name="connsiteX54" fmla="*/ 183832 w 446627"/>
                <a:gd name="connsiteY54" fmla="*/ 104965 h 335851"/>
                <a:gd name="connsiteX55" fmla="*/ 185071 w 446627"/>
                <a:gd name="connsiteY55" fmla="*/ 104775 h 335851"/>
                <a:gd name="connsiteX56" fmla="*/ 186214 w 446627"/>
                <a:gd name="connsiteY56" fmla="*/ 104584 h 335851"/>
                <a:gd name="connsiteX57" fmla="*/ 187738 w 446627"/>
                <a:gd name="connsiteY57" fmla="*/ 104489 h 335851"/>
                <a:gd name="connsiteX58" fmla="*/ 189357 w 446627"/>
                <a:gd name="connsiteY58" fmla="*/ 104584 h 335851"/>
                <a:gd name="connsiteX59" fmla="*/ 207073 w 446627"/>
                <a:gd name="connsiteY59" fmla="*/ 108775 h 335851"/>
                <a:gd name="connsiteX60" fmla="*/ 213360 w 446627"/>
                <a:gd name="connsiteY60" fmla="*/ 110299 h 335851"/>
                <a:gd name="connsiteX61" fmla="*/ 219265 w 446627"/>
                <a:gd name="connsiteY61" fmla="*/ 113347 h 335851"/>
                <a:gd name="connsiteX62" fmla="*/ 221075 w 446627"/>
                <a:gd name="connsiteY62" fmla="*/ 118015 h 335851"/>
                <a:gd name="connsiteX63" fmla="*/ 257365 w 446627"/>
                <a:gd name="connsiteY63" fmla="*/ 114109 h 335851"/>
                <a:gd name="connsiteX64" fmla="*/ 264319 w 446627"/>
                <a:gd name="connsiteY64" fmla="*/ 111823 h 335851"/>
                <a:gd name="connsiteX65" fmla="*/ 269272 w 446627"/>
                <a:gd name="connsiteY65" fmla="*/ 108775 h 335851"/>
                <a:gd name="connsiteX66" fmla="*/ 283940 w 446627"/>
                <a:gd name="connsiteY66" fmla="*/ 86677 h 335851"/>
                <a:gd name="connsiteX67" fmla="*/ 288036 w 446627"/>
                <a:gd name="connsiteY67" fmla="*/ 78296 h 335851"/>
                <a:gd name="connsiteX68" fmla="*/ 290322 w 446627"/>
                <a:gd name="connsiteY68" fmla="*/ 73342 h 335851"/>
                <a:gd name="connsiteX69" fmla="*/ 293084 w 446627"/>
                <a:gd name="connsiteY69" fmla="*/ 65913 h 335851"/>
                <a:gd name="connsiteX70" fmla="*/ 294608 w 446627"/>
                <a:gd name="connsiteY70" fmla="*/ 37624 h 335851"/>
                <a:gd name="connsiteX71" fmla="*/ 294704 w 446627"/>
                <a:gd name="connsiteY71" fmla="*/ 25146 h 335851"/>
                <a:gd name="connsiteX72" fmla="*/ 294704 w 446627"/>
                <a:gd name="connsiteY72" fmla="*/ 21336 h 335851"/>
                <a:gd name="connsiteX73" fmla="*/ 307277 w 446627"/>
                <a:gd name="connsiteY73" fmla="*/ 17621 h 335851"/>
                <a:gd name="connsiteX74" fmla="*/ 337185 w 446627"/>
                <a:gd name="connsiteY74" fmla="*/ 0 h 335851"/>
                <a:gd name="connsiteX75" fmla="*/ 340423 w 446627"/>
                <a:gd name="connsiteY75" fmla="*/ 8954 h 335851"/>
                <a:gd name="connsiteX76" fmla="*/ 348996 w 446627"/>
                <a:gd name="connsiteY76" fmla="*/ 42291 h 335851"/>
                <a:gd name="connsiteX77" fmla="*/ 350044 w 446627"/>
                <a:gd name="connsiteY77" fmla="*/ 46196 h 335851"/>
                <a:gd name="connsiteX78" fmla="*/ 370999 w 446627"/>
                <a:gd name="connsiteY78" fmla="*/ 89630 h 335851"/>
                <a:gd name="connsiteX79" fmla="*/ 390239 w 446627"/>
                <a:gd name="connsiteY79" fmla="*/ 104204 h 335851"/>
                <a:gd name="connsiteX80" fmla="*/ 438340 w 446627"/>
                <a:gd name="connsiteY80" fmla="*/ 102108 h 335851"/>
                <a:gd name="connsiteX81" fmla="*/ 442722 w 446627"/>
                <a:gd name="connsiteY81" fmla="*/ 101917 h 33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446627" h="335851">
                  <a:moveTo>
                    <a:pt x="442722" y="101917"/>
                  </a:moveTo>
                  <a:lnTo>
                    <a:pt x="446627" y="136779"/>
                  </a:lnTo>
                  <a:lnTo>
                    <a:pt x="392049" y="335851"/>
                  </a:lnTo>
                  <a:lnTo>
                    <a:pt x="326707" y="315373"/>
                  </a:lnTo>
                  <a:lnTo>
                    <a:pt x="324707" y="314706"/>
                  </a:lnTo>
                  <a:lnTo>
                    <a:pt x="316421" y="313182"/>
                  </a:lnTo>
                  <a:lnTo>
                    <a:pt x="282321" y="316230"/>
                  </a:lnTo>
                  <a:lnTo>
                    <a:pt x="277082" y="316992"/>
                  </a:lnTo>
                  <a:lnTo>
                    <a:pt x="273082" y="317563"/>
                  </a:lnTo>
                  <a:lnTo>
                    <a:pt x="267462" y="318421"/>
                  </a:lnTo>
                  <a:lnTo>
                    <a:pt x="240316" y="323755"/>
                  </a:lnTo>
                  <a:lnTo>
                    <a:pt x="224885" y="326803"/>
                  </a:lnTo>
                  <a:lnTo>
                    <a:pt x="212598" y="329184"/>
                  </a:lnTo>
                  <a:lnTo>
                    <a:pt x="204502" y="330232"/>
                  </a:lnTo>
                  <a:lnTo>
                    <a:pt x="197358" y="331089"/>
                  </a:lnTo>
                  <a:lnTo>
                    <a:pt x="195358" y="331375"/>
                  </a:lnTo>
                  <a:lnTo>
                    <a:pt x="190976" y="331946"/>
                  </a:lnTo>
                  <a:lnTo>
                    <a:pt x="180594" y="332232"/>
                  </a:lnTo>
                  <a:lnTo>
                    <a:pt x="178213" y="332327"/>
                  </a:lnTo>
                  <a:lnTo>
                    <a:pt x="169736" y="331660"/>
                  </a:lnTo>
                  <a:lnTo>
                    <a:pt x="166402" y="331375"/>
                  </a:lnTo>
                  <a:lnTo>
                    <a:pt x="156686" y="328993"/>
                  </a:lnTo>
                  <a:lnTo>
                    <a:pt x="155734" y="328803"/>
                  </a:lnTo>
                  <a:lnTo>
                    <a:pt x="137827" y="324136"/>
                  </a:lnTo>
                  <a:lnTo>
                    <a:pt x="130683" y="321183"/>
                  </a:lnTo>
                  <a:lnTo>
                    <a:pt x="129635" y="320707"/>
                  </a:lnTo>
                  <a:lnTo>
                    <a:pt x="118396" y="315944"/>
                  </a:lnTo>
                  <a:lnTo>
                    <a:pt x="105537" y="309658"/>
                  </a:lnTo>
                  <a:lnTo>
                    <a:pt x="101346" y="307657"/>
                  </a:lnTo>
                  <a:lnTo>
                    <a:pt x="85630" y="298323"/>
                  </a:lnTo>
                  <a:lnTo>
                    <a:pt x="60865" y="283083"/>
                  </a:lnTo>
                  <a:lnTo>
                    <a:pt x="52959" y="278321"/>
                  </a:lnTo>
                  <a:lnTo>
                    <a:pt x="47054" y="273367"/>
                  </a:lnTo>
                  <a:lnTo>
                    <a:pt x="43624" y="270415"/>
                  </a:lnTo>
                  <a:lnTo>
                    <a:pt x="42958" y="269843"/>
                  </a:lnTo>
                  <a:lnTo>
                    <a:pt x="41338" y="268319"/>
                  </a:lnTo>
                  <a:lnTo>
                    <a:pt x="37147" y="264605"/>
                  </a:lnTo>
                  <a:lnTo>
                    <a:pt x="15240" y="242030"/>
                  </a:lnTo>
                  <a:lnTo>
                    <a:pt x="0" y="159353"/>
                  </a:lnTo>
                  <a:lnTo>
                    <a:pt x="4286" y="157258"/>
                  </a:lnTo>
                  <a:lnTo>
                    <a:pt x="9144" y="155067"/>
                  </a:lnTo>
                  <a:lnTo>
                    <a:pt x="37433" y="142780"/>
                  </a:lnTo>
                  <a:lnTo>
                    <a:pt x="50863" y="137350"/>
                  </a:lnTo>
                  <a:lnTo>
                    <a:pt x="74962" y="130397"/>
                  </a:lnTo>
                  <a:lnTo>
                    <a:pt x="90773" y="127063"/>
                  </a:lnTo>
                  <a:lnTo>
                    <a:pt x="91916" y="126778"/>
                  </a:lnTo>
                  <a:lnTo>
                    <a:pt x="123539" y="129730"/>
                  </a:lnTo>
                  <a:lnTo>
                    <a:pt x="126492" y="130016"/>
                  </a:lnTo>
                  <a:lnTo>
                    <a:pt x="156781" y="112300"/>
                  </a:lnTo>
                  <a:lnTo>
                    <a:pt x="158115" y="111442"/>
                  </a:lnTo>
                  <a:lnTo>
                    <a:pt x="159258" y="110776"/>
                  </a:lnTo>
                  <a:lnTo>
                    <a:pt x="162496" y="109347"/>
                  </a:lnTo>
                  <a:lnTo>
                    <a:pt x="166306" y="108490"/>
                  </a:lnTo>
                  <a:lnTo>
                    <a:pt x="167069" y="108299"/>
                  </a:lnTo>
                  <a:lnTo>
                    <a:pt x="183832" y="104965"/>
                  </a:lnTo>
                  <a:lnTo>
                    <a:pt x="185071" y="104775"/>
                  </a:lnTo>
                  <a:lnTo>
                    <a:pt x="186214" y="104584"/>
                  </a:lnTo>
                  <a:lnTo>
                    <a:pt x="187738" y="104489"/>
                  </a:lnTo>
                  <a:lnTo>
                    <a:pt x="189357" y="104584"/>
                  </a:lnTo>
                  <a:lnTo>
                    <a:pt x="207073" y="108775"/>
                  </a:lnTo>
                  <a:lnTo>
                    <a:pt x="213360" y="110299"/>
                  </a:lnTo>
                  <a:lnTo>
                    <a:pt x="219265" y="113347"/>
                  </a:lnTo>
                  <a:lnTo>
                    <a:pt x="221075" y="118015"/>
                  </a:lnTo>
                  <a:lnTo>
                    <a:pt x="257365" y="114109"/>
                  </a:lnTo>
                  <a:lnTo>
                    <a:pt x="264319" y="111823"/>
                  </a:lnTo>
                  <a:lnTo>
                    <a:pt x="269272" y="108775"/>
                  </a:lnTo>
                  <a:lnTo>
                    <a:pt x="283940" y="86677"/>
                  </a:lnTo>
                  <a:lnTo>
                    <a:pt x="288036" y="78296"/>
                  </a:lnTo>
                  <a:lnTo>
                    <a:pt x="290322" y="73342"/>
                  </a:lnTo>
                  <a:lnTo>
                    <a:pt x="293084" y="65913"/>
                  </a:lnTo>
                  <a:lnTo>
                    <a:pt x="294608" y="37624"/>
                  </a:lnTo>
                  <a:lnTo>
                    <a:pt x="294704" y="25146"/>
                  </a:lnTo>
                  <a:lnTo>
                    <a:pt x="294704" y="21336"/>
                  </a:lnTo>
                  <a:lnTo>
                    <a:pt x="307277" y="17621"/>
                  </a:lnTo>
                  <a:lnTo>
                    <a:pt x="337185" y="0"/>
                  </a:lnTo>
                  <a:lnTo>
                    <a:pt x="340423" y="8954"/>
                  </a:lnTo>
                  <a:lnTo>
                    <a:pt x="348996" y="42291"/>
                  </a:lnTo>
                  <a:lnTo>
                    <a:pt x="350044" y="46196"/>
                  </a:lnTo>
                  <a:lnTo>
                    <a:pt x="370999" y="89630"/>
                  </a:lnTo>
                  <a:lnTo>
                    <a:pt x="390239" y="104204"/>
                  </a:lnTo>
                  <a:lnTo>
                    <a:pt x="438340" y="102108"/>
                  </a:lnTo>
                  <a:lnTo>
                    <a:pt x="442722" y="1019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0" name="서울특별시 용산구 한남동">
              <a:extLst>
                <a:ext uri="{FF2B5EF4-FFF2-40B4-BE49-F238E27FC236}">
                  <a16:creationId xmlns:a16="http://schemas.microsoft.com/office/drawing/2014/main" id="{8FC863D5-3303-2958-B517-8E5B595E1272}"/>
                </a:ext>
              </a:extLst>
            </p:cNvPr>
            <p:cNvSpPr/>
            <p:nvPr/>
          </p:nvSpPr>
          <p:spPr>
            <a:xfrm>
              <a:off x="6480524" y="3694080"/>
              <a:ext cx="467677" cy="467487"/>
            </a:xfrm>
            <a:custGeom>
              <a:avLst/>
              <a:gdLst>
                <a:gd name="connsiteX0" fmla="*/ 184595 w 467677"/>
                <a:gd name="connsiteY0" fmla="*/ 48292 h 467487"/>
                <a:gd name="connsiteX1" fmla="*/ 176117 w 467677"/>
                <a:gd name="connsiteY1" fmla="*/ 76105 h 467487"/>
                <a:gd name="connsiteX2" fmla="*/ 219932 w 467677"/>
                <a:gd name="connsiteY2" fmla="*/ 119063 h 467487"/>
                <a:gd name="connsiteX3" fmla="*/ 244412 w 467677"/>
                <a:gd name="connsiteY3" fmla="*/ 116015 h 467487"/>
                <a:gd name="connsiteX4" fmla="*/ 243840 w 467677"/>
                <a:gd name="connsiteY4" fmla="*/ 117634 h 467487"/>
                <a:gd name="connsiteX5" fmla="*/ 241078 w 467677"/>
                <a:gd name="connsiteY5" fmla="*/ 136208 h 467487"/>
                <a:gd name="connsiteX6" fmla="*/ 239459 w 467677"/>
                <a:gd name="connsiteY6" fmla="*/ 154400 h 467487"/>
                <a:gd name="connsiteX7" fmla="*/ 257366 w 467677"/>
                <a:gd name="connsiteY7" fmla="*/ 194025 h 467487"/>
                <a:gd name="connsiteX8" fmla="*/ 260033 w 467677"/>
                <a:gd name="connsiteY8" fmla="*/ 195834 h 467487"/>
                <a:gd name="connsiteX9" fmla="*/ 268319 w 467677"/>
                <a:gd name="connsiteY9" fmla="*/ 199549 h 467487"/>
                <a:gd name="connsiteX10" fmla="*/ 297466 w 467677"/>
                <a:gd name="connsiteY10" fmla="*/ 206597 h 467487"/>
                <a:gd name="connsiteX11" fmla="*/ 301657 w 467677"/>
                <a:gd name="connsiteY11" fmla="*/ 205550 h 467487"/>
                <a:gd name="connsiteX12" fmla="*/ 308229 w 467677"/>
                <a:gd name="connsiteY12" fmla="*/ 203550 h 467487"/>
                <a:gd name="connsiteX13" fmla="*/ 308420 w 467677"/>
                <a:gd name="connsiteY13" fmla="*/ 202883 h 467487"/>
                <a:gd name="connsiteX14" fmla="*/ 322040 w 467677"/>
                <a:gd name="connsiteY14" fmla="*/ 200597 h 467487"/>
                <a:gd name="connsiteX15" fmla="*/ 356521 w 467677"/>
                <a:gd name="connsiteY15" fmla="*/ 208026 h 467487"/>
                <a:gd name="connsiteX16" fmla="*/ 374142 w 467677"/>
                <a:gd name="connsiteY16" fmla="*/ 218885 h 467487"/>
                <a:gd name="connsiteX17" fmla="*/ 400050 w 467677"/>
                <a:gd name="connsiteY17" fmla="*/ 234791 h 467487"/>
                <a:gd name="connsiteX18" fmla="*/ 467678 w 467677"/>
                <a:gd name="connsiteY18" fmla="*/ 276606 h 467487"/>
                <a:gd name="connsiteX19" fmla="*/ 454247 w 467677"/>
                <a:gd name="connsiteY19" fmla="*/ 285274 h 467487"/>
                <a:gd name="connsiteX20" fmla="*/ 452056 w 467677"/>
                <a:gd name="connsiteY20" fmla="*/ 286703 h 467487"/>
                <a:gd name="connsiteX21" fmla="*/ 442151 w 467677"/>
                <a:gd name="connsiteY21" fmla="*/ 294989 h 467487"/>
                <a:gd name="connsiteX22" fmla="*/ 418719 w 467677"/>
                <a:gd name="connsiteY22" fmla="*/ 314611 h 467487"/>
                <a:gd name="connsiteX23" fmla="*/ 397288 w 467677"/>
                <a:gd name="connsiteY23" fmla="*/ 332613 h 467487"/>
                <a:gd name="connsiteX24" fmla="*/ 385191 w 467677"/>
                <a:gd name="connsiteY24" fmla="*/ 342710 h 467487"/>
                <a:gd name="connsiteX25" fmla="*/ 368618 w 467677"/>
                <a:gd name="connsiteY25" fmla="*/ 356711 h 467487"/>
                <a:gd name="connsiteX26" fmla="*/ 316992 w 467677"/>
                <a:gd name="connsiteY26" fmla="*/ 400050 h 467487"/>
                <a:gd name="connsiteX27" fmla="*/ 303562 w 467677"/>
                <a:gd name="connsiteY27" fmla="*/ 408527 h 467487"/>
                <a:gd name="connsiteX28" fmla="*/ 232886 w 467677"/>
                <a:gd name="connsiteY28" fmla="*/ 467487 h 467487"/>
                <a:gd name="connsiteX29" fmla="*/ 220694 w 467677"/>
                <a:gd name="connsiteY29" fmla="*/ 457581 h 467487"/>
                <a:gd name="connsiteX30" fmla="*/ 175260 w 467677"/>
                <a:gd name="connsiteY30" fmla="*/ 428720 h 467487"/>
                <a:gd name="connsiteX31" fmla="*/ 165068 w 467677"/>
                <a:gd name="connsiteY31" fmla="*/ 424053 h 467487"/>
                <a:gd name="connsiteX32" fmla="*/ 158877 w 467677"/>
                <a:gd name="connsiteY32" fmla="*/ 420815 h 467487"/>
                <a:gd name="connsiteX33" fmla="*/ 140018 w 467677"/>
                <a:gd name="connsiteY33" fmla="*/ 403098 h 467487"/>
                <a:gd name="connsiteX34" fmla="*/ 140113 w 467677"/>
                <a:gd name="connsiteY34" fmla="*/ 402527 h 467487"/>
                <a:gd name="connsiteX35" fmla="*/ 140684 w 467677"/>
                <a:gd name="connsiteY35" fmla="*/ 398717 h 467487"/>
                <a:gd name="connsiteX36" fmla="*/ 145733 w 467677"/>
                <a:gd name="connsiteY36" fmla="*/ 390620 h 467487"/>
                <a:gd name="connsiteX37" fmla="*/ 149638 w 467677"/>
                <a:gd name="connsiteY37" fmla="*/ 386239 h 467487"/>
                <a:gd name="connsiteX38" fmla="*/ 150971 w 467677"/>
                <a:gd name="connsiteY38" fmla="*/ 385001 h 467487"/>
                <a:gd name="connsiteX39" fmla="*/ 155353 w 467677"/>
                <a:gd name="connsiteY39" fmla="*/ 382619 h 467487"/>
                <a:gd name="connsiteX40" fmla="*/ 155924 w 467677"/>
                <a:gd name="connsiteY40" fmla="*/ 379095 h 467487"/>
                <a:gd name="connsiteX41" fmla="*/ 153734 w 467677"/>
                <a:gd name="connsiteY41" fmla="*/ 370618 h 467487"/>
                <a:gd name="connsiteX42" fmla="*/ 152591 w 467677"/>
                <a:gd name="connsiteY42" fmla="*/ 369284 h 467487"/>
                <a:gd name="connsiteX43" fmla="*/ 148495 w 467677"/>
                <a:gd name="connsiteY43" fmla="*/ 365951 h 467487"/>
                <a:gd name="connsiteX44" fmla="*/ 142589 w 467677"/>
                <a:gd name="connsiteY44" fmla="*/ 361855 h 467487"/>
                <a:gd name="connsiteX45" fmla="*/ 104966 w 467677"/>
                <a:gd name="connsiteY45" fmla="*/ 339090 h 467487"/>
                <a:gd name="connsiteX46" fmla="*/ 53912 w 467677"/>
                <a:gd name="connsiteY46" fmla="*/ 321564 h 467487"/>
                <a:gd name="connsiteX47" fmla="*/ 49721 w 467677"/>
                <a:gd name="connsiteY47" fmla="*/ 322041 h 467487"/>
                <a:gd name="connsiteX48" fmla="*/ 34671 w 467677"/>
                <a:gd name="connsiteY48" fmla="*/ 308705 h 467487"/>
                <a:gd name="connsiteX49" fmla="*/ 0 w 467677"/>
                <a:gd name="connsiteY49" fmla="*/ 220409 h 467487"/>
                <a:gd name="connsiteX50" fmla="*/ 3905 w 467677"/>
                <a:gd name="connsiteY50" fmla="*/ 206788 h 467487"/>
                <a:gd name="connsiteX51" fmla="*/ 3905 w 467677"/>
                <a:gd name="connsiteY51" fmla="*/ 203168 h 467487"/>
                <a:gd name="connsiteX52" fmla="*/ 4191 w 467677"/>
                <a:gd name="connsiteY52" fmla="*/ 201740 h 467487"/>
                <a:gd name="connsiteX53" fmla="*/ 4477 w 467677"/>
                <a:gd name="connsiteY53" fmla="*/ 200501 h 467487"/>
                <a:gd name="connsiteX54" fmla="*/ 4858 w 467677"/>
                <a:gd name="connsiteY54" fmla="*/ 199073 h 467487"/>
                <a:gd name="connsiteX55" fmla="*/ 5239 w 467677"/>
                <a:gd name="connsiteY55" fmla="*/ 197739 h 467487"/>
                <a:gd name="connsiteX56" fmla="*/ 7048 w 467677"/>
                <a:gd name="connsiteY56" fmla="*/ 195072 h 467487"/>
                <a:gd name="connsiteX57" fmla="*/ 9620 w 467677"/>
                <a:gd name="connsiteY57" fmla="*/ 193358 h 467487"/>
                <a:gd name="connsiteX58" fmla="*/ 13240 w 467677"/>
                <a:gd name="connsiteY58" fmla="*/ 190976 h 467487"/>
                <a:gd name="connsiteX59" fmla="*/ 24860 w 467677"/>
                <a:gd name="connsiteY59" fmla="*/ 183261 h 467487"/>
                <a:gd name="connsiteX60" fmla="*/ 32766 w 467677"/>
                <a:gd name="connsiteY60" fmla="*/ 178403 h 467487"/>
                <a:gd name="connsiteX61" fmla="*/ 40100 w 467677"/>
                <a:gd name="connsiteY61" fmla="*/ 175165 h 467487"/>
                <a:gd name="connsiteX62" fmla="*/ 41148 w 467677"/>
                <a:gd name="connsiteY62" fmla="*/ 174212 h 467487"/>
                <a:gd name="connsiteX63" fmla="*/ 43815 w 467677"/>
                <a:gd name="connsiteY63" fmla="*/ 171926 h 467487"/>
                <a:gd name="connsiteX64" fmla="*/ 44196 w 467677"/>
                <a:gd name="connsiteY64" fmla="*/ 171355 h 467487"/>
                <a:gd name="connsiteX65" fmla="*/ 48101 w 467677"/>
                <a:gd name="connsiteY65" fmla="*/ 166021 h 467487"/>
                <a:gd name="connsiteX66" fmla="*/ 48578 w 467677"/>
                <a:gd name="connsiteY66" fmla="*/ 165354 h 467487"/>
                <a:gd name="connsiteX67" fmla="*/ 49244 w 467677"/>
                <a:gd name="connsiteY67" fmla="*/ 155162 h 467487"/>
                <a:gd name="connsiteX68" fmla="*/ 49625 w 467677"/>
                <a:gd name="connsiteY68" fmla="*/ 147923 h 467487"/>
                <a:gd name="connsiteX69" fmla="*/ 25051 w 467677"/>
                <a:gd name="connsiteY69" fmla="*/ 78962 h 467487"/>
                <a:gd name="connsiteX70" fmla="*/ 3524 w 467677"/>
                <a:gd name="connsiteY70" fmla="*/ 56960 h 467487"/>
                <a:gd name="connsiteX71" fmla="*/ 47435 w 467677"/>
                <a:gd name="connsiteY71" fmla="*/ 18479 h 467487"/>
                <a:gd name="connsiteX72" fmla="*/ 61531 w 467677"/>
                <a:gd name="connsiteY72" fmla="*/ 8096 h 467487"/>
                <a:gd name="connsiteX73" fmla="*/ 67628 w 467677"/>
                <a:gd name="connsiteY73" fmla="*/ 8477 h 467487"/>
                <a:gd name="connsiteX74" fmla="*/ 72104 w 467677"/>
                <a:gd name="connsiteY74" fmla="*/ 8858 h 467487"/>
                <a:gd name="connsiteX75" fmla="*/ 76867 w 467677"/>
                <a:gd name="connsiteY75" fmla="*/ 10668 h 467487"/>
                <a:gd name="connsiteX76" fmla="*/ 84868 w 467677"/>
                <a:gd name="connsiteY76" fmla="*/ 13716 h 467487"/>
                <a:gd name="connsiteX77" fmla="*/ 86011 w 467677"/>
                <a:gd name="connsiteY77" fmla="*/ 14192 h 467487"/>
                <a:gd name="connsiteX78" fmla="*/ 87439 w 467677"/>
                <a:gd name="connsiteY78" fmla="*/ 14764 h 467487"/>
                <a:gd name="connsiteX79" fmla="*/ 92297 w 467677"/>
                <a:gd name="connsiteY79" fmla="*/ 15621 h 467487"/>
                <a:gd name="connsiteX80" fmla="*/ 92964 w 467677"/>
                <a:gd name="connsiteY80" fmla="*/ 15812 h 467487"/>
                <a:gd name="connsiteX81" fmla="*/ 137065 w 467677"/>
                <a:gd name="connsiteY81" fmla="*/ 14097 h 467487"/>
                <a:gd name="connsiteX82" fmla="*/ 158972 w 467677"/>
                <a:gd name="connsiteY82" fmla="*/ 3334 h 467487"/>
                <a:gd name="connsiteX83" fmla="*/ 164973 w 467677"/>
                <a:gd name="connsiteY83" fmla="*/ 0 h 467487"/>
                <a:gd name="connsiteX84" fmla="*/ 168212 w 467677"/>
                <a:gd name="connsiteY84" fmla="*/ 12954 h 467487"/>
                <a:gd name="connsiteX85" fmla="*/ 167735 w 467677"/>
                <a:gd name="connsiteY85" fmla="*/ 14764 h 467487"/>
                <a:gd name="connsiteX86" fmla="*/ 167926 w 467677"/>
                <a:gd name="connsiteY86" fmla="*/ 21622 h 467487"/>
                <a:gd name="connsiteX87" fmla="*/ 169450 w 467677"/>
                <a:gd name="connsiteY87" fmla="*/ 25432 h 467487"/>
                <a:gd name="connsiteX88" fmla="*/ 172307 w 467677"/>
                <a:gd name="connsiteY88" fmla="*/ 32861 h 467487"/>
                <a:gd name="connsiteX89" fmla="*/ 173831 w 467677"/>
                <a:gd name="connsiteY89" fmla="*/ 36767 h 467487"/>
                <a:gd name="connsiteX90" fmla="*/ 184785 w 467677"/>
                <a:gd name="connsiteY90" fmla="*/ 37624 h 467487"/>
                <a:gd name="connsiteX91" fmla="*/ 186690 w 467677"/>
                <a:gd name="connsiteY91" fmla="*/ 37910 h 467487"/>
                <a:gd name="connsiteX92" fmla="*/ 188786 w 467677"/>
                <a:gd name="connsiteY92" fmla="*/ 38291 h 467487"/>
                <a:gd name="connsiteX93" fmla="*/ 192405 w 467677"/>
                <a:gd name="connsiteY93" fmla="*/ 38862 h 467487"/>
                <a:gd name="connsiteX94" fmla="*/ 193262 w 467677"/>
                <a:gd name="connsiteY94" fmla="*/ 39053 h 467487"/>
                <a:gd name="connsiteX95" fmla="*/ 195263 w 467677"/>
                <a:gd name="connsiteY95" fmla="*/ 39434 h 467487"/>
                <a:gd name="connsiteX96" fmla="*/ 184690 w 467677"/>
                <a:gd name="connsiteY96" fmla="*/ 46482 h 467487"/>
                <a:gd name="connsiteX97" fmla="*/ 184595 w 467677"/>
                <a:gd name="connsiteY97" fmla="*/ 47244 h 467487"/>
                <a:gd name="connsiteX98" fmla="*/ 184595 w 467677"/>
                <a:gd name="connsiteY98" fmla="*/ 47816 h 467487"/>
                <a:gd name="connsiteX99" fmla="*/ 184595 w 467677"/>
                <a:gd name="connsiteY99" fmla="*/ 48292 h 46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67677" h="467487">
                  <a:moveTo>
                    <a:pt x="184595" y="48292"/>
                  </a:moveTo>
                  <a:lnTo>
                    <a:pt x="176117" y="76105"/>
                  </a:lnTo>
                  <a:lnTo>
                    <a:pt x="219932" y="119063"/>
                  </a:lnTo>
                  <a:lnTo>
                    <a:pt x="244412" y="116015"/>
                  </a:lnTo>
                  <a:lnTo>
                    <a:pt x="243840" y="117634"/>
                  </a:lnTo>
                  <a:lnTo>
                    <a:pt x="241078" y="136208"/>
                  </a:lnTo>
                  <a:lnTo>
                    <a:pt x="239459" y="154400"/>
                  </a:lnTo>
                  <a:lnTo>
                    <a:pt x="257366" y="194025"/>
                  </a:lnTo>
                  <a:lnTo>
                    <a:pt x="260033" y="195834"/>
                  </a:lnTo>
                  <a:lnTo>
                    <a:pt x="268319" y="199549"/>
                  </a:lnTo>
                  <a:lnTo>
                    <a:pt x="297466" y="206597"/>
                  </a:lnTo>
                  <a:lnTo>
                    <a:pt x="301657" y="205550"/>
                  </a:lnTo>
                  <a:lnTo>
                    <a:pt x="308229" y="203550"/>
                  </a:lnTo>
                  <a:lnTo>
                    <a:pt x="308420" y="202883"/>
                  </a:lnTo>
                  <a:lnTo>
                    <a:pt x="322040" y="200597"/>
                  </a:lnTo>
                  <a:lnTo>
                    <a:pt x="356521" y="208026"/>
                  </a:lnTo>
                  <a:lnTo>
                    <a:pt x="374142" y="218885"/>
                  </a:lnTo>
                  <a:lnTo>
                    <a:pt x="400050" y="234791"/>
                  </a:lnTo>
                  <a:lnTo>
                    <a:pt x="467678" y="276606"/>
                  </a:lnTo>
                  <a:lnTo>
                    <a:pt x="454247" y="285274"/>
                  </a:lnTo>
                  <a:lnTo>
                    <a:pt x="452056" y="286703"/>
                  </a:lnTo>
                  <a:lnTo>
                    <a:pt x="442151" y="294989"/>
                  </a:lnTo>
                  <a:lnTo>
                    <a:pt x="418719" y="314611"/>
                  </a:lnTo>
                  <a:lnTo>
                    <a:pt x="397288" y="332613"/>
                  </a:lnTo>
                  <a:lnTo>
                    <a:pt x="385191" y="342710"/>
                  </a:lnTo>
                  <a:lnTo>
                    <a:pt x="368618" y="356711"/>
                  </a:lnTo>
                  <a:lnTo>
                    <a:pt x="316992" y="400050"/>
                  </a:lnTo>
                  <a:lnTo>
                    <a:pt x="303562" y="408527"/>
                  </a:lnTo>
                  <a:lnTo>
                    <a:pt x="232886" y="467487"/>
                  </a:lnTo>
                  <a:lnTo>
                    <a:pt x="220694" y="457581"/>
                  </a:lnTo>
                  <a:lnTo>
                    <a:pt x="175260" y="428720"/>
                  </a:lnTo>
                  <a:lnTo>
                    <a:pt x="165068" y="424053"/>
                  </a:lnTo>
                  <a:lnTo>
                    <a:pt x="158877" y="420815"/>
                  </a:lnTo>
                  <a:lnTo>
                    <a:pt x="140018" y="403098"/>
                  </a:lnTo>
                  <a:lnTo>
                    <a:pt x="140113" y="402527"/>
                  </a:lnTo>
                  <a:lnTo>
                    <a:pt x="140684" y="398717"/>
                  </a:lnTo>
                  <a:lnTo>
                    <a:pt x="145733" y="390620"/>
                  </a:lnTo>
                  <a:lnTo>
                    <a:pt x="149638" y="386239"/>
                  </a:lnTo>
                  <a:lnTo>
                    <a:pt x="150971" y="385001"/>
                  </a:lnTo>
                  <a:lnTo>
                    <a:pt x="155353" y="382619"/>
                  </a:lnTo>
                  <a:lnTo>
                    <a:pt x="155924" y="379095"/>
                  </a:lnTo>
                  <a:lnTo>
                    <a:pt x="153734" y="370618"/>
                  </a:lnTo>
                  <a:lnTo>
                    <a:pt x="152591" y="369284"/>
                  </a:lnTo>
                  <a:lnTo>
                    <a:pt x="148495" y="365951"/>
                  </a:lnTo>
                  <a:lnTo>
                    <a:pt x="142589" y="361855"/>
                  </a:lnTo>
                  <a:lnTo>
                    <a:pt x="104966" y="339090"/>
                  </a:lnTo>
                  <a:lnTo>
                    <a:pt x="53912" y="321564"/>
                  </a:lnTo>
                  <a:lnTo>
                    <a:pt x="49721" y="322041"/>
                  </a:lnTo>
                  <a:lnTo>
                    <a:pt x="34671" y="308705"/>
                  </a:lnTo>
                  <a:lnTo>
                    <a:pt x="0" y="220409"/>
                  </a:lnTo>
                  <a:lnTo>
                    <a:pt x="3905" y="206788"/>
                  </a:lnTo>
                  <a:lnTo>
                    <a:pt x="3905" y="203168"/>
                  </a:lnTo>
                  <a:lnTo>
                    <a:pt x="4191" y="201740"/>
                  </a:lnTo>
                  <a:lnTo>
                    <a:pt x="4477" y="200501"/>
                  </a:lnTo>
                  <a:lnTo>
                    <a:pt x="4858" y="199073"/>
                  </a:lnTo>
                  <a:lnTo>
                    <a:pt x="5239" y="197739"/>
                  </a:lnTo>
                  <a:lnTo>
                    <a:pt x="7048" y="195072"/>
                  </a:lnTo>
                  <a:lnTo>
                    <a:pt x="9620" y="193358"/>
                  </a:lnTo>
                  <a:lnTo>
                    <a:pt x="13240" y="190976"/>
                  </a:lnTo>
                  <a:lnTo>
                    <a:pt x="24860" y="183261"/>
                  </a:lnTo>
                  <a:lnTo>
                    <a:pt x="32766" y="178403"/>
                  </a:lnTo>
                  <a:lnTo>
                    <a:pt x="40100" y="175165"/>
                  </a:lnTo>
                  <a:lnTo>
                    <a:pt x="41148" y="174212"/>
                  </a:lnTo>
                  <a:lnTo>
                    <a:pt x="43815" y="171926"/>
                  </a:lnTo>
                  <a:lnTo>
                    <a:pt x="44196" y="171355"/>
                  </a:lnTo>
                  <a:lnTo>
                    <a:pt x="48101" y="166021"/>
                  </a:lnTo>
                  <a:lnTo>
                    <a:pt x="48578" y="165354"/>
                  </a:lnTo>
                  <a:lnTo>
                    <a:pt x="49244" y="155162"/>
                  </a:lnTo>
                  <a:lnTo>
                    <a:pt x="49625" y="147923"/>
                  </a:lnTo>
                  <a:lnTo>
                    <a:pt x="25051" y="78962"/>
                  </a:lnTo>
                  <a:lnTo>
                    <a:pt x="3524" y="56960"/>
                  </a:lnTo>
                  <a:lnTo>
                    <a:pt x="47435" y="18479"/>
                  </a:lnTo>
                  <a:lnTo>
                    <a:pt x="61531" y="8096"/>
                  </a:lnTo>
                  <a:lnTo>
                    <a:pt x="67628" y="8477"/>
                  </a:lnTo>
                  <a:lnTo>
                    <a:pt x="72104" y="8858"/>
                  </a:lnTo>
                  <a:lnTo>
                    <a:pt x="76867" y="10668"/>
                  </a:lnTo>
                  <a:lnTo>
                    <a:pt x="84868" y="13716"/>
                  </a:lnTo>
                  <a:lnTo>
                    <a:pt x="86011" y="14192"/>
                  </a:lnTo>
                  <a:lnTo>
                    <a:pt x="87439" y="14764"/>
                  </a:lnTo>
                  <a:lnTo>
                    <a:pt x="92297" y="15621"/>
                  </a:lnTo>
                  <a:lnTo>
                    <a:pt x="92964" y="15812"/>
                  </a:lnTo>
                  <a:lnTo>
                    <a:pt x="137065" y="14097"/>
                  </a:lnTo>
                  <a:lnTo>
                    <a:pt x="158972" y="3334"/>
                  </a:lnTo>
                  <a:lnTo>
                    <a:pt x="164973" y="0"/>
                  </a:lnTo>
                  <a:lnTo>
                    <a:pt x="168212" y="12954"/>
                  </a:lnTo>
                  <a:lnTo>
                    <a:pt x="167735" y="14764"/>
                  </a:lnTo>
                  <a:lnTo>
                    <a:pt x="167926" y="21622"/>
                  </a:lnTo>
                  <a:lnTo>
                    <a:pt x="169450" y="25432"/>
                  </a:lnTo>
                  <a:lnTo>
                    <a:pt x="172307" y="32861"/>
                  </a:lnTo>
                  <a:lnTo>
                    <a:pt x="173831" y="36767"/>
                  </a:lnTo>
                  <a:lnTo>
                    <a:pt x="184785" y="37624"/>
                  </a:lnTo>
                  <a:lnTo>
                    <a:pt x="186690" y="37910"/>
                  </a:lnTo>
                  <a:lnTo>
                    <a:pt x="188786" y="38291"/>
                  </a:lnTo>
                  <a:lnTo>
                    <a:pt x="192405" y="38862"/>
                  </a:lnTo>
                  <a:lnTo>
                    <a:pt x="193262" y="39053"/>
                  </a:lnTo>
                  <a:lnTo>
                    <a:pt x="195263" y="39434"/>
                  </a:lnTo>
                  <a:lnTo>
                    <a:pt x="184690" y="46482"/>
                  </a:lnTo>
                  <a:lnTo>
                    <a:pt x="184595" y="47244"/>
                  </a:lnTo>
                  <a:lnTo>
                    <a:pt x="184595" y="47816"/>
                  </a:lnTo>
                  <a:lnTo>
                    <a:pt x="184595" y="4829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5" name="서울특별시 성동구">
            <a:extLst>
              <a:ext uri="{FF2B5EF4-FFF2-40B4-BE49-F238E27FC236}">
                <a16:creationId xmlns:a16="http://schemas.microsoft.com/office/drawing/2014/main" id="{99AD38A5-70EB-0BCD-43C2-B82AFA37DFCB}"/>
              </a:ext>
            </a:extLst>
          </p:cNvPr>
          <p:cNvGrpSpPr/>
          <p:nvPr/>
        </p:nvGrpSpPr>
        <p:grpSpPr>
          <a:xfrm>
            <a:off x="5769990" y="2910198"/>
            <a:ext cx="683155" cy="577597"/>
            <a:chOff x="6719982" y="3283553"/>
            <a:chExt cx="1185005" cy="796289"/>
          </a:xfrm>
          <a:solidFill>
            <a:srgbClr val="007BFF"/>
          </a:solidFill>
        </p:grpSpPr>
        <p:sp>
          <p:nvSpPr>
            <p:cNvPr id="878" name="서울특별시 성동구 왕십리2동">
              <a:extLst>
                <a:ext uri="{FF2B5EF4-FFF2-40B4-BE49-F238E27FC236}">
                  <a16:creationId xmlns:a16="http://schemas.microsoft.com/office/drawing/2014/main" id="{5D579FDD-9EA6-4F0D-C5E8-84D77CEFEF46}"/>
                </a:ext>
              </a:extLst>
            </p:cNvPr>
            <p:cNvSpPr/>
            <p:nvPr/>
          </p:nvSpPr>
          <p:spPr>
            <a:xfrm>
              <a:off x="6983253" y="3429190"/>
              <a:ext cx="193166" cy="129063"/>
            </a:xfrm>
            <a:custGeom>
              <a:avLst/>
              <a:gdLst>
                <a:gd name="connsiteX0" fmla="*/ 193167 w 193166"/>
                <a:gd name="connsiteY0" fmla="*/ 44768 h 129063"/>
                <a:gd name="connsiteX1" fmla="*/ 148780 w 193166"/>
                <a:gd name="connsiteY1" fmla="*/ 84392 h 129063"/>
                <a:gd name="connsiteX2" fmla="*/ 140018 w 193166"/>
                <a:gd name="connsiteY2" fmla="*/ 84868 h 129063"/>
                <a:gd name="connsiteX3" fmla="*/ 136112 w 193166"/>
                <a:gd name="connsiteY3" fmla="*/ 83153 h 129063"/>
                <a:gd name="connsiteX4" fmla="*/ 134017 w 193166"/>
                <a:gd name="connsiteY4" fmla="*/ 82487 h 129063"/>
                <a:gd name="connsiteX5" fmla="*/ 96774 w 193166"/>
                <a:gd name="connsiteY5" fmla="*/ 85535 h 129063"/>
                <a:gd name="connsiteX6" fmla="*/ 94774 w 193166"/>
                <a:gd name="connsiteY6" fmla="*/ 86106 h 129063"/>
                <a:gd name="connsiteX7" fmla="*/ 76391 w 193166"/>
                <a:gd name="connsiteY7" fmla="*/ 94583 h 129063"/>
                <a:gd name="connsiteX8" fmla="*/ 71056 w 193166"/>
                <a:gd name="connsiteY8" fmla="*/ 97536 h 129063"/>
                <a:gd name="connsiteX9" fmla="*/ 70580 w 193166"/>
                <a:gd name="connsiteY9" fmla="*/ 97822 h 129063"/>
                <a:gd name="connsiteX10" fmla="*/ 69913 w 193166"/>
                <a:gd name="connsiteY10" fmla="*/ 98298 h 129063"/>
                <a:gd name="connsiteX11" fmla="*/ 26384 w 193166"/>
                <a:gd name="connsiteY11" fmla="*/ 128588 h 129063"/>
                <a:gd name="connsiteX12" fmla="*/ 0 w 193166"/>
                <a:gd name="connsiteY12" fmla="*/ 129064 h 129063"/>
                <a:gd name="connsiteX13" fmla="*/ 8668 w 193166"/>
                <a:gd name="connsiteY13" fmla="*/ 76962 h 129063"/>
                <a:gd name="connsiteX14" fmla="*/ 11621 w 193166"/>
                <a:gd name="connsiteY14" fmla="*/ 77438 h 129063"/>
                <a:gd name="connsiteX15" fmla="*/ 12192 w 193166"/>
                <a:gd name="connsiteY15" fmla="*/ 77248 h 129063"/>
                <a:gd name="connsiteX16" fmla="*/ 61817 w 193166"/>
                <a:gd name="connsiteY16" fmla="*/ 36195 h 129063"/>
                <a:gd name="connsiteX17" fmla="*/ 64199 w 193166"/>
                <a:gd name="connsiteY17" fmla="*/ 32290 h 129063"/>
                <a:gd name="connsiteX18" fmla="*/ 65722 w 193166"/>
                <a:gd name="connsiteY18" fmla="*/ 29623 h 129063"/>
                <a:gd name="connsiteX19" fmla="*/ 66008 w 193166"/>
                <a:gd name="connsiteY19" fmla="*/ 29051 h 129063"/>
                <a:gd name="connsiteX20" fmla="*/ 67723 w 193166"/>
                <a:gd name="connsiteY20" fmla="*/ 25432 h 129063"/>
                <a:gd name="connsiteX21" fmla="*/ 69818 w 193166"/>
                <a:gd name="connsiteY21" fmla="*/ 20098 h 129063"/>
                <a:gd name="connsiteX22" fmla="*/ 70676 w 193166"/>
                <a:gd name="connsiteY22" fmla="*/ 12668 h 129063"/>
                <a:gd name="connsiteX23" fmla="*/ 69818 w 193166"/>
                <a:gd name="connsiteY23" fmla="*/ 0 h 129063"/>
                <a:gd name="connsiteX24" fmla="*/ 82677 w 193166"/>
                <a:gd name="connsiteY24" fmla="*/ 2191 h 129063"/>
                <a:gd name="connsiteX25" fmla="*/ 193167 w 193166"/>
                <a:gd name="connsiteY25" fmla="*/ 44768 h 12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3166" h="129063">
                  <a:moveTo>
                    <a:pt x="193167" y="44768"/>
                  </a:moveTo>
                  <a:lnTo>
                    <a:pt x="148780" y="84392"/>
                  </a:lnTo>
                  <a:lnTo>
                    <a:pt x="140018" y="84868"/>
                  </a:lnTo>
                  <a:lnTo>
                    <a:pt x="136112" y="83153"/>
                  </a:lnTo>
                  <a:lnTo>
                    <a:pt x="134017" y="82487"/>
                  </a:lnTo>
                  <a:lnTo>
                    <a:pt x="96774" y="85535"/>
                  </a:lnTo>
                  <a:lnTo>
                    <a:pt x="94774" y="86106"/>
                  </a:lnTo>
                  <a:lnTo>
                    <a:pt x="76391" y="94583"/>
                  </a:lnTo>
                  <a:lnTo>
                    <a:pt x="71056" y="97536"/>
                  </a:lnTo>
                  <a:lnTo>
                    <a:pt x="70580" y="97822"/>
                  </a:lnTo>
                  <a:lnTo>
                    <a:pt x="69913" y="98298"/>
                  </a:lnTo>
                  <a:lnTo>
                    <a:pt x="26384" y="128588"/>
                  </a:lnTo>
                  <a:lnTo>
                    <a:pt x="0" y="129064"/>
                  </a:lnTo>
                  <a:lnTo>
                    <a:pt x="8668" y="76962"/>
                  </a:lnTo>
                  <a:lnTo>
                    <a:pt x="11621" y="77438"/>
                  </a:lnTo>
                  <a:lnTo>
                    <a:pt x="12192" y="77248"/>
                  </a:lnTo>
                  <a:lnTo>
                    <a:pt x="61817" y="36195"/>
                  </a:lnTo>
                  <a:lnTo>
                    <a:pt x="64199" y="32290"/>
                  </a:lnTo>
                  <a:lnTo>
                    <a:pt x="65722" y="29623"/>
                  </a:lnTo>
                  <a:lnTo>
                    <a:pt x="66008" y="29051"/>
                  </a:lnTo>
                  <a:lnTo>
                    <a:pt x="67723" y="25432"/>
                  </a:lnTo>
                  <a:lnTo>
                    <a:pt x="69818" y="20098"/>
                  </a:lnTo>
                  <a:lnTo>
                    <a:pt x="70676" y="12668"/>
                  </a:lnTo>
                  <a:lnTo>
                    <a:pt x="69818" y="0"/>
                  </a:lnTo>
                  <a:lnTo>
                    <a:pt x="82677" y="2191"/>
                  </a:lnTo>
                  <a:lnTo>
                    <a:pt x="193167" y="4476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79" name="서울특별시 성동구 마장동">
              <a:extLst>
                <a:ext uri="{FF2B5EF4-FFF2-40B4-BE49-F238E27FC236}">
                  <a16:creationId xmlns:a16="http://schemas.microsoft.com/office/drawing/2014/main" id="{42FFB9A0-82FF-6522-EC5E-7707884EAD4E}"/>
                </a:ext>
              </a:extLst>
            </p:cNvPr>
            <p:cNvSpPr/>
            <p:nvPr/>
          </p:nvSpPr>
          <p:spPr>
            <a:xfrm>
              <a:off x="7154608" y="3283553"/>
              <a:ext cx="288702" cy="200977"/>
            </a:xfrm>
            <a:custGeom>
              <a:avLst/>
              <a:gdLst>
                <a:gd name="connsiteX0" fmla="*/ 288703 w 288702"/>
                <a:gd name="connsiteY0" fmla="*/ 138493 h 200977"/>
                <a:gd name="connsiteX1" fmla="*/ 272986 w 288702"/>
                <a:gd name="connsiteY1" fmla="*/ 139065 h 200977"/>
                <a:gd name="connsiteX2" fmla="*/ 266319 w 288702"/>
                <a:gd name="connsiteY2" fmla="*/ 139351 h 200977"/>
                <a:gd name="connsiteX3" fmla="*/ 264509 w 288702"/>
                <a:gd name="connsiteY3" fmla="*/ 139446 h 200977"/>
                <a:gd name="connsiteX4" fmla="*/ 264319 w 288702"/>
                <a:gd name="connsiteY4" fmla="*/ 140303 h 200977"/>
                <a:gd name="connsiteX5" fmla="*/ 262794 w 288702"/>
                <a:gd name="connsiteY5" fmla="*/ 146399 h 200977"/>
                <a:gd name="connsiteX6" fmla="*/ 261271 w 288702"/>
                <a:gd name="connsiteY6" fmla="*/ 157163 h 200977"/>
                <a:gd name="connsiteX7" fmla="*/ 255555 w 288702"/>
                <a:gd name="connsiteY7" fmla="*/ 168021 h 200977"/>
                <a:gd name="connsiteX8" fmla="*/ 252508 w 288702"/>
                <a:gd name="connsiteY8" fmla="*/ 173355 h 200977"/>
                <a:gd name="connsiteX9" fmla="*/ 242601 w 288702"/>
                <a:gd name="connsiteY9" fmla="*/ 189262 h 200977"/>
                <a:gd name="connsiteX10" fmla="*/ 239839 w 288702"/>
                <a:gd name="connsiteY10" fmla="*/ 193167 h 200977"/>
                <a:gd name="connsiteX11" fmla="*/ 235839 w 288702"/>
                <a:gd name="connsiteY11" fmla="*/ 195929 h 200977"/>
                <a:gd name="connsiteX12" fmla="*/ 235268 w 288702"/>
                <a:gd name="connsiteY12" fmla="*/ 196215 h 200977"/>
                <a:gd name="connsiteX13" fmla="*/ 233172 w 288702"/>
                <a:gd name="connsiteY13" fmla="*/ 196691 h 200977"/>
                <a:gd name="connsiteX14" fmla="*/ 166783 w 288702"/>
                <a:gd name="connsiteY14" fmla="*/ 200501 h 200977"/>
                <a:gd name="connsiteX15" fmla="*/ 128206 w 288702"/>
                <a:gd name="connsiteY15" fmla="*/ 200977 h 200977"/>
                <a:gd name="connsiteX16" fmla="*/ 124873 w 288702"/>
                <a:gd name="connsiteY16" fmla="*/ 199073 h 200977"/>
                <a:gd name="connsiteX17" fmla="*/ 118110 w 288702"/>
                <a:gd name="connsiteY17" fmla="*/ 184404 h 200977"/>
                <a:gd name="connsiteX18" fmla="*/ 118110 w 288702"/>
                <a:gd name="connsiteY18" fmla="*/ 183547 h 200977"/>
                <a:gd name="connsiteX19" fmla="*/ 75914 w 288702"/>
                <a:gd name="connsiteY19" fmla="*/ 126587 h 200977"/>
                <a:gd name="connsiteX20" fmla="*/ 45148 w 288702"/>
                <a:gd name="connsiteY20" fmla="*/ 123063 h 200977"/>
                <a:gd name="connsiteX21" fmla="*/ 43719 w 288702"/>
                <a:gd name="connsiteY21" fmla="*/ 122873 h 200977"/>
                <a:gd name="connsiteX22" fmla="*/ 13145 w 288702"/>
                <a:gd name="connsiteY22" fmla="*/ 92488 h 200977"/>
                <a:gd name="connsiteX23" fmla="*/ 0 w 288702"/>
                <a:gd name="connsiteY23" fmla="*/ 52197 h 200977"/>
                <a:gd name="connsiteX24" fmla="*/ 44482 w 288702"/>
                <a:gd name="connsiteY24" fmla="*/ 23050 h 200977"/>
                <a:gd name="connsiteX25" fmla="*/ 50673 w 288702"/>
                <a:gd name="connsiteY25" fmla="*/ 19336 h 200977"/>
                <a:gd name="connsiteX26" fmla="*/ 56959 w 288702"/>
                <a:gd name="connsiteY26" fmla="*/ 16192 h 200977"/>
                <a:gd name="connsiteX27" fmla="*/ 73723 w 288702"/>
                <a:gd name="connsiteY27" fmla="*/ 10192 h 200977"/>
                <a:gd name="connsiteX28" fmla="*/ 75629 w 288702"/>
                <a:gd name="connsiteY28" fmla="*/ 9525 h 200977"/>
                <a:gd name="connsiteX29" fmla="*/ 76581 w 288702"/>
                <a:gd name="connsiteY29" fmla="*/ 9144 h 200977"/>
                <a:gd name="connsiteX30" fmla="*/ 101822 w 288702"/>
                <a:gd name="connsiteY30" fmla="*/ 2286 h 200977"/>
                <a:gd name="connsiteX31" fmla="*/ 102870 w 288702"/>
                <a:gd name="connsiteY31" fmla="*/ 2191 h 200977"/>
                <a:gd name="connsiteX32" fmla="*/ 114967 w 288702"/>
                <a:gd name="connsiteY32" fmla="*/ 1238 h 200977"/>
                <a:gd name="connsiteX33" fmla="*/ 178975 w 288702"/>
                <a:gd name="connsiteY33" fmla="*/ 0 h 200977"/>
                <a:gd name="connsiteX34" fmla="*/ 191928 w 288702"/>
                <a:gd name="connsiteY34" fmla="*/ 17145 h 200977"/>
                <a:gd name="connsiteX35" fmla="*/ 209074 w 288702"/>
                <a:gd name="connsiteY35" fmla="*/ 37719 h 200977"/>
                <a:gd name="connsiteX36" fmla="*/ 235268 w 288702"/>
                <a:gd name="connsiteY36" fmla="*/ 52864 h 200977"/>
                <a:gd name="connsiteX37" fmla="*/ 245936 w 288702"/>
                <a:gd name="connsiteY37" fmla="*/ 60484 h 200977"/>
                <a:gd name="connsiteX38" fmla="*/ 247840 w 288702"/>
                <a:gd name="connsiteY38" fmla="*/ 61817 h 200977"/>
                <a:gd name="connsiteX39" fmla="*/ 248412 w 288702"/>
                <a:gd name="connsiteY39" fmla="*/ 62675 h 200977"/>
                <a:gd name="connsiteX40" fmla="*/ 259461 w 288702"/>
                <a:gd name="connsiteY40" fmla="*/ 80772 h 200977"/>
                <a:gd name="connsiteX41" fmla="*/ 261461 w 288702"/>
                <a:gd name="connsiteY41" fmla="*/ 83915 h 200977"/>
                <a:gd name="connsiteX42" fmla="*/ 280225 w 288702"/>
                <a:gd name="connsiteY42" fmla="*/ 116776 h 200977"/>
                <a:gd name="connsiteX43" fmla="*/ 288703 w 288702"/>
                <a:gd name="connsiteY43" fmla="*/ 138493 h 20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88702" h="200977">
                  <a:moveTo>
                    <a:pt x="288703" y="138493"/>
                  </a:moveTo>
                  <a:lnTo>
                    <a:pt x="272986" y="139065"/>
                  </a:lnTo>
                  <a:lnTo>
                    <a:pt x="266319" y="139351"/>
                  </a:lnTo>
                  <a:lnTo>
                    <a:pt x="264509" y="139446"/>
                  </a:lnTo>
                  <a:lnTo>
                    <a:pt x="264319" y="140303"/>
                  </a:lnTo>
                  <a:lnTo>
                    <a:pt x="262794" y="146399"/>
                  </a:lnTo>
                  <a:lnTo>
                    <a:pt x="261271" y="157163"/>
                  </a:lnTo>
                  <a:lnTo>
                    <a:pt x="255555" y="168021"/>
                  </a:lnTo>
                  <a:lnTo>
                    <a:pt x="252508" y="173355"/>
                  </a:lnTo>
                  <a:lnTo>
                    <a:pt x="242601" y="189262"/>
                  </a:lnTo>
                  <a:lnTo>
                    <a:pt x="239839" y="193167"/>
                  </a:lnTo>
                  <a:lnTo>
                    <a:pt x="235839" y="195929"/>
                  </a:lnTo>
                  <a:lnTo>
                    <a:pt x="235268" y="196215"/>
                  </a:lnTo>
                  <a:lnTo>
                    <a:pt x="233172" y="196691"/>
                  </a:lnTo>
                  <a:lnTo>
                    <a:pt x="166783" y="200501"/>
                  </a:lnTo>
                  <a:lnTo>
                    <a:pt x="128206" y="200977"/>
                  </a:lnTo>
                  <a:lnTo>
                    <a:pt x="124873" y="199073"/>
                  </a:lnTo>
                  <a:lnTo>
                    <a:pt x="118110" y="184404"/>
                  </a:lnTo>
                  <a:lnTo>
                    <a:pt x="118110" y="183547"/>
                  </a:lnTo>
                  <a:lnTo>
                    <a:pt x="75914" y="126587"/>
                  </a:lnTo>
                  <a:lnTo>
                    <a:pt x="45148" y="123063"/>
                  </a:lnTo>
                  <a:lnTo>
                    <a:pt x="43719" y="122873"/>
                  </a:lnTo>
                  <a:lnTo>
                    <a:pt x="13145" y="92488"/>
                  </a:lnTo>
                  <a:lnTo>
                    <a:pt x="0" y="52197"/>
                  </a:lnTo>
                  <a:lnTo>
                    <a:pt x="44482" y="23050"/>
                  </a:lnTo>
                  <a:lnTo>
                    <a:pt x="50673" y="19336"/>
                  </a:lnTo>
                  <a:lnTo>
                    <a:pt x="56959" y="16192"/>
                  </a:lnTo>
                  <a:lnTo>
                    <a:pt x="73723" y="10192"/>
                  </a:lnTo>
                  <a:lnTo>
                    <a:pt x="75629" y="9525"/>
                  </a:lnTo>
                  <a:lnTo>
                    <a:pt x="76581" y="9144"/>
                  </a:lnTo>
                  <a:lnTo>
                    <a:pt x="101822" y="2286"/>
                  </a:lnTo>
                  <a:lnTo>
                    <a:pt x="102870" y="2191"/>
                  </a:lnTo>
                  <a:lnTo>
                    <a:pt x="114967" y="1238"/>
                  </a:lnTo>
                  <a:lnTo>
                    <a:pt x="178975" y="0"/>
                  </a:lnTo>
                  <a:lnTo>
                    <a:pt x="191928" y="17145"/>
                  </a:lnTo>
                  <a:lnTo>
                    <a:pt x="209074" y="37719"/>
                  </a:lnTo>
                  <a:lnTo>
                    <a:pt x="235268" y="52864"/>
                  </a:lnTo>
                  <a:lnTo>
                    <a:pt x="245936" y="60484"/>
                  </a:lnTo>
                  <a:lnTo>
                    <a:pt x="247840" y="61817"/>
                  </a:lnTo>
                  <a:lnTo>
                    <a:pt x="248412" y="62675"/>
                  </a:lnTo>
                  <a:lnTo>
                    <a:pt x="259461" y="80772"/>
                  </a:lnTo>
                  <a:lnTo>
                    <a:pt x="261461" y="83915"/>
                  </a:lnTo>
                  <a:lnTo>
                    <a:pt x="280225" y="116776"/>
                  </a:lnTo>
                  <a:lnTo>
                    <a:pt x="288703" y="13849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0" name="서울특별시 성동구 사근동">
              <a:extLst>
                <a:ext uri="{FF2B5EF4-FFF2-40B4-BE49-F238E27FC236}">
                  <a16:creationId xmlns:a16="http://schemas.microsoft.com/office/drawing/2014/main" id="{3C26A822-5A0A-B165-0651-FF99CFE25875}"/>
                </a:ext>
              </a:extLst>
            </p:cNvPr>
            <p:cNvSpPr/>
            <p:nvPr/>
          </p:nvSpPr>
          <p:spPr>
            <a:xfrm>
              <a:off x="7272718" y="3422046"/>
              <a:ext cx="232981" cy="231076"/>
            </a:xfrm>
            <a:custGeom>
              <a:avLst/>
              <a:gdLst>
                <a:gd name="connsiteX0" fmla="*/ 190595 w 232981"/>
                <a:gd name="connsiteY0" fmla="*/ 231077 h 231076"/>
                <a:gd name="connsiteX1" fmla="*/ 166402 w 232981"/>
                <a:gd name="connsiteY1" fmla="*/ 226695 h 231076"/>
                <a:gd name="connsiteX2" fmla="*/ 165164 w 232981"/>
                <a:gd name="connsiteY2" fmla="*/ 226600 h 231076"/>
                <a:gd name="connsiteX3" fmla="*/ 148400 w 232981"/>
                <a:gd name="connsiteY3" fmla="*/ 224790 h 231076"/>
                <a:gd name="connsiteX4" fmla="*/ 146590 w 232981"/>
                <a:gd name="connsiteY4" fmla="*/ 224600 h 231076"/>
                <a:gd name="connsiteX5" fmla="*/ 142685 w 232981"/>
                <a:gd name="connsiteY5" fmla="*/ 224219 h 231076"/>
                <a:gd name="connsiteX6" fmla="*/ 141732 w 232981"/>
                <a:gd name="connsiteY6" fmla="*/ 224123 h 231076"/>
                <a:gd name="connsiteX7" fmla="*/ 102870 w 232981"/>
                <a:gd name="connsiteY7" fmla="*/ 224409 h 231076"/>
                <a:gd name="connsiteX8" fmla="*/ 53245 w 232981"/>
                <a:gd name="connsiteY8" fmla="*/ 229838 h 231076"/>
                <a:gd name="connsiteX9" fmla="*/ 18288 w 232981"/>
                <a:gd name="connsiteY9" fmla="*/ 226028 h 231076"/>
                <a:gd name="connsiteX10" fmla="*/ 3429 w 232981"/>
                <a:gd name="connsiteY10" fmla="*/ 208979 h 231076"/>
                <a:gd name="connsiteX11" fmla="*/ 5811 w 232981"/>
                <a:gd name="connsiteY11" fmla="*/ 204978 h 231076"/>
                <a:gd name="connsiteX12" fmla="*/ 6858 w 232981"/>
                <a:gd name="connsiteY12" fmla="*/ 202978 h 231076"/>
                <a:gd name="connsiteX13" fmla="*/ 9525 w 232981"/>
                <a:gd name="connsiteY13" fmla="*/ 197644 h 231076"/>
                <a:gd name="connsiteX14" fmla="*/ 11525 w 232981"/>
                <a:gd name="connsiteY14" fmla="*/ 190500 h 231076"/>
                <a:gd name="connsiteX15" fmla="*/ 12288 w 232981"/>
                <a:gd name="connsiteY15" fmla="*/ 186881 h 231076"/>
                <a:gd name="connsiteX16" fmla="*/ 12859 w 232981"/>
                <a:gd name="connsiteY16" fmla="*/ 184118 h 231076"/>
                <a:gd name="connsiteX17" fmla="*/ 12859 w 232981"/>
                <a:gd name="connsiteY17" fmla="*/ 181451 h 231076"/>
                <a:gd name="connsiteX18" fmla="*/ 12954 w 232981"/>
                <a:gd name="connsiteY18" fmla="*/ 176594 h 231076"/>
                <a:gd name="connsiteX19" fmla="*/ 12954 w 232981"/>
                <a:gd name="connsiteY19" fmla="*/ 174784 h 231076"/>
                <a:gd name="connsiteX20" fmla="*/ 12573 w 232981"/>
                <a:gd name="connsiteY20" fmla="*/ 168593 h 231076"/>
                <a:gd name="connsiteX21" fmla="*/ 6191 w 232981"/>
                <a:gd name="connsiteY21" fmla="*/ 82010 h 231076"/>
                <a:gd name="connsiteX22" fmla="*/ 0 w 232981"/>
                <a:gd name="connsiteY22" fmla="*/ 45911 h 231076"/>
                <a:gd name="connsiteX23" fmla="*/ 6763 w 232981"/>
                <a:gd name="connsiteY23" fmla="*/ 60579 h 231076"/>
                <a:gd name="connsiteX24" fmla="*/ 10096 w 232981"/>
                <a:gd name="connsiteY24" fmla="*/ 62484 h 231076"/>
                <a:gd name="connsiteX25" fmla="*/ 48673 w 232981"/>
                <a:gd name="connsiteY25" fmla="*/ 62008 h 231076"/>
                <a:gd name="connsiteX26" fmla="*/ 115062 w 232981"/>
                <a:gd name="connsiteY26" fmla="*/ 58198 h 231076"/>
                <a:gd name="connsiteX27" fmla="*/ 117158 w 232981"/>
                <a:gd name="connsiteY27" fmla="*/ 57721 h 231076"/>
                <a:gd name="connsiteX28" fmla="*/ 117729 w 232981"/>
                <a:gd name="connsiteY28" fmla="*/ 57436 h 231076"/>
                <a:gd name="connsiteX29" fmla="*/ 121730 w 232981"/>
                <a:gd name="connsiteY29" fmla="*/ 54674 h 231076"/>
                <a:gd name="connsiteX30" fmla="*/ 124492 w 232981"/>
                <a:gd name="connsiteY30" fmla="*/ 50768 h 231076"/>
                <a:gd name="connsiteX31" fmla="*/ 134398 w 232981"/>
                <a:gd name="connsiteY31" fmla="*/ 34862 h 231076"/>
                <a:gd name="connsiteX32" fmla="*/ 137446 w 232981"/>
                <a:gd name="connsiteY32" fmla="*/ 29528 h 231076"/>
                <a:gd name="connsiteX33" fmla="*/ 143161 w 232981"/>
                <a:gd name="connsiteY33" fmla="*/ 18669 h 231076"/>
                <a:gd name="connsiteX34" fmla="*/ 144685 w 232981"/>
                <a:gd name="connsiteY34" fmla="*/ 7906 h 231076"/>
                <a:gd name="connsiteX35" fmla="*/ 146209 w 232981"/>
                <a:gd name="connsiteY35" fmla="*/ 1810 h 231076"/>
                <a:gd name="connsiteX36" fmla="*/ 146399 w 232981"/>
                <a:gd name="connsiteY36" fmla="*/ 953 h 231076"/>
                <a:gd name="connsiteX37" fmla="*/ 148209 w 232981"/>
                <a:gd name="connsiteY37" fmla="*/ 857 h 231076"/>
                <a:gd name="connsiteX38" fmla="*/ 154877 w 232981"/>
                <a:gd name="connsiteY38" fmla="*/ 571 h 231076"/>
                <a:gd name="connsiteX39" fmla="*/ 170593 w 232981"/>
                <a:gd name="connsiteY39" fmla="*/ 0 h 231076"/>
                <a:gd name="connsiteX40" fmla="*/ 177165 w 232981"/>
                <a:gd name="connsiteY40" fmla="*/ 8001 h 231076"/>
                <a:gd name="connsiteX41" fmla="*/ 198787 w 232981"/>
                <a:gd name="connsiteY41" fmla="*/ 41148 h 231076"/>
                <a:gd name="connsiteX42" fmla="*/ 202692 w 232981"/>
                <a:gd name="connsiteY42" fmla="*/ 48482 h 231076"/>
                <a:gd name="connsiteX43" fmla="*/ 209645 w 232981"/>
                <a:gd name="connsiteY43" fmla="*/ 64675 h 231076"/>
                <a:gd name="connsiteX44" fmla="*/ 210408 w 232981"/>
                <a:gd name="connsiteY44" fmla="*/ 66866 h 231076"/>
                <a:gd name="connsiteX45" fmla="*/ 216218 w 232981"/>
                <a:gd name="connsiteY45" fmla="*/ 83058 h 231076"/>
                <a:gd name="connsiteX46" fmla="*/ 232696 w 232981"/>
                <a:gd name="connsiteY46" fmla="*/ 128969 h 231076"/>
                <a:gd name="connsiteX47" fmla="*/ 232982 w 232981"/>
                <a:gd name="connsiteY47" fmla="*/ 154019 h 231076"/>
                <a:gd name="connsiteX48" fmla="*/ 223647 w 232981"/>
                <a:gd name="connsiteY48" fmla="*/ 188119 h 231076"/>
                <a:gd name="connsiteX49" fmla="*/ 213551 w 232981"/>
                <a:gd name="connsiteY49" fmla="*/ 206312 h 231076"/>
                <a:gd name="connsiteX50" fmla="*/ 211264 w 232981"/>
                <a:gd name="connsiteY50" fmla="*/ 208788 h 231076"/>
                <a:gd name="connsiteX51" fmla="*/ 198692 w 232981"/>
                <a:gd name="connsiteY51" fmla="*/ 222600 h 231076"/>
                <a:gd name="connsiteX52" fmla="*/ 190595 w 232981"/>
                <a:gd name="connsiteY52" fmla="*/ 231077 h 23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2981" h="231076">
                  <a:moveTo>
                    <a:pt x="190595" y="231077"/>
                  </a:moveTo>
                  <a:lnTo>
                    <a:pt x="166402" y="226695"/>
                  </a:lnTo>
                  <a:lnTo>
                    <a:pt x="165164" y="226600"/>
                  </a:lnTo>
                  <a:lnTo>
                    <a:pt x="148400" y="224790"/>
                  </a:lnTo>
                  <a:lnTo>
                    <a:pt x="146590" y="224600"/>
                  </a:lnTo>
                  <a:lnTo>
                    <a:pt x="142685" y="224219"/>
                  </a:lnTo>
                  <a:lnTo>
                    <a:pt x="141732" y="224123"/>
                  </a:lnTo>
                  <a:lnTo>
                    <a:pt x="102870" y="224409"/>
                  </a:lnTo>
                  <a:lnTo>
                    <a:pt x="53245" y="229838"/>
                  </a:lnTo>
                  <a:lnTo>
                    <a:pt x="18288" y="226028"/>
                  </a:lnTo>
                  <a:lnTo>
                    <a:pt x="3429" y="208979"/>
                  </a:lnTo>
                  <a:lnTo>
                    <a:pt x="5811" y="204978"/>
                  </a:lnTo>
                  <a:lnTo>
                    <a:pt x="6858" y="202978"/>
                  </a:lnTo>
                  <a:lnTo>
                    <a:pt x="9525" y="197644"/>
                  </a:lnTo>
                  <a:lnTo>
                    <a:pt x="11525" y="190500"/>
                  </a:lnTo>
                  <a:lnTo>
                    <a:pt x="12288" y="186881"/>
                  </a:lnTo>
                  <a:lnTo>
                    <a:pt x="12859" y="184118"/>
                  </a:lnTo>
                  <a:lnTo>
                    <a:pt x="12859" y="181451"/>
                  </a:lnTo>
                  <a:lnTo>
                    <a:pt x="12954" y="176594"/>
                  </a:lnTo>
                  <a:lnTo>
                    <a:pt x="12954" y="174784"/>
                  </a:lnTo>
                  <a:lnTo>
                    <a:pt x="12573" y="168593"/>
                  </a:lnTo>
                  <a:lnTo>
                    <a:pt x="6191" y="82010"/>
                  </a:lnTo>
                  <a:lnTo>
                    <a:pt x="0" y="45911"/>
                  </a:lnTo>
                  <a:lnTo>
                    <a:pt x="6763" y="60579"/>
                  </a:lnTo>
                  <a:lnTo>
                    <a:pt x="10096" y="62484"/>
                  </a:lnTo>
                  <a:lnTo>
                    <a:pt x="48673" y="62008"/>
                  </a:lnTo>
                  <a:lnTo>
                    <a:pt x="115062" y="58198"/>
                  </a:lnTo>
                  <a:lnTo>
                    <a:pt x="117158" y="57721"/>
                  </a:lnTo>
                  <a:lnTo>
                    <a:pt x="117729" y="57436"/>
                  </a:lnTo>
                  <a:lnTo>
                    <a:pt x="121730" y="54674"/>
                  </a:lnTo>
                  <a:lnTo>
                    <a:pt x="124492" y="50768"/>
                  </a:lnTo>
                  <a:lnTo>
                    <a:pt x="134398" y="34862"/>
                  </a:lnTo>
                  <a:lnTo>
                    <a:pt x="137446" y="29528"/>
                  </a:lnTo>
                  <a:lnTo>
                    <a:pt x="143161" y="18669"/>
                  </a:lnTo>
                  <a:lnTo>
                    <a:pt x="144685" y="7906"/>
                  </a:lnTo>
                  <a:lnTo>
                    <a:pt x="146209" y="1810"/>
                  </a:lnTo>
                  <a:lnTo>
                    <a:pt x="146399" y="953"/>
                  </a:lnTo>
                  <a:lnTo>
                    <a:pt x="148209" y="857"/>
                  </a:lnTo>
                  <a:lnTo>
                    <a:pt x="154877" y="571"/>
                  </a:lnTo>
                  <a:lnTo>
                    <a:pt x="170593" y="0"/>
                  </a:lnTo>
                  <a:lnTo>
                    <a:pt x="177165" y="8001"/>
                  </a:lnTo>
                  <a:lnTo>
                    <a:pt x="198787" y="41148"/>
                  </a:lnTo>
                  <a:lnTo>
                    <a:pt x="202692" y="48482"/>
                  </a:lnTo>
                  <a:lnTo>
                    <a:pt x="209645" y="64675"/>
                  </a:lnTo>
                  <a:lnTo>
                    <a:pt x="210408" y="66866"/>
                  </a:lnTo>
                  <a:lnTo>
                    <a:pt x="216218" y="83058"/>
                  </a:lnTo>
                  <a:lnTo>
                    <a:pt x="232696" y="128969"/>
                  </a:lnTo>
                  <a:lnTo>
                    <a:pt x="232982" y="154019"/>
                  </a:lnTo>
                  <a:lnTo>
                    <a:pt x="223647" y="188119"/>
                  </a:lnTo>
                  <a:lnTo>
                    <a:pt x="213551" y="206312"/>
                  </a:lnTo>
                  <a:lnTo>
                    <a:pt x="211264" y="208788"/>
                  </a:lnTo>
                  <a:lnTo>
                    <a:pt x="198692" y="222600"/>
                  </a:lnTo>
                  <a:lnTo>
                    <a:pt x="190595" y="23107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1" name="서울특별시 성동구 행당1동">
              <a:extLst>
                <a:ext uri="{FF2B5EF4-FFF2-40B4-BE49-F238E27FC236}">
                  <a16:creationId xmlns:a16="http://schemas.microsoft.com/office/drawing/2014/main" id="{5866C47E-F047-C6EA-1F58-1C67F92CB5B9}"/>
                </a:ext>
              </a:extLst>
            </p:cNvPr>
            <p:cNvSpPr/>
            <p:nvPr/>
          </p:nvSpPr>
          <p:spPr>
            <a:xfrm>
              <a:off x="7124128" y="3410140"/>
              <a:ext cx="161544" cy="220884"/>
            </a:xfrm>
            <a:custGeom>
              <a:avLst/>
              <a:gdLst>
                <a:gd name="connsiteX0" fmla="*/ 148590 w 161544"/>
                <a:gd name="connsiteY0" fmla="*/ 57817 h 220884"/>
                <a:gd name="connsiteX1" fmla="*/ 154781 w 161544"/>
                <a:gd name="connsiteY1" fmla="*/ 93917 h 220884"/>
                <a:gd name="connsiteX2" fmla="*/ 161163 w 161544"/>
                <a:gd name="connsiteY2" fmla="*/ 180499 h 220884"/>
                <a:gd name="connsiteX3" fmla="*/ 161544 w 161544"/>
                <a:gd name="connsiteY3" fmla="*/ 186690 h 220884"/>
                <a:gd name="connsiteX4" fmla="*/ 161544 w 161544"/>
                <a:gd name="connsiteY4" fmla="*/ 188500 h 220884"/>
                <a:gd name="connsiteX5" fmla="*/ 161449 w 161544"/>
                <a:gd name="connsiteY5" fmla="*/ 193358 h 220884"/>
                <a:gd name="connsiteX6" fmla="*/ 161449 w 161544"/>
                <a:gd name="connsiteY6" fmla="*/ 196025 h 220884"/>
                <a:gd name="connsiteX7" fmla="*/ 160877 w 161544"/>
                <a:gd name="connsiteY7" fmla="*/ 198787 h 220884"/>
                <a:gd name="connsiteX8" fmla="*/ 160115 w 161544"/>
                <a:gd name="connsiteY8" fmla="*/ 202406 h 220884"/>
                <a:gd name="connsiteX9" fmla="*/ 158115 w 161544"/>
                <a:gd name="connsiteY9" fmla="*/ 209550 h 220884"/>
                <a:gd name="connsiteX10" fmla="*/ 155448 w 161544"/>
                <a:gd name="connsiteY10" fmla="*/ 214884 h 220884"/>
                <a:gd name="connsiteX11" fmla="*/ 154400 w 161544"/>
                <a:gd name="connsiteY11" fmla="*/ 216884 h 220884"/>
                <a:gd name="connsiteX12" fmla="*/ 152019 w 161544"/>
                <a:gd name="connsiteY12" fmla="*/ 220885 h 220884"/>
                <a:gd name="connsiteX13" fmla="*/ 65341 w 161544"/>
                <a:gd name="connsiteY13" fmla="*/ 207454 h 220884"/>
                <a:gd name="connsiteX14" fmla="*/ 66199 w 161544"/>
                <a:gd name="connsiteY14" fmla="*/ 202692 h 220884"/>
                <a:gd name="connsiteX15" fmla="*/ 62675 w 161544"/>
                <a:gd name="connsiteY15" fmla="*/ 157163 h 220884"/>
                <a:gd name="connsiteX16" fmla="*/ 60770 w 161544"/>
                <a:gd name="connsiteY16" fmla="*/ 136588 h 220884"/>
                <a:gd name="connsiteX17" fmla="*/ 51149 w 161544"/>
                <a:gd name="connsiteY17" fmla="*/ 138494 h 220884"/>
                <a:gd name="connsiteX18" fmla="*/ 39529 w 161544"/>
                <a:gd name="connsiteY18" fmla="*/ 140875 h 220884"/>
                <a:gd name="connsiteX19" fmla="*/ 2572 w 161544"/>
                <a:gd name="connsiteY19" fmla="*/ 148304 h 220884"/>
                <a:gd name="connsiteX20" fmla="*/ 1429 w 161544"/>
                <a:gd name="connsiteY20" fmla="*/ 143351 h 220884"/>
                <a:gd name="connsiteX21" fmla="*/ 381 w 161544"/>
                <a:gd name="connsiteY21" fmla="*/ 138875 h 220884"/>
                <a:gd name="connsiteX22" fmla="*/ 0 w 161544"/>
                <a:gd name="connsiteY22" fmla="*/ 137160 h 220884"/>
                <a:gd name="connsiteX23" fmla="*/ 7906 w 161544"/>
                <a:gd name="connsiteY23" fmla="*/ 103442 h 220884"/>
                <a:gd name="connsiteX24" fmla="*/ 52292 w 161544"/>
                <a:gd name="connsiteY24" fmla="*/ 63818 h 220884"/>
                <a:gd name="connsiteX25" fmla="*/ 69532 w 161544"/>
                <a:gd name="connsiteY25" fmla="*/ 75057 h 220884"/>
                <a:gd name="connsiteX26" fmla="*/ 70104 w 161544"/>
                <a:gd name="connsiteY26" fmla="*/ 75438 h 220884"/>
                <a:gd name="connsiteX27" fmla="*/ 87439 w 161544"/>
                <a:gd name="connsiteY27" fmla="*/ 86296 h 220884"/>
                <a:gd name="connsiteX28" fmla="*/ 90011 w 161544"/>
                <a:gd name="connsiteY28" fmla="*/ 81915 h 220884"/>
                <a:gd name="connsiteX29" fmla="*/ 93726 w 161544"/>
                <a:gd name="connsiteY29" fmla="*/ 73438 h 220884"/>
                <a:gd name="connsiteX30" fmla="*/ 94774 w 161544"/>
                <a:gd name="connsiteY30" fmla="*/ 70866 h 220884"/>
                <a:gd name="connsiteX31" fmla="*/ 97155 w 161544"/>
                <a:gd name="connsiteY31" fmla="*/ 64961 h 220884"/>
                <a:gd name="connsiteX32" fmla="*/ 100108 w 161544"/>
                <a:gd name="connsiteY32" fmla="*/ 46958 h 220884"/>
                <a:gd name="connsiteX33" fmla="*/ 100393 w 161544"/>
                <a:gd name="connsiteY33" fmla="*/ 44387 h 220884"/>
                <a:gd name="connsiteX34" fmla="*/ 101155 w 161544"/>
                <a:gd name="connsiteY34" fmla="*/ 38957 h 220884"/>
                <a:gd name="connsiteX35" fmla="*/ 102775 w 161544"/>
                <a:gd name="connsiteY35" fmla="*/ 27718 h 220884"/>
                <a:gd name="connsiteX36" fmla="*/ 103251 w 161544"/>
                <a:gd name="connsiteY36" fmla="*/ 24003 h 220884"/>
                <a:gd name="connsiteX37" fmla="*/ 106394 w 161544"/>
                <a:gd name="connsiteY37" fmla="*/ 0 h 220884"/>
                <a:gd name="connsiteX38" fmla="*/ 148590 w 161544"/>
                <a:gd name="connsiteY38" fmla="*/ 56960 h 220884"/>
                <a:gd name="connsiteX39" fmla="*/ 148590 w 161544"/>
                <a:gd name="connsiteY39" fmla="*/ 57817 h 2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1544" h="220884">
                  <a:moveTo>
                    <a:pt x="148590" y="57817"/>
                  </a:moveTo>
                  <a:lnTo>
                    <a:pt x="154781" y="93917"/>
                  </a:lnTo>
                  <a:lnTo>
                    <a:pt x="161163" y="180499"/>
                  </a:lnTo>
                  <a:lnTo>
                    <a:pt x="161544" y="186690"/>
                  </a:lnTo>
                  <a:lnTo>
                    <a:pt x="161544" y="188500"/>
                  </a:lnTo>
                  <a:lnTo>
                    <a:pt x="161449" y="193358"/>
                  </a:lnTo>
                  <a:lnTo>
                    <a:pt x="161449" y="196025"/>
                  </a:lnTo>
                  <a:lnTo>
                    <a:pt x="160877" y="198787"/>
                  </a:lnTo>
                  <a:lnTo>
                    <a:pt x="160115" y="202406"/>
                  </a:lnTo>
                  <a:lnTo>
                    <a:pt x="158115" y="209550"/>
                  </a:lnTo>
                  <a:lnTo>
                    <a:pt x="155448" y="214884"/>
                  </a:lnTo>
                  <a:lnTo>
                    <a:pt x="154400" y="216884"/>
                  </a:lnTo>
                  <a:lnTo>
                    <a:pt x="152019" y="220885"/>
                  </a:lnTo>
                  <a:lnTo>
                    <a:pt x="65341" y="207454"/>
                  </a:lnTo>
                  <a:lnTo>
                    <a:pt x="66199" y="202692"/>
                  </a:lnTo>
                  <a:lnTo>
                    <a:pt x="62675" y="157163"/>
                  </a:lnTo>
                  <a:lnTo>
                    <a:pt x="60770" y="136588"/>
                  </a:lnTo>
                  <a:lnTo>
                    <a:pt x="51149" y="138494"/>
                  </a:lnTo>
                  <a:lnTo>
                    <a:pt x="39529" y="140875"/>
                  </a:lnTo>
                  <a:lnTo>
                    <a:pt x="2572" y="148304"/>
                  </a:lnTo>
                  <a:lnTo>
                    <a:pt x="1429" y="143351"/>
                  </a:lnTo>
                  <a:lnTo>
                    <a:pt x="381" y="138875"/>
                  </a:lnTo>
                  <a:lnTo>
                    <a:pt x="0" y="137160"/>
                  </a:lnTo>
                  <a:lnTo>
                    <a:pt x="7906" y="103442"/>
                  </a:lnTo>
                  <a:lnTo>
                    <a:pt x="52292" y="63818"/>
                  </a:lnTo>
                  <a:lnTo>
                    <a:pt x="69532" y="75057"/>
                  </a:lnTo>
                  <a:lnTo>
                    <a:pt x="70104" y="75438"/>
                  </a:lnTo>
                  <a:lnTo>
                    <a:pt x="87439" y="86296"/>
                  </a:lnTo>
                  <a:lnTo>
                    <a:pt x="90011" y="81915"/>
                  </a:lnTo>
                  <a:lnTo>
                    <a:pt x="93726" y="73438"/>
                  </a:lnTo>
                  <a:lnTo>
                    <a:pt x="94774" y="70866"/>
                  </a:lnTo>
                  <a:lnTo>
                    <a:pt x="97155" y="64961"/>
                  </a:lnTo>
                  <a:lnTo>
                    <a:pt x="100108" y="46958"/>
                  </a:lnTo>
                  <a:lnTo>
                    <a:pt x="100393" y="44387"/>
                  </a:lnTo>
                  <a:lnTo>
                    <a:pt x="101155" y="38957"/>
                  </a:lnTo>
                  <a:lnTo>
                    <a:pt x="102775" y="27718"/>
                  </a:lnTo>
                  <a:lnTo>
                    <a:pt x="103251" y="24003"/>
                  </a:lnTo>
                  <a:lnTo>
                    <a:pt x="106394" y="0"/>
                  </a:lnTo>
                  <a:lnTo>
                    <a:pt x="148590" y="56960"/>
                  </a:lnTo>
                  <a:lnTo>
                    <a:pt x="148590" y="578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2" name="서울특별시 성동구 행당2동">
              <a:extLst>
                <a:ext uri="{FF2B5EF4-FFF2-40B4-BE49-F238E27FC236}">
                  <a16:creationId xmlns:a16="http://schemas.microsoft.com/office/drawing/2014/main" id="{A7389283-985C-67D8-DA43-E3148C78292D}"/>
                </a:ext>
              </a:extLst>
            </p:cNvPr>
            <p:cNvSpPr/>
            <p:nvPr/>
          </p:nvSpPr>
          <p:spPr>
            <a:xfrm>
              <a:off x="7009638" y="3511676"/>
              <a:ext cx="180689" cy="136398"/>
            </a:xfrm>
            <a:custGeom>
              <a:avLst/>
              <a:gdLst>
                <a:gd name="connsiteX0" fmla="*/ 122396 w 180689"/>
                <a:gd name="connsiteY0" fmla="*/ 1905 h 136398"/>
                <a:gd name="connsiteX1" fmla="*/ 114490 w 180689"/>
                <a:gd name="connsiteY1" fmla="*/ 35624 h 136398"/>
                <a:gd name="connsiteX2" fmla="*/ 114871 w 180689"/>
                <a:gd name="connsiteY2" fmla="*/ 37338 h 136398"/>
                <a:gd name="connsiteX3" fmla="*/ 115919 w 180689"/>
                <a:gd name="connsiteY3" fmla="*/ 41815 h 136398"/>
                <a:gd name="connsiteX4" fmla="*/ 117062 w 180689"/>
                <a:gd name="connsiteY4" fmla="*/ 46768 h 136398"/>
                <a:gd name="connsiteX5" fmla="*/ 154019 w 180689"/>
                <a:gd name="connsiteY5" fmla="*/ 39338 h 136398"/>
                <a:gd name="connsiteX6" fmla="*/ 165640 w 180689"/>
                <a:gd name="connsiteY6" fmla="*/ 36957 h 136398"/>
                <a:gd name="connsiteX7" fmla="*/ 175260 w 180689"/>
                <a:gd name="connsiteY7" fmla="*/ 35052 h 136398"/>
                <a:gd name="connsiteX8" fmla="*/ 177165 w 180689"/>
                <a:gd name="connsiteY8" fmla="*/ 55626 h 136398"/>
                <a:gd name="connsiteX9" fmla="*/ 180689 w 180689"/>
                <a:gd name="connsiteY9" fmla="*/ 101155 h 136398"/>
                <a:gd name="connsiteX10" fmla="*/ 179356 w 180689"/>
                <a:gd name="connsiteY10" fmla="*/ 102775 h 136398"/>
                <a:gd name="connsiteX11" fmla="*/ 176974 w 180689"/>
                <a:gd name="connsiteY11" fmla="*/ 105632 h 136398"/>
                <a:gd name="connsiteX12" fmla="*/ 175545 w 180689"/>
                <a:gd name="connsiteY12" fmla="*/ 107347 h 136398"/>
                <a:gd name="connsiteX13" fmla="*/ 138303 w 180689"/>
                <a:gd name="connsiteY13" fmla="*/ 135636 h 136398"/>
                <a:gd name="connsiteX14" fmla="*/ 134302 w 180689"/>
                <a:gd name="connsiteY14" fmla="*/ 136112 h 136398"/>
                <a:gd name="connsiteX15" fmla="*/ 127730 w 180689"/>
                <a:gd name="connsiteY15" fmla="*/ 136398 h 136398"/>
                <a:gd name="connsiteX16" fmla="*/ 94202 w 180689"/>
                <a:gd name="connsiteY16" fmla="*/ 118396 h 136398"/>
                <a:gd name="connsiteX17" fmla="*/ 90392 w 180689"/>
                <a:gd name="connsiteY17" fmla="*/ 119158 h 136398"/>
                <a:gd name="connsiteX18" fmla="*/ 86773 w 180689"/>
                <a:gd name="connsiteY18" fmla="*/ 119063 h 136398"/>
                <a:gd name="connsiteX19" fmla="*/ 68675 w 180689"/>
                <a:gd name="connsiteY19" fmla="*/ 114491 h 136398"/>
                <a:gd name="connsiteX20" fmla="*/ 29337 w 180689"/>
                <a:gd name="connsiteY20" fmla="*/ 99917 h 136398"/>
                <a:gd name="connsiteX21" fmla="*/ 28575 w 180689"/>
                <a:gd name="connsiteY21" fmla="*/ 99632 h 136398"/>
                <a:gd name="connsiteX22" fmla="*/ 25813 w 180689"/>
                <a:gd name="connsiteY22" fmla="*/ 98298 h 136398"/>
                <a:gd name="connsiteX23" fmla="*/ 10668 w 180689"/>
                <a:gd name="connsiteY23" fmla="*/ 85916 h 136398"/>
                <a:gd name="connsiteX24" fmla="*/ 10287 w 180689"/>
                <a:gd name="connsiteY24" fmla="*/ 85344 h 136398"/>
                <a:gd name="connsiteX25" fmla="*/ 0 w 180689"/>
                <a:gd name="connsiteY25" fmla="*/ 46101 h 136398"/>
                <a:gd name="connsiteX26" fmla="*/ 43529 w 180689"/>
                <a:gd name="connsiteY26" fmla="*/ 15812 h 136398"/>
                <a:gd name="connsiteX27" fmla="*/ 44196 w 180689"/>
                <a:gd name="connsiteY27" fmla="*/ 15335 h 136398"/>
                <a:gd name="connsiteX28" fmla="*/ 44672 w 180689"/>
                <a:gd name="connsiteY28" fmla="*/ 15050 h 136398"/>
                <a:gd name="connsiteX29" fmla="*/ 50006 w 180689"/>
                <a:gd name="connsiteY29" fmla="*/ 12097 h 136398"/>
                <a:gd name="connsiteX30" fmla="*/ 68389 w 180689"/>
                <a:gd name="connsiteY30" fmla="*/ 3620 h 136398"/>
                <a:gd name="connsiteX31" fmla="*/ 70390 w 180689"/>
                <a:gd name="connsiteY31" fmla="*/ 3048 h 136398"/>
                <a:gd name="connsiteX32" fmla="*/ 107632 w 180689"/>
                <a:gd name="connsiteY32" fmla="*/ 0 h 136398"/>
                <a:gd name="connsiteX33" fmla="*/ 109728 w 180689"/>
                <a:gd name="connsiteY33" fmla="*/ 667 h 136398"/>
                <a:gd name="connsiteX34" fmla="*/ 113633 w 180689"/>
                <a:gd name="connsiteY34" fmla="*/ 2381 h 136398"/>
                <a:gd name="connsiteX35" fmla="*/ 122396 w 180689"/>
                <a:gd name="connsiteY35" fmla="*/ 1905 h 13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80689" h="136398">
                  <a:moveTo>
                    <a:pt x="122396" y="1905"/>
                  </a:moveTo>
                  <a:lnTo>
                    <a:pt x="114490" y="35624"/>
                  </a:lnTo>
                  <a:lnTo>
                    <a:pt x="114871" y="37338"/>
                  </a:lnTo>
                  <a:lnTo>
                    <a:pt x="115919" y="41815"/>
                  </a:lnTo>
                  <a:lnTo>
                    <a:pt x="117062" y="46768"/>
                  </a:lnTo>
                  <a:lnTo>
                    <a:pt x="154019" y="39338"/>
                  </a:lnTo>
                  <a:lnTo>
                    <a:pt x="165640" y="36957"/>
                  </a:lnTo>
                  <a:lnTo>
                    <a:pt x="175260" y="35052"/>
                  </a:lnTo>
                  <a:lnTo>
                    <a:pt x="177165" y="55626"/>
                  </a:lnTo>
                  <a:lnTo>
                    <a:pt x="180689" y="101155"/>
                  </a:lnTo>
                  <a:lnTo>
                    <a:pt x="179356" y="102775"/>
                  </a:lnTo>
                  <a:lnTo>
                    <a:pt x="176974" y="105632"/>
                  </a:lnTo>
                  <a:lnTo>
                    <a:pt x="175545" y="107347"/>
                  </a:lnTo>
                  <a:lnTo>
                    <a:pt x="138303" y="135636"/>
                  </a:lnTo>
                  <a:lnTo>
                    <a:pt x="134302" y="136112"/>
                  </a:lnTo>
                  <a:lnTo>
                    <a:pt x="127730" y="136398"/>
                  </a:lnTo>
                  <a:lnTo>
                    <a:pt x="94202" y="118396"/>
                  </a:lnTo>
                  <a:lnTo>
                    <a:pt x="90392" y="119158"/>
                  </a:lnTo>
                  <a:lnTo>
                    <a:pt x="86773" y="119063"/>
                  </a:lnTo>
                  <a:lnTo>
                    <a:pt x="68675" y="114491"/>
                  </a:lnTo>
                  <a:lnTo>
                    <a:pt x="29337" y="99917"/>
                  </a:lnTo>
                  <a:lnTo>
                    <a:pt x="28575" y="99632"/>
                  </a:lnTo>
                  <a:lnTo>
                    <a:pt x="25813" y="98298"/>
                  </a:lnTo>
                  <a:lnTo>
                    <a:pt x="10668" y="85916"/>
                  </a:lnTo>
                  <a:lnTo>
                    <a:pt x="10287" y="85344"/>
                  </a:lnTo>
                  <a:lnTo>
                    <a:pt x="0" y="46101"/>
                  </a:lnTo>
                  <a:lnTo>
                    <a:pt x="43529" y="15812"/>
                  </a:lnTo>
                  <a:lnTo>
                    <a:pt x="44196" y="15335"/>
                  </a:lnTo>
                  <a:lnTo>
                    <a:pt x="44672" y="15050"/>
                  </a:lnTo>
                  <a:lnTo>
                    <a:pt x="50006" y="12097"/>
                  </a:lnTo>
                  <a:lnTo>
                    <a:pt x="68389" y="3620"/>
                  </a:lnTo>
                  <a:lnTo>
                    <a:pt x="70390" y="3048"/>
                  </a:lnTo>
                  <a:lnTo>
                    <a:pt x="107632" y="0"/>
                  </a:lnTo>
                  <a:lnTo>
                    <a:pt x="109728" y="667"/>
                  </a:lnTo>
                  <a:lnTo>
                    <a:pt x="113633" y="2381"/>
                  </a:lnTo>
                  <a:lnTo>
                    <a:pt x="122396" y="19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3" name="서울특별시 성동구 응봉동">
              <a:extLst>
                <a:ext uri="{FF2B5EF4-FFF2-40B4-BE49-F238E27FC236}">
                  <a16:creationId xmlns:a16="http://schemas.microsoft.com/office/drawing/2014/main" id="{23A08C8C-9BA8-F230-CF9E-7B2FA5DC10A2}"/>
                </a:ext>
              </a:extLst>
            </p:cNvPr>
            <p:cNvSpPr/>
            <p:nvPr/>
          </p:nvSpPr>
          <p:spPr>
            <a:xfrm>
              <a:off x="7094219" y="3612832"/>
              <a:ext cx="208216" cy="155733"/>
            </a:xfrm>
            <a:custGeom>
              <a:avLst/>
              <a:gdLst>
                <a:gd name="connsiteX0" fmla="*/ 181928 w 208216"/>
                <a:gd name="connsiteY0" fmla="*/ 18193 h 155733"/>
                <a:gd name="connsiteX1" fmla="*/ 196787 w 208216"/>
                <a:gd name="connsiteY1" fmla="*/ 35243 h 155733"/>
                <a:gd name="connsiteX2" fmla="*/ 200787 w 208216"/>
                <a:gd name="connsiteY2" fmla="*/ 37814 h 155733"/>
                <a:gd name="connsiteX3" fmla="*/ 208216 w 208216"/>
                <a:gd name="connsiteY3" fmla="*/ 42863 h 155733"/>
                <a:gd name="connsiteX4" fmla="*/ 200978 w 208216"/>
                <a:gd name="connsiteY4" fmla="*/ 64008 h 155733"/>
                <a:gd name="connsiteX5" fmla="*/ 97917 w 208216"/>
                <a:gd name="connsiteY5" fmla="*/ 121444 h 155733"/>
                <a:gd name="connsiteX6" fmla="*/ 63818 w 208216"/>
                <a:gd name="connsiteY6" fmla="*/ 147066 h 155733"/>
                <a:gd name="connsiteX7" fmla="*/ 61341 w 208216"/>
                <a:gd name="connsiteY7" fmla="*/ 147638 h 155733"/>
                <a:gd name="connsiteX8" fmla="*/ 40672 w 208216"/>
                <a:gd name="connsiteY8" fmla="*/ 150304 h 155733"/>
                <a:gd name="connsiteX9" fmla="*/ 25718 w 208216"/>
                <a:gd name="connsiteY9" fmla="*/ 155734 h 155733"/>
                <a:gd name="connsiteX10" fmla="*/ 10096 w 208216"/>
                <a:gd name="connsiteY10" fmla="*/ 102584 h 155733"/>
                <a:gd name="connsiteX11" fmla="*/ 0 w 208216"/>
                <a:gd name="connsiteY11" fmla="*/ 104394 h 155733"/>
                <a:gd name="connsiteX12" fmla="*/ 9620 w 208216"/>
                <a:gd name="connsiteY12" fmla="*/ 17240 h 155733"/>
                <a:gd name="connsiteX13" fmla="*/ 43148 w 208216"/>
                <a:gd name="connsiteY13" fmla="*/ 35243 h 155733"/>
                <a:gd name="connsiteX14" fmla="*/ 49721 w 208216"/>
                <a:gd name="connsiteY14" fmla="*/ 34957 h 155733"/>
                <a:gd name="connsiteX15" fmla="*/ 53721 w 208216"/>
                <a:gd name="connsiteY15" fmla="*/ 34481 h 155733"/>
                <a:gd name="connsiteX16" fmla="*/ 90964 w 208216"/>
                <a:gd name="connsiteY16" fmla="*/ 6191 h 155733"/>
                <a:gd name="connsiteX17" fmla="*/ 92393 w 208216"/>
                <a:gd name="connsiteY17" fmla="*/ 4477 h 155733"/>
                <a:gd name="connsiteX18" fmla="*/ 94774 w 208216"/>
                <a:gd name="connsiteY18" fmla="*/ 1619 h 155733"/>
                <a:gd name="connsiteX19" fmla="*/ 96108 w 208216"/>
                <a:gd name="connsiteY19" fmla="*/ 0 h 155733"/>
                <a:gd name="connsiteX20" fmla="*/ 95250 w 208216"/>
                <a:gd name="connsiteY20" fmla="*/ 4763 h 155733"/>
                <a:gd name="connsiteX21" fmla="*/ 181928 w 208216"/>
                <a:gd name="connsiteY21" fmla="*/ 18193 h 15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8216" h="155733">
                  <a:moveTo>
                    <a:pt x="181928" y="18193"/>
                  </a:moveTo>
                  <a:lnTo>
                    <a:pt x="196787" y="35243"/>
                  </a:lnTo>
                  <a:lnTo>
                    <a:pt x="200787" y="37814"/>
                  </a:lnTo>
                  <a:lnTo>
                    <a:pt x="208216" y="42863"/>
                  </a:lnTo>
                  <a:lnTo>
                    <a:pt x="200978" y="64008"/>
                  </a:lnTo>
                  <a:lnTo>
                    <a:pt x="97917" y="121444"/>
                  </a:lnTo>
                  <a:lnTo>
                    <a:pt x="63818" y="147066"/>
                  </a:lnTo>
                  <a:lnTo>
                    <a:pt x="61341" y="147638"/>
                  </a:lnTo>
                  <a:lnTo>
                    <a:pt x="40672" y="150304"/>
                  </a:lnTo>
                  <a:lnTo>
                    <a:pt x="25718" y="155734"/>
                  </a:lnTo>
                  <a:lnTo>
                    <a:pt x="10096" y="102584"/>
                  </a:lnTo>
                  <a:lnTo>
                    <a:pt x="0" y="104394"/>
                  </a:lnTo>
                  <a:lnTo>
                    <a:pt x="9620" y="17240"/>
                  </a:lnTo>
                  <a:lnTo>
                    <a:pt x="43148" y="35243"/>
                  </a:lnTo>
                  <a:lnTo>
                    <a:pt x="49721" y="34957"/>
                  </a:lnTo>
                  <a:lnTo>
                    <a:pt x="53721" y="34481"/>
                  </a:lnTo>
                  <a:lnTo>
                    <a:pt x="90964" y="6191"/>
                  </a:lnTo>
                  <a:lnTo>
                    <a:pt x="92393" y="4477"/>
                  </a:lnTo>
                  <a:lnTo>
                    <a:pt x="94774" y="1619"/>
                  </a:lnTo>
                  <a:lnTo>
                    <a:pt x="96108" y="0"/>
                  </a:lnTo>
                  <a:lnTo>
                    <a:pt x="95250" y="4763"/>
                  </a:lnTo>
                  <a:lnTo>
                    <a:pt x="181928" y="1819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4" name="서울특별시 성동구 금호1가동">
              <a:extLst>
                <a:ext uri="{FF2B5EF4-FFF2-40B4-BE49-F238E27FC236}">
                  <a16:creationId xmlns:a16="http://schemas.microsoft.com/office/drawing/2014/main" id="{9439D8C7-F135-4154-A7FB-C1E87D2482B3}"/>
                </a:ext>
              </a:extLst>
            </p:cNvPr>
            <p:cNvSpPr/>
            <p:nvPr/>
          </p:nvSpPr>
          <p:spPr>
            <a:xfrm>
              <a:off x="6920102" y="3557777"/>
              <a:ext cx="183737" cy="173640"/>
            </a:xfrm>
            <a:custGeom>
              <a:avLst/>
              <a:gdLst>
                <a:gd name="connsiteX0" fmla="*/ 183737 w 183737"/>
                <a:gd name="connsiteY0" fmla="*/ 72295 h 173640"/>
                <a:gd name="connsiteX1" fmla="*/ 174117 w 183737"/>
                <a:gd name="connsiteY1" fmla="*/ 159449 h 173640"/>
                <a:gd name="connsiteX2" fmla="*/ 117729 w 183737"/>
                <a:gd name="connsiteY2" fmla="*/ 173641 h 173640"/>
                <a:gd name="connsiteX3" fmla="*/ 121349 w 183737"/>
                <a:gd name="connsiteY3" fmla="*/ 154972 h 173640"/>
                <a:gd name="connsiteX4" fmla="*/ 121444 w 183737"/>
                <a:gd name="connsiteY4" fmla="*/ 153448 h 173640"/>
                <a:gd name="connsiteX5" fmla="*/ 121634 w 183737"/>
                <a:gd name="connsiteY5" fmla="*/ 143828 h 173640"/>
                <a:gd name="connsiteX6" fmla="*/ 118872 w 183737"/>
                <a:gd name="connsiteY6" fmla="*/ 136112 h 173640"/>
                <a:gd name="connsiteX7" fmla="*/ 110871 w 183737"/>
                <a:gd name="connsiteY7" fmla="*/ 113633 h 173640"/>
                <a:gd name="connsiteX8" fmla="*/ 107537 w 183737"/>
                <a:gd name="connsiteY8" fmla="*/ 106966 h 173640"/>
                <a:gd name="connsiteX9" fmla="*/ 106394 w 183737"/>
                <a:gd name="connsiteY9" fmla="*/ 104775 h 173640"/>
                <a:gd name="connsiteX10" fmla="*/ 98108 w 183737"/>
                <a:gd name="connsiteY10" fmla="*/ 97441 h 173640"/>
                <a:gd name="connsiteX11" fmla="*/ 92012 w 183737"/>
                <a:gd name="connsiteY11" fmla="*/ 94869 h 173640"/>
                <a:gd name="connsiteX12" fmla="*/ 88678 w 183737"/>
                <a:gd name="connsiteY12" fmla="*/ 93536 h 173640"/>
                <a:gd name="connsiteX13" fmla="*/ 86011 w 183737"/>
                <a:gd name="connsiteY13" fmla="*/ 92488 h 173640"/>
                <a:gd name="connsiteX14" fmla="*/ 73533 w 183737"/>
                <a:gd name="connsiteY14" fmla="*/ 87535 h 173640"/>
                <a:gd name="connsiteX15" fmla="*/ 72962 w 183737"/>
                <a:gd name="connsiteY15" fmla="*/ 87344 h 173640"/>
                <a:gd name="connsiteX16" fmla="*/ 71628 w 183737"/>
                <a:gd name="connsiteY16" fmla="*/ 86963 h 173640"/>
                <a:gd name="connsiteX17" fmla="*/ 67151 w 183737"/>
                <a:gd name="connsiteY17" fmla="*/ 85725 h 173640"/>
                <a:gd name="connsiteX18" fmla="*/ 60960 w 183737"/>
                <a:gd name="connsiteY18" fmla="*/ 84011 h 173640"/>
                <a:gd name="connsiteX19" fmla="*/ 11049 w 183737"/>
                <a:gd name="connsiteY19" fmla="*/ 39815 h 173640"/>
                <a:gd name="connsiteX20" fmla="*/ 1619 w 183737"/>
                <a:gd name="connsiteY20" fmla="*/ 10096 h 173640"/>
                <a:gd name="connsiteX21" fmla="*/ 0 w 183737"/>
                <a:gd name="connsiteY21" fmla="*/ 7239 h 173640"/>
                <a:gd name="connsiteX22" fmla="*/ 44482 w 183737"/>
                <a:gd name="connsiteY22" fmla="*/ 3429 h 173640"/>
                <a:gd name="connsiteX23" fmla="*/ 63151 w 183737"/>
                <a:gd name="connsiteY23" fmla="*/ 476 h 173640"/>
                <a:gd name="connsiteX24" fmla="*/ 89535 w 183737"/>
                <a:gd name="connsiteY24" fmla="*/ 0 h 173640"/>
                <a:gd name="connsiteX25" fmla="*/ 99822 w 183737"/>
                <a:gd name="connsiteY25" fmla="*/ 39243 h 173640"/>
                <a:gd name="connsiteX26" fmla="*/ 100203 w 183737"/>
                <a:gd name="connsiteY26" fmla="*/ 39815 h 173640"/>
                <a:gd name="connsiteX27" fmla="*/ 115348 w 183737"/>
                <a:gd name="connsiteY27" fmla="*/ 52197 h 173640"/>
                <a:gd name="connsiteX28" fmla="*/ 118110 w 183737"/>
                <a:gd name="connsiteY28" fmla="*/ 53531 h 173640"/>
                <a:gd name="connsiteX29" fmla="*/ 118872 w 183737"/>
                <a:gd name="connsiteY29" fmla="*/ 53816 h 173640"/>
                <a:gd name="connsiteX30" fmla="*/ 158210 w 183737"/>
                <a:gd name="connsiteY30" fmla="*/ 68390 h 173640"/>
                <a:gd name="connsiteX31" fmla="*/ 176308 w 183737"/>
                <a:gd name="connsiteY31" fmla="*/ 72962 h 173640"/>
                <a:gd name="connsiteX32" fmla="*/ 179927 w 183737"/>
                <a:gd name="connsiteY32" fmla="*/ 73057 h 173640"/>
                <a:gd name="connsiteX33" fmla="*/ 183737 w 183737"/>
                <a:gd name="connsiteY33" fmla="*/ 72295 h 17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3737" h="173640">
                  <a:moveTo>
                    <a:pt x="183737" y="72295"/>
                  </a:moveTo>
                  <a:lnTo>
                    <a:pt x="174117" y="159449"/>
                  </a:lnTo>
                  <a:lnTo>
                    <a:pt x="117729" y="173641"/>
                  </a:lnTo>
                  <a:lnTo>
                    <a:pt x="121349" y="154972"/>
                  </a:lnTo>
                  <a:lnTo>
                    <a:pt x="121444" y="153448"/>
                  </a:lnTo>
                  <a:lnTo>
                    <a:pt x="121634" y="143828"/>
                  </a:lnTo>
                  <a:lnTo>
                    <a:pt x="118872" y="136112"/>
                  </a:lnTo>
                  <a:lnTo>
                    <a:pt x="110871" y="113633"/>
                  </a:lnTo>
                  <a:lnTo>
                    <a:pt x="107537" y="106966"/>
                  </a:lnTo>
                  <a:lnTo>
                    <a:pt x="106394" y="104775"/>
                  </a:lnTo>
                  <a:lnTo>
                    <a:pt x="98108" y="97441"/>
                  </a:lnTo>
                  <a:lnTo>
                    <a:pt x="92012" y="94869"/>
                  </a:lnTo>
                  <a:lnTo>
                    <a:pt x="88678" y="93536"/>
                  </a:lnTo>
                  <a:lnTo>
                    <a:pt x="86011" y="92488"/>
                  </a:lnTo>
                  <a:lnTo>
                    <a:pt x="73533" y="87535"/>
                  </a:lnTo>
                  <a:lnTo>
                    <a:pt x="72962" y="87344"/>
                  </a:lnTo>
                  <a:lnTo>
                    <a:pt x="71628" y="86963"/>
                  </a:lnTo>
                  <a:lnTo>
                    <a:pt x="67151" y="85725"/>
                  </a:lnTo>
                  <a:lnTo>
                    <a:pt x="60960" y="84011"/>
                  </a:lnTo>
                  <a:lnTo>
                    <a:pt x="11049" y="39815"/>
                  </a:lnTo>
                  <a:lnTo>
                    <a:pt x="1619" y="10096"/>
                  </a:lnTo>
                  <a:lnTo>
                    <a:pt x="0" y="7239"/>
                  </a:lnTo>
                  <a:lnTo>
                    <a:pt x="44482" y="3429"/>
                  </a:lnTo>
                  <a:lnTo>
                    <a:pt x="63151" y="476"/>
                  </a:lnTo>
                  <a:lnTo>
                    <a:pt x="89535" y="0"/>
                  </a:lnTo>
                  <a:lnTo>
                    <a:pt x="99822" y="39243"/>
                  </a:lnTo>
                  <a:lnTo>
                    <a:pt x="100203" y="39815"/>
                  </a:lnTo>
                  <a:lnTo>
                    <a:pt x="115348" y="52197"/>
                  </a:lnTo>
                  <a:lnTo>
                    <a:pt x="118110" y="53531"/>
                  </a:lnTo>
                  <a:lnTo>
                    <a:pt x="118872" y="53816"/>
                  </a:lnTo>
                  <a:lnTo>
                    <a:pt x="158210" y="68390"/>
                  </a:lnTo>
                  <a:lnTo>
                    <a:pt x="176308" y="72962"/>
                  </a:lnTo>
                  <a:lnTo>
                    <a:pt x="179927" y="73057"/>
                  </a:lnTo>
                  <a:lnTo>
                    <a:pt x="183737" y="722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5" name="서울특별시 성동구 금호4가동">
              <a:extLst>
                <a:ext uri="{FF2B5EF4-FFF2-40B4-BE49-F238E27FC236}">
                  <a16:creationId xmlns:a16="http://schemas.microsoft.com/office/drawing/2014/main" id="{46D0F759-12BA-33CF-18FD-387143E88ED8}"/>
                </a:ext>
              </a:extLst>
            </p:cNvPr>
            <p:cNvSpPr/>
            <p:nvPr/>
          </p:nvSpPr>
          <p:spPr>
            <a:xfrm>
              <a:off x="6830949" y="3715416"/>
              <a:ext cx="301656" cy="205549"/>
            </a:xfrm>
            <a:custGeom>
              <a:avLst/>
              <a:gdLst>
                <a:gd name="connsiteX0" fmla="*/ 288988 w 301656"/>
                <a:gd name="connsiteY0" fmla="*/ 53149 h 205549"/>
                <a:gd name="connsiteX1" fmla="*/ 295370 w 301656"/>
                <a:gd name="connsiteY1" fmla="*/ 55436 h 205549"/>
                <a:gd name="connsiteX2" fmla="*/ 298323 w 301656"/>
                <a:gd name="connsiteY2" fmla="*/ 57055 h 205549"/>
                <a:gd name="connsiteX3" fmla="*/ 301657 w 301656"/>
                <a:gd name="connsiteY3" fmla="*/ 58864 h 205549"/>
                <a:gd name="connsiteX4" fmla="*/ 299942 w 301656"/>
                <a:gd name="connsiteY4" fmla="*/ 64770 h 205549"/>
                <a:gd name="connsiteX5" fmla="*/ 298037 w 301656"/>
                <a:gd name="connsiteY5" fmla="*/ 71342 h 205549"/>
                <a:gd name="connsiteX6" fmla="*/ 250698 w 301656"/>
                <a:gd name="connsiteY6" fmla="*/ 193453 h 205549"/>
                <a:gd name="connsiteX7" fmla="*/ 203835 w 301656"/>
                <a:gd name="connsiteY7" fmla="*/ 205549 h 205549"/>
                <a:gd name="connsiteX8" fmla="*/ 191643 w 301656"/>
                <a:gd name="connsiteY8" fmla="*/ 190024 h 205549"/>
                <a:gd name="connsiteX9" fmla="*/ 152590 w 301656"/>
                <a:gd name="connsiteY9" fmla="*/ 140494 h 205549"/>
                <a:gd name="connsiteX10" fmla="*/ 149257 w 301656"/>
                <a:gd name="connsiteY10" fmla="*/ 136207 h 205549"/>
                <a:gd name="connsiteX11" fmla="*/ 124015 w 301656"/>
                <a:gd name="connsiteY11" fmla="*/ 105918 h 205549"/>
                <a:gd name="connsiteX12" fmla="*/ 95250 w 301656"/>
                <a:gd name="connsiteY12" fmla="*/ 73438 h 205549"/>
                <a:gd name="connsiteX13" fmla="*/ 42958 w 301656"/>
                <a:gd name="connsiteY13" fmla="*/ 62865 h 205549"/>
                <a:gd name="connsiteX14" fmla="*/ 13335 w 301656"/>
                <a:gd name="connsiteY14" fmla="*/ 38671 h 205549"/>
                <a:gd name="connsiteX15" fmla="*/ 0 w 301656"/>
                <a:gd name="connsiteY15" fmla="*/ 20003 h 205549"/>
                <a:gd name="connsiteX16" fmla="*/ 7620 w 301656"/>
                <a:gd name="connsiteY16" fmla="*/ 16383 h 205549"/>
                <a:gd name="connsiteX17" fmla="*/ 42386 w 301656"/>
                <a:gd name="connsiteY17" fmla="*/ 13240 h 205549"/>
                <a:gd name="connsiteX18" fmla="*/ 86773 w 301656"/>
                <a:gd name="connsiteY18" fmla="*/ 16002 h 205549"/>
                <a:gd name="connsiteX19" fmla="*/ 198691 w 301656"/>
                <a:gd name="connsiteY19" fmla="*/ 20288 h 205549"/>
                <a:gd name="connsiteX20" fmla="*/ 206883 w 301656"/>
                <a:gd name="connsiteY20" fmla="*/ 16002 h 205549"/>
                <a:gd name="connsiteX21" fmla="*/ 263271 w 301656"/>
                <a:gd name="connsiteY21" fmla="*/ 1810 h 205549"/>
                <a:gd name="connsiteX22" fmla="*/ 273367 w 301656"/>
                <a:gd name="connsiteY22" fmla="*/ 0 h 205549"/>
                <a:gd name="connsiteX23" fmla="*/ 288988 w 301656"/>
                <a:gd name="connsiteY23" fmla="*/ 53149 h 205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1656" h="205549">
                  <a:moveTo>
                    <a:pt x="288988" y="53149"/>
                  </a:moveTo>
                  <a:lnTo>
                    <a:pt x="295370" y="55436"/>
                  </a:lnTo>
                  <a:lnTo>
                    <a:pt x="298323" y="57055"/>
                  </a:lnTo>
                  <a:lnTo>
                    <a:pt x="301657" y="58864"/>
                  </a:lnTo>
                  <a:lnTo>
                    <a:pt x="299942" y="64770"/>
                  </a:lnTo>
                  <a:lnTo>
                    <a:pt x="298037" y="71342"/>
                  </a:lnTo>
                  <a:lnTo>
                    <a:pt x="250698" y="193453"/>
                  </a:lnTo>
                  <a:lnTo>
                    <a:pt x="203835" y="205549"/>
                  </a:lnTo>
                  <a:lnTo>
                    <a:pt x="191643" y="190024"/>
                  </a:lnTo>
                  <a:lnTo>
                    <a:pt x="152590" y="140494"/>
                  </a:lnTo>
                  <a:lnTo>
                    <a:pt x="149257" y="136207"/>
                  </a:lnTo>
                  <a:lnTo>
                    <a:pt x="124015" y="105918"/>
                  </a:lnTo>
                  <a:lnTo>
                    <a:pt x="95250" y="73438"/>
                  </a:lnTo>
                  <a:lnTo>
                    <a:pt x="42958" y="62865"/>
                  </a:lnTo>
                  <a:lnTo>
                    <a:pt x="13335" y="38671"/>
                  </a:lnTo>
                  <a:lnTo>
                    <a:pt x="0" y="20003"/>
                  </a:lnTo>
                  <a:lnTo>
                    <a:pt x="7620" y="16383"/>
                  </a:lnTo>
                  <a:lnTo>
                    <a:pt x="42386" y="13240"/>
                  </a:lnTo>
                  <a:lnTo>
                    <a:pt x="86773" y="16002"/>
                  </a:lnTo>
                  <a:lnTo>
                    <a:pt x="198691" y="20288"/>
                  </a:lnTo>
                  <a:lnTo>
                    <a:pt x="206883" y="16002"/>
                  </a:lnTo>
                  <a:lnTo>
                    <a:pt x="263271" y="1810"/>
                  </a:lnTo>
                  <a:lnTo>
                    <a:pt x="273367" y="0"/>
                  </a:lnTo>
                  <a:lnTo>
                    <a:pt x="288988" y="5314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6" name="서울특별시 성동구 성수1가1동">
              <a:extLst>
                <a:ext uri="{FF2B5EF4-FFF2-40B4-BE49-F238E27FC236}">
                  <a16:creationId xmlns:a16="http://schemas.microsoft.com/office/drawing/2014/main" id="{0BD2D355-4FD9-6012-141C-8EBC580126C1}"/>
                </a:ext>
              </a:extLst>
            </p:cNvPr>
            <p:cNvSpPr/>
            <p:nvPr/>
          </p:nvSpPr>
          <p:spPr>
            <a:xfrm>
              <a:off x="7081647" y="3745230"/>
              <a:ext cx="427863" cy="272891"/>
            </a:xfrm>
            <a:custGeom>
              <a:avLst/>
              <a:gdLst>
                <a:gd name="connsiteX0" fmla="*/ 386144 w 427863"/>
                <a:gd name="connsiteY0" fmla="*/ 61341 h 272891"/>
                <a:gd name="connsiteX1" fmla="*/ 427863 w 427863"/>
                <a:gd name="connsiteY1" fmla="*/ 74009 h 272891"/>
                <a:gd name="connsiteX2" fmla="*/ 414719 w 427863"/>
                <a:gd name="connsiteY2" fmla="*/ 96774 h 272891"/>
                <a:gd name="connsiteX3" fmla="*/ 414052 w 427863"/>
                <a:gd name="connsiteY3" fmla="*/ 98107 h 272891"/>
                <a:gd name="connsiteX4" fmla="*/ 413099 w 427863"/>
                <a:gd name="connsiteY4" fmla="*/ 99822 h 272891"/>
                <a:gd name="connsiteX5" fmla="*/ 412718 w 427863"/>
                <a:gd name="connsiteY5" fmla="*/ 100584 h 272891"/>
                <a:gd name="connsiteX6" fmla="*/ 411956 w 427863"/>
                <a:gd name="connsiteY6" fmla="*/ 102298 h 272891"/>
                <a:gd name="connsiteX7" fmla="*/ 405384 w 427863"/>
                <a:gd name="connsiteY7" fmla="*/ 122682 h 272891"/>
                <a:gd name="connsiteX8" fmla="*/ 405003 w 427863"/>
                <a:gd name="connsiteY8" fmla="*/ 123920 h 272891"/>
                <a:gd name="connsiteX9" fmla="*/ 404145 w 427863"/>
                <a:gd name="connsiteY9" fmla="*/ 127063 h 272891"/>
                <a:gd name="connsiteX10" fmla="*/ 403669 w 427863"/>
                <a:gd name="connsiteY10" fmla="*/ 128492 h 272891"/>
                <a:gd name="connsiteX11" fmla="*/ 401955 w 427863"/>
                <a:gd name="connsiteY11" fmla="*/ 134969 h 272891"/>
                <a:gd name="connsiteX12" fmla="*/ 401859 w 427863"/>
                <a:gd name="connsiteY12" fmla="*/ 135826 h 272891"/>
                <a:gd name="connsiteX13" fmla="*/ 401764 w 427863"/>
                <a:gd name="connsiteY13" fmla="*/ 136588 h 272891"/>
                <a:gd name="connsiteX14" fmla="*/ 408813 w 427863"/>
                <a:gd name="connsiteY14" fmla="*/ 185928 h 272891"/>
                <a:gd name="connsiteX15" fmla="*/ 401764 w 427863"/>
                <a:gd name="connsiteY15" fmla="*/ 196691 h 272891"/>
                <a:gd name="connsiteX16" fmla="*/ 389286 w 427863"/>
                <a:gd name="connsiteY16" fmla="*/ 233839 h 272891"/>
                <a:gd name="connsiteX17" fmla="*/ 376619 w 427863"/>
                <a:gd name="connsiteY17" fmla="*/ 272034 h 272891"/>
                <a:gd name="connsiteX18" fmla="*/ 320516 w 427863"/>
                <a:gd name="connsiteY18" fmla="*/ 272891 h 272891"/>
                <a:gd name="connsiteX19" fmla="*/ 197643 w 427863"/>
                <a:gd name="connsiteY19" fmla="*/ 223552 h 272891"/>
                <a:gd name="connsiteX20" fmla="*/ 176212 w 427863"/>
                <a:gd name="connsiteY20" fmla="*/ 214884 h 272891"/>
                <a:gd name="connsiteX21" fmla="*/ 172783 w 427863"/>
                <a:gd name="connsiteY21" fmla="*/ 213550 h 272891"/>
                <a:gd name="connsiteX22" fmla="*/ 119253 w 427863"/>
                <a:gd name="connsiteY22" fmla="*/ 192786 h 272891"/>
                <a:gd name="connsiteX23" fmla="*/ 28480 w 427863"/>
                <a:gd name="connsiteY23" fmla="*/ 157543 h 272891"/>
                <a:gd name="connsiteX24" fmla="*/ 762 w 427863"/>
                <a:gd name="connsiteY24" fmla="*/ 163449 h 272891"/>
                <a:gd name="connsiteX25" fmla="*/ 0 w 427863"/>
                <a:gd name="connsiteY25" fmla="*/ 163639 h 272891"/>
                <a:gd name="connsiteX26" fmla="*/ 47339 w 427863"/>
                <a:gd name="connsiteY26" fmla="*/ 41529 h 272891"/>
                <a:gd name="connsiteX27" fmla="*/ 49244 w 427863"/>
                <a:gd name="connsiteY27" fmla="*/ 34957 h 272891"/>
                <a:gd name="connsiteX28" fmla="*/ 50959 w 427863"/>
                <a:gd name="connsiteY28" fmla="*/ 29051 h 272891"/>
                <a:gd name="connsiteX29" fmla="*/ 47625 w 427863"/>
                <a:gd name="connsiteY29" fmla="*/ 27241 h 272891"/>
                <a:gd name="connsiteX30" fmla="*/ 44672 w 427863"/>
                <a:gd name="connsiteY30" fmla="*/ 25622 h 272891"/>
                <a:gd name="connsiteX31" fmla="*/ 38290 w 427863"/>
                <a:gd name="connsiteY31" fmla="*/ 23336 h 272891"/>
                <a:gd name="connsiteX32" fmla="*/ 53245 w 427863"/>
                <a:gd name="connsiteY32" fmla="*/ 17907 h 272891"/>
                <a:gd name="connsiteX33" fmla="*/ 52197 w 427863"/>
                <a:gd name="connsiteY33" fmla="*/ 23050 h 272891"/>
                <a:gd name="connsiteX34" fmla="*/ 51435 w 427863"/>
                <a:gd name="connsiteY34" fmla="*/ 26956 h 272891"/>
                <a:gd name="connsiteX35" fmla="*/ 110204 w 427863"/>
                <a:gd name="connsiteY35" fmla="*/ 38481 h 272891"/>
                <a:gd name="connsiteX36" fmla="*/ 132397 w 427863"/>
                <a:gd name="connsiteY36" fmla="*/ 22574 h 272891"/>
                <a:gd name="connsiteX37" fmla="*/ 147256 w 427863"/>
                <a:gd name="connsiteY37" fmla="*/ 6953 h 272891"/>
                <a:gd name="connsiteX38" fmla="*/ 148876 w 427863"/>
                <a:gd name="connsiteY38" fmla="*/ 4953 h 272891"/>
                <a:gd name="connsiteX39" fmla="*/ 152876 w 427863"/>
                <a:gd name="connsiteY39" fmla="*/ 0 h 272891"/>
                <a:gd name="connsiteX40" fmla="*/ 197548 w 427863"/>
                <a:gd name="connsiteY40" fmla="*/ 11906 h 272891"/>
                <a:gd name="connsiteX41" fmla="*/ 277463 w 427863"/>
                <a:gd name="connsiteY41" fmla="*/ 28861 h 272891"/>
                <a:gd name="connsiteX42" fmla="*/ 281273 w 427863"/>
                <a:gd name="connsiteY42" fmla="*/ 28384 h 272891"/>
                <a:gd name="connsiteX43" fmla="*/ 284321 w 427863"/>
                <a:gd name="connsiteY43" fmla="*/ 24098 h 272891"/>
                <a:gd name="connsiteX44" fmla="*/ 298704 w 427863"/>
                <a:gd name="connsiteY44" fmla="*/ 24289 h 272891"/>
                <a:gd name="connsiteX45" fmla="*/ 310134 w 427863"/>
                <a:gd name="connsiteY45" fmla="*/ 25717 h 272891"/>
                <a:gd name="connsiteX46" fmla="*/ 335280 w 427863"/>
                <a:gd name="connsiteY46" fmla="*/ 33623 h 272891"/>
                <a:gd name="connsiteX47" fmla="*/ 345758 w 427863"/>
                <a:gd name="connsiteY47" fmla="*/ 37529 h 272891"/>
                <a:gd name="connsiteX48" fmla="*/ 377666 w 427863"/>
                <a:gd name="connsiteY48" fmla="*/ 49721 h 272891"/>
                <a:gd name="connsiteX49" fmla="*/ 386144 w 427863"/>
                <a:gd name="connsiteY49" fmla="*/ 61341 h 27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27863" h="272891">
                  <a:moveTo>
                    <a:pt x="386144" y="61341"/>
                  </a:moveTo>
                  <a:lnTo>
                    <a:pt x="427863" y="74009"/>
                  </a:lnTo>
                  <a:lnTo>
                    <a:pt x="414719" y="96774"/>
                  </a:lnTo>
                  <a:lnTo>
                    <a:pt x="414052" y="98107"/>
                  </a:lnTo>
                  <a:lnTo>
                    <a:pt x="413099" y="99822"/>
                  </a:lnTo>
                  <a:lnTo>
                    <a:pt x="412718" y="100584"/>
                  </a:lnTo>
                  <a:lnTo>
                    <a:pt x="411956" y="102298"/>
                  </a:lnTo>
                  <a:lnTo>
                    <a:pt x="405384" y="122682"/>
                  </a:lnTo>
                  <a:lnTo>
                    <a:pt x="405003" y="123920"/>
                  </a:lnTo>
                  <a:lnTo>
                    <a:pt x="404145" y="127063"/>
                  </a:lnTo>
                  <a:lnTo>
                    <a:pt x="403669" y="128492"/>
                  </a:lnTo>
                  <a:lnTo>
                    <a:pt x="401955" y="134969"/>
                  </a:lnTo>
                  <a:lnTo>
                    <a:pt x="401859" y="135826"/>
                  </a:lnTo>
                  <a:lnTo>
                    <a:pt x="401764" y="136588"/>
                  </a:lnTo>
                  <a:lnTo>
                    <a:pt x="408813" y="185928"/>
                  </a:lnTo>
                  <a:lnTo>
                    <a:pt x="401764" y="196691"/>
                  </a:lnTo>
                  <a:lnTo>
                    <a:pt x="389286" y="233839"/>
                  </a:lnTo>
                  <a:lnTo>
                    <a:pt x="376619" y="272034"/>
                  </a:lnTo>
                  <a:lnTo>
                    <a:pt x="320516" y="272891"/>
                  </a:lnTo>
                  <a:lnTo>
                    <a:pt x="197643" y="223552"/>
                  </a:lnTo>
                  <a:lnTo>
                    <a:pt x="176212" y="214884"/>
                  </a:lnTo>
                  <a:lnTo>
                    <a:pt x="172783" y="213550"/>
                  </a:lnTo>
                  <a:lnTo>
                    <a:pt x="119253" y="192786"/>
                  </a:lnTo>
                  <a:lnTo>
                    <a:pt x="28480" y="157543"/>
                  </a:lnTo>
                  <a:lnTo>
                    <a:pt x="762" y="163449"/>
                  </a:lnTo>
                  <a:lnTo>
                    <a:pt x="0" y="163639"/>
                  </a:lnTo>
                  <a:lnTo>
                    <a:pt x="47339" y="41529"/>
                  </a:lnTo>
                  <a:lnTo>
                    <a:pt x="49244" y="34957"/>
                  </a:lnTo>
                  <a:lnTo>
                    <a:pt x="50959" y="29051"/>
                  </a:lnTo>
                  <a:lnTo>
                    <a:pt x="47625" y="27241"/>
                  </a:lnTo>
                  <a:lnTo>
                    <a:pt x="44672" y="25622"/>
                  </a:lnTo>
                  <a:lnTo>
                    <a:pt x="38290" y="23336"/>
                  </a:lnTo>
                  <a:lnTo>
                    <a:pt x="53245" y="17907"/>
                  </a:lnTo>
                  <a:lnTo>
                    <a:pt x="52197" y="23050"/>
                  </a:lnTo>
                  <a:lnTo>
                    <a:pt x="51435" y="26956"/>
                  </a:lnTo>
                  <a:lnTo>
                    <a:pt x="110204" y="38481"/>
                  </a:lnTo>
                  <a:lnTo>
                    <a:pt x="132397" y="22574"/>
                  </a:lnTo>
                  <a:lnTo>
                    <a:pt x="147256" y="6953"/>
                  </a:lnTo>
                  <a:lnTo>
                    <a:pt x="148876" y="4953"/>
                  </a:lnTo>
                  <a:lnTo>
                    <a:pt x="152876" y="0"/>
                  </a:lnTo>
                  <a:lnTo>
                    <a:pt x="197548" y="11906"/>
                  </a:lnTo>
                  <a:lnTo>
                    <a:pt x="277463" y="28861"/>
                  </a:lnTo>
                  <a:lnTo>
                    <a:pt x="281273" y="28384"/>
                  </a:lnTo>
                  <a:lnTo>
                    <a:pt x="284321" y="24098"/>
                  </a:lnTo>
                  <a:lnTo>
                    <a:pt x="298704" y="24289"/>
                  </a:lnTo>
                  <a:lnTo>
                    <a:pt x="310134" y="25717"/>
                  </a:lnTo>
                  <a:lnTo>
                    <a:pt x="335280" y="33623"/>
                  </a:lnTo>
                  <a:lnTo>
                    <a:pt x="345758" y="37529"/>
                  </a:lnTo>
                  <a:lnTo>
                    <a:pt x="377666" y="49721"/>
                  </a:lnTo>
                  <a:lnTo>
                    <a:pt x="386144" y="6134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7" name="서울특별시 성동구 성수1가2동">
              <a:extLst>
                <a:ext uri="{FF2B5EF4-FFF2-40B4-BE49-F238E27FC236}">
                  <a16:creationId xmlns:a16="http://schemas.microsoft.com/office/drawing/2014/main" id="{05CD9120-5470-9277-424C-01647C7C055B}"/>
                </a:ext>
              </a:extLst>
            </p:cNvPr>
            <p:cNvSpPr/>
            <p:nvPr/>
          </p:nvSpPr>
          <p:spPr>
            <a:xfrm>
              <a:off x="7133082" y="3646169"/>
              <a:ext cx="387857" cy="160401"/>
            </a:xfrm>
            <a:custGeom>
              <a:avLst/>
              <a:gdLst>
                <a:gd name="connsiteX0" fmla="*/ 330232 w 387857"/>
                <a:gd name="connsiteY0" fmla="*/ 6953 h 160401"/>
                <a:gd name="connsiteX1" fmla="*/ 387858 w 387857"/>
                <a:gd name="connsiteY1" fmla="*/ 24194 h 160401"/>
                <a:gd name="connsiteX2" fmla="*/ 381857 w 387857"/>
                <a:gd name="connsiteY2" fmla="*/ 39529 h 160401"/>
                <a:gd name="connsiteX3" fmla="*/ 334709 w 387857"/>
                <a:gd name="connsiteY3" fmla="*/ 160401 h 160401"/>
                <a:gd name="connsiteX4" fmla="*/ 326231 w 387857"/>
                <a:gd name="connsiteY4" fmla="*/ 148781 h 160401"/>
                <a:gd name="connsiteX5" fmla="*/ 294323 w 387857"/>
                <a:gd name="connsiteY5" fmla="*/ 136589 h 160401"/>
                <a:gd name="connsiteX6" fmla="*/ 283845 w 387857"/>
                <a:gd name="connsiteY6" fmla="*/ 132683 h 160401"/>
                <a:gd name="connsiteX7" fmla="*/ 258699 w 387857"/>
                <a:gd name="connsiteY7" fmla="*/ 124778 h 160401"/>
                <a:gd name="connsiteX8" fmla="*/ 247269 w 387857"/>
                <a:gd name="connsiteY8" fmla="*/ 123349 h 160401"/>
                <a:gd name="connsiteX9" fmla="*/ 232886 w 387857"/>
                <a:gd name="connsiteY9" fmla="*/ 123158 h 160401"/>
                <a:gd name="connsiteX10" fmla="*/ 229838 w 387857"/>
                <a:gd name="connsiteY10" fmla="*/ 127445 h 160401"/>
                <a:gd name="connsiteX11" fmla="*/ 226028 w 387857"/>
                <a:gd name="connsiteY11" fmla="*/ 127921 h 160401"/>
                <a:gd name="connsiteX12" fmla="*/ 146113 w 387857"/>
                <a:gd name="connsiteY12" fmla="*/ 110966 h 160401"/>
                <a:gd name="connsiteX13" fmla="*/ 101441 w 387857"/>
                <a:gd name="connsiteY13" fmla="*/ 99060 h 160401"/>
                <a:gd name="connsiteX14" fmla="*/ 97441 w 387857"/>
                <a:gd name="connsiteY14" fmla="*/ 104013 h 160401"/>
                <a:gd name="connsiteX15" fmla="*/ 95821 w 387857"/>
                <a:gd name="connsiteY15" fmla="*/ 106013 h 160401"/>
                <a:gd name="connsiteX16" fmla="*/ 80963 w 387857"/>
                <a:gd name="connsiteY16" fmla="*/ 121634 h 160401"/>
                <a:gd name="connsiteX17" fmla="*/ 58769 w 387857"/>
                <a:gd name="connsiteY17" fmla="*/ 137541 h 160401"/>
                <a:gd name="connsiteX18" fmla="*/ 0 w 387857"/>
                <a:gd name="connsiteY18" fmla="*/ 126016 h 160401"/>
                <a:gd name="connsiteX19" fmla="*/ 762 w 387857"/>
                <a:gd name="connsiteY19" fmla="*/ 122111 h 160401"/>
                <a:gd name="connsiteX20" fmla="*/ 1810 w 387857"/>
                <a:gd name="connsiteY20" fmla="*/ 116967 h 160401"/>
                <a:gd name="connsiteX21" fmla="*/ 22479 w 387857"/>
                <a:gd name="connsiteY21" fmla="*/ 114300 h 160401"/>
                <a:gd name="connsiteX22" fmla="*/ 24955 w 387857"/>
                <a:gd name="connsiteY22" fmla="*/ 113729 h 160401"/>
                <a:gd name="connsiteX23" fmla="*/ 59055 w 387857"/>
                <a:gd name="connsiteY23" fmla="*/ 88106 h 160401"/>
                <a:gd name="connsiteX24" fmla="*/ 162116 w 387857"/>
                <a:gd name="connsiteY24" fmla="*/ 30671 h 160401"/>
                <a:gd name="connsiteX25" fmla="*/ 169354 w 387857"/>
                <a:gd name="connsiteY25" fmla="*/ 9525 h 160401"/>
                <a:gd name="connsiteX26" fmla="*/ 161925 w 387857"/>
                <a:gd name="connsiteY26" fmla="*/ 4477 h 160401"/>
                <a:gd name="connsiteX27" fmla="*/ 157925 w 387857"/>
                <a:gd name="connsiteY27" fmla="*/ 1905 h 160401"/>
                <a:gd name="connsiteX28" fmla="*/ 192881 w 387857"/>
                <a:gd name="connsiteY28" fmla="*/ 5715 h 160401"/>
                <a:gd name="connsiteX29" fmla="*/ 242507 w 387857"/>
                <a:gd name="connsiteY29" fmla="*/ 286 h 160401"/>
                <a:gd name="connsiteX30" fmla="*/ 281368 w 387857"/>
                <a:gd name="connsiteY30" fmla="*/ 0 h 160401"/>
                <a:gd name="connsiteX31" fmla="*/ 282321 w 387857"/>
                <a:gd name="connsiteY31" fmla="*/ 95 h 160401"/>
                <a:gd name="connsiteX32" fmla="*/ 286226 w 387857"/>
                <a:gd name="connsiteY32" fmla="*/ 476 h 160401"/>
                <a:gd name="connsiteX33" fmla="*/ 288036 w 387857"/>
                <a:gd name="connsiteY33" fmla="*/ 667 h 160401"/>
                <a:gd name="connsiteX34" fmla="*/ 304800 w 387857"/>
                <a:gd name="connsiteY34" fmla="*/ 2477 h 160401"/>
                <a:gd name="connsiteX35" fmla="*/ 306038 w 387857"/>
                <a:gd name="connsiteY35" fmla="*/ 2572 h 160401"/>
                <a:gd name="connsiteX36" fmla="*/ 330232 w 387857"/>
                <a:gd name="connsiteY36" fmla="*/ 6953 h 16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87857" h="160401">
                  <a:moveTo>
                    <a:pt x="330232" y="6953"/>
                  </a:moveTo>
                  <a:lnTo>
                    <a:pt x="387858" y="24194"/>
                  </a:lnTo>
                  <a:lnTo>
                    <a:pt x="381857" y="39529"/>
                  </a:lnTo>
                  <a:lnTo>
                    <a:pt x="334709" y="160401"/>
                  </a:lnTo>
                  <a:lnTo>
                    <a:pt x="326231" y="148781"/>
                  </a:lnTo>
                  <a:lnTo>
                    <a:pt x="294323" y="136589"/>
                  </a:lnTo>
                  <a:lnTo>
                    <a:pt x="283845" y="132683"/>
                  </a:lnTo>
                  <a:lnTo>
                    <a:pt x="258699" y="124778"/>
                  </a:lnTo>
                  <a:lnTo>
                    <a:pt x="247269" y="123349"/>
                  </a:lnTo>
                  <a:lnTo>
                    <a:pt x="232886" y="123158"/>
                  </a:lnTo>
                  <a:lnTo>
                    <a:pt x="229838" y="127445"/>
                  </a:lnTo>
                  <a:lnTo>
                    <a:pt x="226028" y="127921"/>
                  </a:lnTo>
                  <a:lnTo>
                    <a:pt x="146113" y="110966"/>
                  </a:lnTo>
                  <a:lnTo>
                    <a:pt x="101441" y="99060"/>
                  </a:lnTo>
                  <a:lnTo>
                    <a:pt x="97441" y="104013"/>
                  </a:lnTo>
                  <a:lnTo>
                    <a:pt x="95821" y="106013"/>
                  </a:lnTo>
                  <a:lnTo>
                    <a:pt x="80963" y="121634"/>
                  </a:lnTo>
                  <a:lnTo>
                    <a:pt x="58769" y="137541"/>
                  </a:lnTo>
                  <a:lnTo>
                    <a:pt x="0" y="126016"/>
                  </a:lnTo>
                  <a:lnTo>
                    <a:pt x="762" y="122111"/>
                  </a:lnTo>
                  <a:lnTo>
                    <a:pt x="1810" y="116967"/>
                  </a:lnTo>
                  <a:lnTo>
                    <a:pt x="22479" y="114300"/>
                  </a:lnTo>
                  <a:lnTo>
                    <a:pt x="24955" y="113729"/>
                  </a:lnTo>
                  <a:lnTo>
                    <a:pt x="59055" y="88106"/>
                  </a:lnTo>
                  <a:lnTo>
                    <a:pt x="162116" y="30671"/>
                  </a:lnTo>
                  <a:lnTo>
                    <a:pt x="169354" y="9525"/>
                  </a:lnTo>
                  <a:lnTo>
                    <a:pt x="161925" y="4477"/>
                  </a:lnTo>
                  <a:lnTo>
                    <a:pt x="157925" y="1905"/>
                  </a:lnTo>
                  <a:lnTo>
                    <a:pt x="192881" y="5715"/>
                  </a:lnTo>
                  <a:lnTo>
                    <a:pt x="242507" y="286"/>
                  </a:lnTo>
                  <a:lnTo>
                    <a:pt x="281368" y="0"/>
                  </a:lnTo>
                  <a:lnTo>
                    <a:pt x="282321" y="95"/>
                  </a:lnTo>
                  <a:lnTo>
                    <a:pt x="286226" y="476"/>
                  </a:lnTo>
                  <a:lnTo>
                    <a:pt x="288036" y="667"/>
                  </a:lnTo>
                  <a:lnTo>
                    <a:pt x="304800" y="2477"/>
                  </a:lnTo>
                  <a:lnTo>
                    <a:pt x="306038" y="2572"/>
                  </a:lnTo>
                  <a:lnTo>
                    <a:pt x="330232" y="695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8" name="서울특별시 성동구 성수2가1동">
              <a:extLst>
                <a:ext uri="{FF2B5EF4-FFF2-40B4-BE49-F238E27FC236}">
                  <a16:creationId xmlns:a16="http://schemas.microsoft.com/office/drawing/2014/main" id="{8367CBB3-85C6-7AA7-B578-A4CF8BDB7A53}"/>
                </a:ext>
              </a:extLst>
            </p:cNvPr>
            <p:cNvSpPr/>
            <p:nvPr/>
          </p:nvSpPr>
          <p:spPr>
            <a:xfrm>
              <a:off x="7458265" y="3819239"/>
              <a:ext cx="249554" cy="260603"/>
            </a:xfrm>
            <a:custGeom>
              <a:avLst/>
              <a:gdLst>
                <a:gd name="connsiteX0" fmla="*/ 249555 w 249554"/>
                <a:gd name="connsiteY0" fmla="*/ 59627 h 260603"/>
                <a:gd name="connsiteX1" fmla="*/ 136112 w 249554"/>
                <a:gd name="connsiteY1" fmla="*/ 260604 h 260603"/>
                <a:gd name="connsiteX2" fmla="*/ 0 w 249554"/>
                <a:gd name="connsiteY2" fmla="*/ 198025 h 260603"/>
                <a:gd name="connsiteX3" fmla="*/ 12668 w 249554"/>
                <a:gd name="connsiteY3" fmla="*/ 159829 h 260603"/>
                <a:gd name="connsiteX4" fmla="*/ 25146 w 249554"/>
                <a:gd name="connsiteY4" fmla="*/ 122682 h 260603"/>
                <a:gd name="connsiteX5" fmla="*/ 32195 w 249554"/>
                <a:gd name="connsiteY5" fmla="*/ 111919 h 260603"/>
                <a:gd name="connsiteX6" fmla="*/ 25146 w 249554"/>
                <a:gd name="connsiteY6" fmla="*/ 62579 h 260603"/>
                <a:gd name="connsiteX7" fmla="*/ 25241 w 249554"/>
                <a:gd name="connsiteY7" fmla="*/ 61817 h 260603"/>
                <a:gd name="connsiteX8" fmla="*/ 25336 w 249554"/>
                <a:gd name="connsiteY8" fmla="*/ 60960 h 260603"/>
                <a:gd name="connsiteX9" fmla="*/ 27051 w 249554"/>
                <a:gd name="connsiteY9" fmla="*/ 54483 h 260603"/>
                <a:gd name="connsiteX10" fmla="*/ 27527 w 249554"/>
                <a:gd name="connsiteY10" fmla="*/ 53054 h 260603"/>
                <a:gd name="connsiteX11" fmla="*/ 28384 w 249554"/>
                <a:gd name="connsiteY11" fmla="*/ 49911 h 260603"/>
                <a:gd name="connsiteX12" fmla="*/ 28765 w 249554"/>
                <a:gd name="connsiteY12" fmla="*/ 48673 h 260603"/>
                <a:gd name="connsiteX13" fmla="*/ 35337 w 249554"/>
                <a:gd name="connsiteY13" fmla="*/ 28289 h 260603"/>
                <a:gd name="connsiteX14" fmla="*/ 36100 w 249554"/>
                <a:gd name="connsiteY14" fmla="*/ 26575 h 260603"/>
                <a:gd name="connsiteX15" fmla="*/ 36480 w 249554"/>
                <a:gd name="connsiteY15" fmla="*/ 25813 h 260603"/>
                <a:gd name="connsiteX16" fmla="*/ 37433 w 249554"/>
                <a:gd name="connsiteY16" fmla="*/ 24098 h 260603"/>
                <a:gd name="connsiteX17" fmla="*/ 38100 w 249554"/>
                <a:gd name="connsiteY17" fmla="*/ 22765 h 260603"/>
                <a:gd name="connsiteX18" fmla="*/ 51245 w 249554"/>
                <a:gd name="connsiteY18" fmla="*/ 0 h 260603"/>
                <a:gd name="connsiteX19" fmla="*/ 249555 w 249554"/>
                <a:gd name="connsiteY19" fmla="*/ 59627 h 26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9554" h="260603">
                  <a:moveTo>
                    <a:pt x="249555" y="59627"/>
                  </a:moveTo>
                  <a:lnTo>
                    <a:pt x="136112" y="260604"/>
                  </a:lnTo>
                  <a:lnTo>
                    <a:pt x="0" y="198025"/>
                  </a:lnTo>
                  <a:lnTo>
                    <a:pt x="12668" y="159829"/>
                  </a:lnTo>
                  <a:lnTo>
                    <a:pt x="25146" y="122682"/>
                  </a:lnTo>
                  <a:lnTo>
                    <a:pt x="32195" y="111919"/>
                  </a:lnTo>
                  <a:lnTo>
                    <a:pt x="25146" y="62579"/>
                  </a:lnTo>
                  <a:lnTo>
                    <a:pt x="25241" y="61817"/>
                  </a:lnTo>
                  <a:lnTo>
                    <a:pt x="25336" y="60960"/>
                  </a:lnTo>
                  <a:lnTo>
                    <a:pt x="27051" y="54483"/>
                  </a:lnTo>
                  <a:lnTo>
                    <a:pt x="27527" y="53054"/>
                  </a:lnTo>
                  <a:lnTo>
                    <a:pt x="28384" y="49911"/>
                  </a:lnTo>
                  <a:lnTo>
                    <a:pt x="28765" y="48673"/>
                  </a:lnTo>
                  <a:lnTo>
                    <a:pt x="35337" y="28289"/>
                  </a:lnTo>
                  <a:lnTo>
                    <a:pt x="36100" y="26575"/>
                  </a:lnTo>
                  <a:lnTo>
                    <a:pt x="36480" y="25813"/>
                  </a:lnTo>
                  <a:lnTo>
                    <a:pt x="37433" y="24098"/>
                  </a:lnTo>
                  <a:lnTo>
                    <a:pt x="38100" y="22765"/>
                  </a:lnTo>
                  <a:lnTo>
                    <a:pt x="51245" y="0"/>
                  </a:lnTo>
                  <a:lnTo>
                    <a:pt x="249555" y="596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9" name="서울특별시 성동구 성수2가3동">
              <a:extLst>
                <a:ext uri="{FF2B5EF4-FFF2-40B4-BE49-F238E27FC236}">
                  <a16:creationId xmlns:a16="http://schemas.microsoft.com/office/drawing/2014/main" id="{4B632429-E7BA-A639-4A3A-B1E72FB58BB3}"/>
                </a:ext>
              </a:extLst>
            </p:cNvPr>
            <p:cNvSpPr/>
            <p:nvPr/>
          </p:nvSpPr>
          <p:spPr>
            <a:xfrm>
              <a:off x="7467790" y="3685698"/>
              <a:ext cx="324802" cy="193166"/>
            </a:xfrm>
            <a:custGeom>
              <a:avLst/>
              <a:gdLst>
                <a:gd name="connsiteX0" fmla="*/ 324802 w 324802"/>
                <a:gd name="connsiteY0" fmla="*/ 45815 h 193166"/>
                <a:gd name="connsiteX1" fmla="*/ 260318 w 324802"/>
                <a:gd name="connsiteY1" fmla="*/ 157543 h 193166"/>
                <a:gd name="connsiteX2" fmla="*/ 240030 w 324802"/>
                <a:gd name="connsiteY2" fmla="*/ 193167 h 193166"/>
                <a:gd name="connsiteX3" fmla="*/ 41720 w 324802"/>
                <a:gd name="connsiteY3" fmla="*/ 133540 h 193166"/>
                <a:gd name="connsiteX4" fmla="*/ 0 w 324802"/>
                <a:gd name="connsiteY4" fmla="*/ 120872 h 193166"/>
                <a:gd name="connsiteX5" fmla="*/ 47148 w 324802"/>
                <a:gd name="connsiteY5" fmla="*/ 0 h 193166"/>
                <a:gd name="connsiteX6" fmla="*/ 90583 w 324802"/>
                <a:gd name="connsiteY6" fmla="*/ 13525 h 193166"/>
                <a:gd name="connsiteX7" fmla="*/ 117920 w 324802"/>
                <a:gd name="connsiteY7" fmla="*/ 24574 h 193166"/>
                <a:gd name="connsiteX8" fmla="*/ 124110 w 324802"/>
                <a:gd name="connsiteY8" fmla="*/ 26860 h 193166"/>
                <a:gd name="connsiteX9" fmla="*/ 128778 w 324802"/>
                <a:gd name="connsiteY9" fmla="*/ 28575 h 193166"/>
                <a:gd name="connsiteX10" fmla="*/ 139160 w 324802"/>
                <a:gd name="connsiteY10" fmla="*/ 32480 h 193166"/>
                <a:gd name="connsiteX11" fmla="*/ 141161 w 324802"/>
                <a:gd name="connsiteY11" fmla="*/ 33147 h 193166"/>
                <a:gd name="connsiteX12" fmla="*/ 157924 w 324802"/>
                <a:gd name="connsiteY12" fmla="*/ 37909 h 193166"/>
                <a:gd name="connsiteX13" fmla="*/ 164402 w 324802"/>
                <a:gd name="connsiteY13" fmla="*/ 39719 h 193166"/>
                <a:gd name="connsiteX14" fmla="*/ 175260 w 324802"/>
                <a:gd name="connsiteY14" fmla="*/ 42291 h 193166"/>
                <a:gd name="connsiteX15" fmla="*/ 189643 w 324802"/>
                <a:gd name="connsiteY15" fmla="*/ 45529 h 193166"/>
                <a:gd name="connsiteX16" fmla="*/ 209264 w 324802"/>
                <a:gd name="connsiteY16" fmla="*/ 47720 h 193166"/>
                <a:gd name="connsiteX17" fmla="*/ 226123 w 324802"/>
                <a:gd name="connsiteY17" fmla="*/ 49339 h 193166"/>
                <a:gd name="connsiteX18" fmla="*/ 229648 w 324802"/>
                <a:gd name="connsiteY18" fmla="*/ 49625 h 193166"/>
                <a:gd name="connsiteX19" fmla="*/ 245173 w 324802"/>
                <a:gd name="connsiteY19" fmla="*/ 49911 h 193166"/>
                <a:gd name="connsiteX20" fmla="*/ 308229 w 324802"/>
                <a:gd name="connsiteY20" fmla="*/ 46863 h 193166"/>
                <a:gd name="connsiteX21" fmla="*/ 324802 w 324802"/>
                <a:gd name="connsiteY21" fmla="*/ 45815 h 19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4802" h="193166">
                  <a:moveTo>
                    <a:pt x="324802" y="45815"/>
                  </a:moveTo>
                  <a:lnTo>
                    <a:pt x="260318" y="157543"/>
                  </a:lnTo>
                  <a:lnTo>
                    <a:pt x="240030" y="193167"/>
                  </a:lnTo>
                  <a:lnTo>
                    <a:pt x="41720" y="133540"/>
                  </a:lnTo>
                  <a:lnTo>
                    <a:pt x="0" y="120872"/>
                  </a:lnTo>
                  <a:lnTo>
                    <a:pt x="47148" y="0"/>
                  </a:lnTo>
                  <a:lnTo>
                    <a:pt x="90583" y="13525"/>
                  </a:lnTo>
                  <a:lnTo>
                    <a:pt x="117920" y="24574"/>
                  </a:lnTo>
                  <a:lnTo>
                    <a:pt x="124110" y="26860"/>
                  </a:lnTo>
                  <a:lnTo>
                    <a:pt x="128778" y="28575"/>
                  </a:lnTo>
                  <a:lnTo>
                    <a:pt x="139160" y="32480"/>
                  </a:lnTo>
                  <a:lnTo>
                    <a:pt x="141161" y="33147"/>
                  </a:lnTo>
                  <a:lnTo>
                    <a:pt x="157924" y="37909"/>
                  </a:lnTo>
                  <a:lnTo>
                    <a:pt x="164402" y="39719"/>
                  </a:lnTo>
                  <a:lnTo>
                    <a:pt x="175260" y="42291"/>
                  </a:lnTo>
                  <a:lnTo>
                    <a:pt x="189643" y="45529"/>
                  </a:lnTo>
                  <a:lnTo>
                    <a:pt x="209264" y="47720"/>
                  </a:lnTo>
                  <a:lnTo>
                    <a:pt x="226123" y="49339"/>
                  </a:lnTo>
                  <a:lnTo>
                    <a:pt x="229648" y="49625"/>
                  </a:lnTo>
                  <a:lnTo>
                    <a:pt x="245173" y="49911"/>
                  </a:lnTo>
                  <a:lnTo>
                    <a:pt x="308229" y="46863"/>
                  </a:lnTo>
                  <a:lnTo>
                    <a:pt x="324802" y="4581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0" name="서울특별시 성동구 송정동">
              <a:extLst>
                <a:ext uri="{FF2B5EF4-FFF2-40B4-BE49-F238E27FC236}">
                  <a16:creationId xmlns:a16="http://schemas.microsoft.com/office/drawing/2014/main" id="{58B44A85-584A-1730-26AC-4DCB498B159F}"/>
                </a:ext>
              </a:extLst>
            </p:cNvPr>
            <p:cNvSpPr/>
            <p:nvPr/>
          </p:nvSpPr>
          <p:spPr>
            <a:xfrm>
              <a:off x="7514938" y="3529583"/>
              <a:ext cx="390048" cy="206025"/>
            </a:xfrm>
            <a:custGeom>
              <a:avLst/>
              <a:gdLst>
                <a:gd name="connsiteX0" fmla="*/ 390049 w 390048"/>
                <a:gd name="connsiteY0" fmla="*/ 190 h 206025"/>
                <a:gd name="connsiteX1" fmla="*/ 277654 w 390048"/>
                <a:gd name="connsiteY1" fmla="*/ 201930 h 206025"/>
                <a:gd name="connsiteX2" fmla="*/ 261081 w 390048"/>
                <a:gd name="connsiteY2" fmla="*/ 202978 h 206025"/>
                <a:gd name="connsiteX3" fmla="*/ 198025 w 390048"/>
                <a:gd name="connsiteY3" fmla="*/ 206026 h 206025"/>
                <a:gd name="connsiteX4" fmla="*/ 182499 w 390048"/>
                <a:gd name="connsiteY4" fmla="*/ 205740 h 206025"/>
                <a:gd name="connsiteX5" fmla="*/ 178975 w 390048"/>
                <a:gd name="connsiteY5" fmla="*/ 205454 h 206025"/>
                <a:gd name="connsiteX6" fmla="*/ 162116 w 390048"/>
                <a:gd name="connsiteY6" fmla="*/ 203835 h 206025"/>
                <a:gd name="connsiteX7" fmla="*/ 142494 w 390048"/>
                <a:gd name="connsiteY7" fmla="*/ 201644 h 206025"/>
                <a:gd name="connsiteX8" fmla="*/ 128111 w 390048"/>
                <a:gd name="connsiteY8" fmla="*/ 198406 h 206025"/>
                <a:gd name="connsiteX9" fmla="*/ 117253 w 390048"/>
                <a:gd name="connsiteY9" fmla="*/ 195834 h 206025"/>
                <a:gd name="connsiteX10" fmla="*/ 110776 w 390048"/>
                <a:gd name="connsiteY10" fmla="*/ 194024 h 206025"/>
                <a:gd name="connsiteX11" fmla="*/ 94012 w 390048"/>
                <a:gd name="connsiteY11" fmla="*/ 189262 h 206025"/>
                <a:gd name="connsiteX12" fmla="*/ 92012 w 390048"/>
                <a:gd name="connsiteY12" fmla="*/ 188595 h 206025"/>
                <a:gd name="connsiteX13" fmla="*/ 81629 w 390048"/>
                <a:gd name="connsiteY13" fmla="*/ 184690 h 206025"/>
                <a:gd name="connsiteX14" fmla="*/ 76962 w 390048"/>
                <a:gd name="connsiteY14" fmla="*/ 182975 h 206025"/>
                <a:gd name="connsiteX15" fmla="*/ 70771 w 390048"/>
                <a:gd name="connsiteY15" fmla="*/ 180689 h 206025"/>
                <a:gd name="connsiteX16" fmla="*/ 43435 w 390048"/>
                <a:gd name="connsiteY16" fmla="*/ 169640 h 206025"/>
                <a:gd name="connsiteX17" fmla="*/ 0 w 390048"/>
                <a:gd name="connsiteY17" fmla="*/ 156115 h 206025"/>
                <a:gd name="connsiteX18" fmla="*/ 6001 w 390048"/>
                <a:gd name="connsiteY18" fmla="*/ 140779 h 206025"/>
                <a:gd name="connsiteX19" fmla="*/ 31528 w 390048"/>
                <a:gd name="connsiteY19" fmla="*/ 146018 h 206025"/>
                <a:gd name="connsiteX20" fmla="*/ 37624 w 390048"/>
                <a:gd name="connsiteY20" fmla="*/ 147542 h 206025"/>
                <a:gd name="connsiteX21" fmla="*/ 46959 w 390048"/>
                <a:gd name="connsiteY21" fmla="*/ 150019 h 206025"/>
                <a:gd name="connsiteX22" fmla="*/ 82106 w 390048"/>
                <a:gd name="connsiteY22" fmla="*/ 160020 h 206025"/>
                <a:gd name="connsiteX23" fmla="*/ 116396 w 390048"/>
                <a:gd name="connsiteY23" fmla="*/ 170593 h 206025"/>
                <a:gd name="connsiteX24" fmla="*/ 119063 w 390048"/>
                <a:gd name="connsiteY24" fmla="*/ 171450 h 206025"/>
                <a:gd name="connsiteX25" fmla="*/ 135541 w 390048"/>
                <a:gd name="connsiteY25" fmla="*/ 176498 h 206025"/>
                <a:gd name="connsiteX26" fmla="*/ 138018 w 390048"/>
                <a:gd name="connsiteY26" fmla="*/ 177070 h 206025"/>
                <a:gd name="connsiteX27" fmla="*/ 139065 w 390048"/>
                <a:gd name="connsiteY27" fmla="*/ 177260 h 206025"/>
                <a:gd name="connsiteX28" fmla="*/ 150305 w 390048"/>
                <a:gd name="connsiteY28" fmla="*/ 177641 h 206025"/>
                <a:gd name="connsiteX29" fmla="*/ 159544 w 390048"/>
                <a:gd name="connsiteY29" fmla="*/ 177355 h 206025"/>
                <a:gd name="connsiteX30" fmla="*/ 166307 w 390048"/>
                <a:gd name="connsiteY30" fmla="*/ 176594 h 206025"/>
                <a:gd name="connsiteX31" fmla="*/ 181452 w 390048"/>
                <a:gd name="connsiteY31" fmla="*/ 174593 h 206025"/>
                <a:gd name="connsiteX32" fmla="*/ 185452 w 390048"/>
                <a:gd name="connsiteY32" fmla="*/ 174117 h 206025"/>
                <a:gd name="connsiteX33" fmla="*/ 195168 w 390048"/>
                <a:gd name="connsiteY33" fmla="*/ 170402 h 206025"/>
                <a:gd name="connsiteX34" fmla="*/ 199930 w 390048"/>
                <a:gd name="connsiteY34" fmla="*/ 168021 h 206025"/>
                <a:gd name="connsiteX35" fmla="*/ 202883 w 390048"/>
                <a:gd name="connsiteY35" fmla="*/ 166497 h 206025"/>
                <a:gd name="connsiteX36" fmla="*/ 203931 w 390048"/>
                <a:gd name="connsiteY36" fmla="*/ 166021 h 206025"/>
                <a:gd name="connsiteX37" fmla="*/ 205931 w 390048"/>
                <a:gd name="connsiteY37" fmla="*/ 164973 h 206025"/>
                <a:gd name="connsiteX38" fmla="*/ 212503 w 390048"/>
                <a:gd name="connsiteY38" fmla="*/ 159448 h 206025"/>
                <a:gd name="connsiteX39" fmla="*/ 215741 w 390048"/>
                <a:gd name="connsiteY39" fmla="*/ 156781 h 206025"/>
                <a:gd name="connsiteX40" fmla="*/ 231458 w 390048"/>
                <a:gd name="connsiteY40" fmla="*/ 137446 h 206025"/>
                <a:gd name="connsiteX41" fmla="*/ 239554 w 390048"/>
                <a:gd name="connsiteY41" fmla="*/ 123158 h 206025"/>
                <a:gd name="connsiteX42" fmla="*/ 242221 w 390048"/>
                <a:gd name="connsiteY42" fmla="*/ 118491 h 206025"/>
                <a:gd name="connsiteX43" fmla="*/ 258033 w 390048"/>
                <a:gd name="connsiteY43" fmla="*/ 97536 h 206025"/>
                <a:gd name="connsiteX44" fmla="*/ 293561 w 390048"/>
                <a:gd name="connsiteY44" fmla="*/ 55150 h 206025"/>
                <a:gd name="connsiteX45" fmla="*/ 299657 w 390048"/>
                <a:gd name="connsiteY45" fmla="*/ 49244 h 206025"/>
                <a:gd name="connsiteX46" fmla="*/ 300514 w 390048"/>
                <a:gd name="connsiteY46" fmla="*/ 48482 h 206025"/>
                <a:gd name="connsiteX47" fmla="*/ 309563 w 390048"/>
                <a:gd name="connsiteY47" fmla="*/ 39719 h 206025"/>
                <a:gd name="connsiteX48" fmla="*/ 311278 w 390048"/>
                <a:gd name="connsiteY48" fmla="*/ 38100 h 206025"/>
                <a:gd name="connsiteX49" fmla="*/ 314135 w 390048"/>
                <a:gd name="connsiteY49" fmla="*/ 35433 h 206025"/>
                <a:gd name="connsiteX50" fmla="*/ 355664 w 390048"/>
                <a:gd name="connsiteY50" fmla="*/ 0 h 206025"/>
                <a:gd name="connsiteX51" fmla="*/ 390049 w 390048"/>
                <a:gd name="connsiteY51" fmla="*/ 190 h 20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90048" h="206025">
                  <a:moveTo>
                    <a:pt x="390049" y="190"/>
                  </a:moveTo>
                  <a:lnTo>
                    <a:pt x="277654" y="201930"/>
                  </a:lnTo>
                  <a:lnTo>
                    <a:pt x="261081" y="202978"/>
                  </a:lnTo>
                  <a:lnTo>
                    <a:pt x="198025" y="206026"/>
                  </a:lnTo>
                  <a:lnTo>
                    <a:pt x="182499" y="205740"/>
                  </a:lnTo>
                  <a:lnTo>
                    <a:pt x="178975" y="205454"/>
                  </a:lnTo>
                  <a:lnTo>
                    <a:pt x="162116" y="203835"/>
                  </a:lnTo>
                  <a:lnTo>
                    <a:pt x="142494" y="201644"/>
                  </a:lnTo>
                  <a:lnTo>
                    <a:pt x="128111" y="198406"/>
                  </a:lnTo>
                  <a:lnTo>
                    <a:pt x="117253" y="195834"/>
                  </a:lnTo>
                  <a:lnTo>
                    <a:pt x="110776" y="194024"/>
                  </a:lnTo>
                  <a:lnTo>
                    <a:pt x="94012" y="189262"/>
                  </a:lnTo>
                  <a:lnTo>
                    <a:pt x="92012" y="188595"/>
                  </a:lnTo>
                  <a:lnTo>
                    <a:pt x="81629" y="184690"/>
                  </a:lnTo>
                  <a:lnTo>
                    <a:pt x="76962" y="182975"/>
                  </a:lnTo>
                  <a:lnTo>
                    <a:pt x="70771" y="180689"/>
                  </a:lnTo>
                  <a:lnTo>
                    <a:pt x="43435" y="169640"/>
                  </a:lnTo>
                  <a:lnTo>
                    <a:pt x="0" y="156115"/>
                  </a:lnTo>
                  <a:lnTo>
                    <a:pt x="6001" y="140779"/>
                  </a:lnTo>
                  <a:lnTo>
                    <a:pt x="31528" y="146018"/>
                  </a:lnTo>
                  <a:lnTo>
                    <a:pt x="37624" y="147542"/>
                  </a:lnTo>
                  <a:lnTo>
                    <a:pt x="46959" y="150019"/>
                  </a:lnTo>
                  <a:lnTo>
                    <a:pt x="82106" y="160020"/>
                  </a:lnTo>
                  <a:lnTo>
                    <a:pt x="116396" y="170593"/>
                  </a:lnTo>
                  <a:lnTo>
                    <a:pt x="119063" y="171450"/>
                  </a:lnTo>
                  <a:lnTo>
                    <a:pt x="135541" y="176498"/>
                  </a:lnTo>
                  <a:lnTo>
                    <a:pt x="138018" y="177070"/>
                  </a:lnTo>
                  <a:lnTo>
                    <a:pt x="139065" y="177260"/>
                  </a:lnTo>
                  <a:lnTo>
                    <a:pt x="150305" y="177641"/>
                  </a:lnTo>
                  <a:lnTo>
                    <a:pt x="159544" y="177355"/>
                  </a:lnTo>
                  <a:lnTo>
                    <a:pt x="166307" y="176594"/>
                  </a:lnTo>
                  <a:lnTo>
                    <a:pt x="181452" y="174593"/>
                  </a:lnTo>
                  <a:lnTo>
                    <a:pt x="185452" y="174117"/>
                  </a:lnTo>
                  <a:lnTo>
                    <a:pt x="195168" y="170402"/>
                  </a:lnTo>
                  <a:lnTo>
                    <a:pt x="199930" y="168021"/>
                  </a:lnTo>
                  <a:lnTo>
                    <a:pt x="202883" y="166497"/>
                  </a:lnTo>
                  <a:lnTo>
                    <a:pt x="203931" y="166021"/>
                  </a:lnTo>
                  <a:lnTo>
                    <a:pt x="205931" y="164973"/>
                  </a:lnTo>
                  <a:lnTo>
                    <a:pt x="212503" y="159448"/>
                  </a:lnTo>
                  <a:lnTo>
                    <a:pt x="215741" y="156781"/>
                  </a:lnTo>
                  <a:lnTo>
                    <a:pt x="231458" y="137446"/>
                  </a:lnTo>
                  <a:lnTo>
                    <a:pt x="239554" y="123158"/>
                  </a:lnTo>
                  <a:lnTo>
                    <a:pt x="242221" y="118491"/>
                  </a:lnTo>
                  <a:lnTo>
                    <a:pt x="258033" y="97536"/>
                  </a:lnTo>
                  <a:lnTo>
                    <a:pt x="293561" y="55150"/>
                  </a:lnTo>
                  <a:lnTo>
                    <a:pt x="299657" y="49244"/>
                  </a:lnTo>
                  <a:lnTo>
                    <a:pt x="300514" y="48482"/>
                  </a:lnTo>
                  <a:lnTo>
                    <a:pt x="309563" y="39719"/>
                  </a:lnTo>
                  <a:lnTo>
                    <a:pt x="311278" y="38100"/>
                  </a:lnTo>
                  <a:lnTo>
                    <a:pt x="314135" y="35433"/>
                  </a:lnTo>
                  <a:lnTo>
                    <a:pt x="355664" y="0"/>
                  </a:lnTo>
                  <a:lnTo>
                    <a:pt x="390049" y="19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1" name="서울특별시 성동구 용답동">
              <a:extLst>
                <a:ext uri="{FF2B5EF4-FFF2-40B4-BE49-F238E27FC236}">
                  <a16:creationId xmlns:a16="http://schemas.microsoft.com/office/drawing/2014/main" id="{81AAD9CE-499D-2E3E-A000-60408EC86201}"/>
                </a:ext>
              </a:extLst>
            </p:cNvPr>
            <p:cNvSpPr/>
            <p:nvPr/>
          </p:nvSpPr>
          <p:spPr>
            <a:xfrm>
              <a:off x="7333583" y="3283553"/>
              <a:ext cx="571404" cy="423671"/>
            </a:xfrm>
            <a:custGeom>
              <a:avLst/>
              <a:gdLst>
                <a:gd name="connsiteX0" fmla="*/ 265748 w 571404"/>
                <a:gd name="connsiteY0" fmla="*/ 167831 h 423671"/>
                <a:gd name="connsiteX1" fmla="*/ 282702 w 571404"/>
                <a:gd name="connsiteY1" fmla="*/ 181356 h 423671"/>
                <a:gd name="connsiteX2" fmla="*/ 289370 w 571404"/>
                <a:gd name="connsiteY2" fmla="*/ 186023 h 423671"/>
                <a:gd name="connsiteX3" fmla="*/ 290417 w 571404"/>
                <a:gd name="connsiteY3" fmla="*/ 186785 h 423671"/>
                <a:gd name="connsiteX4" fmla="*/ 299561 w 571404"/>
                <a:gd name="connsiteY4" fmla="*/ 191548 h 423671"/>
                <a:gd name="connsiteX5" fmla="*/ 305848 w 571404"/>
                <a:gd name="connsiteY5" fmla="*/ 194215 h 423671"/>
                <a:gd name="connsiteX6" fmla="*/ 311944 w 571404"/>
                <a:gd name="connsiteY6" fmla="*/ 195643 h 423671"/>
                <a:gd name="connsiteX7" fmla="*/ 383000 w 571404"/>
                <a:gd name="connsiteY7" fmla="*/ 209169 h 423671"/>
                <a:gd name="connsiteX8" fmla="*/ 422815 w 571404"/>
                <a:gd name="connsiteY8" fmla="*/ 215265 h 423671"/>
                <a:gd name="connsiteX9" fmla="*/ 423577 w 571404"/>
                <a:gd name="connsiteY9" fmla="*/ 211646 h 423671"/>
                <a:gd name="connsiteX10" fmla="*/ 484727 w 571404"/>
                <a:gd name="connsiteY10" fmla="*/ 220313 h 423671"/>
                <a:gd name="connsiteX11" fmla="*/ 498729 w 571404"/>
                <a:gd name="connsiteY11" fmla="*/ 222409 h 423671"/>
                <a:gd name="connsiteX12" fmla="*/ 517112 w 571404"/>
                <a:gd name="connsiteY12" fmla="*/ 225552 h 423671"/>
                <a:gd name="connsiteX13" fmla="*/ 542449 w 571404"/>
                <a:gd name="connsiteY13" fmla="*/ 235267 h 423671"/>
                <a:gd name="connsiteX14" fmla="*/ 571405 w 571404"/>
                <a:gd name="connsiteY14" fmla="*/ 246221 h 423671"/>
                <a:gd name="connsiteX15" fmla="*/ 537020 w 571404"/>
                <a:gd name="connsiteY15" fmla="*/ 246031 h 423671"/>
                <a:gd name="connsiteX16" fmla="*/ 495491 w 571404"/>
                <a:gd name="connsiteY16" fmla="*/ 281464 h 423671"/>
                <a:gd name="connsiteX17" fmla="*/ 492633 w 571404"/>
                <a:gd name="connsiteY17" fmla="*/ 284131 h 423671"/>
                <a:gd name="connsiteX18" fmla="*/ 490918 w 571404"/>
                <a:gd name="connsiteY18" fmla="*/ 285750 h 423671"/>
                <a:gd name="connsiteX19" fmla="*/ 481870 w 571404"/>
                <a:gd name="connsiteY19" fmla="*/ 294513 h 423671"/>
                <a:gd name="connsiteX20" fmla="*/ 481013 w 571404"/>
                <a:gd name="connsiteY20" fmla="*/ 295275 h 423671"/>
                <a:gd name="connsiteX21" fmla="*/ 474916 w 571404"/>
                <a:gd name="connsiteY21" fmla="*/ 301181 h 423671"/>
                <a:gd name="connsiteX22" fmla="*/ 439388 w 571404"/>
                <a:gd name="connsiteY22" fmla="*/ 343567 h 423671"/>
                <a:gd name="connsiteX23" fmla="*/ 423577 w 571404"/>
                <a:gd name="connsiteY23" fmla="*/ 364522 h 423671"/>
                <a:gd name="connsiteX24" fmla="*/ 420910 w 571404"/>
                <a:gd name="connsiteY24" fmla="*/ 369189 h 423671"/>
                <a:gd name="connsiteX25" fmla="*/ 412814 w 571404"/>
                <a:gd name="connsiteY25" fmla="*/ 383476 h 423671"/>
                <a:gd name="connsiteX26" fmla="*/ 397097 w 571404"/>
                <a:gd name="connsiteY26" fmla="*/ 402812 h 423671"/>
                <a:gd name="connsiteX27" fmla="*/ 393859 w 571404"/>
                <a:gd name="connsiteY27" fmla="*/ 405479 h 423671"/>
                <a:gd name="connsiteX28" fmla="*/ 387287 w 571404"/>
                <a:gd name="connsiteY28" fmla="*/ 411004 h 423671"/>
                <a:gd name="connsiteX29" fmla="*/ 385286 w 571404"/>
                <a:gd name="connsiteY29" fmla="*/ 412051 h 423671"/>
                <a:gd name="connsiteX30" fmla="*/ 384239 w 571404"/>
                <a:gd name="connsiteY30" fmla="*/ 412528 h 423671"/>
                <a:gd name="connsiteX31" fmla="*/ 381286 w 571404"/>
                <a:gd name="connsiteY31" fmla="*/ 414052 h 423671"/>
                <a:gd name="connsiteX32" fmla="*/ 376524 w 571404"/>
                <a:gd name="connsiteY32" fmla="*/ 416433 h 423671"/>
                <a:gd name="connsiteX33" fmla="*/ 366808 w 571404"/>
                <a:gd name="connsiteY33" fmla="*/ 420148 h 423671"/>
                <a:gd name="connsiteX34" fmla="*/ 362808 w 571404"/>
                <a:gd name="connsiteY34" fmla="*/ 420624 h 423671"/>
                <a:gd name="connsiteX35" fmla="*/ 347663 w 571404"/>
                <a:gd name="connsiteY35" fmla="*/ 422624 h 423671"/>
                <a:gd name="connsiteX36" fmla="*/ 340900 w 571404"/>
                <a:gd name="connsiteY36" fmla="*/ 423386 h 423671"/>
                <a:gd name="connsiteX37" fmla="*/ 331661 w 571404"/>
                <a:gd name="connsiteY37" fmla="*/ 423672 h 423671"/>
                <a:gd name="connsiteX38" fmla="*/ 320421 w 571404"/>
                <a:gd name="connsiteY38" fmla="*/ 423291 h 423671"/>
                <a:gd name="connsiteX39" fmla="*/ 319374 w 571404"/>
                <a:gd name="connsiteY39" fmla="*/ 423100 h 423671"/>
                <a:gd name="connsiteX40" fmla="*/ 316897 w 571404"/>
                <a:gd name="connsiteY40" fmla="*/ 422529 h 423671"/>
                <a:gd name="connsiteX41" fmla="*/ 300418 w 571404"/>
                <a:gd name="connsiteY41" fmla="*/ 417481 h 423671"/>
                <a:gd name="connsiteX42" fmla="*/ 297752 w 571404"/>
                <a:gd name="connsiteY42" fmla="*/ 416624 h 423671"/>
                <a:gd name="connsiteX43" fmla="*/ 263462 w 571404"/>
                <a:gd name="connsiteY43" fmla="*/ 406051 h 423671"/>
                <a:gd name="connsiteX44" fmla="*/ 228315 w 571404"/>
                <a:gd name="connsiteY44" fmla="*/ 396050 h 423671"/>
                <a:gd name="connsiteX45" fmla="*/ 218980 w 571404"/>
                <a:gd name="connsiteY45" fmla="*/ 393573 h 423671"/>
                <a:gd name="connsiteX46" fmla="*/ 212884 w 571404"/>
                <a:gd name="connsiteY46" fmla="*/ 392049 h 423671"/>
                <a:gd name="connsiteX47" fmla="*/ 187357 w 571404"/>
                <a:gd name="connsiteY47" fmla="*/ 386810 h 423671"/>
                <a:gd name="connsiteX48" fmla="*/ 129730 w 571404"/>
                <a:gd name="connsiteY48" fmla="*/ 369570 h 423671"/>
                <a:gd name="connsiteX49" fmla="*/ 137827 w 571404"/>
                <a:gd name="connsiteY49" fmla="*/ 361093 h 423671"/>
                <a:gd name="connsiteX50" fmla="*/ 150400 w 571404"/>
                <a:gd name="connsiteY50" fmla="*/ 347282 h 423671"/>
                <a:gd name="connsiteX51" fmla="*/ 152686 w 571404"/>
                <a:gd name="connsiteY51" fmla="*/ 344805 h 423671"/>
                <a:gd name="connsiteX52" fmla="*/ 162783 w 571404"/>
                <a:gd name="connsiteY52" fmla="*/ 326612 h 423671"/>
                <a:gd name="connsiteX53" fmla="*/ 172117 w 571404"/>
                <a:gd name="connsiteY53" fmla="*/ 292513 h 423671"/>
                <a:gd name="connsiteX54" fmla="*/ 171831 w 571404"/>
                <a:gd name="connsiteY54" fmla="*/ 267462 h 423671"/>
                <a:gd name="connsiteX55" fmla="*/ 155353 w 571404"/>
                <a:gd name="connsiteY55" fmla="*/ 221551 h 423671"/>
                <a:gd name="connsiteX56" fmla="*/ 149543 w 571404"/>
                <a:gd name="connsiteY56" fmla="*/ 205359 h 423671"/>
                <a:gd name="connsiteX57" fmla="*/ 148780 w 571404"/>
                <a:gd name="connsiteY57" fmla="*/ 203168 h 423671"/>
                <a:gd name="connsiteX58" fmla="*/ 141827 w 571404"/>
                <a:gd name="connsiteY58" fmla="*/ 186976 h 423671"/>
                <a:gd name="connsiteX59" fmla="*/ 137922 w 571404"/>
                <a:gd name="connsiteY59" fmla="*/ 179642 h 423671"/>
                <a:gd name="connsiteX60" fmla="*/ 116300 w 571404"/>
                <a:gd name="connsiteY60" fmla="*/ 146494 h 423671"/>
                <a:gd name="connsiteX61" fmla="*/ 109728 w 571404"/>
                <a:gd name="connsiteY61" fmla="*/ 138493 h 423671"/>
                <a:gd name="connsiteX62" fmla="*/ 101251 w 571404"/>
                <a:gd name="connsiteY62" fmla="*/ 116776 h 423671"/>
                <a:gd name="connsiteX63" fmla="*/ 82487 w 571404"/>
                <a:gd name="connsiteY63" fmla="*/ 83915 h 423671"/>
                <a:gd name="connsiteX64" fmla="*/ 80486 w 571404"/>
                <a:gd name="connsiteY64" fmla="*/ 80772 h 423671"/>
                <a:gd name="connsiteX65" fmla="*/ 69437 w 571404"/>
                <a:gd name="connsiteY65" fmla="*/ 62675 h 423671"/>
                <a:gd name="connsiteX66" fmla="*/ 68866 w 571404"/>
                <a:gd name="connsiteY66" fmla="*/ 61817 h 423671"/>
                <a:gd name="connsiteX67" fmla="*/ 66961 w 571404"/>
                <a:gd name="connsiteY67" fmla="*/ 60484 h 423671"/>
                <a:gd name="connsiteX68" fmla="*/ 56293 w 571404"/>
                <a:gd name="connsiteY68" fmla="*/ 52864 h 423671"/>
                <a:gd name="connsiteX69" fmla="*/ 30099 w 571404"/>
                <a:gd name="connsiteY69" fmla="*/ 37719 h 423671"/>
                <a:gd name="connsiteX70" fmla="*/ 12954 w 571404"/>
                <a:gd name="connsiteY70" fmla="*/ 17145 h 423671"/>
                <a:gd name="connsiteX71" fmla="*/ 0 w 571404"/>
                <a:gd name="connsiteY71" fmla="*/ 0 h 423671"/>
                <a:gd name="connsiteX72" fmla="*/ 117443 w 571404"/>
                <a:gd name="connsiteY72" fmla="*/ 57245 h 423671"/>
                <a:gd name="connsiteX73" fmla="*/ 265748 w 571404"/>
                <a:gd name="connsiteY73" fmla="*/ 167831 h 42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71404" h="423671">
                  <a:moveTo>
                    <a:pt x="265748" y="167831"/>
                  </a:moveTo>
                  <a:lnTo>
                    <a:pt x="282702" y="181356"/>
                  </a:lnTo>
                  <a:lnTo>
                    <a:pt x="289370" y="186023"/>
                  </a:lnTo>
                  <a:lnTo>
                    <a:pt x="290417" y="186785"/>
                  </a:lnTo>
                  <a:lnTo>
                    <a:pt x="299561" y="191548"/>
                  </a:lnTo>
                  <a:lnTo>
                    <a:pt x="305848" y="194215"/>
                  </a:lnTo>
                  <a:lnTo>
                    <a:pt x="311944" y="195643"/>
                  </a:lnTo>
                  <a:lnTo>
                    <a:pt x="383000" y="209169"/>
                  </a:lnTo>
                  <a:lnTo>
                    <a:pt x="422815" y="215265"/>
                  </a:lnTo>
                  <a:lnTo>
                    <a:pt x="423577" y="211646"/>
                  </a:lnTo>
                  <a:lnTo>
                    <a:pt x="484727" y="220313"/>
                  </a:lnTo>
                  <a:lnTo>
                    <a:pt x="498729" y="222409"/>
                  </a:lnTo>
                  <a:lnTo>
                    <a:pt x="517112" y="225552"/>
                  </a:lnTo>
                  <a:lnTo>
                    <a:pt x="542449" y="235267"/>
                  </a:lnTo>
                  <a:lnTo>
                    <a:pt x="571405" y="246221"/>
                  </a:lnTo>
                  <a:lnTo>
                    <a:pt x="537020" y="246031"/>
                  </a:lnTo>
                  <a:lnTo>
                    <a:pt x="495491" y="281464"/>
                  </a:lnTo>
                  <a:lnTo>
                    <a:pt x="492633" y="284131"/>
                  </a:lnTo>
                  <a:lnTo>
                    <a:pt x="490918" y="285750"/>
                  </a:lnTo>
                  <a:lnTo>
                    <a:pt x="481870" y="294513"/>
                  </a:lnTo>
                  <a:lnTo>
                    <a:pt x="481013" y="295275"/>
                  </a:lnTo>
                  <a:lnTo>
                    <a:pt x="474916" y="301181"/>
                  </a:lnTo>
                  <a:lnTo>
                    <a:pt x="439388" y="343567"/>
                  </a:lnTo>
                  <a:lnTo>
                    <a:pt x="423577" y="364522"/>
                  </a:lnTo>
                  <a:lnTo>
                    <a:pt x="420910" y="369189"/>
                  </a:lnTo>
                  <a:lnTo>
                    <a:pt x="412814" y="383476"/>
                  </a:lnTo>
                  <a:lnTo>
                    <a:pt x="397097" y="402812"/>
                  </a:lnTo>
                  <a:lnTo>
                    <a:pt x="393859" y="405479"/>
                  </a:lnTo>
                  <a:lnTo>
                    <a:pt x="387287" y="411004"/>
                  </a:lnTo>
                  <a:lnTo>
                    <a:pt x="385286" y="412051"/>
                  </a:lnTo>
                  <a:lnTo>
                    <a:pt x="384239" y="412528"/>
                  </a:lnTo>
                  <a:lnTo>
                    <a:pt x="381286" y="414052"/>
                  </a:lnTo>
                  <a:lnTo>
                    <a:pt x="376524" y="416433"/>
                  </a:lnTo>
                  <a:lnTo>
                    <a:pt x="366808" y="420148"/>
                  </a:lnTo>
                  <a:lnTo>
                    <a:pt x="362808" y="420624"/>
                  </a:lnTo>
                  <a:lnTo>
                    <a:pt x="347663" y="422624"/>
                  </a:lnTo>
                  <a:lnTo>
                    <a:pt x="340900" y="423386"/>
                  </a:lnTo>
                  <a:lnTo>
                    <a:pt x="331661" y="423672"/>
                  </a:lnTo>
                  <a:lnTo>
                    <a:pt x="320421" y="423291"/>
                  </a:lnTo>
                  <a:lnTo>
                    <a:pt x="319374" y="423100"/>
                  </a:lnTo>
                  <a:lnTo>
                    <a:pt x="316897" y="422529"/>
                  </a:lnTo>
                  <a:lnTo>
                    <a:pt x="300418" y="417481"/>
                  </a:lnTo>
                  <a:lnTo>
                    <a:pt x="297752" y="416624"/>
                  </a:lnTo>
                  <a:lnTo>
                    <a:pt x="263462" y="406051"/>
                  </a:lnTo>
                  <a:lnTo>
                    <a:pt x="228315" y="396050"/>
                  </a:lnTo>
                  <a:lnTo>
                    <a:pt x="218980" y="393573"/>
                  </a:lnTo>
                  <a:lnTo>
                    <a:pt x="212884" y="392049"/>
                  </a:lnTo>
                  <a:lnTo>
                    <a:pt x="187357" y="386810"/>
                  </a:lnTo>
                  <a:lnTo>
                    <a:pt x="129730" y="369570"/>
                  </a:lnTo>
                  <a:lnTo>
                    <a:pt x="137827" y="361093"/>
                  </a:lnTo>
                  <a:lnTo>
                    <a:pt x="150400" y="347282"/>
                  </a:lnTo>
                  <a:lnTo>
                    <a:pt x="152686" y="344805"/>
                  </a:lnTo>
                  <a:lnTo>
                    <a:pt x="162783" y="326612"/>
                  </a:lnTo>
                  <a:lnTo>
                    <a:pt x="172117" y="292513"/>
                  </a:lnTo>
                  <a:lnTo>
                    <a:pt x="171831" y="267462"/>
                  </a:lnTo>
                  <a:lnTo>
                    <a:pt x="155353" y="221551"/>
                  </a:lnTo>
                  <a:lnTo>
                    <a:pt x="149543" y="205359"/>
                  </a:lnTo>
                  <a:lnTo>
                    <a:pt x="148780" y="203168"/>
                  </a:lnTo>
                  <a:lnTo>
                    <a:pt x="141827" y="186976"/>
                  </a:lnTo>
                  <a:lnTo>
                    <a:pt x="137922" y="179642"/>
                  </a:lnTo>
                  <a:lnTo>
                    <a:pt x="116300" y="146494"/>
                  </a:lnTo>
                  <a:lnTo>
                    <a:pt x="109728" y="138493"/>
                  </a:lnTo>
                  <a:lnTo>
                    <a:pt x="101251" y="116776"/>
                  </a:lnTo>
                  <a:lnTo>
                    <a:pt x="82487" y="83915"/>
                  </a:lnTo>
                  <a:lnTo>
                    <a:pt x="80486" y="80772"/>
                  </a:lnTo>
                  <a:lnTo>
                    <a:pt x="69437" y="62675"/>
                  </a:lnTo>
                  <a:lnTo>
                    <a:pt x="68866" y="61817"/>
                  </a:lnTo>
                  <a:lnTo>
                    <a:pt x="66961" y="60484"/>
                  </a:lnTo>
                  <a:lnTo>
                    <a:pt x="56293" y="52864"/>
                  </a:lnTo>
                  <a:lnTo>
                    <a:pt x="30099" y="37719"/>
                  </a:lnTo>
                  <a:lnTo>
                    <a:pt x="12954" y="17145"/>
                  </a:lnTo>
                  <a:lnTo>
                    <a:pt x="0" y="0"/>
                  </a:lnTo>
                  <a:lnTo>
                    <a:pt x="117443" y="57245"/>
                  </a:lnTo>
                  <a:lnTo>
                    <a:pt x="265748" y="16783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92" name="서울특별시 성동구 왕십리도선동">
              <a:extLst>
                <a:ext uri="{FF2B5EF4-FFF2-40B4-BE49-F238E27FC236}">
                  <a16:creationId xmlns:a16="http://schemas.microsoft.com/office/drawing/2014/main" id="{28620D47-F8F1-672E-6859-CDB5E4E92E10}"/>
                </a:ext>
              </a:extLst>
            </p:cNvPr>
            <p:cNvSpPr/>
            <p:nvPr/>
          </p:nvSpPr>
          <p:spPr>
            <a:xfrm>
              <a:off x="6992492" y="3306794"/>
              <a:ext cx="238029" cy="189642"/>
            </a:xfrm>
            <a:custGeom>
              <a:avLst/>
              <a:gdLst>
                <a:gd name="connsiteX0" fmla="*/ 162116 w 238029"/>
                <a:gd name="connsiteY0" fmla="*/ 28956 h 189642"/>
                <a:gd name="connsiteX1" fmla="*/ 175260 w 238029"/>
                <a:gd name="connsiteY1" fmla="*/ 69247 h 189642"/>
                <a:gd name="connsiteX2" fmla="*/ 205835 w 238029"/>
                <a:gd name="connsiteY2" fmla="*/ 99632 h 189642"/>
                <a:gd name="connsiteX3" fmla="*/ 207264 w 238029"/>
                <a:gd name="connsiteY3" fmla="*/ 99822 h 189642"/>
                <a:gd name="connsiteX4" fmla="*/ 238030 w 238029"/>
                <a:gd name="connsiteY4" fmla="*/ 103346 h 189642"/>
                <a:gd name="connsiteX5" fmla="*/ 234887 w 238029"/>
                <a:gd name="connsiteY5" fmla="*/ 127349 h 189642"/>
                <a:gd name="connsiteX6" fmla="*/ 234410 w 238029"/>
                <a:gd name="connsiteY6" fmla="*/ 131064 h 189642"/>
                <a:gd name="connsiteX7" fmla="*/ 232791 w 238029"/>
                <a:gd name="connsiteY7" fmla="*/ 142303 h 189642"/>
                <a:gd name="connsiteX8" fmla="*/ 232029 w 238029"/>
                <a:gd name="connsiteY8" fmla="*/ 147733 h 189642"/>
                <a:gd name="connsiteX9" fmla="*/ 231743 w 238029"/>
                <a:gd name="connsiteY9" fmla="*/ 150305 h 189642"/>
                <a:gd name="connsiteX10" fmla="*/ 228791 w 238029"/>
                <a:gd name="connsiteY10" fmla="*/ 168307 h 189642"/>
                <a:gd name="connsiteX11" fmla="*/ 226409 w 238029"/>
                <a:gd name="connsiteY11" fmla="*/ 174212 h 189642"/>
                <a:gd name="connsiteX12" fmla="*/ 225362 w 238029"/>
                <a:gd name="connsiteY12" fmla="*/ 176784 h 189642"/>
                <a:gd name="connsiteX13" fmla="*/ 221647 w 238029"/>
                <a:gd name="connsiteY13" fmla="*/ 185261 h 189642"/>
                <a:gd name="connsiteX14" fmla="*/ 219075 w 238029"/>
                <a:gd name="connsiteY14" fmla="*/ 189643 h 189642"/>
                <a:gd name="connsiteX15" fmla="*/ 201739 w 238029"/>
                <a:gd name="connsiteY15" fmla="*/ 178784 h 189642"/>
                <a:gd name="connsiteX16" fmla="*/ 201168 w 238029"/>
                <a:gd name="connsiteY16" fmla="*/ 178403 h 189642"/>
                <a:gd name="connsiteX17" fmla="*/ 183928 w 238029"/>
                <a:gd name="connsiteY17" fmla="*/ 167164 h 189642"/>
                <a:gd name="connsiteX18" fmla="*/ 73438 w 238029"/>
                <a:gd name="connsiteY18" fmla="*/ 124587 h 189642"/>
                <a:gd name="connsiteX19" fmla="*/ 60579 w 238029"/>
                <a:gd name="connsiteY19" fmla="*/ 122396 h 189642"/>
                <a:gd name="connsiteX20" fmla="*/ 4477 w 238029"/>
                <a:gd name="connsiteY20" fmla="*/ 119158 h 189642"/>
                <a:gd name="connsiteX21" fmla="*/ 4191 w 238029"/>
                <a:gd name="connsiteY21" fmla="*/ 107633 h 189642"/>
                <a:gd name="connsiteX22" fmla="*/ 0 w 238029"/>
                <a:gd name="connsiteY22" fmla="*/ 0 h 189642"/>
                <a:gd name="connsiteX23" fmla="*/ 126778 w 238029"/>
                <a:gd name="connsiteY23" fmla="*/ 34862 h 189642"/>
                <a:gd name="connsiteX24" fmla="*/ 162116 w 238029"/>
                <a:gd name="connsiteY24" fmla="*/ 28956 h 189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8029" h="189642">
                  <a:moveTo>
                    <a:pt x="162116" y="28956"/>
                  </a:moveTo>
                  <a:lnTo>
                    <a:pt x="175260" y="69247"/>
                  </a:lnTo>
                  <a:lnTo>
                    <a:pt x="205835" y="99632"/>
                  </a:lnTo>
                  <a:lnTo>
                    <a:pt x="207264" y="99822"/>
                  </a:lnTo>
                  <a:lnTo>
                    <a:pt x="238030" y="103346"/>
                  </a:lnTo>
                  <a:lnTo>
                    <a:pt x="234887" y="127349"/>
                  </a:lnTo>
                  <a:lnTo>
                    <a:pt x="234410" y="131064"/>
                  </a:lnTo>
                  <a:lnTo>
                    <a:pt x="232791" y="142303"/>
                  </a:lnTo>
                  <a:lnTo>
                    <a:pt x="232029" y="147733"/>
                  </a:lnTo>
                  <a:lnTo>
                    <a:pt x="231743" y="150305"/>
                  </a:lnTo>
                  <a:lnTo>
                    <a:pt x="228791" y="168307"/>
                  </a:lnTo>
                  <a:lnTo>
                    <a:pt x="226409" y="174212"/>
                  </a:lnTo>
                  <a:lnTo>
                    <a:pt x="225362" y="176784"/>
                  </a:lnTo>
                  <a:lnTo>
                    <a:pt x="221647" y="185261"/>
                  </a:lnTo>
                  <a:lnTo>
                    <a:pt x="219075" y="189643"/>
                  </a:lnTo>
                  <a:lnTo>
                    <a:pt x="201739" y="178784"/>
                  </a:lnTo>
                  <a:lnTo>
                    <a:pt x="201168" y="178403"/>
                  </a:lnTo>
                  <a:lnTo>
                    <a:pt x="183928" y="167164"/>
                  </a:lnTo>
                  <a:lnTo>
                    <a:pt x="73438" y="124587"/>
                  </a:lnTo>
                  <a:lnTo>
                    <a:pt x="60579" y="122396"/>
                  </a:lnTo>
                  <a:lnTo>
                    <a:pt x="4477" y="119158"/>
                  </a:lnTo>
                  <a:lnTo>
                    <a:pt x="4191" y="107633"/>
                  </a:lnTo>
                  <a:lnTo>
                    <a:pt x="0" y="0"/>
                  </a:lnTo>
                  <a:lnTo>
                    <a:pt x="126778" y="34862"/>
                  </a:lnTo>
                  <a:lnTo>
                    <a:pt x="162116" y="289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93" name="서울특별시 성동구 금호2·3가동">
              <a:extLst>
                <a:ext uri="{FF2B5EF4-FFF2-40B4-BE49-F238E27FC236}">
                  <a16:creationId xmlns:a16="http://schemas.microsoft.com/office/drawing/2014/main" id="{9055DD19-04C2-74BA-E077-A3645E101B77}"/>
                </a:ext>
              </a:extLst>
            </p:cNvPr>
            <p:cNvSpPr/>
            <p:nvPr/>
          </p:nvSpPr>
          <p:spPr>
            <a:xfrm>
              <a:off x="6808374" y="3567874"/>
              <a:ext cx="233362" cy="167830"/>
            </a:xfrm>
            <a:custGeom>
              <a:avLst/>
              <a:gdLst>
                <a:gd name="connsiteX0" fmla="*/ 229457 w 233362"/>
                <a:gd name="connsiteY0" fmla="*/ 163544 h 167830"/>
                <a:gd name="connsiteX1" fmla="*/ 221266 w 233362"/>
                <a:gd name="connsiteY1" fmla="*/ 167831 h 167830"/>
                <a:gd name="connsiteX2" fmla="*/ 109347 w 233362"/>
                <a:gd name="connsiteY2" fmla="*/ 163544 h 167830"/>
                <a:gd name="connsiteX3" fmla="*/ 64960 w 233362"/>
                <a:gd name="connsiteY3" fmla="*/ 160782 h 167830"/>
                <a:gd name="connsiteX4" fmla="*/ 30194 w 233362"/>
                <a:gd name="connsiteY4" fmla="*/ 163925 h 167830"/>
                <a:gd name="connsiteX5" fmla="*/ 22574 w 233362"/>
                <a:gd name="connsiteY5" fmla="*/ 167545 h 167830"/>
                <a:gd name="connsiteX6" fmla="*/ 21146 w 233362"/>
                <a:gd name="connsiteY6" fmla="*/ 148781 h 167830"/>
                <a:gd name="connsiteX7" fmla="*/ 0 w 233362"/>
                <a:gd name="connsiteY7" fmla="*/ 134112 h 167830"/>
                <a:gd name="connsiteX8" fmla="*/ 56102 w 233362"/>
                <a:gd name="connsiteY8" fmla="*/ 78486 h 167830"/>
                <a:gd name="connsiteX9" fmla="*/ 76200 w 233362"/>
                <a:gd name="connsiteY9" fmla="*/ 24575 h 167830"/>
                <a:gd name="connsiteX10" fmla="*/ 84677 w 233362"/>
                <a:gd name="connsiteY10" fmla="*/ 13907 h 167830"/>
                <a:gd name="connsiteX11" fmla="*/ 85439 w 233362"/>
                <a:gd name="connsiteY11" fmla="*/ 13430 h 167830"/>
                <a:gd name="connsiteX12" fmla="*/ 86868 w 233362"/>
                <a:gd name="connsiteY12" fmla="*/ 12383 h 167830"/>
                <a:gd name="connsiteX13" fmla="*/ 93440 w 233362"/>
                <a:gd name="connsiteY13" fmla="*/ 8477 h 167830"/>
                <a:gd name="connsiteX14" fmla="*/ 97536 w 233362"/>
                <a:gd name="connsiteY14" fmla="*/ 6287 h 167830"/>
                <a:gd name="connsiteX15" fmla="*/ 100774 w 233362"/>
                <a:gd name="connsiteY15" fmla="*/ 4858 h 167830"/>
                <a:gd name="connsiteX16" fmla="*/ 103251 w 233362"/>
                <a:gd name="connsiteY16" fmla="*/ 3715 h 167830"/>
                <a:gd name="connsiteX17" fmla="*/ 113347 w 233362"/>
                <a:gd name="connsiteY17" fmla="*/ 0 h 167830"/>
                <a:gd name="connsiteX18" fmla="*/ 122777 w 233362"/>
                <a:gd name="connsiteY18" fmla="*/ 29718 h 167830"/>
                <a:gd name="connsiteX19" fmla="*/ 172688 w 233362"/>
                <a:gd name="connsiteY19" fmla="*/ 73914 h 167830"/>
                <a:gd name="connsiteX20" fmla="*/ 178879 w 233362"/>
                <a:gd name="connsiteY20" fmla="*/ 75629 h 167830"/>
                <a:gd name="connsiteX21" fmla="*/ 183356 w 233362"/>
                <a:gd name="connsiteY21" fmla="*/ 76867 h 167830"/>
                <a:gd name="connsiteX22" fmla="*/ 184690 w 233362"/>
                <a:gd name="connsiteY22" fmla="*/ 77248 h 167830"/>
                <a:gd name="connsiteX23" fmla="*/ 185261 w 233362"/>
                <a:gd name="connsiteY23" fmla="*/ 77438 h 167830"/>
                <a:gd name="connsiteX24" fmla="*/ 197739 w 233362"/>
                <a:gd name="connsiteY24" fmla="*/ 82391 h 167830"/>
                <a:gd name="connsiteX25" fmla="*/ 200406 w 233362"/>
                <a:gd name="connsiteY25" fmla="*/ 83439 h 167830"/>
                <a:gd name="connsiteX26" fmla="*/ 203740 w 233362"/>
                <a:gd name="connsiteY26" fmla="*/ 84773 h 167830"/>
                <a:gd name="connsiteX27" fmla="*/ 209836 w 233362"/>
                <a:gd name="connsiteY27" fmla="*/ 87344 h 167830"/>
                <a:gd name="connsiteX28" fmla="*/ 218122 w 233362"/>
                <a:gd name="connsiteY28" fmla="*/ 94679 h 167830"/>
                <a:gd name="connsiteX29" fmla="*/ 219265 w 233362"/>
                <a:gd name="connsiteY29" fmla="*/ 96869 h 167830"/>
                <a:gd name="connsiteX30" fmla="*/ 222599 w 233362"/>
                <a:gd name="connsiteY30" fmla="*/ 103537 h 167830"/>
                <a:gd name="connsiteX31" fmla="*/ 230600 w 233362"/>
                <a:gd name="connsiteY31" fmla="*/ 126016 h 167830"/>
                <a:gd name="connsiteX32" fmla="*/ 233363 w 233362"/>
                <a:gd name="connsiteY32" fmla="*/ 133731 h 167830"/>
                <a:gd name="connsiteX33" fmla="*/ 233172 w 233362"/>
                <a:gd name="connsiteY33" fmla="*/ 143351 h 167830"/>
                <a:gd name="connsiteX34" fmla="*/ 233077 w 233362"/>
                <a:gd name="connsiteY34" fmla="*/ 144875 h 167830"/>
                <a:gd name="connsiteX35" fmla="*/ 229457 w 233362"/>
                <a:gd name="connsiteY35" fmla="*/ 163544 h 16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33362" h="167830">
                  <a:moveTo>
                    <a:pt x="229457" y="163544"/>
                  </a:moveTo>
                  <a:lnTo>
                    <a:pt x="221266" y="167831"/>
                  </a:lnTo>
                  <a:lnTo>
                    <a:pt x="109347" y="163544"/>
                  </a:lnTo>
                  <a:lnTo>
                    <a:pt x="64960" y="160782"/>
                  </a:lnTo>
                  <a:lnTo>
                    <a:pt x="30194" y="163925"/>
                  </a:lnTo>
                  <a:lnTo>
                    <a:pt x="22574" y="167545"/>
                  </a:lnTo>
                  <a:lnTo>
                    <a:pt x="21146" y="148781"/>
                  </a:lnTo>
                  <a:lnTo>
                    <a:pt x="0" y="134112"/>
                  </a:lnTo>
                  <a:lnTo>
                    <a:pt x="56102" y="78486"/>
                  </a:lnTo>
                  <a:lnTo>
                    <a:pt x="76200" y="24575"/>
                  </a:lnTo>
                  <a:lnTo>
                    <a:pt x="84677" y="13907"/>
                  </a:lnTo>
                  <a:lnTo>
                    <a:pt x="85439" y="13430"/>
                  </a:lnTo>
                  <a:lnTo>
                    <a:pt x="86868" y="12383"/>
                  </a:lnTo>
                  <a:lnTo>
                    <a:pt x="93440" y="8477"/>
                  </a:lnTo>
                  <a:lnTo>
                    <a:pt x="97536" y="6287"/>
                  </a:lnTo>
                  <a:lnTo>
                    <a:pt x="100774" y="4858"/>
                  </a:lnTo>
                  <a:lnTo>
                    <a:pt x="103251" y="3715"/>
                  </a:lnTo>
                  <a:lnTo>
                    <a:pt x="113347" y="0"/>
                  </a:lnTo>
                  <a:lnTo>
                    <a:pt x="122777" y="29718"/>
                  </a:lnTo>
                  <a:lnTo>
                    <a:pt x="172688" y="73914"/>
                  </a:lnTo>
                  <a:lnTo>
                    <a:pt x="178879" y="75629"/>
                  </a:lnTo>
                  <a:lnTo>
                    <a:pt x="183356" y="76867"/>
                  </a:lnTo>
                  <a:lnTo>
                    <a:pt x="184690" y="77248"/>
                  </a:lnTo>
                  <a:lnTo>
                    <a:pt x="185261" y="77438"/>
                  </a:lnTo>
                  <a:lnTo>
                    <a:pt x="197739" y="82391"/>
                  </a:lnTo>
                  <a:lnTo>
                    <a:pt x="200406" y="83439"/>
                  </a:lnTo>
                  <a:lnTo>
                    <a:pt x="203740" y="84773"/>
                  </a:lnTo>
                  <a:lnTo>
                    <a:pt x="209836" y="87344"/>
                  </a:lnTo>
                  <a:lnTo>
                    <a:pt x="218122" y="94679"/>
                  </a:lnTo>
                  <a:lnTo>
                    <a:pt x="219265" y="96869"/>
                  </a:lnTo>
                  <a:lnTo>
                    <a:pt x="222599" y="103537"/>
                  </a:lnTo>
                  <a:lnTo>
                    <a:pt x="230600" y="126016"/>
                  </a:lnTo>
                  <a:lnTo>
                    <a:pt x="233363" y="133731"/>
                  </a:lnTo>
                  <a:lnTo>
                    <a:pt x="233172" y="143351"/>
                  </a:lnTo>
                  <a:lnTo>
                    <a:pt x="233077" y="144875"/>
                  </a:lnTo>
                  <a:lnTo>
                    <a:pt x="229457" y="1635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94" name="서울특별시 성동구 옥수동">
              <a:extLst>
                <a:ext uri="{FF2B5EF4-FFF2-40B4-BE49-F238E27FC236}">
                  <a16:creationId xmlns:a16="http://schemas.microsoft.com/office/drawing/2014/main" id="{19639081-FA58-22DB-F1DD-2732D6A39F4D}"/>
                </a:ext>
              </a:extLst>
            </p:cNvPr>
            <p:cNvSpPr/>
            <p:nvPr/>
          </p:nvSpPr>
          <p:spPr>
            <a:xfrm>
              <a:off x="6719982" y="3701986"/>
              <a:ext cx="314801" cy="268700"/>
            </a:xfrm>
            <a:custGeom>
              <a:avLst/>
              <a:gdLst>
                <a:gd name="connsiteX0" fmla="*/ 110966 w 314801"/>
                <a:gd name="connsiteY0" fmla="*/ 33433 h 268700"/>
                <a:gd name="connsiteX1" fmla="*/ 124301 w 314801"/>
                <a:gd name="connsiteY1" fmla="*/ 52102 h 268700"/>
                <a:gd name="connsiteX2" fmla="*/ 153924 w 314801"/>
                <a:gd name="connsiteY2" fmla="*/ 76295 h 268700"/>
                <a:gd name="connsiteX3" fmla="*/ 206216 w 314801"/>
                <a:gd name="connsiteY3" fmla="*/ 86868 h 268700"/>
                <a:gd name="connsiteX4" fmla="*/ 234982 w 314801"/>
                <a:gd name="connsiteY4" fmla="*/ 119348 h 268700"/>
                <a:gd name="connsiteX5" fmla="*/ 260223 w 314801"/>
                <a:gd name="connsiteY5" fmla="*/ 149638 h 268700"/>
                <a:gd name="connsiteX6" fmla="*/ 263557 w 314801"/>
                <a:gd name="connsiteY6" fmla="*/ 153924 h 268700"/>
                <a:gd name="connsiteX7" fmla="*/ 302609 w 314801"/>
                <a:gd name="connsiteY7" fmla="*/ 203454 h 268700"/>
                <a:gd name="connsiteX8" fmla="*/ 314801 w 314801"/>
                <a:gd name="connsiteY8" fmla="*/ 218980 h 268700"/>
                <a:gd name="connsiteX9" fmla="*/ 239839 w 314801"/>
                <a:gd name="connsiteY9" fmla="*/ 261271 h 268700"/>
                <a:gd name="connsiteX10" fmla="*/ 228219 w 314801"/>
                <a:gd name="connsiteY10" fmla="*/ 268700 h 268700"/>
                <a:gd name="connsiteX11" fmla="*/ 160591 w 314801"/>
                <a:gd name="connsiteY11" fmla="*/ 226886 h 268700"/>
                <a:gd name="connsiteX12" fmla="*/ 134683 w 314801"/>
                <a:gd name="connsiteY12" fmla="*/ 210979 h 268700"/>
                <a:gd name="connsiteX13" fmla="*/ 117062 w 314801"/>
                <a:gd name="connsiteY13" fmla="*/ 200120 h 268700"/>
                <a:gd name="connsiteX14" fmla="*/ 82582 w 314801"/>
                <a:gd name="connsiteY14" fmla="*/ 192691 h 268700"/>
                <a:gd name="connsiteX15" fmla="*/ 68961 w 314801"/>
                <a:gd name="connsiteY15" fmla="*/ 194977 h 268700"/>
                <a:gd name="connsiteX16" fmla="*/ 68771 w 314801"/>
                <a:gd name="connsiteY16" fmla="*/ 195644 h 268700"/>
                <a:gd name="connsiteX17" fmla="*/ 62198 w 314801"/>
                <a:gd name="connsiteY17" fmla="*/ 197644 h 268700"/>
                <a:gd name="connsiteX18" fmla="*/ 58007 w 314801"/>
                <a:gd name="connsiteY18" fmla="*/ 198691 h 268700"/>
                <a:gd name="connsiteX19" fmla="*/ 28861 w 314801"/>
                <a:gd name="connsiteY19" fmla="*/ 191643 h 268700"/>
                <a:gd name="connsiteX20" fmla="*/ 20574 w 314801"/>
                <a:gd name="connsiteY20" fmla="*/ 187928 h 268700"/>
                <a:gd name="connsiteX21" fmla="*/ 17907 w 314801"/>
                <a:gd name="connsiteY21" fmla="*/ 186119 h 268700"/>
                <a:gd name="connsiteX22" fmla="*/ 0 w 314801"/>
                <a:gd name="connsiteY22" fmla="*/ 146495 h 268700"/>
                <a:gd name="connsiteX23" fmla="*/ 1619 w 314801"/>
                <a:gd name="connsiteY23" fmla="*/ 128302 h 268700"/>
                <a:gd name="connsiteX24" fmla="*/ 4381 w 314801"/>
                <a:gd name="connsiteY24" fmla="*/ 109728 h 268700"/>
                <a:gd name="connsiteX25" fmla="*/ 4953 w 314801"/>
                <a:gd name="connsiteY25" fmla="*/ 108109 h 268700"/>
                <a:gd name="connsiteX26" fmla="*/ 42577 w 314801"/>
                <a:gd name="connsiteY26" fmla="*/ 33814 h 268700"/>
                <a:gd name="connsiteX27" fmla="*/ 44387 w 314801"/>
                <a:gd name="connsiteY27" fmla="*/ 33623 h 268700"/>
                <a:gd name="connsiteX28" fmla="*/ 44958 w 314801"/>
                <a:gd name="connsiteY28" fmla="*/ 33433 h 268700"/>
                <a:gd name="connsiteX29" fmla="*/ 45910 w 314801"/>
                <a:gd name="connsiteY29" fmla="*/ 33052 h 268700"/>
                <a:gd name="connsiteX30" fmla="*/ 57055 w 314801"/>
                <a:gd name="connsiteY30" fmla="*/ 27622 h 268700"/>
                <a:gd name="connsiteX31" fmla="*/ 60293 w 314801"/>
                <a:gd name="connsiteY31" fmla="*/ 25908 h 268700"/>
                <a:gd name="connsiteX32" fmla="*/ 88392 w 314801"/>
                <a:gd name="connsiteY32" fmla="*/ 0 h 268700"/>
                <a:gd name="connsiteX33" fmla="*/ 109538 w 314801"/>
                <a:gd name="connsiteY33" fmla="*/ 14669 h 268700"/>
                <a:gd name="connsiteX34" fmla="*/ 110966 w 314801"/>
                <a:gd name="connsiteY34" fmla="*/ 33433 h 26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4801" h="268700">
                  <a:moveTo>
                    <a:pt x="110966" y="33433"/>
                  </a:moveTo>
                  <a:lnTo>
                    <a:pt x="124301" y="52102"/>
                  </a:lnTo>
                  <a:lnTo>
                    <a:pt x="153924" y="76295"/>
                  </a:lnTo>
                  <a:lnTo>
                    <a:pt x="206216" y="86868"/>
                  </a:lnTo>
                  <a:lnTo>
                    <a:pt x="234982" y="119348"/>
                  </a:lnTo>
                  <a:lnTo>
                    <a:pt x="260223" y="149638"/>
                  </a:lnTo>
                  <a:lnTo>
                    <a:pt x="263557" y="153924"/>
                  </a:lnTo>
                  <a:lnTo>
                    <a:pt x="302609" y="203454"/>
                  </a:lnTo>
                  <a:lnTo>
                    <a:pt x="314801" y="218980"/>
                  </a:lnTo>
                  <a:lnTo>
                    <a:pt x="239839" y="261271"/>
                  </a:lnTo>
                  <a:lnTo>
                    <a:pt x="228219" y="268700"/>
                  </a:lnTo>
                  <a:lnTo>
                    <a:pt x="160591" y="226886"/>
                  </a:lnTo>
                  <a:lnTo>
                    <a:pt x="134683" y="210979"/>
                  </a:lnTo>
                  <a:lnTo>
                    <a:pt x="117062" y="200120"/>
                  </a:lnTo>
                  <a:lnTo>
                    <a:pt x="82582" y="192691"/>
                  </a:lnTo>
                  <a:lnTo>
                    <a:pt x="68961" y="194977"/>
                  </a:lnTo>
                  <a:lnTo>
                    <a:pt x="68771" y="195644"/>
                  </a:lnTo>
                  <a:lnTo>
                    <a:pt x="62198" y="197644"/>
                  </a:lnTo>
                  <a:lnTo>
                    <a:pt x="58007" y="198691"/>
                  </a:lnTo>
                  <a:lnTo>
                    <a:pt x="28861" y="191643"/>
                  </a:lnTo>
                  <a:lnTo>
                    <a:pt x="20574" y="187928"/>
                  </a:lnTo>
                  <a:lnTo>
                    <a:pt x="17907" y="186119"/>
                  </a:lnTo>
                  <a:lnTo>
                    <a:pt x="0" y="146495"/>
                  </a:lnTo>
                  <a:lnTo>
                    <a:pt x="1619" y="128302"/>
                  </a:lnTo>
                  <a:lnTo>
                    <a:pt x="4381" y="109728"/>
                  </a:lnTo>
                  <a:lnTo>
                    <a:pt x="4953" y="108109"/>
                  </a:lnTo>
                  <a:lnTo>
                    <a:pt x="42577" y="33814"/>
                  </a:lnTo>
                  <a:lnTo>
                    <a:pt x="44387" y="33623"/>
                  </a:lnTo>
                  <a:lnTo>
                    <a:pt x="44958" y="33433"/>
                  </a:lnTo>
                  <a:lnTo>
                    <a:pt x="45910" y="33052"/>
                  </a:lnTo>
                  <a:lnTo>
                    <a:pt x="57055" y="27622"/>
                  </a:lnTo>
                  <a:lnTo>
                    <a:pt x="60293" y="25908"/>
                  </a:lnTo>
                  <a:lnTo>
                    <a:pt x="88392" y="0"/>
                  </a:lnTo>
                  <a:lnTo>
                    <a:pt x="109538" y="14669"/>
                  </a:lnTo>
                  <a:lnTo>
                    <a:pt x="110966" y="3343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6" name="서울특별시 광진구">
            <a:extLst>
              <a:ext uri="{FF2B5EF4-FFF2-40B4-BE49-F238E27FC236}">
                <a16:creationId xmlns:a16="http://schemas.microsoft.com/office/drawing/2014/main" id="{DFCBFF3B-B02B-527E-5895-FF96BAEEB2EA}"/>
              </a:ext>
            </a:extLst>
          </p:cNvPr>
          <p:cNvGrpSpPr/>
          <p:nvPr/>
        </p:nvGrpSpPr>
        <p:grpSpPr>
          <a:xfrm>
            <a:off x="6274078" y="2903151"/>
            <a:ext cx="599195" cy="657259"/>
            <a:chOff x="7594377" y="3273837"/>
            <a:chExt cx="1039368" cy="906113"/>
          </a:xfrm>
          <a:solidFill>
            <a:srgbClr val="17A2B8"/>
          </a:solidFill>
        </p:grpSpPr>
        <p:sp>
          <p:nvSpPr>
            <p:cNvPr id="863" name="서울특별시 광진구 화양동">
              <a:extLst>
                <a:ext uri="{FF2B5EF4-FFF2-40B4-BE49-F238E27FC236}">
                  <a16:creationId xmlns:a16="http://schemas.microsoft.com/office/drawing/2014/main" id="{E7432597-0018-4A4A-AC14-A55B28CF4376}"/>
                </a:ext>
              </a:extLst>
            </p:cNvPr>
            <p:cNvSpPr/>
            <p:nvPr/>
          </p:nvSpPr>
          <p:spPr>
            <a:xfrm>
              <a:off x="7728108" y="3731514"/>
              <a:ext cx="344328" cy="174021"/>
            </a:xfrm>
            <a:custGeom>
              <a:avLst/>
              <a:gdLst>
                <a:gd name="connsiteX0" fmla="*/ 183356 w 344328"/>
                <a:gd name="connsiteY0" fmla="*/ 17621 h 174021"/>
                <a:gd name="connsiteX1" fmla="*/ 237173 w 344328"/>
                <a:gd name="connsiteY1" fmla="*/ 41529 h 174021"/>
                <a:gd name="connsiteX2" fmla="*/ 241745 w 344328"/>
                <a:gd name="connsiteY2" fmla="*/ 43434 h 174021"/>
                <a:gd name="connsiteX3" fmla="*/ 242697 w 344328"/>
                <a:gd name="connsiteY3" fmla="*/ 43815 h 174021"/>
                <a:gd name="connsiteX4" fmla="*/ 260699 w 344328"/>
                <a:gd name="connsiteY4" fmla="*/ 47815 h 174021"/>
                <a:gd name="connsiteX5" fmla="*/ 269177 w 344328"/>
                <a:gd name="connsiteY5" fmla="*/ 49625 h 174021"/>
                <a:gd name="connsiteX6" fmla="*/ 281654 w 344328"/>
                <a:gd name="connsiteY6" fmla="*/ 52292 h 174021"/>
                <a:gd name="connsiteX7" fmla="*/ 289656 w 344328"/>
                <a:gd name="connsiteY7" fmla="*/ 53149 h 174021"/>
                <a:gd name="connsiteX8" fmla="*/ 291084 w 344328"/>
                <a:gd name="connsiteY8" fmla="*/ 53245 h 174021"/>
                <a:gd name="connsiteX9" fmla="*/ 300133 w 344328"/>
                <a:gd name="connsiteY9" fmla="*/ 53721 h 174021"/>
                <a:gd name="connsiteX10" fmla="*/ 306515 w 344328"/>
                <a:gd name="connsiteY10" fmla="*/ 54007 h 174021"/>
                <a:gd name="connsiteX11" fmla="*/ 320326 w 344328"/>
                <a:gd name="connsiteY11" fmla="*/ 54673 h 174021"/>
                <a:gd name="connsiteX12" fmla="*/ 334137 w 344328"/>
                <a:gd name="connsiteY12" fmla="*/ 60579 h 174021"/>
                <a:gd name="connsiteX13" fmla="*/ 325850 w 344328"/>
                <a:gd name="connsiteY13" fmla="*/ 76486 h 174021"/>
                <a:gd name="connsiteX14" fmla="*/ 323184 w 344328"/>
                <a:gd name="connsiteY14" fmla="*/ 81629 h 174021"/>
                <a:gd name="connsiteX15" fmla="*/ 318516 w 344328"/>
                <a:gd name="connsiteY15" fmla="*/ 90392 h 174021"/>
                <a:gd name="connsiteX16" fmla="*/ 315945 w 344328"/>
                <a:gd name="connsiteY16" fmla="*/ 94107 h 174021"/>
                <a:gd name="connsiteX17" fmla="*/ 315468 w 344328"/>
                <a:gd name="connsiteY17" fmla="*/ 94774 h 174021"/>
                <a:gd name="connsiteX18" fmla="*/ 314611 w 344328"/>
                <a:gd name="connsiteY18" fmla="*/ 98107 h 174021"/>
                <a:gd name="connsiteX19" fmla="*/ 314230 w 344328"/>
                <a:gd name="connsiteY19" fmla="*/ 99727 h 174021"/>
                <a:gd name="connsiteX20" fmla="*/ 314230 w 344328"/>
                <a:gd name="connsiteY20" fmla="*/ 102394 h 174021"/>
                <a:gd name="connsiteX21" fmla="*/ 314325 w 344328"/>
                <a:gd name="connsiteY21" fmla="*/ 111633 h 174021"/>
                <a:gd name="connsiteX22" fmla="*/ 314896 w 344328"/>
                <a:gd name="connsiteY22" fmla="*/ 112300 h 174021"/>
                <a:gd name="connsiteX23" fmla="*/ 316516 w 344328"/>
                <a:gd name="connsiteY23" fmla="*/ 114205 h 174021"/>
                <a:gd name="connsiteX24" fmla="*/ 335947 w 344328"/>
                <a:gd name="connsiteY24" fmla="*/ 123634 h 174021"/>
                <a:gd name="connsiteX25" fmla="*/ 344329 w 344328"/>
                <a:gd name="connsiteY25" fmla="*/ 125825 h 174021"/>
                <a:gd name="connsiteX26" fmla="*/ 332613 w 344328"/>
                <a:gd name="connsiteY26" fmla="*/ 150019 h 174021"/>
                <a:gd name="connsiteX27" fmla="*/ 290132 w 344328"/>
                <a:gd name="connsiteY27" fmla="*/ 168783 h 174021"/>
                <a:gd name="connsiteX28" fmla="*/ 271939 w 344328"/>
                <a:gd name="connsiteY28" fmla="*/ 170021 h 174021"/>
                <a:gd name="connsiteX29" fmla="*/ 263557 w 344328"/>
                <a:gd name="connsiteY29" fmla="*/ 168402 h 174021"/>
                <a:gd name="connsiteX30" fmla="*/ 232696 w 344328"/>
                <a:gd name="connsiteY30" fmla="*/ 164973 h 174021"/>
                <a:gd name="connsiteX31" fmla="*/ 205264 w 344328"/>
                <a:gd name="connsiteY31" fmla="*/ 162877 h 174021"/>
                <a:gd name="connsiteX32" fmla="*/ 202883 w 344328"/>
                <a:gd name="connsiteY32" fmla="*/ 174022 h 174021"/>
                <a:gd name="connsiteX33" fmla="*/ 169164 w 344328"/>
                <a:gd name="connsiteY33" fmla="*/ 167449 h 174021"/>
                <a:gd name="connsiteX34" fmla="*/ 119825 w 344328"/>
                <a:gd name="connsiteY34" fmla="*/ 153733 h 174021"/>
                <a:gd name="connsiteX35" fmla="*/ 0 w 344328"/>
                <a:gd name="connsiteY35" fmla="*/ 111728 h 174021"/>
                <a:gd name="connsiteX36" fmla="*/ 64484 w 344328"/>
                <a:gd name="connsiteY36" fmla="*/ 0 h 174021"/>
                <a:gd name="connsiteX37" fmla="*/ 140589 w 344328"/>
                <a:gd name="connsiteY37" fmla="*/ 7810 h 174021"/>
                <a:gd name="connsiteX38" fmla="*/ 183356 w 344328"/>
                <a:gd name="connsiteY38" fmla="*/ 17621 h 174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4328" h="174021">
                  <a:moveTo>
                    <a:pt x="183356" y="17621"/>
                  </a:moveTo>
                  <a:lnTo>
                    <a:pt x="237173" y="41529"/>
                  </a:lnTo>
                  <a:lnTo>
                    <a:pt x="241745" y="43434"/>
                  </a:lnTo>
                  <a:lnTo>
                    <a:pt x="242697" y="43815"/>
                  </a:lnTo>
                  <a:lnTo>
                    <a:pt x="260699" y="47815"/>
                  </a:lnTo>
                  <a:lnTo>
                    <a:pt x="269177" y="49625"/>
                  </a:lnTo>
                  <a:lnTo>
                    <a:pt x="281654" y="52292"/>
                  </a:lnTo>
                  <a:lnTo>
                    <a:pt x="289656" y="53149"/>
                  </a:lnTo>
                  <a:lnTo>
                    <a:pt x="291084" y="53245"/>
                  </a:lnTo>
                  <a:lnTo>
                    <a:pt x="300133" y="53721"/>
                  </a:lnTo>
                  <a:lnTo>
                    <a:pt x="306515" y="54007"/>
                  </a:lnTo>
                  <a:lnTo>
                    <a:pt x="320326" y="54673"/>
                  </a:lnTo>
                  <a:lnTo>
                    <a:pt x="334137" y="60579"/>
                  </a:lnTo>
                  <a:lnTo>
                    <a:pt x="325850" y="76486"/>
                  </a:lnTo>
                  <a:lnTo>
                    <a:pt x="323184" y="81629"/>
                  </a:lnTo>
                  <a:lnTo>
                    <a:pt x="318516" y="90392"/>
                  </a:lnTo>
                  <a:lnTo>
                    <a:pt x="315945" y="94107"/>
                  </a:lnTo>
                  <a:lnTo>
                    <a:pt x="315468" y="94774"/>
                  </a:lnTo>
                  <a:lnTo>
                    <a:pt x="314611" y="98107"/>
                  </a:lnTo>
                  <a:lnTo>
                    <a:pt x="314230" y="99727"/>
                  </a:lnTo>
                  <a:lnTo>
                    <a:pt x="314230" y="102394"/>
                  </a:lnTo>
                  <a:lnTo>
                    <a:pt x="314325" y="111633"/>
                  </a:lnTo>
                  <a:lnTo>
                    <a:pt x="314896" y="112300"/>
                  </a:lnTo>
                  <a:lnTo>
                    <a:pt x="316516" y="114205"/>
                  </a:lnTo>
                  <a:lnTo>
                    <a:pt x="335947" y="123634"/>
                  </a:lnTo>
                  <a:lnTo>
                    <a:pt x="344329" y="125825"/>
                  </a:lnTo>
                  <a:lnTo>
                    <a:pt x="332613" y="150019"/>
                  </a:lnTo>
                  <a:lnTo>
                    <a:pt x="290132" y="168783"/>
                  </a:lnTo>
                  <a:lnTo>
                    <a:pt x="271939" y="170021"/>
                  </a:lnTo>
                  <a:lnTo>
                    <a:pt x="263557" y="168402"/>
                  </a:lnTo>
                  <a:lnTo>
                    <a:pt x="232696" y="164973"/>
                  </a:lnTo>
                  <a:lnTo>
                    <a:pt x="205264" y="162877"/>
                  </a:lnTo>
                  <a:lnTo>
                    <a:pt x="202883" y="174022"/>
                  </a:lnTo>
                  <a:lnTo>
                    <a:pt x="169164" y="167449"/>
                  </a:lnTo>
                  <a:lnTo>
                    <a:pt x="119825" y="153733"/>
                  </a:lnTo>
                  <a:lnTo>
                    <a:pt x="0" y="111728"/>
                  </a:lnTo>
                  <a:lnTo>
                    <a:pt x="64484" y="0"/>
                  </a:lnTo>
                  <a:lnTo>
                    <a:pt x="140589" y="7810"/>
                  </a:lnTo>
                  <a:lnTo>
                    <a:pt x="183356" y="1762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4" name="서울특별시 광진구 군자동">
              <a:extLst>
                <a:ext uri="{FF2B5EF4-FFF2-40B4-BE49-F238E27FC236}">
                  <a16:creationId xmlns:a16="http://schemas.microsoft.com/office/drawing/2014/main" id="{9DCE7258-7125-A633-9192-1CE424E3F0A9}"/>
                </a:ext>
              </a:extLst>
            </p:cNvPr>
            <p:cNvSpPr/>
            <p:nvPr/>
          </p:nvSpPr>
          <p:spPr>
            <a:xfrm>
              <a:off x="7792592" y="3529774"/>
              <a:ext cx="212121" cy="219360"/>
            </a:xfrm>
            <a:custGeom>
              <a:avLst/>
              <a:gdLst>
                <a:gd name="connsiteX0" fmla="*/ 189071 w 212121"/>
                <a:gd name="connsiteY0" fmla="*/ 30099 h 219360"/>
                <a:gd name="connsiteX1" fmla="*/ 202311 w 212121"/>
                <a:gd name="connsiteY1" fmla="*/ 37148 h 219360"/>
                <a:gd name="connsiteX2" fmla="*/ 211074 w 212121"/>
                <a:gd name="connsiteY2" fmla="*/ 43625 h 219360"/>
                <a:gd name="connsiteX3" fmla="*/ 211264 w 212121"/>
                <a:gd name="connsiteY3" fmla="*/ 44387 h 219360"/>
                <a:gd name="connsiteX4" fmla="*/ 212122 w 212121"/>
                <a:gd name="connsiteY4" fmla="*/ 50864 h 219360"/>
                <a:gd name="connsiteX5" fmla="*/ 156972 w 212121"/>
                <a:gd name="connsiteY5" fmla="*/ 160306 h 219360"/>
                <a:gd name="connsiteX6" fmla="*/ 156591 w 212121"/>
                <a:gd name="connsiteY6" fmla="*/ 160973 h 219360"/>
                <a:gd name="connsiteX7" fmla="*/ 156306 w 212121"/>
                <a:gd name="connsiteY7" fmla="*/ 161449 h 219360"/>
                <a:gd name="connsiteX8" fmla="*/ 139351 w 212121"/>
                <a:gd name="connsiteY8" fmla="*/ 191262 h 219360"/>
                <a:gd name="connsiteX9" fmla="*/ 122396 w 212121"/>
                <a:gd name="connsiteY9" fmla="*/ 214694 h 219360"/>
                <a:gd name="connsiteX10" fmla="*/ 118872 w 212121"/>
                <a:gd name="connsiteY10" fmla="*/ 219361 h 219360"/>
                <a:gd name="connsiteX11" fmla="*/ 76105 w 212121"/>
                <a:gd name="connsiteY11" fmla="*/ 209550 h 219360"/>
                <a:gd name="connsiteX12" fmla="*/ 0 w 212121"/>
                <a:gd name="connsiteY12" fmla="*/ 201740 h 219360"/>
                <a:gd name="connsiteX13" fmla="*/ 112395 w 212121"/>
                <a:gd name="connsiteY13" fmla="*/ 0 h 219360"/>
                <a:gd name="connsiteX14" fmla="*/ 189071 w 212121"/>
                <a:gd name="connsiteY14" fmla="*/ 30099 h 21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2121" h="219360">
                  <a:moveTo>
                    <a:pt x="189071" y="30099"/>
                  </a:moveTo>
                  <a:lnTo>
                    <a:pt x="202311" y="37148"/>
                  </a:lnTo>
                  <a:lnTo>
                    <a:pt x="211074" y="43625"/>
                  </a:lnTo>
                  <a:lnTo>
                    <a:pt x="211264" y="44387"/>
                  </a:lnTo>
                  <a:lnTo>
                    <a:pt x="212122" y="50864"/>
                  </a:lnTo>
                  <a:lnTo>
                    <a:pt x="156972" y="160306"/>
                  </a:lnTo>
                  <a:lnTo>
                    <a:pt x="156591" y="160973"/>
                  </a:lnTo>
                  <a:lnTo>
                    <a:pt x="156306" y="161449"/>
                  </a:lnTo>
                  <a:lnTo>
                    <a:pt x="139351" y="191262"/>
                  </a:lnTo>
                  <a:lnTo>
                    <a:pt x="122396" y="214694"/>
                  </a:lnTo>
                  <a:lnTo>
                    <a:pt x="118872" y="219361"/>
                  </a:lnTo>
                  <a:lnTo>
                    <a:pt x="76105" y="209550"/>
                  </a:lnTo>
                  <a:lnTo>
                    <a:pt x="0" y="201740"/>
                  </a:lnTo>
                  <a:lnTo>
                    <a:pt x="112395" y="0"/>
                  </a:lnTo>
                  <a:lnTo>
                    <a:pt x="189071" y="3009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5" name="서울특별시 광진구 중곡1동">
              <a:extLst>
                <a:ext uri="{FF2B5EF4-FFF2-40B4-BE49-F238E27FC236}">
                  <a16:creationId xmlns:a16="http://schemas.microsoft.com/office/drawing/2014/main" id="{0E16B584-F4F9-434B-8519-D21CB81714C2}"/>
                </a:ext>
              </a:extLst>
            </p:cNvPr>
            <p:cNvSpPr/>
            <p:nvPr/>
          </p:nvSpPr>
          <p:spPr>
            <a:xfrm>
              <a:off x="7876032" y="3399282"/>
              <a:ext cx="204025" cy="160877"/>
            </a:xfrm>
            <a:custGeom>
              <a:avLst/>
              <a:gdLst>
                <a:gd name="connsiteX0" fmla="*/ 204025 w 204025"/>
                <a:gd name="connsiteY0" fmla="*/ 44101 h 160877"/>
                <a:gd name="connsiteX1" fmla="*/ 145732 w 204025"/>
                <a:gd name="connsiteY1" fmla="*/ 150209 h 160877"/>
                <a:gd name="connsiteX2" fmla="*/ 140589 w 204025"/>
                <a:gd name="connsiteY2" fmla="*/ 160306 h 160877"/>
                <a:gd name="connsiteX3" fmla="*/ 111633 w 204025"/>
                <a:gd name="connsiteY3" fmla="*/ 160877 h 160877"/>
                <a:gd name="connsiteX4" fmla="*/ 105632 w 204025"/>
                <a:gd name="connsiteY4" fmla="*/ 160591 h 160877"/>
                <a:gd name="connsiteX5" fmla="*/ 28956 w 204025"/>
                <a:gd name="connsiteY5" fmla="*/ 130492 h 160877"/>
                <a:gd name="connsiteX6" fmla="*/ 0 w 204025"/>
                <a:gd name="connsiteY6" fmla="*/ 119539 h 160877"/>
                <a:gd name="connsiteX7" fmla="*/ 67913 w 204025"/>
                <a:gd name="connsiteY7" fmla="*/ 0 h 160877"/>
                <a:gd name="connsiteX8" fmla="*/ 204025 w 204025"/>
                <a:gd name="connsiteY8" fmla="*/ 44101 h 16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025" h="160877">
                  <a:moveTo>
                    <a:pt x="204025" y="44101"/>
                  </a:moveTo>
                  <a:lnTo>
                    <a:pt x="145732" y="150209"/>
                  </a:lnTo>
                  <a:lnTo>
                    <a:pt x="140589" y="160306"/>
                  </a:lnTo>
                  <a:lnTo>
                    <a:pt x="111633" y="160877"/>
                  </a:lnTo>
                  <a:lnTo>
                    <a:pt x="105632" y="160591"/>
                  </a:lnTo>
                  <a:lnTo>
                    <a:pt x="28956" y="130492"/>
                  </a:lnTo>
                  <a:lnTo>
                    <a:pt x="0" y="119539"/>
                  </a:lnTo>
                  <a:lnTo>
                    <a:pt x="67913" y="0"/>
                  </a:lnTo>
                  <a:lnTo>
                    <a:pt x="204025" y="4410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6" name="서울특별시 광진구 중곡2동">
              <a:extLst>
                <a:ext uri="{FF2B5EF4-FFF2-40B4-BE49-F238E27FC236}">
                  <a16:creationId xmlns:a16="http://schemas.microsoft.com/office/drawing/2014/main" id="{D63896CB-1116-28CA-3C7B-350108C20799}"/>
                </a:ext>
              </a:extLst>
            </p:cNvPr>
            <p:cNvSpPr/>
            <p:nvPr/>
          </p:nvSpPr>
          <p:spPr>
            <a:xfrm>
              <a:off x="8012525" y="3443382"/>
              <a:ext cx="163924" cy="197834"/>
            </a:xfrm>
            <a:custGeom>
              <a:avLst/>
              <a:gdLst>
                <a:gd name="connsiteX0" fmla="*/ 132112 w 163924"/>
                <a:gd name="connsiteY0" fmla="*/ 12668 h 197834"/>
                <a:gd name="connsiteX1" fmla="*/ 163925 w 163924"/>
                <a:gd name="connsiteY1" fmla="*/ 197834 h 197834"/>
                <a:gd name="connsiteX2" fmla="*/ 163353 w 163924"/>
                <a:gd name="connsiteY2" fmla="*/ 197263 h 197834"/>
                <a:gd name="connsiteX3" fmla="*/ 156972 w 163924"/>
                <a:gd name="connsiteY3" fmla="*/ 192500 h 197834"/>
                <a:gd name="connsiteX4" fmla="*/ 141065 w 163924"/>
                <a:gd name="connsiteY4" fmla="*/ 183928 h 197834"/>
                <a:gd name="connsiteX5" fmla="*/ 101155 w 163924"/>
                <a:gd name="connsiteY5" fmla="*/ 168021 h 197834"/>
                <a:gd name="connsiteX6" fmla="*/ 62960 w 163924"/>
                <a:gd name="connsiteY6" fmla="*/ 152971 h 197834"/>
                <a:gd name="connsiteX7" fmla="*/ 31718 w 163924"/>
                <a:gd name="connsiteY7" fmla="*/ 140875 h 197834"/>
                <a:gd name="connsiteX8" fmla="*/ 8382 w 163924"/>
                <a:gd name="connsiteY8" fmla="*/ 131826 h 197834"/>
                <a:gd name="connsiteX9" fmla="*/ 0 w 163924"/>
                <a:gd name="connsiteY9" fmla="*/ 126492 h 197834"/>
                <a:gd name="connsiteX10" fmla="*/ 4096 w 163924"/>
                <a:gd name="connsiteY10" fmla="*/ 116205 h 197834"/>
                <a:gd name="connsiteX11" fmla="*/ 9239 w 163924"/>
                <a:gd name="connsiteY11" fmla="*/ 106108 h 197834"/>
                <a:gd name="connsiteX12" fmla="*/ 67532 w 163924"/>
                <a:gd name="connsiteY12" fmla="*/ 0 h 197834"/>
                <a:gd name="connsiteX13" fmla="*/ 104394 w 163924"/>
                <a:gd name="connsiteY13" fmla="*/ 13049 h 197834"/>
                <a:gd name="connsiteX14" fmla="*/ 132112 w 163924"/>
                <a:gd name="connsiteY14" fmla="*/ 12668 h 19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3924" h="197834">
                  <a:moveTo>
                    <a:pt x="132112" y="12668"/>
                  </a:moveTo>
                  <a:lnTo>
                    <a:pt x="163925" y="197834"/>
                  </a:lnTo>
                  <a:lnTo>
                    <a:pt x="163353" y="197263"/>
                  </a:lnTo>
                  <a:lnTo>
                    <a:pt x="156972" y="192500"/>
                  </a:lnTo>
                  <a:lnTo>
                    <a:pt x="141065" y="183928"/>
                  </a:lnTo>
                  <a:lnTo>
                    <a:pt x="101155" y="168021"/>
                  </a:lnTo>
                  <a:lnTo>
                    <a:pt x="62960" y="152971"/>
                  </a:lnTo>
                  <a:lnTo>
                    <a:pt x="31718" y="140875"/>
                  </a:lnTo>
                  <a:lnTo>
                    <a:pt x="8382" y="131826"/>
                  </a:lnTo>
                  <a:lnTo>
                    <a:pt x="0" y="126492"/>
                  </a:lnTo>
                  <a:lnTo>
                    <a:pt x="4096" y="116205"/>
                  </a:lnTo>
                  <a:lnTo>
                    <a:pt x="9239" y="106108"/>
                  </a:lnTo>
                  <a:lnTo>
                    <a:pt x="67532" y="0"/>
                  </a:lnTo>
                  <a:lnTo>
                    <a:pt x="104394" y="13049"/>
                  </a:lnTo>
                  <a:lnTo>
                    <a:pt x="132112" y="1266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67" name="서울특별시 광진구 중곡3동">
              <a:extLst>
                <a:ext uri="{FF2B5EF4-FFF2-40B4-BE49-F238E27FC236}">
                  <a16:creationId xmlns:a16="http://schemas.microsoft.com/office/drawing/2014/main" id="{3460B3BC-445B-6F52-86DD-053BA1A6F9ED}"/>
                </a:ext>
              </a:extLst>
            </p:cNvPr>
            <p:cNvSpPr/>
            <p:nvPr/>
          </p:nvSpPr>
          <p:spPr>
            <a:xfrm>
              <a:off x="7943945" y="3304603"/>
              <a:ext cx="200691" cy="151828"/>
            </a:xfrm>
            <a:custGeom>
              <a:avLst/>
              <a:gdLst>
                <a:gd name="connsiteX0" fmla="*/ 186976 w 200691"/>
                <a:gd name="connsiteY0" fmla="*/ 18859 h 151828"/>
                <a:gd name="connsiteX1" fmla="*/ 186118 w 200691"/>
                <a:gd name="connsiteY1" fmla="*/ 32385 h 151828"/>
                <a:gd name="connsiteX2" fmla="*/ 185451 w 200691"/>
                <a:gd name="connsiteY2" fmla="*/ 47054 h 151828"/>
                <a:gd name="connsiteX3" fmla="*/ 185261 w 200691"/>
                <a:gd name="connsiteY3" fmla="*/ 55340 h 151828"/>
                <a:gd name="connsiteX4" fmla="*/ 185261 w 200691"/>
                <a:gd name="connsiteY4" fmla="*/ 58007 h 151828"/>
                <a:gd name="connsiteX5" fmla="*/ 185166 w 200691"/>
                <a:gd name="connsiteY5" fmla="*/ 59626 h 151828"/>
                <a:gd name="connsiteX6" fmla="*/ 186880 w 200691"/>
                <a:gd name="connsiteY6" fmla="*/ 70009 h 151828"/>
                <a:gd name="connsiteX7" fmla="*/ 197548 w 200691"/>
                <a:gd name="connsiteY7" fmla="*/ 133160 h 151828"/>
                <a:gd name="connsiteX8" fmla="*/ 200025 w 200691"/>
                <a:gd name="connsiteY8" fmla="*/ 147733 h 151828"/>
                <a:gd name="connsiteX9" fmla="*/ 200692 w 200691"/>
                <a:gd name="connsiteY9" fmla="*/ 151447 h 151828"/>
                <a:gd name="connsiteX10" fmla="*/ 172974 w 200691"/>
                <a:gd name="connsiteY10" fmla="*/ 151829 h 151828"/>
                <a:gd name="connsiteX11" fmla="*/ 136112 w 200691"/>
                <a:gd name="connsiteY11" fmla="*/ 138779 h 151828"/>
                <a:gd name="connsiteX12" fmla="*/ 0 w 200691"/>
                <a:gd name="connsiteY12" fmla="*/ 94679 h 151828"/>
                <a:gd name="connsiteX13" fmla="*/ 18288 w 200691"/>
                <a:gd name="connsiteY13" fmla="*/ 62103 h 151828"/>
                <a:gd name="connsiteX14" fmla="*/ 34957 w 200691"/>
                <a:gd name="connsiteY14" fmla="*/ 32290 h 151828"/>
                <a:gd name="connsiteX15" fmla="*/ 42672 w 200691"/>
                <a:gd name="connsiteY15" fmla="*/ 16669 h 151828"/>
                <a:gd name="connsiteX16" fmla="*/ 49435 w 200691"/>
                <a:gd name="connsiteY16" fmla="*/ 0 h 151828"/>
                <a:gd name="connsiteX17" fmla="*/ 93059 w 200691"/>
                <a:gd name="connsiteY17" fmla="*/ 4572 h 151828"/>
                <a:gd name="connsiteX18" fmla="*/ 186976 w 200691"/>
                <a:gd name="connsiteY18" fmla="*/ 18859 h 15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0691" h="151828">
                  <a:moveTo>
                    <a:pt x="186976" y="18859"/>
                  </a:moveTo>
                  <a:lnTo>
                    <a:pt x="186118" y="32385"/>
                  </a:lnTo>
                  <a:lnTo>
                    <a:pt x="185451" y="47054"/>
                  </a:lnTo>
                  <a:lnTo>
                    <a:pt x="185261" y="55340"/>
                  </a:lnTo>
                  <a:lnTo>
                    <a:pt x="185261" y="58007"/>
                  </a:lnTo>
                  <a:lnTo>
                    <a:pt x="185166" y="59626"/>
                  </a:lnTo>
                  <a:lnTo>
                    <a:pt x="186880" y="70009"/>
                  </a:lnTo>
                  <a:lnTo>
                    <a:pt x="197548" y="133160"/>
                  </a:lnTo>
                  <a:lnTo>
                    <a:pt x="200025" y="147733"/>
                  </a:lnTo>
                  <a:lnTo>
                    <a:pt x="200692" y="151447"/>
                  </a:lnTo>
                  <a:lnTo>
                    <a:pt x="172974" y="151829"/>
                  </a:lnTo>
                  <a:lnTo>
                    <a:pt x="136112" y="138779"/>
                  </a:lnTo>
                  <a:lnTo>
                    <a:pt x="0" y="94679"/>
                  </a:lnTo>
                  <a:lnTo>
                    <a:pt x="18288" y="62103"/>
                  </a:lnTo>
                  <a:lnTo>
                    <a:pt x="34957" y="32290"/>
                  </a:lnTo>
                  <a:lnTo>
                    <a:pt x="42672" y="16669"/>
                  </a:lnTo>
                  <a:lnTo>
                    <a:pt x="49435" y="0"/>
                  </a:lnTo>
                  <a:lnTo>
                    <a:pt x="93059" y="4572"/>
                  </a:lnTo>
                  <a:lnTo>
                    <a:pt x="186976" y="188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8" name="서울특별시 광진구 중곡4동">
              <a:extLst>
                <a:ext uri="{FF2B5EF4-FFF2-40B4-BE49-F238E27FC236}">
                  <a16:creationId xmlns:a16="http://schemas.microsoft.com/office/drawing/2014/main" id="{EB333165-FAD3-C71F-6089-DB0927EF935B}"/>
                </a:ext>
              </a:extLst>
            </p:cNvPr>
            <p:cNvSpPr/>
            <p:nvPr/>
          </p:nvSpPr>
          <p:spPr>
            <a:xfrm>
              <a:off x="8129111" y="3273837"/>
              <a:ext cx="328612" cy="383571"/>
            </a:xfrm>
            <a:custGeom>
              <a:avLst/>
              <a:gdLst>
                <a:gd name="connsiteX0" fmla="*/ 273462 w 328612"/>
                <a:gd name="connsiteY0" fmla="*/ 245364 h 383571"/>
                <a:gd name="connsiteX1" fmla="*/ 268891 w 328612"/>
                <a:gd name="connsiteY1" fmla="*/ 253365 h 383571"/>
                <a:gd name="connsiteX2" fmla="*/ 258794 w 328612"/>
                <a:gd name="connsiteY2" fmla="*/ 263652 h 383571"/>
                <a:gd name="connsiteX3" fmla="*/ 242792 w 328612"/>
                <a:gd name="connsiteY3" fmla="*/ 277940 h 383571"/>
                <a:gd name="connsiteX4" fmla="*/ 210407 w 328612"/>
                <a:gd name="connsiteY4" fmla="*/ 292417 h 383571"/>
                <a:gd name="connsiteX5" fmla="*/ 182689 w 328612"/>
                <a:gd name="connsiteY5" fmla="*/ 296799 h 383571"/>
                <a:gd name="connsiteX6" fmla="*/ 122396 w 328612"/>
                <a:gd name="connsiteY6" fmla="*/ 345758 h 383571"/>
                <a:gd name="connsiteX7" fmla="*/ 87820 w 328612"/>
                <a:gd name="connsiteY7" fmla="*/ 376333 h 383571"/>
                <a:gd name="connsiteX8" fmla="*/ 76581 w 328612"/>
                <a:gd name="connsiteY8" fmla="*/ 380143 h 383571"/>
                <a:gd name="connsiteX9" fmla="*/ 64675 w 328612"/>
                <a:gd name="connsiteY9" fmla="*/ 383572 h 383571"/>
                <a:gd name="connsiteX10" fmla="*/ 47339 w 328612"/>
                <a:gd name="connsiteY10" fmla="*/ 367379 h 383571"/>
                <a:gd name="connsiteX11" fmla="*/ 15526 w 328612"/>
                <a:gd name="connsiteY11" fmla="*/ 182213 h 383571"/>
                <a:gd name="connsiteX12" fmla="*/ 14859 w 328612"/>
                <a:gd name="connsiteY12" fmla="*/ 178499 h 383571"/>
                <a:gd name="connsiteX13" fmla="*/ 12382 w 328612"/>
                <a:gd name="connsiteY13" fmla="*/ 163925 h 383571"/>
                <a:gd name="connsiteX14" fmla="*/ 1714 w 328612"/>
                <a:gd name="connsiteY14" fmla="*/ 100774 h 383571"/>
                <a:gd name="connsiteX15" fmla="*/ 0 w 328612"/>
                <a:gd name="connsiteY15" fmla="*/ 90392 h 383571"/>
                <a:gd name="connsiteX16" fmla="*/ 95 w 328612"/>
                <a:gd name="connsiteY16" fmla="*/ 88773 h 383571"/>
                <a:gd name="connsiteX17" fmla="*/ 95 w 328612"/>
                <a:gd name="connsiteY17" fmla="*/ 86106 h 383571"/>
                <a:gd name="connsiteX18" fmla="*/ 285 w 328612"/>
                <a:gd name="connsiteY18" fmla="*/ 77819 h 383571"/>
                <a:gd name="connsiteX19" fmla="*/ 952 w 328612"/>
                <a:gd name="connsiteY19" fmla="*/ 63151 h 383571"/>
                <a:gd name="connsiteX20" fmla="*/ 1810 w 328612"/>
                <a:gd name="connsiteY20" fmla="*/ 49625 h 383571"/>
                <a:gd name="connsiteX21" fmla="*/ 11811 w 328612"/>
                <a:gd name="connsiteY21" fmla="*/ 49339 h 383571"/>
                <a:gd name="connsiteX22" fmla="*/ 14001 w 328612"/>
                <a:gd name="connsiteY22" fmla="*/ 49339 h 383571"/>
                <a:gd name="connsiteX23" fmla="*/ 14859 w 328612"/>
                <a:gd name="connsiteY23" fmla="*/ 49339 h 383571"/>
                <a:gd name="connsiteX24" fmla="*/ 16193 w 328612"/>
                <a:gd name="connsiteY24" fmla="*/ 49339 h 383571"/>
                <a:gd name="connsiteX25" fmla="*/ 17050 w 328612"/>
                <a:gd name="connsiteY25" fmla="*/ 49339 h 383571"/>
                <a:gd name="connsiteX26" fmla="*/ 17621 w 328612"/>
                <a:gd name="connsiteY26" fmla="*/ 49339 h 383571"/>
                <a:gd name="connsiteX27" fmla="*/ 19335 w 328612"/>
                <a:gd name="connsiteY27" fmla="*/ 49339 h 383571"/>
                <a:gd name="connsiteX28" fmla="*/ 20288 w 328612"/>
                <a:gd name="connsiteY28" fmla="*/ 49339 h 383571"/>
                <a:gd name="connsiteX29" fmla="*/ 21145 w 328612"/>
                <a:gd name="connsiteY29" fmla="*/ 49244 h 383571"/>
                <a:gd name="connsiteX30" fmla="*/ 26861 w 328612"/>
                <a:gd name="connsiteY30" fmla="*/ 49244 h 383571"/>
                <a:gd name="connsiteX31" fmla="*/ 27717 w 328612"/>
                <a:gd name="connsiteY31" fmla="*/ 49244 h 383571"/>
                <a:gd name="connsiteX32" fmla="*/ 33338 w 328612"/>
                <a:gd name="connsiteY32" fmla="*/ 49435 h 383571"/>
                <a:gd name="connsiteX33" fmla="*/ 35337 w 328612"/>
                <a:gd name="connsiteY33" fmla="*/ 49435 h 383571"/>
                <a:gd name="connsiteX34" fmla="*/ 36100 w 328612"/>
                <a:gd name="connsiteY34" fmla="*/ 49530 h 383571"/>
                <a:gd name="connsiteX35" fmla="*/ 38005 w 328612"/>
                <a:gd name="connsiteY35" fmla="*/ 49720 h 383571"/>
                <a:gd name="connsiteX36" fmla="*/ 40481 w 328612"/>
                <a:gd name="connsiteY36" fmla="*/ 57436 h 383571"/>
                <a:gd name="connsiteX37" fmla="*/ 41053 w 328612"/>
                <a:gd name="connsiteY37" fmla="*/ 59150 h 383571"/>
                <a:gd name="connsiteX38" fmla="*/ 42291 w 328612"/>
                <a:gd name="connsiteY38" fmla="*/ 63151 h 383571"/>
                <a:gd name="connsiteX39" fmla="*/ 48006 w 328612"/>
                <a:gd name="connsiteY39" fmla="*/ 62198 h 383571"/>
                <a:gd name="connsiteX40" fmla="*/ 48959 w 328612"/>
                <a:gd name="connsiteY40" fmla="*/ 62008 h 383571"/>
                <a:gd name="connsiteX41" fmla="*/ 51816 w 328612"/>
                <a:gd name="connsiteY41" fmla="*/ 61436 h 383571"/>
                <a:gd name="connsiteX42" fmla="*/ 52959 w 328612"/>
                <a:gd name="connsiteY42" fmla="*/ 61246 h 383571"/>
                <a:gd name="connsiteX43" fmla="*/ 54769 w 328612"/>
                <a:gd name="connsiteY43" fmla="*/ 61246 h 383571"/>
                <a:gd name="connsiteX44" fmla="*/ 56579 w 328612"/>
                <a:gd name="connsiteY44" fmla="*/ 61722 h 383571"/>
                <a:gd name="connsiteX45" fmla="*/ 58864 w 328612"/>
                <a:gd name="connsiteY45" fmla="*/ 62389 h 383571"/>
                <a:gd name="connsiteX46" fmla="*/ 63818 w 328612"/>
                <a:gd name="connsiteY46" fmla="*/ 65151 h 383571"/>
                <a:gd name="connsiteX47" fmla="*/ 67151 w 328612"/>
                <a:gd name="connsiteY47" fmla="*/ 66580 h 383571"/>
                <a:gd name="connsiteX48" fmla="*/ 68770 w 328612"/>
                <a:gd name="connsiteY48" fmla="*/ 68104 h 383571"/>
                <a:gd name="connsiteX49" fmla="*/ 69628 w 328612"/>
                <a:gd name="connsiteY49" fmla="*/ 68770 h 383571"/>
                <a:gd name="connsiteX50" fmla="*/ 71342 w 328612"/>
                <a:gd name="connsiteY50" fmla="*/ 69913 h 383571"/>
                <a:gd name="connsiteX51" fmla="*/ 73152 w 328612"/>
                <a:gd name="connsiteY51" fmla="*/ 70390 h 383571"/>
                <a:gd name="connsiteX52" fmla="*/ 75629 w 328612"/>
                <a:gd name="connsiteY52" fmla="*/ 70961 h 383571"/>
                <a:gd name="connsiteX53" fmla="*/ 77724 w 328612"/>
                <a:gd name="connsiteY53" fmla="*/ 71438 h 383571"/>
                <a:gd name="connsiteX54" fmla="*/ 79724 w 328612"/>
                <a:gd name="connsiteY54" fmla="*/ 71628 h 383571"/>
                <a:gd name="connsiteX55" fmla="*/ 84487 w 328612"/>
                <a:gd name="connsiteY55" fmla="*/ 72199 h 383571"/>
                <a:gd name="connsiteX56" fmla="*/ 85249 w 328612"/>
                <a:gd name="connsiteY56" fmla="*/ 72199 h 383571"/>
                <a:gd name="connsiteX57" fmla="*/ 92583 w 328612"/>
                <a:gd name="connsiteY57" fmla="*/ 72485 h 383571"/>
                <a:gd name="connsiteX58" fmla="*/ 93345 w 328612"/>
                <a:gd name="connsiteY58" fmla="*/ 72485 h 383571"/>
                <a:gd name="connsiteX59" fmla="*/ 97821 w 328612"/>
                <a:gd name="connsiteY59" fmla="*/ 72009 h 383571"/>
                <a:gd name="connsiteX60" fmla="*/ 104108 w 328612"/>
                <a:gd name="connsiteY60" fmla="*/ 70866 h 383571"/>
                <a:gd name="connsiteX61" fmla="*/ 106775 w 328612"/>
                <a:gd name="connsiteY61" fmla="*/ 69818 h 383571"/>
                <a:gd name="connsiteX62" fmla="*/ 108966 w 328612"/>
                <a:gd name="connsiteY62" fmla="*/ 68866 h 383571"/>
                <a:gd name="connsiteX63" fmla="*/ 111728 w 328612"/>
                <a:gd name="connsiteY63" fmla="*/ 67627 h 383571"/>
                <a:gd name="connsiteX64" fmla="*/ 113252 w 328612"/>
                <a:gd name="connsiteY64" fmla="*/ 66865 h 383571"/>
                <a:gd name="connsiteX65" fmla="*/ 114967 w 328612"/>
                <a:gd name="connsiteY65" fmla="*/ 65342 h 383571"/>
                <a:gd name="connsiteX66" fmla="*/ 116491 w 328612"/>
                <a:gd name="connsiteY66" fmla="*/ 62770 h 383571"/>
                <a:gd name="connsiteX67" fmla="*/ 117348 w 328612"/>
                <a:gd name="connsiteY67" fmla="*/ 60007 h 383571"/>
                <a:gd name="connsiteX68" fmla="*/ 119063 w 328612"/>
                <a:gd name="connsiteY68" fmla="*/ 57055 h 383571"/>
                <a:gd name="connsiteX69" fmla="*/ 120205 w 328612"/>
                <a:gd name="connsiteY69" fmla="*/ 57340 h 383571"/>
                <a:gd name="connsiteX70" fmla="*/ 121825 w 328612"/>
                <a:gd name="connsiteY70" fmla="*/ 57721 h 383571"/>
                <a:gd name="connsiteX71" fmla="*/ 124396 w 328612"/>
                <a:gd name="connsiteY71" fmla="*/ 58102 h 383571"/>
                <a:gd name="connsiteX72" fmla="*/ 127349 w 328612"/>
                <a:gd name="connsiteY72" fmla="*/ 58483 h 383571"/>
                <a:gd name="connsiteX73" fmla="*/ 129921 w 328612"/>
                <a:gd name="connsiteY73" fmla="*/ 58674 h 383571"/>
                <a:gd name="connsiteX74" fmla="*/ 131445 w 328612"/>
                <a:gd name="connsiteY74" fmla="*/ 58864 h 383571"/>
                <a:gd name="connsiteX75" fmla="*/ 134017 w 328612"/>
                <a:gd name="connsiteY75" fmla="*/ 58483 h 383571"/>
                <a:gd name="connsiteX76" fmla="*/ 137636 w 328612"/>
                <a:gd name="connsiteY76" fmla="*/ 57531 h 383571"/>
                <a:gd name="connsiteX77" fmla="*/ 140303 w 328612"/>
                <a:gd name="connsiteY77" fmla="*/ 57150 h 383571"/>
                <a:gd name="connsiteX78" fmla="*/ 142684 w 328612"/>
                <a:gd name="connsiteY78" fmla="*/ 56864 h 383571"/>
                <a:gd name="connsiteX79" fmla="*/ 143542 w 328612"/>
                <a:gd name="connsiteY79" fmla="*/ 56769 h 383571"/>
                <a:gd name="connsiteX80" fmla="*/ 145637 w 328612"/>
                <a:gd name="connsiteY80" fmla="*/ 56388 h 383571"/>
                <a:gd name="connsiteX81" fmla="*/ 147351 w 328612"/>
                <a:gd name="connsiteY81" fmla="*/ 56102 h 383571"/>
                <a:gd name="connsiteX82" fmla="*/ 148971 w 328612"/>
                <a:gd name="connsiteY82" fmla="*/ 55435 h 383571"/>
                <a:gd name="connsiteX83" fmla="*/ 149637 w 328612"/>
                <a:gd name="connsiteY83" fmla="*/ 55150 h 383571"/>
                <a:gd name="connsiteX84" fmla="*/ 151638 w 328612"/>
                <a:gd name="connsiteY84" fmla="*/ 54483 h 383571"/>
                <a:gd name="connsiteX85" fmla="*/ 154305 w 328612"/>
                <a:gd name="connsiteY85" fmla="*/ 53626 h 383571"/>
                <a:gd name="connsiteX86" fmla="*/ 157925 w 328612"/>
                <a:gd name="connsiteY86" fmla="*/ 51340 h 383571"/>
                <a:gd name="connsiteX87" fmla="*/ 161258 w 328612"/>
                <a:gd name="connsiteY87" fmla="*/ 49720 h 383571"/>
                <a:gd name="connsiteX88" fmla="*/ 163830 w 328612"/>
                <a:gd name="connsiteY88" fmla="*/ 48482 h 383571"/>
                <a:gd name="connsiteX89" fmla="*/ 164687 w 328612"/>
                <a:gd name="connsiteY89" fmla="*/ 48101 h 383571"/>
                <a:gd name="connsiteX90" fmla="*/ 167640 w 328612"/>
                <a:gd name="connsiteY90" fmla="*/ 46863 h 383571"/>
                <a:gd name="connsiteX91" fmla="*/ 170021 w 328612"/>
                <a:gd name="connsiteY91" fmla="*/ 45815 h 383571"/>
                <a:gd name="connsiteX92" fmla="*/ 171259 w 328612"/>
                <a:gd name="connsiteY92" fmla="*/ 45434 h 383571"/>
                <a:gd name="connsiteX93" fmla="*/ 173831 w 328612"/>
                <a:gd name="connsiteY93" fmla="*/ 44672 h 383571"/>
                <a:gd name="connsiteX94" fmla="*/ 175641 w 328612"/>
                <a:gd name="connsiteY94" fmla="*/ 44482 h 383571"/>
                <a:gd name="connsiteX95" fmla="*/ 269557 w 328612"/>
                <a:gd name="connsiteY95" fmla="*/ 0 h 383571"/>
                <a:gd name="connsiteX96" fmla="*/ 282321 w 328612"/>
                <a:gd name="connsiteY96" fmla="*/ 18097 h 383571"/>
                <a:gd name="connsiteX97" fmla="*/ 305848 w 328612"/>
                <a:gd name="connsiteY97" fmla="*/ 21526 h 383571"/>
                <a:gd name="connsiteX98" fmla="*/ 306610 w 328612"/>
                <a:gd name="connsiteY98" fmla="*/ 21622 h 383571"/>
                <a:gd name="connsiteX99" fmla="*/ 308420 w 328612"/>
                <a:gd name="connsiteY99" fmla="*/ 22288 h 383571"/>
                <a:gd name="connsiteX100" fmla="*/ 310039 w 328612"/>
                <a:gd name="connsiteY100" fmla="*/ 22955 h 383571"/>
                <a:gd name="connsiteX101" fmla="*/ 311848 w 328612"/>
                <a:gd name="connsiteY101" fmla="*/ 24098 h 383571"/>
                <a:gd name="connsiteX102" fmla="*/ 319468 w 328612"/>
                <a:gd name="connsiteY102" fmla="*/ 29337 h 383571"/>
                <a:gd name="connsiteX103" fmla="*/ 322231 w 328612"/>
                <a:gd name="connsiteY103" fmla="*/ 31242 h 383571"/>
                <a:gd name="connsiteX104" fmla="*/ 324707 w 328612"/>
                <a:gd name="connsiteY104" fmla="*/ 33147 h 383571"/>
                <a:gd name="connsiteX105" fmla="*/ 325088 w 328612"/>
                <a:gd name="connsiteY105" fmla="*/ 33623 h 383571"/>
                <a:gd name="connsiteX106" fmla="*/ 325374 w 328612"/>
                <a:gd name="connsiteY106" fmla="*/ 34195 h 383571"/>
                <a:gd name="connsiteX107" fmla="*/ 328613 w 328612"/>
                <a:gd name="connsiteY107" fmla="*/ 44577 h 383571"/>
                <a:gd name="connsiteX108" fmla="*/ 328613 w 328612"/>
                <a:gd name="connsiteY108" fmla="*/ 45434 h 383571"/>
                <a:gd name="connsiteX109" fmla="*/ 328517 w 328612"/>
                <a:gd name="connsiteY109" fmla="*/ 46482 h 383571"/>
                <a:gd name="connsiteX110" fmla="*/ 328041 w 328612"/>
                <a:gd name="connsiteY110" fmla="*/ 47815 h 383571"/>
                <a:gd name="connsiteX111" fmla="*/ 326421 w 328612"/>
                <a:gd name="connsiteY111" fmla="*/ 50006 h 383571"/>
                <a:gd name="connsiteX112" fmla="*/ 324898 w 328612"/>
                <a:gd name="connsiteY112" fmla="*/ 52006 h 383571"/>
                <a:gd name="connsiteX113" fmla="*/ 324231 w 328612"/>
                <a:gd name="connsiteY113" fmla="*/ 52578 h 383571"/>
                <a:gd name="connsiteX114" fmla="*/ 323374 w 328612"/>
                <a:gd name="connsiteY114" fmla="*/ 53340 h 383571"/>
                <a:gd name="connsiteX115" fmla="*/ 322136 w 328612"/>
                <a:gd name="connsiteY115" fmla="*/ 54959 h 383571"/>
                <a:gd name="connsiteX116" fmla="*/ 321564 w 328612"/>
                <a:gd name="connsiteY116" fmla="*/ 55721 h 383571"/>
                <a:gd name="connsiteX117" fmla="*/ 320611 w 328612"/>
                <a:gd name="connsiteY117" fmla="*/ 56959 h 383571"/>
                <a:gd name="connsiteX118" fmla="*/ 316039 w 328612"/>
                <a:gd name="connsiteY118" fmla="*/ 64103 h 383571"/>
                <a:gd name="connsiteX119" fmla="*/ 314801 w 328612"/>
                <a:gd name="connsiteY119" fmla="*/ 66484 h 383571"/>
                <a:gd name="connsiteX120" fmla="*/ 314039 w 328612"/>
                <a:gd name="connsiteY120" fmla="*/ 68389 h 383571"/>
                <a:gd name="connsiteX121" fmla="*/ 313849 w 328612"/>
                <a:gd name="connsiteY121" fmla="*/ 69056 h 383571"/>
                <a:gd name="connsiteX122" fmla="*/ 313277 w 328612"/>
                <a:gd name="connsiteY122" fmla="*/ 70866 h 383571"/>
                <a:gd name="connsiteX123" fmla="*/ 272510 w 328612"/>
                <a:gd name="connsiteY123" fmla="*/ 229267 h 383571"/>
                <a:gd name="connsiteX124" fmla="*/ 272225 w 328612"/>
                <a:gd name="connsiteY124" fmla="*/ 230886 h 383571"/>
                <a:gd name="connsiteX125" fmla="*/ 272225 w 328612"/>
                <a:gd name="connsiteY125" fmla="*/ 232124 h 383571"/>
                <a:gd name="connsiteX126" fmla="*/ 273462 w 328612"/>
                <a:gd name="connsiteY126" fmla="*/ 245364 h 383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328612" h="383571">
                  <a:moveTo>
                    <a:pt x="273462" y="245364"/>
                  </a:moveTo>
                  <a:lnTo>
                    <a:pt x="268891" y="253365"/>
                  </a:lnTo>
                  <a:lnTo>
                    <a:pt x="258794" y="263652"/>
                  </a:lnTo>
                  <a:lnTo>
                    <a:pt x="242792" y="277940"/>
                  </a:lnTo>
                  <a:lnTo>
                    <a:pt x="210407" y="292417"/>
                  </a:lnTo>
                  <a:lnTo>
                    <a:pt x="182689" y="296799"/>
                  </a:lnTo>
                  <a:lnTo>
                    <a:pt x="122396" y="345758"/>
                  </a:lnTo>
                  <a:lnTo>
                    <a:pt x="87820" y="376333"/>
                  </a:lnTo>
                  <a:lnTo>
                    <a:pt x="76581" y="380143"/>
                  </a:lnTo>
                  <a:lnTo>
                    <a:pt x="64675" y="383572"/>
                  </a:lnTo>
                  <a:lnTo>
                    <a:pt x="47339" y="367379"/>
                  </a:lnTo>
                  <a:lnTo>
                    <a:pt x="15526" y="182213"/>
                  </a:lnTo>
                  <a:lnTo>
                    <a:pt x="14859" y="178499"/>
                  </a:lnTo>
                  <a:lnTo>
                    <a:pt x="12382" y="163925"/>
                  </a:lnTo>
                  <a:lnTo>
                    <a:pt x="1714" y="100774"/>
                  </a:lnTo>
                  <a:lnTo>
                    <a:pt x="0" y="90392"/>
                  </a:lnTo>
                  <a:lnTo>
                    <a:pt x="95" y="88773"/>
                  </a:lnTo>
                  <a:lnTo>
                    <a:pt x="95" y="86106"/>
                  </a:lnTo>
                  <a:lnTo>
                    <a:pt x="285" y="77819"/>
                  </a:lnTo>
                  <a:lnTo>
                    <a:pt x="952" y="63151"/>
                  </a:lnTo>
                  <a:lnTo>
                    <a:pt x="1810" y="49625"/>
                  </a:lnTo>
                  <a:lnTo>
                    <a:pt x="11811" y="49339"/>
                  </a:lnTo>
                  <a:lnTo>
                    <a:pt x="14001" y="49339"/>
                  </a:lnTo>
                  <a:lnTo>
                    <a:pt x="14859" y="49339"/>
                  </a:lnTo>
                  <a:lnTo>
                    <a:pt x="16193" y="49339"/>
                  </a:lnTo>
                  <a:lnTo>
                    <a:pt x="17050" y="49339"/>
                  </a:lnTo>
                  <a:lnTo>
                    <a:pt x="17621" y="49339"/>
                  </a:lnTo>
                  <a:lnTo>
                    <a:pt x="19335" y="49339"/>
                  </a:lnTo>
                  <a:lnTo>
                    <a:pt x="20288" y="49339"/>
                  </a:lnTo>
                  <a:lnTo>
                    <a:pt x="21145" y="49244"/>
                  </a:lnTo>
                  <a:lnTo>
                    <a:pt x="26861" y="49244"/>
                  </a:lnTo>
                  <a:lnTo>
                    <a:pt x="27717" y="49244"/>
                  </a:lnTo>
                  <a:lnTo>
                    <a:pt x="33338" y="49435"/>
                  </a:lnTo>
                  <a:lnTo>
                    <a:pt x="35337" y="49435"/>
                  </a:lnTo>
                  <a:lnTo>
                    <a:pt x="36100" y="49530"/>
                  </a:lnTo>
                  <a:lnTo>
                    <a:pt x="38005" y="49720"/>
                  </a:lnTo>
                  <a:lnTo>
                    <a:pt x="40481" y="57436"/>
                  </a:lnTo>
                  <a:lnTo>
                    <a:pt x="41053" y="59150"/>
                  </a:lnTo>
                  <a:lnTo>
                    <a:pt x="42291" y="63151"/>
                  </a:lnTo>
                  <a:lnTo>
                    <a:pt x="48006" y="62198"/>
                  </a:lnTo>
                  <a:lnTo>
                    <a:pt x="48959" y="62008"/>
                  </a:lnTo>
                  <a:lnTo>
                    <a:pt x="51816" y="61436"/>
                  </a:lnTo>
                  <a:lnTo>
                    <a:pt x="52959" y="61246"/>
                  </a:lnTo>
                  <a:lnTo>
                    <a:pt x="54769" y="61246"/>
                  </a:lnTo>
                  <a:lnTo>
                    <a:pt x="56579" y="61722"/>
                  </a:lnTo>
                  <a:lnTo>
                    <a:pt x="58864" y="62389"/>
                  </a:lnTo>
                  <a:lnTo>
                    <a:pt x="63818" y="65151"/>
                  </a:lnTo>
                  <a:lnTo>
                    <a:pt x="67151" y="66580"/>
                  </a:lnTo>
                  <a:lnTo>
                    <a:pt x="68770" y="68104"/>
                  </a:lnTo>
                  <a:lnTo>
                    <a:pt x="69628" y="68770"/>
                  </a:lnTo>
                  <a:lnTo>
                    <a:pt x="71342" y="69913"/>
                  </a:lnTo>
                  <a:lnTo>
                    <a:pt x="73152" y="70390"/>
                  </a:lnTo>
                  <a:lnTo>
                    <a:pt x="75629" y="70961"/>
                  </a:lnTo>
                  <a:lnTo>
                    <a:pt x="77724" y="71438"/>
                  </a:lnTo>
                  <a:lnTo>
                    <a:pt x="79724" y="71628"/>
                  </a:lnTo>
                  <a:lnTo>
                    <a:pt x="84487" y="72199"/>
                  </a:lnTo>
                  <a:lnTo>
                    <a:pt x="85249" y="72199"/>
                  </a:lnTo>
                  <a:lnTo>
                    <a:pt x="92583" y="72485"/>
                  </a:lnTo>
                  <a:lnTo>
                    <a:pt x="93345" y="72485"/>
                  </a:lnTo>
                  <a:lnTo>
                    <a:pt x="97821" y="72009"/>
                  </a:lnTo>
                  <a:lnTo>
                    <a:pt x="104108" y="70866"/>
                  </a:lnTo>
                  <a:lnTo>
                    <a:pt x="106775" y="69818"/>
                  </a:lnTo>
                  <a:lnTo>
                    <a:pt x="108966" y="68866"/>
                  </a:lnTo>
                  <a:lnTo>
                    <a:pt x="111728" y="67627"/>
                  </a:lnTo>
                  <a:lnTo>
                    <a:pt x="113252" y="66865"/>
                  </a:lnTo>
                  <a:lnTo>
                    <a:pt x="114967" y="65342"/>
                  </a:lnTo>
                  <a:lnTo>
                    <a:pt x="116491" y="62770"/>
                  </a:lnTo>
                  <a:lnTo>
                    <a:pt x="117348" y="60007"/>
                  </a:lnTo>
                  <a:lnTo>
                    <a:pt x="119063" y="57055"/>
                  </a:lnTo>
                  <a:lnTo>
                    <a:pt x="120205" y="57340"/>
                  </a:lnTo>
                  <a:lnTo>
                    <a:pt x="121825" y="57721"/>
                  </a:lnTo>
                  <a:lnTo>
                    <a:pt x="124396" y="58102"/>
                  </a:lnTo>
                  <a:lnTo>
                    <a:pt x="127349" y="58483"/>
                  </a:lnTo>
                  <a:lnTo>
                    <a:pt x="129921" y="58674"/>
                  </a:lnTo>
                  <a:lnTo>
                    <a:pt x="131445" y="58864"/>
                  </a:lnTo>
                  <a:lnTo>
                    <a:pt x="134017" y="58483"/>
                  </a:lnTo>
                  <a:lnTo>
                    <a:pt x="137636" y="57531"/>
                  </a:lnTo>
                  <a:lnTo>
                    <a:pt x="140303" y="57150"/>
                  </a:lnTo>
                  <a:lnTo>
                    <a:pt x="142684" y="56864"/>
                  </a:lnTo>
                  <a:lnTo>
                    <a:pt x="143542" y="56769"/>
                  </a:lnTo>
                  <a:lnTo>
                    <a:pt x="145637" y="56388"/>
                  </a:lnTo>
                  <a:lnTo>
                    <a:pt x="147351" y="56102"/>
                  </a:lnTo>
                  <a:lnTo>
                    <a:pt x="148971" y="55435"/>
                  </a:lnTo>
                  <a:lnTo>
                    <a:pt x="149637" y="55150"/>
                  </a:lnTo>
                  <a:lnTo>
                    <a:pt x="151638" y="54483"/>
                  </a:lnTo>
                  <a:lnTo>
                    <a:pt x="154305" y="53626"/>
                  </a:lnTo>
                  <a:lnTo>
                    <a:pt x="157925" y="51340"/>
                  </a:lnTo>
                  <a:lnTo>
                    <a:pt x="161258" y="49720"/>
                  </a:lnTo>
                  <a:lnTo>
                    <a:pt x="163830" y="48482"/>
                  </a:lnTo>
                  <a:lnTo>
                    <a:pt x="164687" y="48101"/>
                  </a:lnTo>
                  <a:lnTo>
                    <a:pt x="167640" y="46863"/>
                  </a:lnTo>
                  <a:lnTo>
                    <a:pt x="170021" y="45815"/>
                  </a:lnTo>
                  <a:lnTo>
                    <a:pt x="171259" y="45434"/>
                  </a:lnTo>
                  <a:lnTo>
                    <a:pt x="173831" y="44672"/>
                  </a:lnTo>
                  <a:lnTo>
                    <a:pt x="175641" y="44482"/>
                  </a:lnTo>
                  <a:lnTo>
                    <a:pt x="269557" y="0"/>
                  </a:lnTo>
                  <a:lnTo>
                    <a:pt x="282321" y="18097"/>
                  </a:lnTo>
                  <a:lnTo>
                    <a:pt x="305848" y="21526"/>
                  </a:lnTo>
                  <a:lnTo>
                    <a:pt x="306610" y="21622"/>
                  </a:lnTo>
                  <a:lnTo>
                    <a:pt x="308420" y="22288"/>
                  </a:lnTo>
                  <a:lnTo>
                    <a:pt x="310039" y="22955"/>
                  </a:lnTo>
                  <a:lnTo>
                    <a:pt x="311848" y="24098"/>
                  </a:lnTo>
                  <a:lnTo>
                    <a:pt x="319468" y="29337"/>
                  </a:lnTo>
                  <a:lnTo>
                    <a:pt x="322231" y="31242"/>
                  </a:lnTo>
                  <a:lnTo>
                    <a:pt x="324707" y="33147"/>
                  </a:lnTo>
                  <a:lnTo>
                    <a:pt x="325088" y="33623"/>
                  </a:lnTo>
                  <a:lnTo>
                    <a:pt x="325374" y="34195"/>
                  </a:lnTo>
                  <a:lnTo>
                    <a:pt x="328613" y="44577"/>
                  </a:lnTo>
                  <a:lnTo>
                    <a:pt x="328613" y="45434"/>
                  </a:lnTo>
                  <a:lnTo>
                    <a:pt x="328517" y="46482"/>
                  </a:lnTo>
                  <a:lnTo>
                    <a:pt x="328041" y="47815"/>
                  </a:lnTo>
                  <a:lnTo>
                    <a:pt x="326421" y="50006"/>
                  </a:lnTo>
                  <a:lnTo>
                    <a:pt x="324898" y="52006"/>
                  </a:lnTo>
                  <a:lnTo>
                    <a:pt x="324231" y="52578"/>
                  </a:lnTo>
                  <a:lnTo>
                    <a:pt x="323374" y="53340"/>
                  </a:lnTo>
                  <a:lnTo>
                    <a:pt x="322136" y="54959"/>
                  </a:lnTo>
                  <a:lnTo>
                    <a:pt x="321564" y="55721"/>
                  </a:lnTo>
                  <a:lnTo>
                    <a:pt x="320611" y="56959"/>
                  </a:lnTo>
                  <a:lnTo>
                    <a:pt x="316039" y="64103"/>
                  </a:lnTo>
                  <a:lnTo>
                    <a:pt x="314801" y="66484"/>
                  </a:lnTo>
                  <a:lnTo>
                    <a:pt x="314039" y="68389"/>
                  </a:lnTo>
                  <a:lnTo>
                    <a:pt x="313849" y="69056"/>
                  </a:lnTo>
                  <a:lnTo>
                    <a:pt x="313277" y="70866"/>
                  </a:lnTo>
                  <a:lnTo>
                    <a:pt x="272510" y="229267"/>
                  </a:lnTo>
                  <a:lnTo>
                    <a:pt x="272225" y="230886"/>
                  </a:lnTo>
                  <a:lnTo>
                    <a:pt x="272225" y="232124"/>
                  </a:lnTo>
                  <a:lnTo>
                    <a:pt x="273462" y="24536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9" name="서울특별시 광진구 능동">
              <a:extLst>
                <a:ext uri="{FF2B5EF4-FFF2-40B4-BE49-F238E27FC236}">
                  <a16:creationId xmlns:a16="http://schemas.microsoft.com/office/drawing/2014/main" id="{55781774-6852-6B9C-6540-3A75A7FD3684}"/>
                </a:ext>
              </a:extLst>
            </p:cNvPr>
            <p:cNvSpPr/>
            <p:nvPr/>
          </p:nvSpPr>
          <p:spPr>
            <a:xfrm>
              <a:off x="7911464" y="3559587"/>
              <a:ext cx="282321" cy="230028"/>
            </a:xfrm>
            <a:custGeom>
              <a:avLst/>
              <a:gdLst>
                <a:gd name="connsiteX0" fmla="*/ 264986 w 282321"/>
                <a:gd name="connsiteY0" fmla="*/ 81629 h 230028"/>
                <a:gd name="connsiteX1" fmla="*/ 282321 w 282321"/>
                <a:gd name="connsiteY1" fmla="*/ 97822 h 230028"/>
                <a:gd name="connsiteX2" fmla="*/ 280797 w 282321"/>
                <a:gd name="connsiteY2" fmla="*/ 108871 h 230028"/>
                <a:gd name="connsiteX3" fmla="*/ 216408 w 282321"/>
                <a:gd name="connsiteY3" fmla="*/ 151352 h 230028"/>
                <a:gd name="connsiteX4" fmla="*/ 206979 w 282321"/>
                <a:gd name="connsiteY4" fmla="*/ 163068 h 230028"/>
                <a:gd name="connsiteX5" fmla="*/ 206026 w 282321"/>
                <a:gd name="connsiteY5" fmla="*/ 164497 h 230028"/>
                <a:gd name="connsiteX6" fmla="*/ 205264 w 282321"/>
                <a:gd name="connsiteY6" fmla="*/ 167545 h 230028"/>
                <a:gd name="connsiteX7" fmla="*/ 210788 w 282321"/>
                <a:gd name="connsiteY7" fmla="*/ 211360 h 230028"/>
                <a:gd name="connsiteX8" fmla="*/ 199549 w 282321"/>
                <a:gd name="connsiteY8" fmla="*/ 230029 h 230028"/>
                <a:gd name="connsiteX9" fmla="*/ 136970 w 282321"/>
                <a:gd name="connsiteY9" fmla="*/ 226600 h 230028"/>
                <a:gd name="connsiteX10" fmla="*/ 123159 w 282321"/>
                <a:gd name="connsiteY10" fmla="*/ 225933 h 230028"/>
                <a:gd name="connsiteX11" fmla="*/ 116777 w 282321"/>
                <a:gd name="connsiteY11" fmla="*/ 225647 h 230028"/>
                <a:gd name="connsiteX12" fmla="*/ 107728 w 282321"/>
                <a:gd name="connsiteY12" fmla="*/ 225171 h 230028"/>
                <a:gd name="connsiteX13" fmla="*/ 106299 w 282321"/>
                <a:gd name="connsiteY13" fmla="*/ 225076 h 230028"/>
                <a:gd name="connsiteX14" fmla="*/ 98298 w 282321"/>
                <a:gd name="connsiteY14" fmla="*/ 224219 h 230028"/>
                <a:gd name="connsiteX15" fmla="*/ 85820 w 282321"/>
                <a:gd name="connsiteY15" fmla="*/ 221552 h 230028"/>
                <a:gd name="connsiteX16" fmla="*/ 77343 w 282321"/>
                <a:gd name="connsiteY16" fmla="*/ 219742 h 230028"/>
                <a:gd name="connsiteX17" fmla="*/ 59341 w 282321"/>
                <a:gd name="connsiteY17" fmla="*/ 215741 h 230028"/>
                <a:gd name="connsiteX18" fmla="*/ 58388 w 282321"/>
                <a:gd name="connsiteY18" fmla="*/ 215360 h 230028"/>
                <a:gd name="connsiteX19" fmla="*/ 53816 w 282321"/>
                <a:gd name="connsiteY19" fmla="*/ 213455 h 230028"/>
                <a:gd name="connsiteX20" fmla="*/ 0 w 282321"/>
                <a:gd name="connsiteY20" fmla="*/ 189547 h 230028"/>
                <a:gd name="connsiteX21" fmla="*/ 3524 w 282321"/>
                <a:gd name="connsiteY21" fmla="*/ 184880 h 230028"/>
                <a:gd name="connsiteX22" fmla="*/ 20479 w 282321"/>
                <a:gd name="connsiteY22" fmla="*/ 161449 h 230028"/>
                <a:gd name="connsiteX23" fmla="*/ 37434 w 282321"/>
                <a:gd name="connsiteY23" fmla="*/ 131636 h 230028"/>
                <a:gd name="connsiteX24" fmla="*/ 37719 w 282321"/>
                <a:gd name="connsiteY24" fmla="*/ 131159 h 230028"/>
                <a:gd name="connsiteX25" fmla="*/ 38100 w 282321"/>
                <a:gd name="connsiteY25" fmla="*/ 130493 h 230028"/>
                <a:gd name="connsiteX26" fmla="*/ 93250 w 282321"/>
                <a:gd name="connsiteY26" fmla="*/ 21050 h 230028"/>
                <a:gd name="connsiteX27" fmla="*/ 92393 w 282321"/>
                <a:gd name="connsiteY27" fmla="*/ 14573 h 230028"/>
                <a:gd name="connsiteX28" fmla="*/ 92203 w 282321"/>
                <a:gd name="connsiteY28" fmla="*/ 13811 h 230028"/>
                <a:gd name="connsiteX29" fmla="*/ 83439 w 282321"/>
                <a:gd name="connsiteY29" fmla="*/ 7334 h 230028"/>
                <a:gd name="connsiteX30" fmla="*/ 70199 w 282321"/>
                <a:gd name="connsiteY30" fmla="*/ 286 h 230028"/>
                <a:gd name="connsiteX31" fmla="*/ 76200 w 282321"/>
                <a:gd name="connsiteY31" fmla="*/ 571 h 230028"/>
                <a:gd name="connsiteX32" fmla="*/ 105156 w 282321"/>
                <a:gd name="connsiteY32" fmla="*/ 0 h 230028"/>
                <a:gd name="connsiteX33" fmla="*/ 101061 w 282321"/>
                <a:gd name="connsiteY33" fmla="*/ 10287 h 230028"/>
                <a:gd name="connsiteX34" fmla="*/ 109443 w 282321"/>
                <a:gd name="connsiteY34" fmla="*/ 15621 h 230028"/>
                <a:gd name="connsiteX35" fmla="*/ 132779 w 282321"/>
                <a:gd name="connsiteY35" fmla="*/ 24670 h 230028"/>
                <a:gd name="connsiteX36" fmla="*/ 164021 w 282321"/>
                <a:gd name="connsiteY36" fmla="*/ 36767 h 230028"/>
                <a:gd name="connsiteX37" fmla="*/ 202216 w 282321"/>
                <a:gd name="connsiteY37" fmla="*/ 51816 h 230028"/>
                <a:gd name="connsiteX38" fmla="*/ 242126 w 282321"/>
                <a:gd name="connsiteY38" fmla="*/ 67723 h 230028"/>
                <a:gd name="connsiteX39" fmla="*/ 258033 w 282321"/>
                <a:gd name="connsiteY39" fmla="*/ 76295 h 230028"/>
                <a:gd name="connsiteX40" fmla="*/ 264414 w 282321"/>
                <a:gd name="connsiteY40" fmla="*/ 81058 h 230028"/>
                <a:gd name="connsiteX41" fmla="*/ 264986 w 282321"/>
                <a:gd name="connsiteY41" fmla="*/ 81629 h 23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82321" h="230028">
                  <a:moveTo>
                    <a:pt x="264986" y="81629"/>
                  </a:moveTo>
                  <a:lnTo>
                    <a:pt x="282321" y="97822"/>
                  </a:lnTo>
                  <a:lnTo>
                    <a:pt x="280797" y="108871"/>
                  </a:lnTo>
                  <a:lnTo>
                    <a:pt x="216408" y="151352"/>
                  </a:lnTo>
                  <a:lnTo>
                    <a:pt x="206979" y="163068"/>
                  </a:lnTo>
                  <a:lnTo>
                    <a:pt x="206026" y="164497"/>
                  </a:lnTo>
                  <a:lnTo>
                    <a:pt x="205264" y="167545"/>
                  </a:lnTo>
                  <a:lnTo>
                    <a:pt x="210788" y="211360"/>
                  </a:lnTo>
                  <a:lnTo>
                    <a:pt x="199549" y="230029"/>
                  </a:lnTo>
                  <a:lnTo>
                    <a:pt x="136970" y="226600"/>
                  </a:lnTo>
                  <a:lnTo>
                    <a:pt x="123159" y="225933"/>
                  </a:lnTo>
                  <a:lnTo>
                    <a:pt x="116777" y="225647"/>
                  </a:lnTo>
                  <a:lnTo>
                    <a:pt x="107728" y="225171"/>
                  </a:lnTo>
                  <a:lnTo>
                    <a:pt x="106299" y="225076"/>
                  </a:lnTo>
                  <a:lnTo>
                    <a:pt x="98298" y="224219"/>
                  </a:lnTo>
                  <a:lnTo>
                    <a:pt x="85820" y="221552"/>
                  </a:lnTo>
                  <a:lnTo>
                    <a:pt x="77343" y="219742"/>
                  </a:lnTo>
                  <a:lnTo>
                    <a:pt x="59341" y="215741"/>
                  </a:lnTo>
                  <a:lnTo>
                    <a:pt x="58388" y="215360"/>
                  </a:lnTo>
                  <a:lnTo>
                    <a:pt x="53816" y="213455"/>
                  </a:lnTo>
                  <a:lnTo>
                    <a:pt x="0" y="189547"/>
                  </a:lnTo>
                  <a:lnTo>
                    <a:pt x="3524" y="184880"/>
                  </a:lnTo>
                  <a:lnTo>
                    <a:pt x="20479" y="161449"/>
                  </a:lnTo>
                  <a:lnTo>
                    <a:pt x="37434" y="131636"/>
                  </a:lnTo>
                  <a:lnTo>
                    <a:pt x="37719" y="131159"/>
                  </a:lnTo>
                  <a:lnTo>
                    <a:pt x="38100" y="130493"/>
                  </a:lnTo>
                  <a:lnTo>
                    <a:pt x="93250" y="21050"/>
                  </a:lnTo>
                  <a:lnTo>
                    <a:pt x="92393" y="14573"/>
                  </a:lnTo>
                  <a:lnTo>
                    <a:pt x="92203" y="13811"/>
                  </a:lnTo>
                  <a:lnTo>
                    <a:pt x="83439" y="7334"/>
                  </a:lnTo>
                  <a:lnTo>
                    <a:pt x="70199" y="286"/>
                  </a:lnTo>
                  <a:lnTo>
                    <a:pt x="76200" y="571"/>
                  </a:lnTo>
                  <a:lnTo>
                    <a:pt x="105156" y="0"/>
                  </a:lnTo>
                  <a:lnTo>
                    <a:pt x="101061" y="10287"/>
                  </a:lnTo>
                  <a:lnTo>
                    <a:pt x="109443" y="15621"/>
                  </a:lnTo>
                  <a:lnTo>
                    <a:pt x="132779" y="24670"/>
                  </a:lnTo>
                  <a:lnTo>
                    <a:pt x="164021" y="36767"/>
                  </a:lnTo>
                  <a:lnTo>
                    <a:pt x="202216" y="51816"/>
                  </a:lnTo>
                  <a:lnTo>
                    <a:pt x="242126" y="67723"/>
                  </a:lnTo>
                  <a:lnTo>
                    <a:pt x="258033" y="76295"/>
                  </a:lnTo>
                  <a:lnTo>
                    <a:pt x="264414" y="81058"/>
                  </a:lnTo>
                  <a:lnTo>
                    <a:pt x="264986" y="816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0" name="서울특별시 광진구 구의1동">
              <a:extLst>
                <a:ext uri="{FF2B5EF4-FFF2-40B4-BE49-F238E27FC236}">
                  <a16:creationId xmlns:a16="http://schemas.microsoft.com/office/drawing/2014/main" id="{8A65C95B-6377-8FFF-4A94-0FEDFEA6C081}"/>
                </a:ext>
              </a:extLst>
            </p:cNvPr>
            <p:cNvSpPr/>
            <p:nvPr/>
          </p:nvSpPr>
          <p:spPr>
            <a:xfrm>
              <a:off x="8042338" y="3786187"/>
              <a:ext cx="170021" cy="157162"/>
            </a:xfrm>
            <a:custGeom>
              <a:avLst/>
              <a:gdLst>
                <a:gd name="connsiteX0" fmla="*/ 68675 w 170021"/>
                <a:gd name="connsiteY0" fmla="*/ 3429 h 157162"/>
                <a:gd name="connsiteX1" fmla="*/ 73152 w 170021"/>
                <a:gd name="connsiteY1" fmla="*/ 3715 h 157162"/>
                <a:gd name="connsiteX2" fmla="*/ 170021 w 170021"/>
                <a:gd name="connsiteY2" fmla="*/ 11049 h 157162"/>
                <a:gd name="connsiteX3" fmla="*/ 140970 w 170021"/>
                <a:gd name="connsiteY3" fmla="*/ 134112 h 157162"/>
                <a:gd name="connsiteX4" fmla="*/ 41243 w 170021"/>
                <a:gd name="connsiteY4" fmla="*/ 157163 h 157162"/>
                <a:gd name="connsiteX5" fmla="*/ 34861 w 170021"/>
                <a:gd name="connsiteY5" fmla="*/ 94774 h 157162"/>
                <a:gd name="connsiteX6" fmla="*/ 30099 w 170021"/>
                <a:gd name="connsiteY6" fmla="*/ 71152 h 157162"/>
                <a:gd name="connsiteX7" fmla="*/ 21717 w 170021"/>
                <a:gd name="connsiteY7" fmla="*/ 68961 h 157162"/>
                <a:gd name="connsiteX8" fmla="*/ 2286 w 170021"/>
                <a:gd name="connsiteY8" fmla="*/ 59531 h 157162"/>
                <a:gd name="connsiteX9" fmla="*/ 666 w 170021"/>
                <a:gd name="connsiteY9" fmla="*/ 57626 h 157162"/>
                <a:gd name="connsiteX10" fmla="*/ 95 w 170021"/>
                <a:gd name="connsiteY10" fmla="*/ 56960 h 157162"/>
                <a:gd name="connsiteX11" fmla="*/ 0 w 170021"/>
                <a:gd name="connsiteY11" fmla="*/ 47720 h 157162"/>
                <a:gd name="connsiteX12" fmla="*/ 0 w 170021"/>
                <a:gd name="connsiteY12" fmla="*/ 45053 h 157162"/>
                <a:gd name="connsiteX13" fmla="*/ 381 w 170021"/>
                <a:gd name="connsiteY13" fmla="*/ 43434 h 157162"/>
                <a:gd name="connsiteX14" fmla="*/ 1238 w 170021"/>
                <a:gd name="connsiteY14" fmla="*/ 40100 h 157162"/>
                <a:gd name="connsiteX15" fmla="*/ 1714 w 170021"/>
                <a:gd name="connsiteY15" fmla="*/ 39434 h 157162"/>
                <a:gd name="connsiteX16" fmla="*/ 4286 w 170021"/>
                <a:gd name="connsiteY16" fmla="*/ 35719 h 157162"/>
                <a:gd name="connsiteX17" fmla="*/ 8954 w 170021"/>
                <a:gd name="connsiteY17" fmla="*/ 26956 h 157162"/>
                <a:gd name="connsiteX18" fmla="*/ 11620 w 170021"/>
                <a:gd name="connsiteY18" fmla="*/ 21812 h 157162"/>
                <a:gd name="connsiteX19" fmla="*/ 19907 w 170021"/>
                <a:gd name="connsiteY19" fmla="*/ 5905 h 157162"/>
                <a:gd name="connsiteX20" fmla="*/ 6096 w 170021"/>
                <a:gd name="connsiteY20" fmla="*/ 0 h 157162"/>
                <a:gd name="connsiteX21" fmla="*/ 68675 w 170021"/>
                <a:gd name="connsiteY21" fmla="*/ 3429 h 15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0021" h="157162">
                  <a:moveTo>
                    <a:pt x="68675" y="3429"/>
                  </a:moveTo>
                  <a:lnTo>
                    <a:pt x="73152" y="3715"/>
                  </a:lnTo>
                  <a:lnTo>
                    <a:pt x="170021" y="11049"/>
                  </a:lnTo>
                  <a:lnTo>
                    <a:pt x="140970" y="134112"/>
                  </a:lnTo>
                  <a:lnTo>
                    <a:pt x="41243" y="157163"/>
                  </a:lnTo>
                  <a:lnTo>
                    <a:pt x="34861" y="94774"/>
                  </a:lnTo>
                  <a:lnTo>
                    <a:pt x="30099" y="71152"/>
                  </a:lnTo>
                  <a:lnTo>
                    <a:pt x="21717" y="68961"/>
                  </a:lnTo>
                  <a:lnTo>
                    <a:pt x="2286" y="59531"/>
                  </a:lnTo>
                  <a:lnTo>
                    <a:pt x="666" y="57626"/>
                  </a:lnTo>
                  <a:lnTo>
                    <a:pt x="95" y="56960"/>
                  </a:lnTo>
                  <a:lnTo>
                    <a:pt x="0" y="47720"/>
                  </a:lnTo>
                  <a:lnTo>
                    <a:pt x="0" y="45053"/>
                  </a:lnTo>
                  <a:lnTo>
                    <a:pt x="381" y="43434"/>
                  </a:lnTo>
                  <a:lnTo>
                    <a:pt x="1238" y="40100"/>
                  </a:lnTo>
                  <a:lnTo>
                    <a:pt x="1714" y="39434"/>
                  </a:lnTo>
                  <a:lnTo>
                    <a:pt x="4286" y="35719"/>
                  </a:lnTo>
                  <a:lnTo>
                    <a:pt x="8954" y="26956"/>
                  </a:lnTo>
                  <a:lnTo>
                    <a:pt x="11620" y="21812"/>
                  </a:lnTo>
                  <a:lnTo>
                    <a:pt x="19907" y="5905"/>
                  </a:lnTo>
                  <a:lnTo>
                    <a:pt x="6096" y="0"/>
                  </a:lnTo>
                  <a:lnTo>
                    <a:pt x="68675" y="34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1" name="서울특별시 광진구 구의2동">
              <a:extLst>
                <a:ext uri="{FF2B5EF4-FFF2-40B4-BE49-F238E27FC236}">
                  <a16:creationId xmlns:a16="http://schemas.microsoft.com/office/drawing/2014/main" id="{3D42DF81-279A-9DE2-1C73-7BCC58F763EF}"/>
                </a:ext>
              </a:extLst>
            </p:cNvPr>
            <p:cNvSpPr/>
            <p:nvPr/>
          </p:nvSpPr>
          <p:spPr>
            <a:xfrm>
              <a:off x="8111013" y="3519201"/>
              <a:ext cx="347757" cy="296036"/>
            </a:xfrm>
            <a:custGeom>
              <a:avLst/>
              <a:gdLst>
                <a:gd name="connsiteX0" fmla="*/ 347758 w 347757"/>
                <a:gd name="connsiteY0" fmla="*/ 2667 h 296036"/>
                <a:gd name="connsiteX1" fmla="*/ 332327 w 347757"/>
                <a:gd name="connsiteY1" fmla="*/ 50578 h 296036"/>
                <a:gd name="connsiteX2" fmla="*/ 307563 w 347757"/>
                <a:gd name="connsiteY2" fmla="*/ 82105 h 296036"/>
                <a:gd name="connsiteX3" fmla="*/ 272129 w 347757"/>
                <a:gd name="connsiteY3" fmla="*/ 127254 h 296036"/>
                <a:gd name="connsiteX4" fmla="*/ 262985 w 347757"/>
                <a:gd name="connsiteY4" fmla="*/ 133921 h 296036"/>
                <a:gd name="connsiteX5" fmla="*/ 247079 w 347757"/>
                <a:gd name="connsiteY5" fmla="*/ 145637 h 296036"/>
                <a:gd name="connsiteX6" fmla="*/ 238887 w 347757"/>
                <a:gd name="connsiteY6" fmla="*/ 176403 h 296036"/>
                <a:gd name="connsiteX7" fmla="*/ 239078 w 347757"/>
                <a:gd name="connsiteY7" fmla="*/ 177832 h 296036"/>
                <a:gd name="connsiteX8" fmla="*/ 246222 w 347757"/>
                <a:gd name="connsiteY8" fmla="*/ 199549 h 296036"/>
                <a:gd name="connsiteX9" fmla="*/ 234791 w 347757"/>
                <a:gd name="connsiteY9" fmla="*/ 250031 h 296036"/>
                <a:gd name="connsiteX10" fmla="*/ 230505 w 347757"/>
                <a:gd name="connsiteY10" fmla="*/ 263176 h 296036"/>
                <a:gd name="connsiteX11" fmla="*/ 226981 w 347757"/>
                <a:gd name="connsiteY11" fmla="*/ 261461 h 296036"/>
                <a:gd name="connsiteX12" fmla="*/ 224695 w 347757"/>
                <a:gd name="connsiteY12" fmla="*/ 260318 h 296036"/>
                <a:gd name="connsiteX13" fmla="*/ 215741 w 347757"/>
                <a:gd name="connsiteY13" fmla="*/ 256032 h 296036"/>
                <a:gd name="connsiteX14" fmla="*/ 211741 w 347757"/>
                <a:gd name="connsiteY14" fmla="*/ 256985 h 296036"/>
                <a:gd name="connsiteX15" fmla="*/ 161163 w 347757"/>
                <a:gd name="connsiteY15" fmla="*/ 286131 h 296036"/>
                <a:gd name="connsiteX16" fmla="*/ 147066 w 347757"/>
                <a:gd name="connsiteY16" fmla="*/ 296037 h 296036"/>
                <a:gd name="connsiteX17" fmla="*/ 134303 w 347757"/>
                <a:gd name="connsiteY17" fmla="*/ 288322 h 296036"/>
                <a:gd name="connsiteX18" fmla="*/ 101346 w 347757"/>
                <a:gd name="connsiteY18" fmla="*/ 278035 h 296036"/>
                <a:gd name="connsiteX19" fmla="*/ 4477 w 347757"/>
                <a:gd name="connsiteY19" fmla="*/ 270701 h 296036"/>
                <a:gd name="connsiteX20" fmla="*/ 0 w 347757"/>
                <a:gd name="connsiteY20" fmla="*/ 270415 h 296036"/>
                <a:gd name="connsiteX21" fmla="*/ 11239 w 347757"/>
                <a:gd name="connsiteY21" fmla="*/ 251746 h 296036"/>
                <a:gd name="connsiteX22" fmla="*/ 5715 w 347757"/>
                <a:gd name="connsiteY22" fmla="*/ 207931 h 296036"/>
                <a:gd name="connsiteX23" fmla="*/ 6477 w 347757"/>
                <a:gd name="connsiteY23" fmla="*/ 204883 h 296036"/>
                <a:gd name="connsiteX24" fmla="*/ 7430 w 347757"/>
                <a:gd name="connsiteY24" fmla="*/ 203454 h 296036"/>
                <a:gd name="connsiteX25" fmla="*/ 16859 w 347757"/>
                <a:gd name="connsiteY25" fmla="*/ 191738 h 296036"/>
                <a:gd name="connsiteX26" fmla="*/ 81249 w 347757"/>
                <a:gd name="connsiteY26" fmla="*/ 149257 h 296036"/>
                <a:gd name="connsiteX27" fmla="*/ 82772 w 347757"/>
                <a:gd name="connsiteY27" fmla="*/ 138208 h 296036"/>
                <a:gd name="connsiteX28" fmla="*/ 94679 w 347757"/>
                <a:gd name="connsiteY28" fmla="*/ 134779 h 296036"/>
                <a:gd name="connsiteX29" fmla="*/ 105918 w 347757"/>
                <a:gd name="connsiteY29" fmla="*/ 130969 h 296036"/>
                <a:gd name="connsiteX30" fmla="*/ 140494 w 347757"/>
                <a:gd name="connsiteY30" fmla="*/ 100394 h 296036"/>
                <a:gd name="connsiteX31" fmla="*/ 200787 w 347757"/>
                <a:gd name="connsiteY31" fmla="*/ 51435 h 296036"/>
                <a:gd name="connsiteX32" fmla="*/ 228505 w 347757"/>
                <a:gd name="connsiteY32" fmla="*/ 47054 h 296036"/>
                <a:gd name="connsiteX33" fmla="*/ 260890 w 347757"/>
                <a:gd name="connsiteY33" fmla="*/ 32576 h 296036"/>
                <a:gd name="connsiteX34" fmla="*/ 276892 w 347757"/>
                <a:gd name="connsiteY34" fmla="*/ 18288 h 296036"/>
                <a:gd name="connsiteX35" fmla="*/ 286988 w 347757"/>
                <a:gd name="connsiteY35" fmla="*/ 8001 h 296036"/>
                <a:gd name="connsiteX36" fmla="*/ 291560 w 347757"/>
                <a:gd name="connsiteY36" fmla="*/ 0 h 296036"/>
                <a:gd name="connsiteX37" fmla="*/ 347758 w 347757"/>
                <a:gd name="connsiteY37" fmla="*/ 2667 h 29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757" h="296036">
                  <a:moveTo>
                    <a:pt x="347758" y="2667"/>
                  </a:moveTo>
                  <a:lnTo>
                    <a:pt x="332327" y="50578"/>
                  </a:lnTo>
                  <a:lnTo>
                    <a:pt x="307563" y="82105"/>
                  </a:lnTo>
                  <a:lnTo>
                    <a:pt x="272129" y="127254"/>
                  </a:lnTo>
                  <a:lnTo>
                    <a:pt x="262985" y="133921"/>
                  </a:lnTo>
                  <a:lnTo>
                    <a:pt x="247079" y="145637"/>
                  </a:lnTo>
                  <a:lnTo>
                    <a:pt x="238887" y="176403"/>
                  </a:lnTo>
                  <a:lnTo>
                    <a:pt x="239078" y="177832"/>
                  </a:lnTo>
                  <a:lnTo>
                    <a:pt x="246222" y="199549"/>
                  </a:lnTo>
                  <a:lnTo>
                    <a:pt x="234791" y="250031"/>
                  </a:lnTo>
                  <a:lnTo>
                    <a:pt x="230505" y="263176"/>
                  </a:lnTo>
                  <a:lnTo>
                    <a:pt x="226981" y="261461"/>
                  </a:lnTo>
                  <a:lnTo>
                    <a:pt x="224695" y="260318"/>
                  </a:lnTo>
                  <a:lnTo>
                    <a:pt x="215741" y="256032"/>
                  </a:lnTo>
                  <a:lnTo>
                    <a:pt x="211741" y="256985"/>
                  </a:lnTo>
                  <a:lnTo>
                    <a:pt x="161163" y="286131"/>
                  </a:lnTo>
                  <a:lnTo>
                    <a:pt x="147066" y="296037"/>
                  </a:lnTo>
                  <a:lnTo>
                    <a:pt x="134303" y="288322"/>
                  </a:lnTo>
                  <a:lnTo>
                    <a:pt x="101346" y="278035"/>
                  </a:lnTo>
                  <a:lnTo>
                    <a:pt x="4477" y="270701"/>
                  </a:lnTo>
                  <a:lnTo>
                    <a:pt x="0" y="270415"/>
                  </a:lnTo>
                  <a:lnTo>
                    <a:pt x="11239" y="251746"/>
                  </a:lnTo>
                  <a:lnTo>
                    <a:pt x="5715" y="207931"/>
                  </a:lnTo>
                  <a:lnTo>
                    <a:pt x="6477" y="204883"/>
                  </a:lnTo>
                  <a:lnTo>
                    <a:pt x="7430" y="203454"/>
                  </a:lnTo>
                  <a:lnTo>
                    <a:pt x="16859" y="191738"/>
                  </a:lnTo>
                  <a:lnTo>
                    <a:pt x="81249" y="149257"/>
                  </a:lnTo>
                  <a:lnTo>
                    <a:pt x="82772" y="138208"/>
                  </a:lnTo>
                  <a:lnTo>
                    <a:pt x="94679" y="134779"/>
                  </a:lnTo>
                  <a:lnTo>
                    <a:pt x="105918" y="130969"/>
                  </a:lnTo>
                  <a:lnTo>
                    <a:pt x="140494" y="100394"/>
                  </a:lnTo>
                  <a:lnTo>
                    <a:pt x="200787" y="51435"/>
                  </a:lnTo>
                  <a:lnTo>
                    <a:pt x="228505" y="47054"/>
                  </a:lnTo>
                  <a:lnTo>
                    <a:pt x="260890" y="32576"/>
                  </a:lnTo>
                  <a:lnTo>
                    <a:pt x="276892" y="18288"/>
                  </a:lnTo>
                  <a:lnTo>
                    <a:pt x="286988" y="8001"/>
                  </a:lnTo>
                  <a:lnTo>
                    <a:pt x="291560" y="0"/>
                  </a:lnTo>
                  <a:lnTo>
                    <a:pt x="347758" y="26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2" name="서울특별시 광진구 구의3동">
              <a:extLst>
                <a:ext uri="{FF2B5EF4-FFF2-40B4-BE49-F238E27FC236}">
                  <a16:creationId xmlns:a16="http://schemas.microsoft.com/office/drawing/2014/main" id="{437F47E1-3D44-F5B9-832C-B65005F19881}"/>
                </a:ext>
              </a:extLst>
            </p:cNvPr>
            <p:cNvSpPr/>
            <p:nvPr/>
          </p:nvSpPr>
          <p:spPr>
            <a:xfrm>
              <a:off x="8183308" y="3797236"/>
              <a:ext cx="256508" cy="324516"/>
            </a:xfrm>
            <a:custGeom>
              <a:avLst/>
              <a:gdLst>
                <a:gd name="connsiteX0" fmla="*/ 74771 w 256508"/>
                <a:gd name="connsiteY0" fmla="*/ 18002 h 324516"/>
                <a:gd name="connsiteX1" fmla="*/ 109251 w 256508"/>
                <a:gd name="connsiteY1" fmla="*/ 51149 h 324516"/>
                <a:gd name="connsiteX2" fmla="*/ 143542 w 256508"/>
                <a:gd name="connsiteY2" fmla="*/ 80867 h 324516"/>
                <a:gd name="connsiteX3" fmla="*/ 145066 w 256508"/>
                <a:gd name="connsiteY3" fmla="*/ 82010 h 324516"/>
                <a:gd name="connsiteX4" fmla="*/ 146399 w 256508"/>
                <a:gd name="connsiteY4" fmla="*/ 82963 h 324516"/>
                <a:gd name="connsiteX5" fmla="*/ 157639 w 256508"/>
                <a:gd name="connsiteY5" fmla="*/ 91249 h 324516"/>
                <a:gd name="connsiteX6" fmla="*/ 209550 w 256508"/>
                <a:gd name="connsiteY6" fmla="*/ 137731 h 324516"/>
                <a:gd name="connsiteX7" fmla="*/ 256508 w 256508"/>
                <a:gd name="connsiteY7" fmla="*/ 181737 h 324516"/>
                <a:gd name="connsiteX8" fmla="*/ 179546 w 256508"/>
                <a:gd name="connsiteY8" fmla="*/ 303371 h 324516"/>
                <a:gd name="connsiteX9" fmla="*/ 164306 w 256508"/>
                <a:gd name="connsiteY9" fmla="*/ 310515 h 324516"/>
                <a:gd name="connsiteX10" fmla="*/ 58007 w 256508"/>
                <a:gd name="connsiteY10" fmla="*/ 324517 h 324516"/>
                <a:gd name="connsiteX11" fmla="*/ 50102 w 256508"/>
                <a:gd name="connsiteY11" fmla="*/ 240125 h 324516"/>
                <a:gd name="connsiteX12" fmla="*/ 47530 w 256508"/>
                <a:gd name="connsiteY12" fmla="*/ 212217 h 324516"/>
                <a:gd name="connsiteX13" fmla="*/ 47054 w 256508"/>
                <a:gd name="connsiteY13" fmla="*/ 207073 h 324516"/>
                <a:gd name="connsiteX14" fmla="*/ 33051 w 256508"/>
                <a:gd name="connsiteY14" fmla="*/ 200025 h 324516"/>
                <a:gd name="connsiteX15" fmla="*/ 19526 w 256508"/>
                <a:gd name="connsiteY15" fmla="*/ 204597 h 324516"/>
                <a:gd name="connsiteX16" fmla="*/ 7048 w 256508"/>
                <a:gd name="connsiteY16" fmla="*/ 162973 h 324516"/>
                <a:gd name="connsiteX17" fmla="*/ 5715 w 256508"/>
                <a:gd name="connsiteY17" fmla="*/ 158115 h 324516"/>
                <a:gd name="connsiteX18" fmla="*/ 3810 w 256508"/>
                <a:gd name="connsiteY18" fmla="*/ 150686 h 324516"/>
                <a:gd name="connsiteX19" fmla="*/ 6668 w 256508"/>
                <a:gd name="connsiteY19" fmla="*/ 131159 h 324516"/>
                <a:gd name="connsiteX20" fmla="*/ 0 w 256508"/>
                <a:gd name="connsiteY20" fmla="*/ 123063 h 324516"/>
                <a:gd name="connsiteX21" fmla="*/ 29051 w 256508"/>
                <a:gd name="connsiteY21" fmla="*/ 0 h 324516"/>
                <a:gd name="connsiteX22" fmla="*/ 62008 w 256508"/>
                <a:gd name="connsiteY22" fmla="*/ 10287 h 324516"/>
                <a:gd name="connsiteX23" fmla="*/ 74771 w 256508"/>
                <a:gd name="connsiteY23" fmla="*/ 18002 h 32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6508" h="324516">
                  <a:moveTo>
                    <a:pt x="74771" y="18002"/>
                  </a:moveTo>
                  <a:lnTo>
                    <a:pt x="109251" y="51149"/>
                  </a:lnTo>
                  <a:lnTo>
                    <a:pt x="143542" y="80867"/>
                  </a:lnTo>
                  <a:lnTo>
                    <a:pt x="145066" y="82010"/>
                  </a:lnTo>
                  <a:lnTo>
                    <a:pt x="146399" y="82963"/>
                  </a:lnTo>
                  <a:lnTo>
                    <a:pt x="157639" y="91249"/>
                  </a:lnTo>
                  <a:lnTo>
                    <a:pt x="209550" y="137731"/>
                  </a:lnTo>
                  <a:lnTo>
                    <a:pt x="256508" y="181737"/>
                  </a:lnTo>
                  <a:lnTo>
                    <a:pt x="179546" y="303371"/>
                  </a:lnTo>
                  <a:lnTo>
                    <a:pt x="164306" y="310515"/>
                  </a:lnTo>
                  <a:lnTo>
                    <a:pt x="58007" y="324517"/>
                  </a:lnTo>
                  <a:lnTo>
                    <a:pt x="50102" y="240125"/>
                  </a:lnTo>
                  <a:lnTo>
                    <a:pt x="47530" y="212217"/>
                  </a:lnTo>
                  <a:lnTo>
                    <a:pt x="47054" y="207073"/>
                  </a:lnTo>
                  <a:lnTo>
                    <a:pt x="33051" y="200025"/>
                  </a:lnTo>
                  <a:lnTo>
                    <a:pt x="19526" y="204597"/>
                  </a:lnTo>
                  <a:lnTo>
                    <a:pt x="7048" y="162973"/>
                  </a:lnTo>
                  <a:lnTo>
                    <a:pt x="5715" y="158115"/>
                  </a:lnTo>
                  <a:lnTo>
                    <a:pt x="3810" y="150686"/>
                  </a:lnTo>
                  <a:lnTo>
                    <a:pt x="6668" y="131159"/>
                  </a:lnTo>
                  <a:lnTo>
                    <a:pt x="0" y="123063"/>
                  </a:lnTo>
                  <a:lnTo>
                    <a:pt x="29051" y="0"/>
                  </a:lnTo>
                  <a:lnTo>
                    <a:pt x="62008" y="10287"/>
                  </a:lnTo>
                  <a:lnTo>
                    <a:pt x="74771" y="180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3" name="서울특별시 광진구 광장동">
              <a:extLst>
                <a:ext uri="{FF2B5EF4-FFF2-40B4-BE49-F238E27FC236}">
                  <a16:creationId xmlns:a16="http://schemas.microsoft.com/office/drawing/2014/main" id="{1669F5AD-DECC-E4F3-E242-0FAE1FE601DB}"/>
                </a:ext>
              </a:extLst>
            </p:cNvPr>
            <p:cNvSpPr/>
            <p:nvPr/>
          </p:nvSpPr>
          <p:spPr>
            <a:xfrm>
              <a:off x="8258079" y="3521868"/>
              <a:ext cx="375666" cy="457104"/>
            </a:xfrm>
            <a:custGeom>
              <a:avLst/>
              <a:gdLst>
                <a:gd name="connsiteX0" fmla="*/ 373285 w 375666"/>
                <a:gd name="connsiteY0" fmla="*/ 18002 h 457104"/>
                <a:gd name="connsiteX1" fmla="*/ 375666 w 375666"/>
                <a:gd name="connsiteY1" fmla="*/ 23146 h 457104"/>
                <a:gd name="connsiteX2" fmla="*/ 375571 w 375666"/>
                <a:gd name="connsiteY2" fmla="*/ 58293 h 457104"/>
                <a:gd name="connsiteX3" fmla="*/ 375571 w 375666"/>
                <a:gd name="connsiteY3" fmla="*/ 86201 h 457104"/>
                <a:gd name="connsiteX4" fmla="*/ 375475 w 375666"/>
                <a:gd name="connsiteY4" fmla="*/ 118681 h 457104"/>
                <a:gd name="connsiteX5" fmla="*/ 365856 w 375666"/>
                <a:gd name="connsiteY5" fmla="*/ 142208 h 457104"/>
                <a:gd name="connsiteX6" fmla="*/ 365570 w 375666"/>
                <a:gd name="connsiteY6" fmla="*/ 142875 h 457104"/>
                <a:gd name="connsiteX7" fmla="*/ 360616 w 375666"/>
                <a:gd name="connsiteY7" fmla="*/ 154972 h 457104"/>
                <a:gd name="connsiteX8" fmla="*/ 349282 w 375666"/>
                <a:gd name="connsiteY8" fmla="*/ 188023 h 457104"/>
                <a:gd name="connsiteX9" fmla="*/ 345281 w 375666"/>
                <a:gd name="connsiteY9" fmla="*/ 209169 h 457104"/>
                <a:gd name="connsiteX10" fmla="*/ 342519 w 375666"/>
                <a:gd name="connsiteY10" fmla="*/ 223552 h 457104"/>
                <a:gd name="connsiteX11" fmla="*/ 333375 w 375666"/>
                <a:gd name="connsiteY11" fmla="*/ 242316 h 457104"/>
                <a:gd name="connsiteX12" fmla="*/ 321088 w 375666"/>
                <a:gd name="connsiteY12" fmla="*/ 261080 h 457104"/>
                <a:gd name="connsiteX13" fmla="*/ 297085 w 375666"/>
                <a:gd name="connsiteY13" fmla="*/ 297466 h 457104"/>
                <a:gd name="connsiteX14" fmla="*/ 199073 w 375666"/>
                <a:gd name="connsiteY14" fmla="*/ 432816 h 457104"/>
                <a:gd name="connsiteX15" fmla="*/ 181737 w 375666"/>
                <a:gd name="connsiteY15" fmla="*/ 457105 h 457104"/>
                <a:gd name="connsiteX16" fmla="*/ 134779 w 375666"/>
                <a:gd name="connsiteY16" fmla="*/ 413099 h 457104"/>
                <a:gd name="connsiteX17" fmla="*/ 82868 w 375666"/>
                <a:gd name="connsiteY17" fmla="*/ 366617 h 457104"/>
                <a:gd name="connsiteX18" fmla="*/ 71628 w 375666"/>
                <a:gd name="connsiteY18" fmla="*/ 358330 h 457104"/>
                <a:gd name="connsiteX19" fmla="*/ 70295 w 375666"/>
                <a:gd name="connsiteY19" fmla="*/ 357378 h 457104"/>
                <a:gd name="connsiteX20" fmla="*/ 68771 w 375666"/>
                <a:gd name="connsiteY20" fmla="*/ 356235 h 457104"/>
                <a:gd name="connsiteX21" fmla="*/ 34480 w 375666"/>
                <a:gd name="connsiteY21" fmla="*/ 326517 h 457104"/>
                <a:gd name="connsiteX22" fmla="*/ 0 w 375666"/>
                <a:gd name="connsiteY22" fmla="*/ 293370 h 457104"/>
                <a:gd name="connsiteX23" fmla="*/ 14097 w 375666"/>
                <a:gd name="connsiteY23" fmla="*/ 283464 h 457104"/>
                <a:gd name="connsiteX24" fmla="*/ 64675 w 375666"/>
                <a:gd name="connsiteY24" fmla="*/ 254318 h 457104"/>
                <a:gd name="connsiteX25" fmla="*/ 68675 w 375666"/>
                <a:gd name="connsiteY25" fmla="*/ 253365 h 457104"/>
                <a:gd name="connsiteX26" fmla="*/ 77629 w 375666"/>
                <a:gd name="connsiteY26" fmla="*/ 257651 h 457104"/>
                <a:gd name="connsiteX27" fmla="*/ 79915 w 375666"/>
                <a:gd name="connsiteY27" fmla="*/ 258794 h 457104"/>
                <a:gd name="connsiteX28" fmla="*/ 83439 w 375666"/>
                <a:gd name="connsiteY28" fmla="*/ 260509 h 457104"/>
                <a:gd name="connsiteX29" fmla="*/ 87725 w 375666"/>
                <a:gd name="connsiteY29" fmla="*/ 247364 h 457104"/>
                <a:gd name="connsiteX30" fmla="*/ 99156 w 375666"/>
                <a:gd name="connsiteY30" fmla="*/ 196882 h 457104"/>
                <a:gd name="connsiteX31" fmla="*/ 92012 w 375666"/>
                <a:gd name="connsiteY31" fmla="*/ 175165 h 457104"/>
                <a:gd name="connsiteX32" fmla="*/ 91821 w 375666"/>
                <a:gd name="connsiteY32" fmla="*/ 173736 h 457104"/>
                <a:gd name="connsiteX33" fmla="*/ 100013 w 375666"/>
                <a:gd name="connsiteY33" fmla="*/ 142970 h 457104"/>
                <a:gd name="connsiteX34" fmla="*/ 115919 w 375666"/>
                <a:gd name="connsiteY34" fmla="*/ 131254 h 457104"/>
                <a:gd name="connsiteX35" fmla="*/ 125063 w 375666"/>
                <a:gd name="connsiteY35" fmla="*/ 124587 h 457104"/>
                <a:gd name="connsiteX36" fmla="*/ 160497 w 375666"/>
                <a:gd name="connsiteY36" fmla="*/ 79438 h 457104"/>
                <a:gd name="connsiteX37" fmla="*/ 185261 w 375666"/>
                <a:gd name="connsiteY37" fmla="*/ 47911 h 457104"/>
                <a:gd name="connsiteX38" fmla="*/ 200692 w 375666"/>
                <a:gd name="connsiteY38" fmla="*/ 0 h 457104"/>
                <a:gd name="connsiteX39" fmla="*/ 286131 w 375666"/>
                <a:gd name="connsiteY39" fmla="*/ 953 h 457104"/>
                <a:gd name="connsiteX40" fmla="*/ 305371 w 375666"/>
                <a:gd name="connsiteY40" fmla="*/ 25718 h 457104"/>
                <a:gd name="connsiteX41" fmla="*/ 331565 w 375666"/>
                <a:gd name="connsiteY41" fmla="*/ 17907 h 457104"/>
                <a:gd name="connsiteX42" fmla="*/ 373285 w 375666"/>
                <a:gd name="connsiteY42" fmla="*/ 18002 h 45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75666" h="457104">
                  <a:moveTo>
                    <a:pt x="373285" y="18002"/>
                  </a:moveTo>
                  <a:lnTo>
                    <a:pt x="375666" y="23146"/>
                  </a:lnTo>
                  <a:lnTo>
                    <a:pt x="375571" y="58293"/>
                  </a:lnTo>
                  <a:lnTo>
                    <a:pt x="375571" y="86201"/>
                  </a:lnTo>
                  <a:lnTo>
                    <a:pt x="375475" y="118681"/>
                  </a:lnTo>
                  <a:lnTo>
                    <a:pt x="365856" y="142208"/>
                  </a:lnTo>
                  <a:lnTo>
                    <a:pt x="365570" y="142875"/>
                  </a:lnTo>
                  <a:lnTo>
                    <a:pt x="360616" y="154972"/>
                  </a:lnTo>
                  <a:lnTo>
                    <a:pt x="349282" y="188023"/>
                  </a:lnTo>
                  <a:lnTo>
                    <a:pt x="345281" y="209169"/>
                  </a:lnTo>
                  <a:lnTo>
                    <a:pt x="342519" y="223552"/>
                  </a:lnTo>
                  <a:lnTo>
                    <a:pt x="333375" y="242316"/>
                  </a:lnTo>
                  <a:lnTo>
                    <a:pt x="321088" y="261080"/>
                  </a:lnTo>
                  <a:lnTo>
                    <a:pt x="297085" y="297466"/>
                  </a:lnTo>
                  <a:lnTo>
                    <a:pt x="199073" y="432816"/>
                  </a:lnTo>
                  <a:lnTo>
                    <a:pt x="181737" y="457105"/>
                  </a:lnTo>
                  <a:lnTo>
                    <a:pt x="134779" y="413099"/>
                  </a:lnTo>
                  <a:lnTo>
                    <a:pt x="82868" y="366617"/>
                  </a:lnTo>
                  <a:lnTo>
                    <a:pt x="71628" y="358330"/>
                  </a:lnTo>
                  <a:lnTo>
                    <a:pt x="70295" y="357378"/>
                  </a:lnTo>
                  <a:lnTo>
                    <a:pt x="68771" y="356235"/>
                  </a:lnTo>
                  <a:lnTo>
                    <a:pt x="34480" y="326517"/>
                  </a:lnTo>
                  <a:lnTo>
                    <a:pt x="0" y="293370"/>
                  </a:lnTo>
                  <a:lnTo>
                    <a:pt x="14097" y="283464"/>
                  </a:lnTo>
                  <a:lnTo>
                    <a:pt x="64675" y="254318"/>
                  </a:lnTo>
                  <a:lnTo>
                    <a:pt x="68675" y="253365"/>
                  </a:lnTo>
                  <a:lnTo>
                    <a:pt x="77629" y="257651"/>
                  </a:lnTo>
                  <a:lnTo>
                    <a:pt x="79915" y="258794"/>
                  </a:lnTo>
                  <a:lnTo>
                    <a:pt x="83439" y="260509"/>
                  </a:lnTo>
                  <a:lnTo>
                    <a:pt x="87725" y="247364"/>
                  </a:lnTo>
                  <a:lnTo>
                    <a:pt x="99156" y="196882"/>
                  </a:lnTo>
                  <a:lnTo>
                    <a:pt x="92012" y="175165"/>
                  </a:lnTo>
                  <a:lnTo>
                    <a:pt x="91821" y="173736"/>
                  </a:lnTo>
                  <a:lnTo>
                    <a:pt x="100013" y="142970"/>
                  </a:lnTo>
                  <a:lnTo>
                    <a:pt x="115919" y="131254"/>
                  </a:lnTo>
                  <a:lnTo>
                    <a:pt x="125063" y="124587"/>
                  </a:lnTo>
                  <a:lnTo>
                    <a:pt x="160497" y="79438"/>
                  </a:lnTo>
                  <a:lnTo>
                    <a:pt x="185261" y="47911"/>
                  </a:lnTo>
                  <a:lnTo>
                    <a:pt x="200692" y="0"/>
                  </a:lnTo>
                  <a:lnTo>
                    <a:pt x="286131" y="953"/>
                  </a:lnTo>
                  <a:lnTo>
                    <a:pt x="305371" y="25718"/>
                  </a:lnTo>
                  <a:lnTo>
                    <a:pt x="331565" y="17907"/>
                  </a:lnTo>
                  <a:lnTo>
                    <a:pt x="373285" y="180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74" name="서울특별시 광진구 자양1동">
              <a:extLst>
                <a:ext uri="{FF2B5EF4-FFF2-40B4-BE49-F238E27FC236}">
                  <a16:creationId xmlns:a16="http://schemas.microsoft.com/office/drawing/2014/main" id="{97CB92D3-C54C-1258-AD2B-9CA879CE0DB9}"/>
                </a:ext>
              </a:extLst>
            </p:cNvPr>
            <p:cNvSpPr/>
            <p:nvPr/>
          </p:nvSpPr>
          <p:spPr>
            <a:xfrm>
              <a:off x="7930991" y="3857339"/>
              <a:ext cx="185166" cy="179832"/>
            </a:xfrm>
            <a:custGeom>
              <a:avLst/>
              <a:gdLst>
                <a:gd name="connsiteX0" fmla="*/ 152590 w 185166"/>
                <a:gd name="connsiteY0" fmla="*/ 86011 h 179832"/>
                <a:gd name="connsiteX1" fmla="*/ 156972 w 185166"/>
                <a:gd name="connsiteY1" fmla="*/ 97727 h 179832"/>
                <a:gd name="connsiteX2" fmla="*/ 164592 w 185166"/>
                <a:gd name="connsiteY2" fmla="*/ 117634 h 179832"/>
                <a:gd name="connsiteX3" fmla="*/ 171259 w 185166"/>
                <a:gd name="connsiteY3" fmla="*/ 134588 h 179832"/>
                <a:gd name="connsiteX4" fmla="*/ 175546 w 185166"/>
                <a:gd name="connsiteY4" fmla="*/ 145256 h 179832"/>
                <a:gd name="connsiteX5" fmla="*/ 175831 w 185166"/>
                <a:gd name="connsiteY5" fmla="*/ 145923 h 179832"/>
                <a:gd name="connsiteX6" fmla="*/ 181546 w 185166"/>
                <a:gd name="connsiteY6" fmla="*/ 155829 h 179832"/>
                <a:gd name="connsiteX7" fmla="*/ 185166 w 185166"/>
                <a:gd name="connsiteY7" fmla="*/ 161544 h 179832"/>
                <a:gd name="connsiteX8" fmla="*/ 166497 w 185166"/>
                <a:gd name="connsiteY8" fmla="*/ 170593 h 179832"/>
                <a:gd name="connsiteX9" fmla="*/ 160496 w 185166"/>
                <a:gd name="connsiteY9" fmla="*/ 173355 h 179832"/>
                <a:gd name="connsiteX10" fmla="*/ 148018 w 185166"/>
                <a:gd name="connsiteY10" fmla="*/ 177641 h 179832"/>
                <a:gd name="connsiteX11" fmla="*/ 141351 w 185166"/>
                <a:gd name="connsiteY11" fmla="*/ 178689 h 179832"/>
                <a:gd name="connsiteX12" fmla="*/ 135255 w 185166"/>
                <a:gd name="connsiteY12" fmla="*/ 179546 h 179832"/>
                <a:gd name="connsiteX13" fmla="*/ 126492 w 185166"/>
                <a:gd name="connsiteY13" fmla="*/ 179832 h 179832"/>
                <a:gd name="connsiteX14" fmla="*/ 117157 w 185166"/>
                <a:gd name="connsiteY14" fmla="*/ 179261 h 179832"/>
                <a:gd name="connsiteX15" fmla="*/ 116014 w 185166"/>
                <a:gd name="connsiteY15" fmla="*/ 179070 h 179832"/>
                <a:gd name="connsiteX16" fmla="*/ 113252 w 185166"/>
                <a:gd name="connsiteY16" fmla="*/ 178689 h 179832"/>
                <a:gd name="connsiteX17" fmla="*/ 109347 w 185166"/>
                <a:gd name="connsiteY17" fmla="*/ 177737 h 179832"/>
                <a:gd name="connsiteX18" fmla="*/ 107251 w 185166"/>
                <a:gd name="connsiteY18" fmla="*/ 177260 h 179832"/>
                <a:gd name="connsiteX19" fmla="*/ 59341 w 185166"/>
                <a:gd name="connsiteY19" fmla="*/ 162973 h 179832"/>
                <a:gd name="connsiteX20" fmla="*/ 9525 w 185166"/>
                <a:gd name="connsiteY20" fmla="*/ 148114 h 179832"/>
                <a:gd name="connsiteX21" fmla="*/ 25622 w 185166"/>
                <a:gd name="connsiteY21" fmla="*/ 96774 h 179832"/>
                <a:gd name="connsiteX22" fmla="*/ 26098 w 185166"/>
                <a:gd name="connsiteY22" fmla="*/ 95250 h 179832"/>
                <a:gd name="connsiteX23" fmla="*/ 26765 w 185166"/>
                <a:gd name="connsiteY23" fmla="*/ 93059 h 179832"/>
                <a:gd name="connsiteX24" fmla="*/ 35433 w 185166"/>
                <a:gd name="connsiteY24" fmla="*/ 63818 h 179832"/>
                <a:gd name="connsiteX25" fmla="*/ 36957 w 185166"/>
                <a:gd name="connsiteY25" fmla="*/ 57436 h 179832"/>
                <a:gd name="connsiteX26" fmla="*/ 36195 w 185166"/>
                <a:gd name="connsiteY26" fmla="*/ 57245 h 179832"/>
                <a:gd name="connsiteX27" fmla="*/ 0 w 185166"/>
                <a:gd name="connsiteY27" fmla="*/ 48196 h 179832"/>
                <a:gd name="connsiteX28" fmla="*/ 2381 w 185166"/>
                <a:gd name="connsiteY28" fmla="*/ 37052 h 179832"/>
                <a:gd name="connsiteX29" fmla="*/ 29813 w 185166"/>
                <a:gd name="connsiteY29" fmla="*/ 39148 h 179832"/>
                <a:gd name="connsiteX30" fmla="*/ 60674 w 185166"/>
                <a:gd name="connsiteY30" fmla="*/ 42577 h 179832"/>
                <a:gd name="connsiteX31" fmla="*/ 69056 w 185166"/>
                <a:gd name="connsiteY31" fmla="*/ 44196 h 179832"/>
                <a:gd name="connsiteX32" fmla="*/ 87249 w 185166"/>
                <a:gd name="connsiteY32" fmla="*/ 42958 h 179832"/>
                <a:gd name="connsiteX33" fmla="*/ 129730 w 185166"/>
                <a:gd name="connsiteY33" fmla="*/ 24194 h 179832"/>
                <a:gd name="connsiteX34" fmla="*/ 141446 w 185166"/>
                <a:gd name="connsiteY34" fmla="*/ 0 h 179832"/>
                <a:gd name="connsiteX35" fmla="*/ 146209 w 185166"/>
                <a:gd name="connsiteY35" fmla="*/ 23622 h 179832"/>
                <a:gd name="connsiteX36" fmla="*/ 152590 w 185166"/>
                <a:gd name="connsiteY36" fmla="*/ 86011 h 179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5166" h="179832">
                  <a:moveTo>
                    <a:pt x="152590" y="86011"/>
                  </a:moveTo>
                  <a:lnTo>
                    <a:pt x="156972" y="97727"/>
                  </a:lnTo>
                  <a:lnTo>
                    <a:pt x="164592" y="117634"/>
                  </a:lnTo>
                  <a:lnTo>
                    <a:pt x="171259" y="134588"/>
                  </a:lnTo>
                  <a:lnTo>
                    <a:pt x="175546" y="145256"/>
                  </a:lnTo>
                  <a:lnTo>
                    <a:pt x="175831" y="145923"/>
                  </a:lnTo>
                  <a:lnTo>
                    <a:pt x="181546" y="155829"/>
                  </a:lnTo>
                  <a:lnTo>
                    <a:pt x="185166" y="161544"/>
                  </a:lnTo>
                  <a:lnTo>
                    <a:pt x="166497" y="170593"/>
                  </a:lnTo>
                  <a:lnTo>
                    <a:pt x="160496" y="173355"/>
                  </a:lnTo>
                  <a:lnTo>
                    <a:pt x="148018" y="177641"/>
                  </a:lnTo>
                  <a:lnTo>
                    <a:pt x="141351" y="178689"/>
                  </a:lnTo>
                  <a:lnTo>
                    <a:pt x="135255" y="179546"/>
                  </a:lnTo>
                  <a:lnTo>
                    <a:pt x="126492" y="179832"/>
                  </a:lnTo>
                  <a:lnTo>
                    <a:pt x="117157" y="179261"/>
                  </a:lnTo>
                  <a:lnTo>
                    <a:pt x="116014" y="179070"/>
                  </a:lnTo>
                  <a:lnTo>
                    <a:pt x="113252" y="178689"/>
                  </a:lnTo>
                  <a:lnTo>
                    <a:pt x="109347" y="177737"/>
                  </a:lnTo>
                  <a:lnTo>
                    <a:pt x="107251" y="177260"/>
                  </a:lnTo>
                  <a:lnTo>
                    <a:pt x="59341" y="162973"/>
                  </a:lnTo>
                  <a:lnTo>
                    <a:pt x="9525" y="148114"/>
                  </a:lnTo>
                  <a:lnTo>
                    <a:pt x="25622" y="96774"/>
                  </a:lnTo>
                  <a:lnTo>
                    <a:pt x="26098" y="95250"/>
                  </a:lnTo>
                  <a:lnTo>
                    <a:pt x="26765" y="93059"/>
                  </a:lnTo>
                  <a:lnTo>
                    <a:pt x="35433" y="63818"/>
                  </a:lnTo>
                  <a:lnTo>
                    <a:pt x="36957" y="57436"/>
                  </a:lnTo>
                  <a:lnTo>
                    <a:pt x="36195" y="57245"/>
                  </a:lnTo>
                  <a:lnTo>
                    <a:pt x="0" y="48196"/>
                  </a:lnTo>
                  <a:lnTo>
                    <a:pt x="2381" y="37052"/>
                  </a:lnTo>
                  <a:lnTo>
                    <a:pt x="29813" y="39148"/>
                  </a:lnTo>
                  <a:lnTo>
                    <a:pt x="60674" y="42577"/>
                  </a:lnTo>
                  <a:lnTo>
                    <a:pt x="69056" y="44196"/>
                  </a:lnTo>
                  <a:lnTo>
                    <a:pt x="87249" y="42958"/>
                  </a:lnTo>
                  <a:lnTo>
                    <a:pt x="129730" y="24194"/>
                  </a:lnTo>
                  <a:lnTo>
                    <a:pt x="141446" y="0"/>
                  </a:lnTo>
                  <a:lnTo>
                    <a:pt x="146209" y="23622"/>
                  </a:lnTo>
                  <a:lnTo>
                    <a:pt x="152590" y="860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5" name="서울특별시 광진구 자양2동">
              <a:extLst>
                <a:ext uri="{FF2B5EF4-FFF2-40B4-BE49-F238E27FC236}">
                  <a16:creationId xmlns:a16="http://schemas.microsoft.com/office/drawing/2014/main" id="{BA42847D-A108-7CC6-2654-58733912B09B}"/>
                </a:ext>
              </a:extLst>
            </p:cNvPr>
            <p:cNvSpPr/>
            <p:nvPr/>
          </p:nvSpPr>
          <p:spPr>
            <a:xfrm>
              <a:off x="7884604" y="3920299"/>
              <a:ext cx="356710" cy="259651"/>
            </a:xfrm>
            <a:custGeom>
              <a:avLst/>
              <a:gdLst>
                <a:gd name="connsiteX0" fmla="*/ 356711 w 356710"/>
                <a:gd name="connsiteY0" fmla="*/ 201454 h 259651"/>
                <a:gd name="connsiteX1" fmla="*/ 323850 w 356710"/>
                <a:gd name="connsiteY1" fmla="*/ 215646 h 259651"/>
                <a:gd name="connsiteX2" fmla="*/ 289084 w 356710"/>
                <a:gd name="connsiteY2" fmla="*/ 224981 h 259651"/>
                <a:gd name="connsiteX3" fmla="*/ 272224 w 356710"/>
                <a:gd name="connsiteY3" fmla="*/ 229362 h 259651"/>
                <a:gd name="connsiteX4" fmla="*/ 235934 w 356710"/>
                <a:gd name="connsiteY4" fmla="*/ 238506 h 259651"/>
                <a:gd name="connsiteX5" fmla="*/ 212312 w 356710"/>
                <a:gd name="connsiteY5" fmla="*/ 244316 h 259651"/>
                <a:gd name="connsiteX6" fmla="*/ 196596 w 356710"/>
                <a:gd name="connsiteY6" fmla="*/ 246317 h 259651"/>
                <a:gd name="connsiteX7" fmla="*/ 177450 w 356710"/>
                <a:gd name="connsiteY7" fmla="*/ 248793 h 259651"/>
                <a:gd name="connsiteX8" fmla="*/ 132588 w 356710"/>
                <a:gd name="connsiteY8" fmla="*/ 254413 h 259651"/>
                <a:gd name="connsiteX9" fmla="*/ 90678 w 356710"/>
                <a:gd name="connsiteY9" fmla="*/ 259652 h 259651"/>
                <a:gd name="connsiteX10" fmla="*/ 79247 w 356710"/>
                <a:gd name="connsiteY10" fmla="*/ 259366 h 259651"/>
                <a:gd name="connsiteX11" fmla="*/ 5048 w 356710"/>
                <a:gd name="connsiteY11" fmla="*/ 257175 h 259651"/>
                <a:gd name="connsiteX12" fmla="*/ 0 w 356710"/>
                <a:gd name="connsiteY12" fmla="*/ 256032 h 259651"/>
                <a:gd name="connsiteX13" fmla="*/ 23240 w 356710"/>
                <a:gd name="connsiteY13" fmla="*/ 196977 h 259651"/>
                <a:gd name="connsiteX14" fmla="*/ 41529 w 356710"/>
                <a:gd name="connsiteY14" fmla="*/ 133064 h 259651"/>
                <a:gd name="connsiteX15" fmla="*/ 55912 w 356710"/>
                <a:gd name="connsiteY15" fmla="*/ 85154 h 259651"/>
                <a:gd name="connsiteX16" fmla="*/ 105727 w 356710"/>
                <a:gd name="connsiteY16" fmla="*/ 100013 h 259651"/>
                <a:gd name="connsiteX17" fmla="*/ 153638 w 356710"/>
                <a:gd name="connsiteY17" fmla="*/ 114300 h 259651"/>
                <a:gd name="connsiteX18" fmla="*/ 155734 w 356710"/>
                <a:gd name="connsiteY18" fmla="*/ 114776 h 259651"/>
                <a:gd name="connsiteX19" fmla="*/ 159639 w 356710"/>
                <a:gd name="connsiteY19" fmla="*/ 115729 h 259651"/>
                <a:gd name="connsiteX20" fmla="*/ 162401 w 356710"/>
                <a:gd name="connsiteY20" fmla="*/ 116110 h 259651"/>
                <a:gd name="connsiteX21" fmla="*/ 163544 w 356710"/>
                <a:gd name="connsiteY21" fmla="*/ 116300 h 259651"/>
                <a:gd name="connsiteX22" fmla="*/ 172878 w 356710"/>
                <a:gd name="connsiteY22" fmla="*/ 116872 h 259651"/>
                <a:gd name="connsiteX23" fmla="*/ 181641 w 356710"/>
                <a:gd name="connsiteY23" fmla="*/ 116586 h 259651"/>
                <a:gd name="connsiteX24" fmla="*/ 187737 w 356710"/>
                <a:gd name="connsiteY24" fmla="*/ 115729 h 259651"/>
                <a:gd name="connsiteX25" fmla="*/ 194405 w 356710"/>
                <a:gd name="connsiteY25" fmla="*/ 114681 h 259651"/>
                <a:gd name="connsiteX26" fmla="*/ 206883 w 356710"/>
                <a:gd name="connsiteY26" fmla="*/ 110395 h 259651"/>
                <a:gd name="connsiteX27" fmla="*/ 212884 w 356710"/>
                <a:gd name="connsiteY27" fmla="*/ 107633 h 259651"/>
                <a:gd name="connsiteX28" fmla="*/ 231553 w 356710"/>
                <a:gd name="connsiteY28" fmla="*/ 98584 h 259651"/>
                <a:gd name="connsiteX29" fmla="*/ 227933 w 356710"/>
                <a:gd name="connsiteY29" fmla="*/ 92869 h 259651"/>
                <a:gd name="connsiteX30" fmla="*/ 222218 w 356710"/>
                <a:gd name="connsiteY30" fmla="*/ 82963 h 259651"/>
                <a:gd name="connsiteX31" fmla="*/ 221932 w 356710"/>
                <a:gd name="connsiteY31" fmla="*/ 82296 h 259651"/>
                <a:gd name="connsiteX32" fmla="*/ 217646 w 356710"/>
                <a:gd name="connsiteY32" fmla="*/ 71628 h 259651"/>
                <a:gd name="connsiteX33" fmla="*/ 210978 w 356710"/>
                <a:gd name="connsiteY33" fmla="*/ 54674 h 259651"/>
                <a:gd name="connsiteX34" fmla="*/ 203359 w 356710"/>
                <a:gd name="connsiteY34" fmla="*/ 34766 h 259651"/>
                <a:gd name="connsiteX35" fmla="*/ 198977 w 356710"/>
                <a:gd name="connsiteY35" fmla="*/ 23051 h 259651"/>
                <a:gd name="connsiteX36" fmla="*/ 298704 w 356710"/>
                <a:gd name="connsiteY36" fmla="*/ 0 h 259651"/>
                <a:gd name="connsiteX37" fmla="*/ 305371 w 356710"/>
                <a:gd name="connsiteY37" fmla="*/ 8096 h 259651"/>
                <a:gd name="connsiteX38" fmla="*/ 302514 w 356710"/>
                <a:gd name="connsiteY38" fmla="*/ 27623 h 259651"/>
                <a:gd name="connsiteX39" fmla="*/ 304419 w 356710"/>
                <a:gd name="connsiteY39" fmla="*/ 35052 h 259651"/>
                <a:gd name="connsiteX40" fmla="*/ 305752 w 356710"/>
                <a:gd name="connsiteY40" fmla="*/ 39910 h 259651"/>
                <a:gd name="connsiteX41" fmla="*/ 318230 w 356710"/>
                <a:gd name="connsiteY41" fmla="*/ 81534 h 259651"/>
                <a:gd name="connsiteX42" fmla="*/ 331755 w 356710"/>
                <a:gd name="connsiteY42" fmla="*/ 76962 h 259651"/>
                <a:gd name="connsiteX43" fmla="*/ 345757 w 356710"/>
                <a:gd name="connsiteY43" fmla="*/ 84011 h 259651"/>
                <a:gd name="connsiteX44" fmla="*/ 346234 w 356710"/>
                <a:gd name="connsiteY44" fmla="*/ 89154 h 259651"/>
                <a:gd name="connsiteX45" fmla="*/ 348805 w 356710"/>
                <a:gd name="connsiteY45" fmla="*/ 117062 h 259651"/>
                <a:gd name="connsiteX46" fmla="*/ 356711 w 356710"/>
                <a:gd name="connsiteY46" fmla="*/ 201454 h 25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56710" h="259651">
                  <a:moveTo>
                    <a:pt x="356711" y="201454"/>
                  </a:moveTo>
                  <a:lnTo>
                    <a:pt x="323850" y="215646"/>
                  </a:lnTo>
                  <a:lnTo>
                    <a:pt x="289084" y="224981"/>
                  </a:lnTo>
                  <a:lnTo>
                    <a:pt x="272224" y="229362"/>
                  </a:lnTo>
                  <a:lnTo>
                    <a:pt x="235934" y="238506"/>
                  </a:lnTo>
                  <a:lnTo>
                    <a:pt x="212312" y="244316"/>
                  </a:lnTo>
                  <a:lnTo>
                    <a:pt x="196596" y="246317"/>
                  </a:lnTo>
                  <a:lnTo>
                    <a:pt x="177450" y="248793"/>
                  </a:lnTo>
                  <a:lnTo>
                    <a:pt x="132588" y="254413"/>
                  </a:lnTo>
                  <a:lnTo>
                    <a:pt x="90678" y="259652"/>
                  </a:lnTo>
                  <a:lnTo>
                    <a:pt x="79247" y="259366"/>
                  </a:lnTo>
                  <a:lnTo>
                    <a:pt x="5048" y="257175"/>
                  </a:lnTo>
                  <a:lnTo>
                    <a:pt x="0" y="256032"/>
                  </a:lnTo>
                  <a:lnTo>
                    <a:pt x="23240" y="196977"/>
                  </a:lnTo>
                  <a:lnTo>
                    <a:pt x="41529" y="133064"/>
                  </a:lnTo>
                  <a:lnTo>
                    <a:pt x="55912" y="85154"/>
                  </a:lnTo>
                  <a:lnTo>
                    <a:pt x="105727" y="100013"/>
                  </a:lnTo>
                  <a:lnTo>
                    <a:pt x="153638" y="114300"/>
                  </a:lnTo>
                  <a:lnTo>
                    <a:pt x="155734" y="114776"/>
                  </a:lnTo>
                  <a:lnTo>
                    <a:pt x="159639" y="115729"/>
                  </a:lnTo>
                  <a:lnTo>
                    <a:pt x="162401" y="116110"/>
                  </a:lnTo>
                  <a:lnTo>
                    <a:pt x="163544" y="116300"/>
                  </a:lnTo>
                  <a:lnTo>
                    <a:pt x="172878" y="116872"/>
                  </a:lnTo>
                  <a:lnTo>
                    <a:pt x="181641" y="116586"/>
                  </a:lnTo>
                  <a:lnTo>
                    <a:pt x="187737" y="115729"/>
                  </a:lnTo>
                  <a:lnTo>
                    <a:pt x="194405" y="114681"/>
                  </a:lnTo>
                  <a:lnTo>
                    <a:pt x="206883" y="110395"/>
                  </a:lnTo>
                  <a:lnTo>
                    <a:pt x="212884" y="107633"/>
                  </a:lnTo>
                  <a:lnTo>
                    <a:pt x="231553" y="98584"/>
                  </a:lnTo>
                  <a:lnTo>
                    <a:pt x="227933" y="92869"/>
                  </a:lnTo>
                  <a:lnTo>
                    <a:pt x="222218" y="82963"/>
                  </a:lnTo>
                  <a:lnTo>
                    <a:pt x="221932" y="82296"/>
                  </a:lnTo>
                  <a:lnTo>
                    <a:pt x="217646" y="71628"/>
                  </a:lnTo>
                  <a:lnTo>
                    <a:pt x="210978" y="54674"/>
                  </a:lnTo>
                  <a:lnTo>
                    <a:pt x="203359" y="34766"/>
                  </a:lnTo>
                  <a:lnTo>
                    <a:pt x="198977" y="23051"/>
                  </a:lnTo>
                  <a:lnTo>
                    <a:pt x="298704" y="0"/>
                  </a:lnTo>
                  <a:lnTo>
                    <a:pt x="305371" y="8096"/>
                  </a:lnTo>
                  <a:lnTo>
                    <a:pt x="302514" y="27623"/>
                  </a:lnTo>
                  <a:lnTo>
                    <a:pt x="304419" y="35052"/>
                  </a:lnTo>
                  <a:lnTo>
                    <a:pt x="305752" y="39910"/>
                  </a:lnTo>
                  <a:lnTo>
                    <a:pt x="318230" y="81534"/>
                  </a:lnTo>
                  <a:lnTo>
                    <a:pt x="331755" y="76962"/>
                  </a:lnTo>
                  <a:lnTo>
                    <a:pt x="345757" y="84011"/>
                  </a:lnTo>
                  <a:lnTo>
                    <a:pt x="346234" y="89154"/>
                  </a:lnTo>
                  <a:lnTo>
                    <a:pt x="348805" y="117062"/>
                  </a:lnTo>
                  <a:lnTo>
                    <a:pt x="356711" y="20145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6" name="서울특별시 광진구 자양4동">
              <a:extLst>
                <a:ext uri="{FF2B5EF4-FFF2-40B4-BE49-F238E27FC236}">
                  <a16:creationId xmlns:a16="http://schemas.microsoft.com/office/drawing/2014/main" id="{A844344A-08EB-5294-53E4-5A2DB02FED1C}"/>
                </a:ext>
              </a:extLst>
            </p:cNvPr>
            <p:cNvSpPr/>
            <p:nvPr/>
          </p:nvSpPr>
          <p:spPr>
            <a:xfrm>
              <a:off x="7594377" y="3843242"/>
              <a:ext cx="253555" cy="299942"/>
            </a:xfrm>
            <a:custGeom>
              <a:avLst/>
              <a:gdLst>
                <a:gd name="connsiteX0" fmla="*/ 253555 w 253555"/>
                <a:gd name="connsiteY0" fmla="*/ 42005 h 299942"/>
                <a:gd name="connsiteX1" fmla="*/ 206788 w 253555"/>
                <a:gd name="connsiteY1" fmla="*/ 142780 h 299942"/>
                <a:gd name="connsiteX2" fmla="*/ 201073 w 253555"/>
                <a:gd name="connsiteY2" fmla="*/ 154972 h 299942"/>
                <a:gd name="connsiteX3" fmla="*/ 191929 w 253555"/>
                <a:gd name="connsiteY3" fmla="*/ 174688 h 299942"/>
                <a:gd name="connsiteX4" fmla="*/ 163068 w 253555"/>
                <a:gd name="connsiteY4" fmla="*/ 267176 h 299942"/>
                <a:gd name="connsiteX5" fmla="*/ 157734 w 253555"/>
                <a:gd name="connsiteY5" fmla="*/ 299942 h 299942"/>
                <a:gd name="connsiteX6" fmla="*/ 66770 w 253555"/>
                <a:gd name="connsiteY6" fmla="*/ 265176 h 299942"/>
                <a:gd name="connsiteX7" fmla="*/ 0 w 253555"/>
                <a:gd name="connsiteY7" fmla="*/ 236601 h 299942"/>
                <a:gd name="connsiteX8" fmla="*/ 113442 w 253555"/>
                <a:gd name="connsiteY8" fmla="*/ 35624 h 299942"/>
                <a:gd name="connsiteX9" fmla="*/ 133731 w 253555"/>
                <a:gd name="connsiteY9" fmla="*/ 0 h 299942"/>
                <a:gd name="connsiteX10" fmla="*/ 253555 w 253555"/>
                <a:gd name="connsiteY10" fmla="*/ 42005 h 29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555" h="299942">
                  <a:moveTo>
                    <a:pt x="253555" y="42005"/>
                  </a:moveTo>
                  <a:lnTo>
                    <a:pt x="206788" y="142780"/>
                  </a:lnTo>
                  <a:lnTo>
                    <a:pt x="201073" y="154972"/>
                  </a:lnTo>
                  <a:lnTo>
                    <a:pt x="191929" y="174688"/>
                  </a:lnTo>
                  <a:lnTo>
                    <a:pt x="163068" y="267176"/>
                  </a:lnTo>
                  <a:lnTo>
                    <a:pt x="157734" y="299942"/>
                  </a:lnTo>
                  <a:lnTo>
                    <a:pt x="66770" y="265176"/>
                  </a:lnTo>
                  <a:lnTo>
                    <a:pt x="0" y="236601"/>
                  </a:lnTo>
                  <a:lnTo>
                    <a:pt x="113442" y="35624"/>
                  </a:lnTo>
                  <a:lnTo>
                    <a:pt x="133731" y="0"/>
                  </a:lnTo>
                  <a:lnTo>
                    <a:pt x="253555" y="420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7" name="서울특별시 광진구 자양3동">
              <a:extLst>
                <a:ext uri="{FF2B5EF4-FFF2-40B4-BE49-F238E27FC236}">
                  <a16:creationId xmlns:a16="http://schemas.microsoft.com/office/drawing/2014/main" id="{B2A0FEDB-C9F9-9ED7-9549-8DC256E68020}"/>
                </a:ext>
              </a:extLst>
            </p:cNvPr>
            <p:cNvSpPr/>
            <p:nvPr/>
          </p:nvSpPr>
          <p:spPr>
            <a:xfrm>
              <a:off x="7752111" y="3885247"/>
              <a:ext cx="215836" cy="291083"/>
            </a:xfrm>
            <a:custGeom>
              <a:avLst/>
              <a:gdLst>
                <a:gd name="connsiteX0" fmla="*/ 178880 w 215836"/>
                <a:gd name="connsiteY0" fmla="*/ 20288 h 291083"/>
                <a:gd name="connsiteX1" fmla="*/ 215075 w 215836"/>
                <a:gd name="connsiteY1" fmla="*/ 29337 h 291083"/>
                <a:gd name="connsiteX2" fmla="*/ 215837 w 215836"/>
                <a:gd name="connsiteY2" fmla="*/ 29528 h 291083"/>
                <a:gd name="connsiteX3" fmla="*/ 214313 w 215836"/>
                <a:gd name="connsiteY3" fmla="*/ 35909 h 291083"/>
                <a:gd name="connsiteX4" fmla="*/ 205645 w 215836"/>
                <a:gd name="connsiteY4" fmla="*/ 65151 h 291083"/>
                <a:gd name="connsiteX5" fmla="*/ 204978 w 215836"/>
                <a:gd name="connsiteY5" fmla="*/ 67342 h 291083"/>
                <a:gd name="connsiteX6" fmla="*/ 204502 w 215836"/>
                <a:gd name="connsiteY6" fmla="*/ 68866 h 291083"/>
                <a:gd name="connsiteX7" fmla="*/ 188405 w 215836"/>
                <a:gd name="connsiteY7" fmla="*/ 120205 h 291083"/>
                <a:gd name="connsiteX8" fmla="*/ 174022 w 215836"/>
                <a:gd name="connsiteY8" fmla="*/ 168116 h 291083"/>
                <a:gd name="connsiteX9" fmla="*/ 155734 w 215836"/>
                <a:gd name="connsiteY9" fmla="*/ 232029 h 291083"/>
                <a:gd name="connsiteX10" fmla="*/ 132493 w 215836"/>
                <a:gd name="connsiteY10" fmla="*/ 291084 h 291083"/>
                <a:gd name="connsiteX11" fmla="*/ 30766 w 215836"/>
                <a:gd name="connsiteY11" fmla="*/ 267462 h 291083"/>
                <a:gd name="connsiteX12" fmla="*/ 0 w 215836"/>
                <a:gd name="connsiteY12" fmla="*/ 257937 h 291083"/>
                <a:gd name="connsiteX13" fmla="*/ 5334 w 215836"/>
                <a:gd name="connsiteY13" fmla="*/ 225171 h 291083"/>
                <a:gd name="connsiteX14" fmla="*/ 34195 w 215836"/>
                <a:gd name="connsiteY14" fmla="*/ 132683 h 291083"/>
                <a:gd name="connsiteX15" fmla="*/ 43339 w 215836"/>
                <a:gd name="connsiteY15" fmla="*/ 112967 h 291083"/>
                <a:gd name="connsiteX16" fmla="*/ 49054 w 215836"/>
                <a:gd name="connsiteY16" fmla="*/ 100775 h 291083"/>
                <a:gd name="connsiteX17" fmla="*/ 95821 w 215836"/>
                <a:gd name="connsiteY17" fmla="*/ 0 h 291083"/>
                <a:gd name="connsiteX18" fmla="*/ 145161 w 215836"/>
                <a:gd name="connsiteY18" fmla="*/ 13716 h 291083"/>
                <a:gd name="connsiteX19" fmla="*/ 178880 w 215836"/>
                <a:gd name="connsiteY19" fmla="*/ 20288 h 29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5836" h="291083">
                  <a:moveTo>
                    <a:pt x="178880" y="20288"/>
                  </a:moveTo>
                  <a:lnTo>
                    <a:pt x="215075" y="29337"/>
                  </a:lnTo>
                  <a:lnTo>
                    <a:pt x="215837" y="29528"/>
                  </a:lnTo>
                  <a:lnTo>
                    <a:pt x="214313" y="35909"/>
                  </a:lnTo>
                  <a:lnTo>
                    <a:pt x="205645" y="65151"/>
                  </a:lnTo>
                  <a:lnTo>
                    <a:pt x="204978" y="67342"/>
                  </a:lnTo>
                  <a:lnTo>
                    <a:pt x="204502" y="68866"/>
                  </a:lnTo>
                  <a:lnTo>
                    <a:pt x="188405" y="120205"/>
                  </a:lnTo>
                  <a:lnTo>
                    <a:pt x="174022" y="168116"/>
                  </a:lnTo>
                  <a:lnTo>
                    <a:pt x="155734" y="232029"/>
                  </a:lnTo>
                  <a:lnTo>
                    <a:pt x="132493" y="291084"/>
                  </a:lnTo>
                  <a:lnTo>
                    <a:pt x="30766" y="267462"/>
                  </a:lnTo>
                  <a:lnTo>
                    <a:pt x="0" y="257937"/>
                  </a:lnTo>
                  <a:lnTo>
                    <a:pt x="5334" y="225171"/>
                  </a:lnTo>
                  <a:lnTo>
                    <a:pt x="34195" y="132683"/>
                  </a:lnTo>
                  <a:lnTo>
                    <a:pt x="43339" y="112967"/>
                  </a:lnTo>
                  <a:lnTo>
                    <a:pt x="49054" y="100775"/>
                  </a:lnTo>
                  <a:lnTo>
                    <a:pt x="95821" y="0"/>
                  </a:lnTo>
                  <a:lnTo>
                    <a:pt x="145161" y="13716"/>
                  </a:lnTo>
                  <a:lnTo>
                    <a:pt x="178880" y="202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grpSp>
        <p:nvGrpSpPr>
          <p:cNvPr id="497" name="서울특별시 동대문구">
            <a:extLst>
              <a:ext uri="{FF2B5EF4-FFF2-40B4-BE49-F238E27FC236}">
                <a16:creationId xmlns:a16="http://schemas.microsoft.com/office/drawing/2014/main" id="{6E1B1079-83EB-BF5A-D561-609FC4B8B813}"/>
              </a:ext>
            </a:extLst>
          </p:cNvPr>
          <p:cNvGrpSpPr/>
          <p:nvPr/>
        </p:nvGrpSpPr>
        <p:grpSpPr>
          <a:xfrm>
            <a:off x="5925005" y="2432712"/>
            <a:ext cx="579811" cy="648138"/>
            <a:chOff x="6988873" y="2625280"/>
            <a:chExt cx="1005745" cy="893539"/>
          </a:xfrm>
          <a:solidFill>
            <a:srgbClr val="17A2B8"/>
          </a:solidFill>
        </p:grpSpPr>
        <p:sp>
          <p:nvSpPr>
            <p:cNvPr id="849" name="서울특별시 동대문구 회기동">
              <a:extLst>
                <a:ext uri="{FF2B5EF4-FFF2-40B4-BE49-F238E27FC236}">
                  <a16:creationId xmlns:a16="http://schemas.microsoft.com/office/drawing/2014/main" id="{E0CEAB89-8140-F4BC-ACE2-B11DB67D90FE}"/>
                </a:ext>
              </a:extLst>
            </p:cNvPr>
            <p:cNvSpPr/>
            <p:nvPr/>
          </p:nvSpPr>
          <p:spPr>
            <a:xfrm>
              <a:off x="7428452" y="2765012"/>
              <a:ext cx="172021" cy="260127"/>
            </a:xfrm>
            <a:custGeom>
              <a:avLst/>
              <a:gdLst>
                <a:gd name="connsiteX0" fmla="*/ 83725 w 172021"/>
                <a:gd name="connsiteY0" fmla="*/ 30290 h 260127"/>
                <a:gd name="connsiteX1" fmla="*/ 94583 w 172021"/>
                <a:gd name="connsiteY1" fmla="*/ 39910 h 260127"/>
                <a:gd name="connsiteX2" fmla="*/ 112966 w 172021"/>
                <a:gd name="connsiteY2" fmla="*/ 74200 h 260127"/>
                <a:gd name="connsiteX3" fmla="*/ 130302 w 172021"/>
                <a:gd name="connsiteY3" fmla="*/ 106871 h 260127"/>
                <a:gd name="connsiteX4" fmla="*/ 138398 w 172021"/>
                <a:gd name="connsiteY4" fmla="*/ 145923 h 260127"/>
                <a:gd name="connsiteX5" fmla="*/ 172021 w 172021"/>
                <a:gd name="connsiteY5" fmla="*/ 184499 h 260127"/>
                <a:gd name="connsiteX6" fmla="*/ 106299 w 172021"/>
                <a:gd name="connsiteY6" fmla="*/ 250508 h 260127"/>
                <a:gd name="connsiteX7" fmla="*/ 98107 w 172021"/>
                <a:gd name="connsiteY7" fmla="*/ 260128 h 260127"/>
                <a:gd name="connsiteX8" fmla="*/ 80105 w 172021"/>
                <a:gd name="connsiteY8" fmla="*/ 248507 h 260127"/>
                <a:gd name="connsiteX9" fmla="*/ 15240 w 172021"/>
                <a:gd name="connsiteY9" fmla="*/ 232410 h 260127"/>
                <a:gd name="connsiteX10" fmla="*/ 5239 w 172021"/>
                <a:gd name="connsiteY10" fmla="*/ 208312 h 260127"/>
                <a:gd name="connsiteX11" fmla="*/ 0 w 172021"/>
                <a:gd name="connsiteY11" fmla="*/ 127635 h 260127"/>
                <a:gd name="connsiteX12" fmla="*/ 2095 w 172021"/>
                <a:gd name="connsiteY12" fmla="*/ 108204 h 260127"/>
                <a:gd name="connsiteX13" fmla="*/ 4191 w 172021"/>
                <a:gd name="connsiteY13" fmla="*/ 96774 h 260127"/>
                <a:gd name="connsiteX14" fmla="*/ 6382 w 172021"/>
                <a:gd name="connsiteY14" fmla="*/ 90011 h 260127"/>
                <a:gd name="connsiteX15" fmla="*/ 13525 w 172021"/>
                <a:gd name="connsiteY15" fmla="*/ 73819 h 260127"/>
                <a:gd name="connsiteX16" fmla="*/ 51816 w 172021"/>
                <a:gd name="connsiteY16" fmla="*/ 9430 h 260127"/>
                <a:gd name="connsiteX17" fmla="*/ 65151 w 172021"/>
                <a:gd name="connsiteY17" fmla="*/ 1048 h 260127"/>
                <a:gd name="connsiteX18" fmla="*/ 70961 w 172021"/>
                <a:gd name="connsiteY18" fmla="*/ 0 h 260127"/>
                <a:gd name="connsiteX19" fmla="*/ 83725 w 172021"/>
                <a:gd name="connsiteY19" fmla="*/ 30290 h 26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2021" h="260127">
                  <a:moveTo>
                    <a:pt x="83725" y="30290"/>
                  </a:moveTo>
                  <a:lnTo>
                    <a:pt x="94583" y="39910"/>
                  </a:lnTo>
                  <a:lnTo>
                    <a:pt x="112966" y="74200"/>
                  </a:lnTo>
                  <a:lnTo>
                    <a:pt x="130302" y="106871"/>
                  </a:lnTo>
                  <a:lnTo>
                    <a:pt x="138398" y="145923"/>
                  </a:lnTo>
                  <a:lnTo>
                    <a:pt x="172021" y="184499"/>
                  </a:lnTo>
                  <a:lnTo>
                    <a:pt x="106299" y="250508"/>
                  </a:lnTo>
                  <a:lnTo>
                    <a:pt x="98107" y="260128"/>
                  </a:lnTo>
                  <a:lnTo>
                    <a:pt x="80105" y="248507"/>
                  </a:lnTo>
                  <a:lnTo>
                    <a:pt x="15240" y="232410"/>
                  </a:lnTo>
                  <a:lnTo>
                    <a:pt x="5239" y="208312"/>
                  </a:lnTo>
                  <a:lnTo>
                    <a:pt x="0" y="127635"/>
                  </a:lnTo>
                  <a:lnTo>
                    <a:pt x="2095" y="108204"/>
                  </a:lnTo>
                  <a:lnTo>
                    <a:pt x="4191" y="96774"/>
                  </a:lnTo>
                  <a:lnTo>
                    <a:pt x="6382" y="90011"/>
                  </a:lnTo>
                  <a:lnTo>
                    <a:pt x="13525" y="73819"/>
                  </a:lnTo>
                  <a:lnTo>
                    <a:pt x="51816" y="9430"/>
                  </a:lnTo>
                  <a:lnTo>
                    <a:pt x="65151" y="1048"/>
                  </a:lnTo>
                  <a:lnTo>
                    <a:pt x="70961" y="0"/>
                  </a:lnTo>
                  <a:lnTo>
                    <a:pt x="83725" y="3029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0" name="서울특별시 동대문구 휘경1동">
              <a:extLst>
                <a:ext uri="{FF2B5EF4-FFF2-40B4-BE49-F238E27FC236}">
                  <a16:creationId xmlns:a16="http://schemas.microsoft.com/office/drawing/2014/main" id="{8BF0CDE7-5037-D523-7FEF-56A6C537FD18}"/>
                </a:ext>
              </a:extLst>
            </p:cNvPr>
            <p:cNvSpPr/>
            <p:nvPr/>
          </p:nvSpPr>
          <p:spPr>
            <a:xfrm>
              <a:off x="7534751" y="2879312"/>
              <a:ext cx="309562" cy="136207"/>
            </a:xfrm>
            <a:custGeom>
              <a:avLst/>
              <a:gdLst>
                <a:gd name="connsiteX0" fmla="*/ 296418 w 309562"/>
                <a:gd name="connsiteY0" fmla="*/ 7906 h 136207"/>
                <a:gd name="connsiteX1" fmla="*/ 309563 w 309562"/>
                <a:gd name="connsiteY1" fmla="*/ 51626 h 136207"/>
                <a:gd name="connsiteX2" fmla="*/ 232600 w 309562"/>
                <a:gd name="connsiteY2" fmla="*/ 74105 h 136207"/>
                <a:gd name="connsiteX3" fmla="*/ 226314 w 309562"/>
                <a:gd name="connsiteY3" fmla="*/ 75914 h 136207"/>
                <a:gd name="connsiteX4" fmla="*/ 175356 w 309562"/>
                <a:gd name="connsiteY4" fmla="*/ 90773 h 136207"/>
                <a:gd name="connsiteX5" fmla="*/ 169926 w 309562"/>
                <a:gd name="connsiteY5" fmla="*/ 92297 h 136207"/>
                <a:gd name="connsiteX6" fmla="*/ 168212 w 309562"/>
                <a:gd name="connsiteY6" fmla="*/ 92774 h 136207"/>
                <a:gd name="connsiteX7" fmla="*/ 139160 w 309562"/>
                <a:gd name="connsiteY7" fmla="*/ 100965 h 136207"/>
                <a:gd name="connsiteX8" fmla="*/ 67342 w 309562"/>
                <a:gd name="connsiteY8" fmla="*/ 121920 h 136207"/>
                <a:gd name="connsiteX9" fmla="*/ 61150 w 309562"/>
                <a:gd name="connsiteY9" fmla="*/ 123920 h 136207"/>
                <a:gd name="connsiteX10" fmla="*/ 59722 w 309562"/>
                <a:gd name="connsiteY10" fmla="*/ 124397 h 136207"/>
                <a:gd name="connsiteX11" fmla="*/ 58008 w 309562"/>
                <a:gd name="connsiteY11" fmla="*/ 124968 h 136207"/>
                <a:gd name="connsiteX12" fmla="*/ 30289 w 309562"/>
                <a:gd name="connsiteY12" fmla="*/ 136017 h 136207"/>
                <a:gd name="connsiteX13" fmla="*/ 0 w 309562"/>
                <a:gd name="connsiteY13" fmla="*/ 136208 h 136207"/>
                <a:gd name="connsiteX14" fmla="*/ 65723 w 309562"/>
                <a:gd name="connsiteY14" fmla="*/ 70199 h 136207"/>
                <a:gd name="connsiteX15" fmla="*/ 70485 w 309562"/>
                <a:gd name="connsiteY15" fmla="*/ 62675 h 136207"/>
                <a:gd name="connsiteX16" fmla="*/ 72104 w 309562"/>
                <a:gd name="connsiteY16" fmla="*/ 60389 h 136207"/>
                <a:gd name="connsiteX17" fmla="*/ 78391 w 309562"/>
                <a:gd name="connsiteY17" fmla="*/ 51816 h 136207"/>
                <a:gd name="connsiteX18" fmla="*/ 82010 w 309562"/>
                <a:gd name="connsiteY18" fmla="*/ 46958 h 136207"/>
                <a:gd name="connsiteX19" fmla="*/ 82296 w 309562"/>
                <a:gd name="connsiteY19" fmla="*/ 46577 h 136207"/>
                <a:gd name="connsiteX20" fmla="*/ 82772 w 309562"/>
                <a:gd name="connsiteY20" fmla="*/ 45911 h 136207"/>
                <a:gd name="connsiteX21" fmla="*/ 102680 w 309562"/>
                <a:gd name="connsiteY21" fmla="*/ 45244 h 136207"/>
                <a:gd name="connsiteX22" fmla="*/ 131922 w 309562"/>
                <a:gd name="connsiteY22" fmla="*/ 41434 h 136207"/>
                <a:gd name="connsiteX23" fmla="*/ 151352 w 309562"/>
                <a:gd name="connsiteY23" fmla="*/ 38481 h 136207"/>
                <a:gd name="connsiteX24" fmla="*/ 202216 w 309562"/>
                <a:gd name="connsiteY24" fmla="*/ 12478 h 136207"/>
                <a:gd name="connsiteX25" fmla="*/ 214789 w 309562"/>
                <a:gd name="connsiteY25" fmla="*/ 0 h 136207"/>
                <a:gd name="connsiteX26" fmla="*/ 296418 w 309562"/>
                <a:gd name="connsiteY26" fmla="*/ 7906 h 13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9562" h="136207">
                  <a:moveTo>
                    <a:pt x="296418" y="7906"/>
                  </a:moveTo>
                  <a:lnTo>
                    <a:pt x="309563" y="51626"/>
                  </a:lnTo>
                  <a:lnTo>
                    <a:pt x="232600" y="74105"/>
                  </a:lnTo>
                  <a:lnTo>
                    <a:pt x="226314" y="75914"/>
                  </a:lnTo>
                  <a:lnTo>
                    <a:pt x="175356" y="90773"/>
                  </a:lnTo>
                  <a:lnTo>
                    <a:pt x="169926" y="92297"/>
                  </a:lnTo>
                  <a:lnTo>
                    <a:pt x="168212" y="92774"/>
                  </a:lnTo>
                  <a:lnTo>
                    <a:pt x="139160" y="100965"/>
                  </a:lnTo>
                  <a:lnTo>
                    <a:pt x="67342" y="121920"/>
                  </a:lnTo>
                  <a:lnTo>
                    <a:pt x="61150" y="123920"/>
                  </a:lnTo>
                  <a:lnTo>
                    <a:pt x="59722" y="124397"/>
                  </a:lnTo>
                  <a:lnTo>
                    <a:pt x="58008" y="124968"/>
                  </a:lnTo>
                  <a:lnTo>
                    <a:pt x="30289" y="136017"/>
                  </a:lnTo>
                  <a:lnTo>
                    <a:pt x="0" y="136208"/>
                  </a:lnTo>
                  <a:lnTo>
                    <a:pt x="65723" y="70199"/>
                  </a:lnTo>
                  <a:lnTo>
                    <a:pt x="70485" y="62675"/>
                  </a:lnTo>
                  <a:lnTo>
                    <a:pt x="72104" y="60389"/>
                  </a:lnTo>
                  <a:lnTo>
                    <a:pt x="78391" y="51816"/>
                  </a:lnTo>
                  <a:lnTo>
                    <a:pt x="82010" y="46958"/>
                  </a:lnTo>
                  <a:lnTo>
                    <a:pt x="82296" y="46577"/>
                  </a:lnTo>
                  <a:lnTo>
                    <a:pt x="82772" y="45911"/>
                  </a:lnTo>
                  <a:lnTo>
                    <a:pt x="102680" y="45244"/>
                  </a:lnTo>
                  <a:lnTo>
                    <a:pt x="131922" y="41434"/>
                  </a:lnTo>
                  <a:lnTo>
                    <a:pt x="151352" y="38481"/>
                  </a:lnTo>
                  <a:lnTo>
                    <a:pt x="202216" y="12478"/>
                  </a:lnTo>
                  <a:lnTo>
                    <a:pt x="214789" y="0"/>
                  </a:lnTo>
                  <a:lnTo>
                    <a:pt x="296418" y="79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1" name="서울특별시 동대문구 휘경2동">
              <a:extLst>
                <a:ext uri="{FF2B5EF4-FFF2-40B4-BE49-F238E27FC236}">
                  <a16:creationId xmlns:a16="http://schemas.microsoft.com/office/drawing/2014/main" id="{B7FE2799-B1E1-4B17-D838-08251C0136F0}"/>
                </a:ext>
              </a:extLst>
            </p:cNvPr>
            <p:cNvSpPr/>
            <p:nvPr/>
          </p:nvSpPr>
          <p:spPr>
            <a:xfrm>
              <a:off x="7564469" y="2930937"/>
              <a:ext cx="404527" cy="208311"/>
            </a:xfrm>
            <a:custGeom>
              <a:avLst/>
              <a:gdLst>
                <a:gd name="connsiteX0" fmla="*/ 286512 w 404527"/>
                <a:gd name="connsiteY0" fmla="*/ 28289 h 208311"/>
                <a:gd name="connsiteX1" fmla="*/ 302895 w 404527"/>
                <a:gd name="connsiteY1" fmla="*/ 82010 h 208311"/>
                <a:gd name="connsiteX2" fmla="*/ 340043 w 404527"/>
                <a:gd name="connsiteY2" fmla="*/ 129064 h 208311"/>
                <a:gd name="connsiteX3" fmla="*/ 404527 w 404527"/>
                <a:gd name="connsiteY3" fmla="*/ 208312 h 208311"/>
                <a:gd name="connsiteX4" fmla="*/ 383953 w 404527"/>
                <a:gd name="connsiteY4" fmla="*/ 208312 h 208311"/>
                <a:gd name="connsiteX5" fmla="*/ 373285 w 404527"/>
                <a:gd name="connsiteY5" fmla="*/ 208312 h 208311"/>
                <a:gd name="connsiteX6" fmla="*/ 370332 w 404527"/>
                <a:gd name="connsiteY6" fmla="*/ 208026 h 208311"/>
                <a:gd name="connsiteX7" fmla="*/ 364903 w 404527"/>
                <a:gd name="connsiteY7" fmla="*/ 207169 h 208311"/>
                <a:gd name="connsiteX8" fmla="*/ 348711 w 404527"/>
                <a:gd name="connsiteY8" fmla="*/ 204311 h 208311"/>
                <a:gd name="connsiteX9" fmla="*/ 336232 w 404527"/>
                <a:gd name="connsiteY9" fmla="*/ 202120 h 208311"/>
                <a:gd name="connsiteX10" fmla="*/ 328041 w 404527"/>
                <a:gd name="connsiteY10" fmla="*/ 200596 h 208311"/>
                <a:gd name="connsiteX11" fmla="*/ 257270 w 404527"/>
                <a:gd name="connsiteY11" fmla="*/ 186785 h 208311"/>
                <a:gd name="connsiteX12" fmla="*/ 249555 w 404527"/>
                <a:gd name="connsiteY12" fmla="*/ 184785 h 208311"/>
                <a:gd name="connsiteX13" fmla="*/ 244126 w 404527"/>
                <a:gd name="connsiteY13" fmla="*/ 185261 h 208311"/>
                <a:gd name="connsiteX14" fmla="*/ 223742 w 404527"/>
                <a:gd name="connsiteY14" fmla="*/ 187166 h 208311"/>
                <a:gd name="connsiteX15" fmla="*/ 170402 w 404527"/>
                <a:gd name="connsiteY15" fmla="*/ 171545 h 208311"/>
                <a:gd name="connsiteX16" fmla="*/ 172879 w 404527"/>
                <a:gd name="connsiteY16" fmla="*/ 162782 h 208311"/>
                <a:gd name="connsiteX17" fmla="*/ 172212 w 404527"/>
                <a:gd name="connsiteY17" fmla="*/ 142399 h 208311"/>
                <a:gd name="connsiteX18" fmla="*/ 169355 w 404527"/>
                <a:gd name="connsiteY18" fmla="*/ 140208 h 208311"/>
                <a:gd name="connsiteX19" fmla="*/ 166021 w 404527"/>
                <a:gd name="connsiteY19" fmla="*/ 137541 h 208311"/>
                <a:gd name="connsiteX20" fmla="*/ 155448 w 404527"/>
                <a:gd name="connsiteY20" fmla="*/ 132588 h 208311"/>
                <a:gd name="connsiteX21" fmla="*/ 147447 w 404527"/>
                <a:gd name="connsiteY21" fmla="*/ 129826 h 208311"/>
                <a:gd name="connsiteX22" fmla="*/ 146495 w 404527"/>
                <a:gd name="connsiteY22" fmla="*/ 129540 h 208311"/>
                <a:gd name="connsiteX23" fmla="*/ 129350 w 404527"/>
                <a:gd name="connsiteY23" fmla="*/ 126301 h 208311"/>
                <a:gd name="connsiteX24" fmla="*/ 122206 w 404527"/>
                <a:gd name="connsiteY24" fmla="*/ 126111 h 208311"/>
                <a:gd name="connsiteX25" fmla="*/ 118015 w 404527"/>
                <a:gd name="connsiteY25" fmla="*/ 127444 h 208311"/>
                <a:gd name="connsiteX26" fmla="*/ 115443 w 404527"/>
                <a:gd name="connsiteY26" fmla="*/ 129921 h 208311"/>
                <a:gd name="connsiteX27" fmla="*/ 104204 w 404527"/>
                <a:gd name="connsiteY27" fmla="*/ 133350 h 208311"/>
                <a:gd name="connsiteX28" fmla="*/ 90869 w 404527"/>
                <a:gd name="connsiteY28" fmla="*/ 133826 h 208311"/>
                <a:gd name="connsiteX29" fmla="*/ 87059 w 404527"/>
                <a:gd name="connsiteY29" fmla="*/ 133826 h 208311"/>
                <a:gd name="connsiteX30" fmla="*/ 53721 w 404527"/>
                <a:gd name="connsiteY30" fmla="*/ 133636 h 208311"/>
                <a:gd name="connsiteX31" fmla="*/ 52483 w 404527"/>
                <a:gd name="connsiteY31" fmla="*/ 132683 h 208311"/>
                <a:gd name="connsiteX32" fmla="*/ 52483 w 404527"/>
                <a:gd name="connsiteY32" fmla="*/ 129445 h 208311"/>
                <a:gd name="connsiteX33" fmla="*/ 51054 w 404527"/>
                <a:gd name="connsiteY33" fmla="*/ 118967 h 208311"/>
                <a:gd name="connsiteX34" fmla="*/ 48196 w 404527"/>
                <a:gd name="connsiteY34" fmla="*/ 116681 h 208311"/>
                <a:gd name="connsiteX35" fmla="*/ 47054 w 404527"/>
                <a:gd name="connsiteY35" fmla="*/ 115824 h 208311"/>
                <a:gd name="connsiteX36" fmla="*/ 31528 w 404527"/>
                <a:gd name="connsiteY36" fmla="*/ 112395 h 208311"/>
                <a:gd name="connsiteX37" fmla="*/ 26384 w 404527"/>
                <a:gd name="connsiteY37" fmla="*/ 111442 h 208311"/>
                <a:gd name="connsiteX38" fmla="*/ 25051 w 404527"/>
                <a:gd name="connsiteY38" fmla="*/ 111919 h 208311"/>
                <a:gd name="connsiteX39" fmla="*/ 20098 w 404527"/>
                <a:gd name="connsiteY39" fmla="*/ 117443 h 208311"/>
                <a:gd name="connsiteX40" fmla="*/ 20860 w 404527"/>
                <a:gd name="connsiteY40" fmla="*/ 124968 h 208311"/>
                <a:gd name="connsiteX41" fmla="*/ 19241 w 404527"/>
                <a:gd name="connsiteY41" fmla="*/ 131064 h 208311"/>
                <a:gd name="connsiteX42" fmla="*/ 12478 w 404527"/>
                <a:gd name="connsiteY42" fmla="*/ 139732 h 208311"/>
                <a:gd name="connsiteX43" fmla="*/ 0 w 404527"/>
                <a:gd name="connsiteY43" fmla="*/ 148876 h 208311"/>
                <a:gd name="connsiteX44" fmla="*/ 571 w 404527"/>
                <a:gd name="connsiteY44" fmla="*/ 86582 h 208311"/>
                <a:gd name="connsiteX45" fmla="*/ 571 w 404527"/>
                <a:gd name="connsiteY45" fmla="*/ 84392 h 208311"/>
                <a:gd name="connsiteX46" fmla="*/ 28290 w 404527"/>
                <a:gd name="connsiteY46" fmla="*/ 73342 h 208311"/>
                <a:gd name="connsiteX47" fmla="*/ 30004 w 404527"/>
                <a:gd name="connsiteY47" fmla="*/ 72771 h 208311"/>
                <a:gd name="connsiteX48" fmla="*/ 31432 w 404527"/>
                <a:gd name="connsiteY48" fmla="*/ 72295 h 208311"/>
                <a:gd name="connsiteX49" fmla="*/ 37624 w 404527"/>
                <a:gd name="connsiteY49" fmla="*/ 70294 h 208311"/>
                <a:gd name="connsiteX50" fmla="*/ 109442 w 404527"/>
                <a:gd name="connsiteY50" fmla="*/ 49339 h 208311"/>
                <a:gd name="connsiteX51" fmla="*/ 138494 w 404527"/>
                <a:gd name="connsiteY51" fmla="*/ 41148 h 208311"/>
                <a:gd name="connsiteX52" fmla="*/ 140208 w 404527"/>
                <a:gd name="connsiteY52" fmla="*/ 40672 h 208311"/>
                <a:gd name="connsiteX53" fmla="*/ 145638 w 404527"/>
                <a:gd name="connsiteY53" fmla="*/ 39148 h 208311"/>
                <a:gd name="connsiteX54" fmla="*/ 196596 w 404527"/>
                <a:gd name="connsiteY54" fmla="*/ 24289 h 208311"/>
                <a:gd name="connsiteX55" fmla="*/ 202882 w 404527"/>
                <a:gd name="connsiteY55" fmla="*/ 22479 h 208311"/>
                <a:gd name="connsiteX56" fmla="*/ 279845 w 404527"/>
                <a:gd name="connsiteY56" fmla="*/ 0 h 208311"/>
                <a:gd name="connsiteX57" fmla="*/ 286512 w 404527"/>
                <a:gd name="connsiteY57" fmla="*/ 28289 h 208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04527" h="208311">
                  <a:moveTo>
                    <a:pt x="286512" y="28289"/>
                  </a:moveTo>
                  <a:lnTo>
                    <a:pt x="302895" y="82010"/>
                  </a:lnTo>
                  <a:lnTo>
                    <a:pt x="340043" y="129064"/>
                  </a:lnTo>
                  <a:lnTo>
                    <a:pt x="404527" y="208312"/>
                  </a:lnTo>
                  <a:lnTo>
                    <a:pt x="383953" y="208312"/>
                  </a:lnTo>
                  <a:lnTo>
                    <a:pt x="373285" y="208312"/>
                  </a:lnTo>
                  <a:lnTo>
                    <a:pt x="370332" y="208026"/>
                  </a:lnTo>
                  <a:lnTo>
                    <a:pt x="364903" y="207169"/>
                  </a:lnTo>
                  <a:lnTo>
                    <a:pt x="348711" y="204311"/>
                  </a:lnTo>
                  <a:lnTo>
                    <a:pt x="336232" y="202120"/>
                  </a:lnTo>
                  <a:lnTo>
                    <a:pt x="328041" y="200596"/>
                  </a:lnTo>
                  <a:lnTo>
                    <a:pt x="257270" y="186785"/>
                  </a:lnTo>
                  <a:lnTo>
                    <a:pt x="249555" y="184785"/>
                  </a:lnTo>
                  <a:lnTo>
                    <a:pt x="244126" y="185261"/>
                  </a:lnTo>
                  <a:lnTo>
                    <a:pt x="223742" y="187166"/>
                  </a:lnTo>
                  <a:lnTo>
                    <a:pt x="170402" y="171545"/>
                  </a:lnTo>
                  <a:lnTo>
                    <a:pt x="172879" y="162782"/>
                  </a:lnTo>
                  <a:lnTo>
                    <a:pt x="172212" y="142399"/>
                  </a:lnTo>
                  <a:lnTo>
                    <a:pt x="169355" y="140208"/>
                  </a:lnTo>
                  <a:lnTo>
                    <a:pt x="166021" y="137541"/>
                  </a:lnTo>
                  <a:lnTo>
                    <a:pt x="155448" y="132588"/>
                  </a:lnTo>
                  <a:lnTo>
                    <a:pt x="147447" y="129826"/>
                  </a:lnTo>
                  <a:lnTo>
                    <a:pt x="146495" y="129540"/>
                  </a:lnTo>
                  <a:lnTo>
                    <a:pt x="129350" y="126301"/>
                  </a:lnTo>
                  <a:lnTo>
                    <a:pt x="122206" y="126111"/>
                  </a:lnTo>
                  <a:lnTo>
                    <a:pt x="118015" y="127444"/>
                  </a:lnTo>
                  <a:lnTo>
                    <a:pt x="115443" y="129921"/>
                  </a:lnTo>
                  <a:lnTo>
                    <a:pt x="104204" y="133350"/>
                  </a:lnTo>
                  <a:lnTo>
                    <a:pt x="90869" y="133826"/>
                  </a:lnTo>
                  <a:lnTo>
                    <a:pt x="87059" y="133826"/>
                  </a:lnTo>
                  <a:lnTo>
                    <a:pt x="53721" y="133636"/>
                  </a:lnTo>
                  <a:lnTo>
                    <a:pt x="52483" y="132683"/>
                  </a:lnTo>
                  <a:lnTo>
                    <a:pt x="52483" y="129445"/>
                  </a:lnTo>
                  <a:lnTo>
                    <a:pt x="51054" y="118967"/>
                  </a:lnTo>
                  <a:lnTo>
                    <a:pt x="48196" y="116681"/>
                  </a:lnTo>
                  <a:lnTo>
                    <a:pt x="47054" y="115824"/>
                  </a:lnTo>
                  <a:lnTo>
                    <a:pt x="31528" y="112395"/>
                  </a:lnTo>
                  <a:lnTo>
                    <a:pt x="26384" y="111442"/>
                  </a:lnTo>
                  <a:lnTo>
                    <a:pt x="25051" y="111919"/>
                  </a:lnTo>
                  <a:lnTo>
                    <a:pt x="20098" y="117443"/>
                  </a:lnTo>
                  <a:lnTo>
                    <a:pt x="20860" y="124968"/>
                  </a:lnTo>
                  <a:lnTo>
                    <a:pt x="19241" y="131064"/>
                  </a:lnTo>
                  <a:lnTo>
                    <a:pt x="12478" y="139732"/>
                  </a:lnTo>
                  <a:lnTo>
                    <a:pt x="0" y="148876"/>
                  </a:lnTo>
                  <a:lnTo>
                    <a:pt x="571" y="86582"/>
                  </a:lnTo>
                  <a:lnTo>
                    <a:pt x="571" y="84392"/>
                  </a:lnTo>
                  <a:lnTo>
                    <a:pt x="28290" y="73342"/>
                  </a:lnTo>
                  <a:lnTo>
                    <a:pt x="30004" y="72771"/>
                  </a:lnTo>
                  <a:lnTo>
                    <a:pt x="31432" y="72295"/>
                  </a:lnTo>
                  <a:lnTo>
                    <a:pt x="37624" y="70294"/>
                  </a:lnTo>
                  <a:lnTo>
                    <a:pt x="109442" y="49339"/>
                  </a:lnTo>
                  <a:lnTo>
                    <a:pt x="138494" y="41148"/>
                  </a:lnTo>
                  <a:lnTo>
                    <a:pt x="140208" y="40672"/>
                  </a:lnTo>
                  <a:lnTo>
                    <a:pt x="145638" y="39148"/>
                  </a:lnTo>
                  <a:lnTo>
                    <a:pt x="196596" y="24289"/>
                  </a:lnTo>
                  <a:lnTo>
                    <a:pt x="202882" y="22479"/>
                  </a:lnTo>
                  <a:lnTo>
                    <a:pt x="279845" y="0"/>
                  </a:lnTo>
                  <a:lnTo>
                    <a:pt x="286512" y="2828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2" name="서울특별시 동대문구 청량리동">
              <a:extLst>
                <a:ext uri="{FF2B5EF4-FFF2-40B4-BE49-F238E27FC236}">
                  <a16:creationId xmlns:a16="http://schemas.microsoft.com/office/drawing/2014/main" id="{FD13E9C3-AA60-F5B3-FD60-C6649C99765B}"/>
                </a:ext>
              </a:extLst>
            </p:cNvPr>
            <p:cNvSpPr/>
            <p:nvPr/>
          </p:nvSpPr>
          <p:spPr>
            <a:xfrm>
              <a:off x="7277100" y="2850546"/>
              <a:ext cx="249459" cy="310705"/>
            </a:xfrm>
            <a:custGeom>
              <a:avLst/>
              <a:gdLst>
                <a:gd name="connsiteX0" fmla="*/ 155543 w 249459"/>
                <a:gd name="connsiteY0" fmla="*/ 11239 h 310705"/>
                <a:gd name="connsiteX1" fmla="*/ 153448 w 249459"/>
                <a:gd name="connsiteY1" fmla="*/ 22669 h 310705"/>
                <a:gd name="connsiteX2" fmla="*/ 151352 w 249459"/>
                <a:gd name="connsiteY2" fmla="*/ 42100 h 310705"/>
                <a:gd name="connsiteX3" fmla="*/ 156591 w 249459"/>
                <a:gd name="connsiteY3" fmla="*/ 122777 h 310705"/>
                <a:gd name="connsiteX4" fmla="*/ 166592 w 249459"/>
                <a:gd name="connsiteY4" fmla="*/ 146875 h 310705"/>
                <a:gd name="connsiteX5" fmla="*/ 231457 w 249459"/>
                <a:gd name="connsiteY5" fmla="*/ 162973 h 310705"/>
                <a:gd name="connsiteX6" fmla="*/ 249460 w 249459"/>
                <a:gd name="connsiteY6" fmla="*/ 174593 h 310705"/>
                <a:gd name="connsiteX7" fmla="*/ 210979 w 249459"/>
                <a:gd name="connsiteY7" fmla="*/ 221551 h 310705"/>
                <a:gd name="connsiteX8" fmla="*/ 199263 w 249459"/>
                <a:gd name="connsiteY8" fmla="*/ 234410 h 310705"/>
                <a:gd name="connsiteX9" fmla="*/ 194882 w 249459"/>
                <a:gd name="connsiteY9" fmla="*/ 237934 h 310705"/>
                <a:gd name="connsiteX10" fmla="*/ 182499 w 249459"/>
                <a:gd name="connsiteY10" fmla="*/ 247745 h 310705"/>
                <a:gd name="connsiteX11" fmla="*/ 179356 w 249459"/>
                <a:gd name="connsiteY11" fmla="*/ 250222 h 310705"/>
                <a:gd name="connsiteX12" fmla="*/ 132493 w 249459"/>
                <a:gd name="connsiteY12" fmla="*/ 286893 h 310705"/>
                <a:gd name="connsiteX13" fmla="*/ 129350 w 249459"/>
                <a:gd name="connsiteY13" fmla="*/ 289274 h 310705"/>
                <a:gd name="connsiteX14" fmla="*/ 94202 w 249459"/>
                <a:gd name="connsiteY14" fmla="*/ 305848 h 310705"/>
                <a:gd name="connsiteX15" fmla="*/ 79820 w 249459"/>
                <a:gd name="connsiteY15" fmla="*/ 310705 h 310705"/>
                <a:gd name="connsiteX16" fmla="*/ 77629 w 249459"/>
                <a:gd name="connsiteY16" fmla="*/ 282226 h 310705"/>
                <a:gd name="connsiteX17" fmla="*/ 91345 w 249459"/>
                <a:gd name="connsiteY17" fmla="*/ 281845 h 310705"/>
                <a:gd name="connsiteX18" fmla="*/ 84201 w 249459"/>
                <a:gd name="connsiteY18" fmla="*/ 258794 h 310705"/>
                <a:gd name="connsiteX19" fmla="*/ 60484 w 249459"/>
                <a:gd name="connsiteY19" fmla="*/ 184499 h 310705"/>
                <a:gd name="connsiteX20" fmla="*/ 55721 w 249459"/>
                <a:gd name="connsiteY20" fmla="*/ 184499 h 310705"/>
                <a:gd name="connsiteX21" fmla="*/ 50578 w 249459"/>
                <a:gd name="connsiteY21" fmla="*/ 184690 h 310705"/>
                <a:gd name="connsiteX22" fmla="*/ 44863 w 249459"/>
                <a:gd name="connsiteY22" fmla="*/ 184975 h 310705"/>
                <a:gd name="connsiteX23" fmla="*/ 41815 w 249459"/>
                <a:gd name="connsiteY23" fmla="*/ 185071 h 310705"/>
                <a:gd name="connsiteX24" fmla="*/ 27717 w 249459"/>
                <a:gd name="connsiteY24" fmla="*/ 185642 h 310705"/>
                <a:gd name="connsiteX25" fmla="*/ 24479 w 249459"/>
                <a:gd name="connsiteY25" fmla="*/ 185833 h 310705"/>
                <a:gd name="connsiteX26" fmla="*/ 10573 w 249459"/>
                <a:gd name="connsiteY26" fmla="*/ 151352 h 310705"/>
                <a:gd name="connsiteX27" fmla="*/ 13430 w 249459"/>
                <a:gd name="connsiteY27" fmla="*/ 146971 h 310705"/>
                <a:gd name="connsiteX28" fmla="*/ 22860 w 249459"/>
                <a:gd name="connsiteY28" fmla="*/ 133159 h 310705"/>
                <a:gd name="connsiteX29" fmla="*/ 27717 w 249459"/>
                <a:gd name="connsiteY29" fmla="*/ 126873 h 310705"/>
                <a:gd name="connsiteX30" fmla="*/ 29051 w 249459"/>
                <a:gd name="connsiteY30" fmla="*/ 125063 h 310705"/>
                <a:gd name="connsiteX31" fmla="*/ 27527 w 249459"/>
                <a:gd name="connsiteY31" fmla="*/ 115157 h 310705"/>
                <a:gd name="connsiteX32" fmla="*/ 16573 w 249459"/>
                <a:gd name="connsiteY32" fmla="*/ 102489 h 310705"/>
                <a:gd name="connsiteX33" fmla="*/ 0 w 249459"/>
                <a:gd name="connsiteY33" fmla="*/ 102203 h 310705"/>
                <a:gd name="connsiteX34" fmla="*/ 30575 w 249459"/>
                <a:gd name="connsiteY34" fmla="*/ 20098 h 310705"/>
                <a:gd name="connsiteX35" fmla="*/ 80676 w 249459"/>
                <a:gd name="connsiteY35" fmla="*/ 0 h 310705"/>
                <a:gd name="connsiteX36" fmla="*/ 155543 w 249459"/>
                <a:gd name="connsiteY36" fmla="*/ 11239 h 31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49459" h="310705">
                  <a:moveTo>
                    <a:pt x="155543" y="11239"/>
                  </a:moveTo>
                  <a:lnTo>
                    <a:pt x="153448" y="22669"/>
                  </a:lnTo>
                  <a:lnTo>
                    <a:pt x="151352" y="42100"/>
                  </a:lnTo>
                  <a:lnTo>
                    <a:pt x="156591" y="122777"/>
                  </a:lnTo>
                  <a:lnTo>
                    <a:pt x="166592" y="146875"/>
                  </a:lnTo>
                  <a:lnTo>
                    <a:pt x="231457" y="162973"/>
                  </a:lnTo>
                  <a:lnTo>
                    <a:pt x="249460" y="174593"/>
                  </a:lnTo>
                  <a:lnTo>
                    <a:pt x="210979" y="221551"/>
                  </a:lnTo>
                  <a:lnTo>
                    <a:pt x="199263" y="234410"/>
                  </a:lnTo>
                  <a:lnTo>
                    <a:pt x="194882" y="237934"/>
                  </a:lnTo>
                  <a:lnTo>
                    <a:pt x="182499" y="247745"/>
                  </a:lnTo>
                  <a:lnTo>
                    <a:pt x="179356" y="250222"/>
                  </a:lnTo>
                  <a:lnTo>
                    <a:pt x="132493" y="286893"/>
                  </a:lnTo>
                  <a:lnTo>
                    <a:pt x="129350" y="289274"/>
                  </a:lnTo>
                  <a:lnTo>
                    <a:pt x="94202" y="305848"/>
                  </a:lnTo>
                  <a:lnTo>
                    <a:pt x="79820" y="310705"/>
                  </a:lnTo>
                  <a:lnTo>
                    <a:pt x="77629" y="282226"/>
                  </a:lnTo>
                  <a:lnTo>
                    <a:pt x="91345" y="281845"/>
                  </a:lnTo>
                  <a:lnTo>
                    <a:pt x="84201" y="258794"/>
                  </a:lnTo>
                  <a:lnTo>
                    <a:pt x="60484" y="184499"/>
                  </a:lnTo>
                  <a:lnTo>
                    <a:pt x="55721" y="184499"/>
                  </a:lnTo>
                  <a:lnTo>
                    <a:pt x="50578" y="184690"/>
                  </a:lnTo>
                  <a:lnTo>
                    <a:pt x="44863" y="184975"/>
                  </a:lnTo>
                  <a:lnTo>
                    <a:pt x="41815" y="185071"/>
                  </a:lnTo>
                  <a:lnTo>
                    <a:pt x="27717" y="185642"/>
                  </a:lnTo>
                  <a:lnTo>
                    <a:pt x="24479" y="185833"/>
                  </a:lnTo>
                  <a:lnTo>
                    <a:pt x="10573" y="151352"/>
                  </a:lnTo>
                  <a:lnTo>
                    <a:pt x="13430" y="146971"/>
                  </a:lnTo>
                  <a:lnTo>
                    <a:pt x="22860" y="133159"/>
                  </a:lnTo>
                  <a:lnTo>
                    <a:pt x="27717" y="126873"/>
                  </a:lnTo>
                  <a:lnTo>
                    <a:pt x="29051" y="125063"/>
                  </a:lnTo>
                  <a:lnTo>
                    <a:pt x="27527" y="115157"/>
                  </a:lnTo>
                  <a:lnTo>
                    <a:pt x="16573" y="102489"/>
                  </a:lnTo>
                  <a:lnTo>
                    <a:pt x="0" y="102203"/>
                  </a:lnTo>
                  <a:lnTo>
                    <a:pt x="30575" y="20098"/>
                  </a:lnTo>
                  <a:lnTo>
                    <a:pt x="80676" y="0"/>
                  </a:lnTo>
                  <a:lnTo>
                    <a:pt x="155543" y="1123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3" name="서울특별시 동대문구 용신동">
              <a:extLst>
                <a:ext uri="{FF2B5EF4-FFF2-40B4-BE49-F238E27FC236}">
                  <a16:creationId xmlns:a16="http://schemas.microsoft.com/office/drawing/2014/main" id="{16CF0C0A-053D-1705-B39E-23E614BD6A6B}"/>
                </a:ext>
              </a:extLst>
            </p:cNvPr>
            <p:cNvSpPr/>
            <p:nvPr/>
          </p:nvSpPr>
          <p:spPr>
            <a:xfrm>
              <a:off x="6988873" y="3107626"/>
              <a:ext cx="394335" cy="234029"/>
            </a:xfrm>
            <a:custGeom>
              <a:avLst/>
              <a:gdLst>
                <a:gd name="connsiteX0" fmla="*/ 350615 w 394335"/>
                <a:gd name="connsiteY0" fmla="*/ 61246 h 234029"/>
                <a:gd name="connsiteX1" fmla="*/ 394335 w 394335"/>
                <a:gd name="connsiteY1" fmla="*/ 97441 h 234029"/>
                <a:gd name="connsiteX2" fmla="*/ 344710 w 394335"/>
                <a:gd name="connsiteY2" fmla="*/ 175927 h 234029"/>
                <a:gd name="connsiteX3" fmla="*/ 280702 w 394335"/>
                <a:gd name="connsiteY3" fmla="*/ 177165 h 234029"/>
                <a:gd name="connsiteX4" fmla="*/ 268605 w 394335"/>
                <a:gd name="connsiteY4" fmla="*/ 178118 h 234029"/>
                <a:gd name="connsiteX5" fmla="*/ 267558 w 394335"/>
                <a:gd name="connsiteY5" fmla="*/ 178213 h 234029"/>
                <a:gd name="connsiteX6" fmla="*/ 242316 w 394335"/>
                <a:gd name="connsiteY6" fmla="*/ 185071 h 234029"/>
                <a:gd name="connsiteX7" fmla="*/ 241364 w 394335"/>
                <a:gd name="connsiteY7" fmla="*/ 185452 h 234029"/>
                <a:gd name="connsiteX8" fmla="*/ 239459 w 394335"/>
                <a:gd name="connsiteY8" fmla="*/ 186119 h 234029"/>
                <a:gd name="connsiteX9" fmla="*/ 222695 w 394335"/>
                <a:gd name="connsiteY9" fmla="*/ 192119 h 234029"/>
                <a:gd name="connsiteX10" fmla="*/ 216408 w 394335"/>
                <a:gd name="connsiteY10" fmla="*/ 195263 h 234029"/>
                <a:gd name="connsiteX11" fmla="*/ 210217 w 394335"/>
                <a:gd name="connsiteY11" fmla="*/ 198977 h 234029"/>
                <a:gd name="connsiteX12" fmla="*/ 165735 w 394335"/>
                <a:gd name="connsiteY12" fmla="*/ 228124 h 234029"/>
                <a:gd name="connsiteX13" fmla="*/ 130397 w 394335"/>
                <a:gd name="connsiteY13" fmla="*/ 234029 h 234029"/>
                <a:gd name="connsiteX14" fmla="*/ 3620 w 394335"/>
                <a:gd name="connsiteY14" fmla="*/ 199168 h 234029"/>
                <a:gd name="connsiteX15" fmla="*/ 0 w 394335"/>
                <a:gd name="connsiteY15" fmla="*/ 84963 h 234029"/>
                <a:gd name="connsiteX16" fmla="*/ 23717 w 394335"/>
                <a:gd name="connsiteY16" fmla="*/ 64008 h 234029"/>
                <a:gd name="connsiteX17" fmla="*/ 114776 w 394335"/>
                <a:gd name="connsiteY17" fmla="*/ 0 h 234029"/>
                <a:gd name="connsiteX18" fmla="*/ 120587 w 394335"/>
                <a:gd name="connsiteY18" fmla="*/ 27242 h 234029"/>
                <a:gd name="connsiteX19" fmla="*/ 134112 w 394335"/>
                <a:gd name="connsiteY19" fmla="*/ 25908 h 234029"/>
                <a:gd name="connsiteX20" fmla="*/ 153448 w 394335"/>
                <a:gd name="connsiteY20" fmla="*/ 24956 h 234029"/>
                <a:gd name="connsiteX21" fmla="*/ 174022 w 394335"/>
                <a:gd name="connsiteY21" fmla="*/ 68771 h 234029"/>
                <a:gd name="connsiteX22" fmla="*/ 174974 w 394335"/>
                <a:gd name="connsiteY22" fmla="*/ 73247 h 234029"/>
                <a:gd name="connsiteX23" fmla="*/ 175165 w 394335"/>
                <a:gd name="connsiteY23" fmla="*/ 74676 h 234029"/>
                <a:gd name="connsiteX24" fmla="*/ 174784 w 394335"/>
                <a:gd name="connsiteY24" fmla="*/ 75819 h 234029"/>
                <a:gd name="connsiteX25" fmla="*/ 174974 w 394335"/>
                <a:gd name="connsiteY25" fmla="*/ 83439 h 234029"/>
                <a:gd name="connsiteX26" fmla="*/ 187643 w 394335"/>
                <a:gd name="connsiteY26" fmla="*/ 84582 h 234029"/>
                <a:gd name="connsiteX27" fmla="*/ 205550 w 394335"/>
                <a:gd name="connsiteY27" fmla="*/ 84582 h 234029"/>
                <a:gd name="connsiteX28" fmla="*/ 218123 w 394335"/>
                <a:gd name="connsiteY28" fmla="*/ 84582 h 234029"/>
                <a:gd name="connsiteX29" fmla="*/ 225457 w 394335"/>
                <a:gd name="connsiteY29" fmla="*/ 84487 h 234029"/>
                <a:gd name="connsiteX30" fmla="*/ 230314 w 394335"/>
                <a:gd name="connsiteY30" fmla="*/ 84487 h 234029"/>
                <a:gd name="connsiteX31" fmla="*/ 236125 w 394335"/>
                <a:gd name="connsiteY31" fmla="*/ 84392 h 234029"/>
                <a:gd name="connsiteX32" fmla="*/ 282130 w 394335"/>
                <a:gd name="connsiteY32" fmla="*/ 81534 h 234029"/>
                <a:gd name="connsiteX33" fmla="*/ 284798 w 394335"/>
                <a:gd name="connsiteY33" fmla="*/ 80867 h 234029"/>
                <a:gd name="connsiteX34" fmla="*/ 304229 w 394335"/>
                <a:gd name="connsiteY34" fmla="*/ 76200 h 234029"/>
                <a:gd name="connsiteX35" fmla="*/ 350615 w 394335"/>
                <a:gd name="connsiteY35" fmla="*/ 61246 h 23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94335" h="234029">
                  <a:moveTo>
                    <a:pt x="350615" y="61246"/>
                  </a:moveTo>
                  <a:lnTo>
                    <a:pt x="394335" y="97441"/>
                  </a:lnTo>
                  <a:lnTo>
                    <a:pt x="344710" y="175927"/>
                  </a:lnTo>
                  <a:lnTo>
                    <a:pt x="280702" y="177165"/>
                  </a:lnTo>
                  <a:lnTo>
                    <a:pt x="268605" y="178118"/>
                  </a:lnTo>
                  <a:lnTo>
                    <a:pt x="267558" y="178213"/>
                  </a:lnTo>
                  <a:lnTo>
                    <a:pt x="242316" y="185071"/>
                  </a:lnTo>
                  <a:lnTo>
                    <a:pt x="241364" y="185452"/>
                  </a:lnTo>
                  <a:lnTo>
                    <a:pt x="239459" y="186119"/>
                  </a:lnTo>
                  <a:lnTo>
                    <a:pt x="222695" y="192119"/>
                  </a:lnTo>
                  <a:lnTo>
                    <a:pt x="216408" y="195263"/>
                  </a:lnTo>
                  <a:lnTo>
                    <a:pt x="210217" y="198977"/>
                  </a:lnTo>
                  <a:lnTo>
                    <a:pt x="165735" y="228124"/>
                  </a:lnTo>
                  <a:lnTo>
                    <a:pt x="130397" y="234029"/>
                  </a:lnTo>
                  <a:lnTo>
                    <a:pt x="3620" y="199168"/>
                  </a:lnTo>
                  <a:lnTo>
                    <a:pt x="0" y="84963"/>
                  </a:lnTo>
                  <a:lnTo>
                    <a:pt x="23717" y="64008"/>
                  </a:lnTo>
                  <a:lnTo>
                    <a:pt x="114776" y="0"/>
                  </a:lnTo>
                  <a:lnTo>
                    <a:pt x="120587" y="27242"/>
                  </a:lnTo>
                  <a:lnTo>
                    <a:pt x="134112" y="25908"/>
                  </a:lnTo>
                  <a:lnTo>
                    <a:pt x="153448" y="24956"/>
                  </a:lnTo>
                  <a:lnTo>
                    <a:pt x="174022" y="68771"/>
                  </a:lnTo>
                  <a:lnTo>
                    <a:pt x="174974" y="73247"/>
                  </a:lnTo>
                  <a:lnTo>
                    <a:pt x="175165" y="74676"/>
                  </a:lnTo>
                  <a:lnTo>
                    <a:pt x="174784" y="75819"/>
                  </a:lnTo>
                  <a:lnTo>
                    <a:pt x="174974" y="83439"/>
                  </a:lnTo>
                  <a:lnTo>
                    <a:pt x="187643" y="84582"/>
                  </a:lnTo>
                  <a:lnTo>
                    <a:pt x="205550" y="84582"/>
                  </a:lnTo>
                  <a:lnTo>
                    <a:pt x="218123" y="84582"/>
                  </a:lnTo>
                  <a:lnTo>
                    <a:pt x="225457" y="84487"/>
                  </a:lnTo>
                  <a:lnTo>
                    <a:pt x="230314" y="84487"/>
                  </a:lnTo>
                  <a:lnTo>
                    <a:pt x="236125" y="84392"/>
                  </a:lnTo>
                  <a:lnTo>
                    <a:pt x="282130" y="81534"/>
                  </a:lnTo>
                  <a:lnTo>
                    <a:pt x="284798" y="80867"/>
                  </a:lnTo>
                  <a:lnTo>
                    <a:pt x="304229" y="76200"/>
                  </a:lnTo>
                  <a:lnTo>
                    <a:pt x="350615" y="6124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54" name="서울특별시 동대문구 제기동">
              <a:extLst>
                <a:ext uri="{FF2B5EF4-FFF2-40B4-BE49-F238E27FC236}">
                  <a16:creationId xmlns:a16="http://schemas.microsoft.com/office/drawing/2014/main" id="{A80B8576-4E28-7CD3-4370-AC2B0CB6B7F2}"/>
                </a:ext>
              </a:extLst>
            </p:cNvPr>
            <p:cNvSpPr/>
            <p:nvPr/>
          </p:nvSpPr>
          <p:spPr>
            <a:xfrm>
              <a:off x="7103649" y="2952750"/>
              <a:ext cx="264795" cy="239458"/>
            </a:xfrm>
            <a:custGeom>
              <a:avLst/>
              <a:gdLst>
                <a:gd name="connsiteX0" fmla="*/ 253270 w 264795"/>
                <a:gd name="connsiteY0" fmla="*/ 208502 h 239458"/>
                <a:gd name="connsiteX1" fmla="*/ 235839 w 264795"/>
                <a:gd name="connsiteY1" fmla="*/ 216122 h 239458"/>
                <a:gd name="connsiteX2" fmla="*/ 189452 w 264795"/>
                <a:gd name="connsiteY2" fmla="*/ 231076 h 239458"/>
                <a:gd name="connsiteX3" fmla="*/ 170021 w 264795"/>
                <a:gd name="connsiteY3" fmla="*/ 235744 h 239458"/>
                <a:gd name="connsiteX4" fmla="*/ 167354 w 264795"/>
                <a:gd name="connsiteY4" fmla="*/ 236411 h 239458"/>
                <a:gd name="connsiteX5" fmla="*/ 121349 w 264795"/>
                <a:gd name="connsiteY5" fmla="*/ 239268 h 239458"/>
                <a:gd name="connsiteX6" fmla="*/ 115538 w 264795"/>
                <a:gd name="connsiteY6" fmla="*/ 239363 h 239458"/>
                <a:gd name="connsiteX7" fmla="*/ 110680 w 264795"/>
                <a:gd name="connsiteY7" fmla="*/ 239363 h 239458"/>
                <a:gd name="connsiteX8" fmla="*/ 103346 w 264795"/>
                <a:gd name="connsiteY8" fmla="*/ 239459 h 239458"/>
                <a:gd name="connsiteX9" fmla="*/ 90773 w 264795"/>
                <a:gd name="connsiteY9" fmla="*/ 239459 h 239458"/>
                <a:gd name="connsiteX10" fmla="*/ 72866 w 264795"/>
                <a:gd name="connsiteY10" fmla="*/ 239459 h 239458"/>
                <a:gd name="connsiteX11" fmla="*/ 60198 w 264795"/>
                <a:gd name="connsiteY11" fmla="*/ 238316 h 239458"/>
                <a:gd name="connsiteX12" fmla="*/ 60008 w 264795"/>
                <a:gd name="connsiteY12" fmla="*/ 230696 h 239458"/>
                <a:gd name="connsiteX13" fmla="*/ 60388 w 264795"/>
                <a:gd name="connsiteY13" fmla="*/ 229553 h 239458"/>
                <a:gd name="connsiteX14" fmla="*/ 60198 w 264795"/>
                <a:gd name="connsiteY14" fmla="*/ 228124 h 239458"/>
                <a:gd name="connsiteX15" fmla="*/ 59246 w 264795"/>
                <a:gd name="connsiteY15" fmla="*/ 223647 h 239458"/>
                <a:gd name="connsiteX16" fmla="*/ 38671 w 264795"/>
                <a:gd name="connsiteY16" fmla="*/ 179832 h 239458"/>
                <a:gd name="connsiteX17" fmla="*/ 19336 w 264795"/>
                <a:gd name="connsiteY17" fmla="*/ 180784 h 239458"/>
                <a:gd name="connsiteX18" fmla="*/ 5810 w 264795"/>
                <a:gd name="connsiteY18" fmla="*/ 182118 h 239458"/>
                <a:gd name="connsiteX19" fmla="*/ 0 w 264795"/>
                <a:gd name="connsiteY19" fmla="*/ 154876 h 239458"/>
                <a:gd name="connsiteX20" fmla="*/ 39529 w 264795"/>
                <a:gd name="connsiteY20" fmla="*/ 112395 h 239458"/>
                <a:gd name="connsiteX21" fmla="*/ 124968 w 264795"/>
                <a:gd name="connsiteY21" fmla="*/ 24384 h 239458"/>
                <a:gd name="connsiteX22" fmla="*/ 126777 w 264795"/>
                <a:gd name="connsiteY22" fmla="*/ 476 h 239458"/>
                <a:gd name="connsiteX23" fmla="*/ 173450 w 264795"/>
                <a:gd name="connsiteY23" fmla="*/ 0 h 239458"/>
                <a:gd name="connsiteX24" fmla="*/ 190024 w 264795"/>
                <a:gd name="connsiteY24" fmla="*/ 286 h 239458"/>
                <a:gd name="connsiteX25" fmla="*/ 200978 w 264795"/>
                <a:gd name="connsiteY25" fmla="*/ 12954 h 239458"/>
                <a:gd name="connsiteX26" fmla="*/ 202501 w 264795"/>
                <a:gd name="connsiteY26" fmla="*/ 22860 h 239458"/>
                <a:gd name="connsiteX27" fmla="*/ 201168 w 264795"/>
                <a:gd name="connsiteY27" fmla="*/ 24670 h 239458"/>
                <a:gd name="connsiteX28" fmla="*/ 196310 w 264795"/>
                <a:gd name="connsiteY28" fmla="*/ 30956 h 239458"/>
                <a:gd name="connsiteX29" fmla="*/ 186880 w 264795"/>
                <a:gd name="connsiteY29" fmla="*/ 44767 h 239458"/>
                <a:gd name="connsiteX30" fmla="*/ 184023 w 264795"/>
                <a:gd name="connsiteY30" fmla="*/ 49149 h 239458"/>
                <a:gd name="connsiteX31" fmla="*/ 197929 w 264795"/>
                <a:gd name="connsiteY31" fmla="*/ 83629 h 239458"/>
                <a:gd name="connsiteX32" fmla="*/ 201168 w 264795"/>
                <a:gd name="connsiteY32" fmla="*/ 83439 h 239458"/>
                <a:gd name="connsiteX33" fmla="*/ 215265 w 264795"/>
                <a:gd name="connsiteY33" fmla="*/ 82867 h 239458"/>
                <a:gd name="connsiteX34" fmla="*/ 218313 w 264795"/>
                <a:gd name="connsiteY34" fmla="*/ 82772 h 239458"/>
                <a:gd name="connsiteX35" fmla="*/ 224028 w 264795"/>
                <a:gd name="connsiteY35" fmla="*/ 82487 h 239458"/>
                <a:gd name="connsiteX36" fmla="*/ 229171 w 264795"/>
                <a:gd name="connsiteY36" fmla="*/ 82296 h 239458"/>
                <a:gd name="connsiteX37" fmla="*/ 233934 w 264795"/>
                <a:gd name="connsiteY37" fmla="*/ 82296 h 239458"/>
                <a:gd name="connsiteX38" fmla="*/ 257651 w 264795"/>
                <a:gd name="connsiteY38" fmla="*/ 156591 h 239458"/>
                <a:gd name="connsiteX39" fmla="*/ 264795 w 264795"/>
                <a:gd name="connsiteY39" fmla="*/ 179642 h 239458"/>
                <a:gd name="connsiteX40" fmla="*/ 251079 w 264795"/>
                <a:gd name="connsiteY40" fmla="*/ 180022 h 239458"/>
                <a:gd name="connsiteX41" fmla="*/ 253270 w 264795"/>
                <a:gd name="connsiteY41" fmla="*/ 208502 h 23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4795" h="239458">
                  <a:moveTo>
                    <a:pt x="253270" y="208502"/>
                  </a:moveTo>
                  <a:lnTo>
                    <a:pt x="235839" y="216122"/>
                  </a:lnTo>
                  <a:lnTo>
                    <a:pt x="189452" y="231076"/>
                  </a:lnTo>
                  <a:lnTo>
                    <a:pt x="170021" y="235744"/>
                  </a:lnTo>
                  <a:lnTo>
                    <a:pt x="167354" y="236411"/>
                  </a:lnTo>
                  <a:lnTo>
                    <a:pt x="121349" y="239268"/>
                  </a:lnTo>
                  <a:lnTo>
                    <a:pt x="115538" y="239363"/>
                  </a:lnTo>
                  <a:lnTo>
                    <a:pt x="110680" y="239363"/>
                  </a:lnTo>
                  <a:lnTo>
                    <a:pt x="103346" y="239459"/>
                  </a:lnTo>
                  <a:lnTo>
                    <a:pt x="90773" y="239459"/>
                  </a:lnTo>
                  <a:lnTo>
                    <a:pt x="72866" y="239459"/>
                  </a:lnTo>
                  <a:lnTo>
                    <a:pt x="60198" y="238316"/>
                  </a:lnTo>
                  <a:lnTo>
                    <a:pt x="60008" y="230696"/>
                  </a:lnTo>
                  <a:lnTo>
                    <a:pt x="60388" y="229553"/>
                  </a:lnTo>
                  <a:lnTo>
                    <a:pt x="60198" y="228124"/>
                  </a:lnTo>
                  <a:lnTo>
                    <a:pt x="59246" y="223647"/>
                  </a:lnTo>
                  <a:lnTo>
                    <a:pt x="38671" y="179832"/>
                  </a:lnTo>
                  <a:lnTo>
                    <a:pt x="19336" y="180784"/>
                  </a:lnTo>
                  <a:lnTo>
                    <a:pt x="5810" y="182118"/>
                  </a:lnTo>
                  <a:lnTo>
                    <a:pt x="0" y="154876"/>
                  </a:lnTo>
                  <a:lnTo>
                    <a:pt x="39529" y="112395"/>
                  </a:lnTo>
                  <a:lnTo>
                    <a:pt x="124968" y="24384"/>
                  </a:lnTo>
                  <a:lnTo>
                    <a:pt x="126777" y="476"/>
                  </a:lnTo>
                  <a:lnTo>
                    <a:pt x="173450" y="0"/>
                  </a:lnTo>
                  <a:lnTo>
                    <a:pt x="190024" y="286"/>
                  </a:lnTo>
                  <a:lnTo>
                    <a:pt x="200978" y="12954"/>
                  </a:lnTo>
                  <a:lnTo>
                    <a:pt x="202501" y="22860"/>
                  </a:lnTo>
                  <a:lnTo>
                    <a:pt x="201168" y="24670"/>
                  </a:lnTo>
                  <a:lnTo>
                    <a:pt x="196310" y="30956"/>
                  </a:lnTo>
                  <a:lnTo>
                    <a:pt x="186880" y="44767"/>
                  </a:lnTo>
                  <a:lnTo>
                    <a:pt x="184023" y="49149"/>
                  </a:lnTo>
                  <a:lnTo>
                    <a:pt x="197929" y="83629"/>
                  </a:lnTo>
                  <a:lnTo>
                    <a:pt x="201168" y="83439"/>
                  </a:lnTo>
                  <a:lnTo>
                    <a:pt x="215265" y="82867"/>
                  </a:lnTo>
                  <a:lnTo>
                    <a:pt x="218313" y="82772"/>
                  </a:lnTo>
                  <a:lnTo>
                    <a:pt x="224028" y="82487"/>
                  </a:lnTo>
                  <a:lnTo>
                    <a:pt x="229171" y="82296"/>
                  </a:lnTo>
                  <a:lnTo>
                    <a:pt x="233934" y="82296"/>
                  </a:lnTo>
                  <a:lnTo>
                    <a:pt x="257651" y="156591"/>
                  </a:lnTo>
                  <a:lnTo>
                    <a:pt x="264795" y="179642"/>
                  </a:lnTo>
                  <a:lnTo>
                    <a:pt x="251079" y="180022"/>
                  </a:lnTo>
                  <a:lnTo>
                    <a:pt x="253270" y="2085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5" name="서울특별시 동대문구 전농1동">
              <a:extLst>
                <a:ext uri="{FF2B5EF4-FFF2-40B4-BE49-F238E27FC236}">
                  <a16:creationId xmlns:a16="http://schemas.microsoft.com/office/drawing/2014/main" id="{FD0073CF-180E-3DDC-8588-91375D3A6070}"/>
                </a:ext>
              </a:extLst>
            </p:cNvPr>
            <p:cNvSpPr/>
            <p:nvPr/>
          </p:nvSpPr>
          <p:spPr>
            <a:xfrm>
              <a:off x="7339488" y="3015329"/>
              <a:ext cx="276511" cy="272033"/>
            </a:xfrm>
            <a:custGeom>
              <a:avLst/>
              <a:gdLst>
                <a:gd name="connsiteX0" fmla="*/ 224980 w 276511"/>
                <a:gd name="connsiteY0" fmla="*/ 64484 h 272033"/>
                <a:gd name="connsiteX1" fmla="*/ 203645 w 276511"/>
                <a:gd name="connsiteY1" fmla="*/ 75533 h 272033"/>
                <a:gd name="connsiteX2" fmla="*/ 200692 w 276511"/>
                <a:gd name="connsiteY2" fmla="*/ 79153 h 272033"/>
                <a:gd name="connsiteX3" fmla="*/ 230600 w 276511"/>
                <a:gd name="connsiteY3" fmla="*/ 121063 h 272033"/>
                <a:gd name="connsiteX4" fmla="*/ 245936 w 276511"/>
                <a:gd name="connsiteY4" fmla="*/ 142018 h 272033"/>
                <a:gd name="connsiteX5" fmla="*/ 261557 w 276511"/>
                <a:gd name="connsiteY5" fmla="*/ 163259 h 272033"/>
                <a:gd name="connsiteX6" fmla="*/ 265748 w 276511"/>
                <a:gd name="connsiteY6" fmla="*/ 168973 h 272033"/>
                <a:gd name="connsiteX7" fmla="*/ 266415 w 276511"/>
                <a:gd name="connsiteY7" fmla="*/ 170021 h 272033"/>
                <a:gd name="connsiteX8" fmla="*/ 267367 w 276511"/>
                <a:gd name="connsiteY8" fmla="*/ 171259 h 272033"/>
                <a:gd name="connsiteX9" fmla="*/ 272225 w 276511"/>
                <a:gd name="connsiteY9" fmla="*/ 178403 h 272033"/>
                <a:gd name="connsiteX10" fmla="*/ 274606 w 276511"/>
                <a:gd name="connsiteY10" fmla="*/ 181832 h 272033"/>
                <a:gd name="connsiteX11" fmla="*/ 275463 w 276511"/>
                <a:gd name="connsiteY11" fmla="*/ 184404 h 272033"/>
                <a:gd name="connsiteX12" fmla="*/ 275844 w 276511"/>
                <a:gd name="connsiteY12" fmla="*/ 185738 h 272033"/>
                <a:gd name="connsiteX13" fmla="*/ 276320 w 276511"/>
                <a:gd name="connsiteY13" fmla="*/ 187166 h 272033"/>
                <a:gd name="connsiteX14" fmla="*/ 276511 w 276511"/>
                <a:gd name="connsiteY14" fmla="*/ 187642 h 272033"/>
                <a:gd name="connsiteX15" fmla="*/ 275844 w 276511"/>
                <a:gd name="connsiteY15" fmla="*/ 201263 h 272033"/>
                <a:gd name="connsiteX16" fmla="*/ 275177 w 276511"/>
                <a:gd name="connsiteY16" fmla="*/ 214693 h 272033"/>
                <a:gd name="connsiteX17" fmla="*/ 274225 w 276511"/>
                <a:gd name="connsiteY17" fmla="*/ 225933 h 272033"/>
                <a:gd name="connsiteX18" fmla="*/ 212503 w 276511"/>
                <a:gd name="connsiteY18" fmla="*/ 258223 h 272033"/>
                <a:gd name="connsiteX19" fmla="*/ 176308 w 276511"/>
                <a:gd name="connsiteY19" fmla="*/ 261938 h 272033"/>
                <a:gd name="connsiteX20" fmla="*/ 159925 w 276511"/>
                <a:gd name="connsiteY20" fmla="*/ 252603 h 272033"/>
                <a:gd name="connsiteX21" fmla="*/ 148304 w 276511"/>
                <a:gd name="connsiteY21" fmla="*/ 245935 h 272033"/>
                <a:gd name="connsiteX22" fmla="*/ 105918 w 276511"/>
                <a:gd name="connsiteY22" fmla="*/ 248031 h 272033"/>
                <a:gd name="connsiteX23" fmla="*/ 85535 w 276511"/>
                <a:gd name="connsiteY23" fmla="*/ 272034 h 272033"/>
                <a:gd name="connsiteX24" fmla="*/ 54673 w 276511"/>
                <a:gd name="connsiteY24" fmla="*/ 250126 h 272033"/>
                <a:gd name="connsiteX25" fmla="*/ 43720 w 276511"/>
                <a:gd name="connsiteY25" fmla="*/ 189738 h 272033"/>
                <a:gd name="connsiteX26" fmla="*/ 0 w 276511"/>
                <a:gd name="connsiteY26" fmla="*/ 153543 h 272033"/>
                <a:gd name="connsiteX27" fmla="*/ 17431 w 276511"/>
                <a:gd name="connsiteY27" fmla="*/ 145923 h 272033"/>
                <a:gd name="connsiteX28" fmla="*/ 31814 w 276511"/>
                <a:gd name="connsiteY28" fmla="*/ 141065 h 272033"/>
                <a:gd name="connsiteX29" fmla="*/ 66961 w 276511"/>
                <a:gd name="connsiteY29" fmla="*/ 124492 h 272033"/>
                <a:gd name="connsiteX30" fmla="*/ 70104 w 276511"/>
                <a:gd name="connsiteY30" fmla="*/ 122110 h 272033"/>
                <a:gd name="connsiteX31" fmla="*/ 116967 w 276511"/>
                <a:gd name="connsiteY31" fmla="*/ 85439 h 272033"/>
                <a:gd name="connsiteX32" fmla="*/ 120110 w 276511"/>
                <a:gd name="connsiteY32" fmla="*/ 82963 h 272033"/>
                <a:gd name="connsiteX33" fmla="*/ 132493 w 276511"/>
                <a:gd name="connsiteY33" fmla="*/ 73152 h 272033"/>
                <a:gd name="connsiteX34" fmla="*/ 136874 w 276511"/>
                <a:gd name="connsiteY34" fmla="*/ 69628 h 272033"/>
                <a:gd name="connsiteX35" fmla="*/ 148590 w 276511"/>
                <a:gd name="connsiteY35" fmla="*/ 56769 h 272033"/>
                <a:gd name="connsiteX36" fmla="*/ 187071 w 276511"/>
                <a:gd name="connsiteY36" fmla="*/ 9811 h 272033"/>
                <a:gd name="connsiteX37" fmla="*/ 195263 w 276511"/>
                <a:gd name="connsiteY37" fmla="*/ 190 h 272033"/>
                <a:gd name="connsiteX38" fmla="*/ 225552 w 276511"/>
                <a:gd name="connsiteY38" fmla="*/ 0 h 272033"/>
                <a:gd name="connsiteX39" fmla="*/ 225552 w 276511"/>
                <a:gd name="connsiteY39" fmla="*/ 2191 h 272033"/>
                <a:gd name="connsiteX40" fmla="*/ 224980 w 276511"/>
                <a:gd name="connsiteY40" fmla="*/ 64484 h 27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6511" h="272033">
                  <a:moveTo>
                    <a:pt x="224980" y="64484"/>
                  </a:moveTo>
                  <a:lnTo>
                    <a:pt x="203645" y="75533"/>
                  </a:lnTo>
                  <a:lnTo>
                    <a:pt x="200692" y="79153"/>
                  </a:lnTo>
                  <a:lnTo>
                    <a:pt x="230600" y="121063"/>
                  </a:lnTo>
                  <a:lnTo>
                    <a:pt x="245936" y="142018"/>
                  </a:lnTo>
                  <a:lnTo>
                    <a:pt x="261557" y="163259"/>
                  </a:lnTo>
                  <a:lnTo>
                    <a:pt x="265748" y="168973"/>
                  </a:lnTo>
                  <a:lnTo>
                    <a:pt x="266415" y="170021"/>
                  </a:lnTo>
                  <a:lnTo>
                    <a:pt x="267367" y="171259"/>
                  </a:lnTo>
                  <a:lnTo>
                    <a:pt x="272225" y="178403"/>
                  </a:lnTo>
                  <a:lnTo>
                    <a:pt x="274606" y="181832"/>
                  </a:lnTo>
                  <a:lnTo>
                    <a:pt x="275463" y="184404"/>
                  </a:lnTo>
                  <a:lnTo>
                    <a:pt x="275844" y="185738"/>
                  </a:lnTo>
                  <a:lnTo>
                    <a:pt x="276320" y="187166"/>
                  </a:lnTo>
                  <a:lnTo>
                    <a:pt x="276511" y="187642"/>
                  </a:lnTo>
                  <a:lnTo>
                    <a:pt x="275844" y="201263"/>
                  </a:lnTo>
                  <a:lnTo>
                    <a:pt x="275177" y="214693"/>
                  </a:lnTo>
                  <a:lnTo>
                    <a:pt x="274225" y="225933"/>
                  </a:lnTo>
                  <a:lnTo>
                    <a:pt x="212503" y="258223"/>
                  </a:lnTo>
                  <a:lnTo>
                    <a:pt x="176308" y="261938"/>
                  </a:lnTo>
                  <a:lnTo>
                    <a:pt x="159925" y="252603"/>
                  </a:lnTo>
                  <a:lnTo>
                    <a:pt x="148304" y="245935"/>
                  </a:lnTo>
                  <a:lnTo>
                    <a:pt x="105918" y="248031"/>
                  </a:lnTo>
                  <a:lnTo>
                    <a:pt x="85535" y="272034"/>
                  </a:lnTo>
                  <a:lnTo>
                    <a:pt x="54673" y="250126"/>
                  </a:lnTo>
                  <a:lnTo>
                    <a:pt x="43720" y="189738"/>
                  </a:lnTo>
                  <a:lnTo>
                    <a:pt x="0" y="153543"/>
                  </a:lnTo>
                  <a:lnTo>
                    <a:pt x="17431" y="145923"/>
                  </a:lnTo>
                  <a:lnTo>
                    <a:pt x="31814" y="141065"/>
                  </a:lnTo>
                  <a:lnTo>
                    <a:pt x="66961" y="124492"/>
                  </a:lnTo>
                  <a:lnTo>
                    <a:pt x="70104" y="122110"/>
                  </a:lnTo>
                  <a:lnTo>
                    <a:pt x="116967" y="85439"/>
                  </a:lnTo>
                  <a:lnTo>
                    <a:pt x="120110" y="82963"/>
                  </a:lnTo>
                  <a:lnTo>
                    <a:pt x="132493" y="73152"/>
                  </a:lnTo>
                  <a:lnTo>
                    <a:pt x="136874" y="69628"/>
                  </a:lnTo>
                  <a:lnTo>
                    <a:pt x="148590" y="56769"/>
                  </a:lnTo>
                  <a:lnTo>
                    <a:pt x="187071" y="9811"/>
                  </a:lnTo>
                  <a:lnTo>
                    <a:pt x="195263" y="190"/>
                  </a:lnTo>
                  <a:lnTo>
                    <a:pt x="225552" y="0"/>
                  </a:lnTo>
                  <a:lnTo>
                    <a:pt x="225552" y="2191"/>
                  </a:lnTo>
                  <a:lnTo>
                    <a:pt x="224980" y="6448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6" name="서울특별시 동대문구 전농2동">
              <a:extLst>
                <a:ext uri="{FF2B5EF4-FFF2-40B4-BE49-F238E27FC236}">
                  <a16:creationId xmlns:a16="http://schemas.microsoft.com/office/drawing/2014/main" id="{A59CDE07-A7A1-8664-5939-EA382E12C455}"/>
                </a:ext>
              </a:extLst>
            </p:cNvPr>
            <p:cNvSpPr/>
            <p:nvPr/>
          </p:nvSpPr>
          <p:spPr>
            <a:xfrm>
              <a:off x="7540180" y="3042380"/>
              <a:ext cx="268414" cy="198881"/>
            </a:xfrm>
            <a:custGeom>
              <a:avLst/>
              <a:gdLst>
                <a:gd name="connsiteX0" fmla="*/ 268414 w 268414"/>
                <a:gd name="connsiteY0" fmla="*/ 73819 h 198881"/>
                <a:gd name="connsiteX1" fmla="*/ 255556 w 268414"/>
                <a:gd name="connsiteY1" fmla="*/ 137160 h 198881"/>
                <a:gd name="connsiteX2" fmla="*/ 243554 w 268414"/>
                <a:gd name="connsiteY2" fmla="*/ 176308 h 198881"/>
                <a:gd name="connsiteX3" fmla="*/ 195929 w 268414"/>
                <a:gd name="connsiteY3" fmla="*/ 179165 h 198881"/>
                <a:gd name="connsiteX4" fmla="*/ 143827 w 268414"/>
                <a:gd name="connsiteY4" fmla="*/ 189833 h 198881"/>
                <a:gd name="connsiteX5" fmla="*/ 117348 w 268414"/>
                <a:gd name="connsiteY5" fmla="*/ 196596 h 198881"/>
                <a:gd name="connsiteX6" fmla="*/ 73533 w 268414"/>
                <a:gd name="connsiteY6" fmla="*/ 198882 h 198881"/>
                <a:gd name="connsiteX7" fmla="*/ 74486 w 268414"/>
                <a:gd name="connsiteY7" fmla="*/ 187642 h 198881"/>
                <a:gd name="connsiteX8" fmla="*/ 75152 w 268414"/>
                <a:gd name="connsiteY8" fmla="*/ 174212 h 198881"/>
                <a:gd name="connsiteX9" fmla="*/ 75819 w 268414"/>
                <a:gd name="connsiteY9" fmla="*/ 160592 h 198881"/>
                <a:gd name="connsiteX10" fmla="*/ 75629 w 268414"/>
                <a:gd name="connsiteY10" fmla="*/ 160115 h 198881"/>
                <a:gd name="connsiteX11" fmla="*/ 75152 w 268414"/>
                <a:gd name="connsiteY11" fmla="*/ 158687 h 198881"/>
                <a:gd name="connsiteX12" fmla="*/ 74771 w 268414"/>
                <a:gd name="connsiteY12" fmla="*/ 157353 h 198881"/>
                <a:gd name="connsiteX13" fmla="*/ 73914 w 268414"/>
                <a:gd name="connsiteY13" fmla="*/ 154781 h 198881"/>
                <a:gd name="connsiteX14" fmla="*/ 71533 w 268414"/>
                <a:gd name="connsiteY14" fmla="*/ 151352 h 198881"/>
                <a:gd name="connsiteX15" fmla="*/ 66675 w 268414"/>
                <a:gd name="connsiteY15" fmla="*/ 144209 h 198881"/>
                <a:gd name="connsiteX16" fmla="*/ 65723 w 268414"/>
                <a:gd name="connsiteY16" fmla="*/ 142970 h 198881"/>
                <a:gd name="connsiteX17" fmla="*/ 65056 w 268414"/>
                <a:gd name="connsiteY17" fmla="*/ 141922 h 198881"/>
                <a:gd name="connsiteX18" fmla="*/ 60865 w 268414"/>
                <a:gd name="connsiteY18" fmla="*/ 136208 h 198881"/>
                <a:gd name="connsiteX19" fmla="*/ 45244 w 268414"/>
                <a:gd name="connsiteY19" fmla="*/ 114967 h 198881"/>
                <a:gd name="connsiteX20" fmla="*/ 29909 w 268414"/>
                <a:gd name="connsiteY20" fmla="*/ 94012 h 198881"/>
                <a:gd name="connsiteX21" fmla="*/ 0 w 268414"/>
                <a:gd name="connsiteY21" fmla="*/ 52102 h 198881"/>
                <a:gd name="connsiteX22" fmla="*/ 2953 w 268414"/>
                <a:gd name="connsiteY22" fmla="*/ 48482 h 198881"/>
                <a:gd name="connsiteX23" fmla="*/ 24289 w 268414"/>
                <a:gd name="connsiteY23" fmla="*/ 37433 h 198881"/>
                <a:gd name="connsiteX24" fmla="*/ 36766 w 268414"/>
                <a:gd name="connsiteY24" fmla="*/ 28289 h 198881"/>
                <a:gd name="connsiteX25" fmla="*/ 43529 w 268414"/>
                <a:gd name="connsiteY25" fmla="*/ 19621 h 198881"/>
                <a:gd name="connsiteX26" fmla="*/ 45148 w 268414"/>
                <a:gd name="connsiteY26" fmla="*/ 13525 h 198881"/>
                <a:gd name="connsiteX27" fmla="*/ 44387 w 268414"/>
                <a:gd name="connsiteY27" fmla="*/ 6001 h 198881"/>
                <a:gd name="connsiteX28" fmla="*/ 49339 w 268414"/>
                <a:gd name="connsiteY28" fmla="*/ 476 h 198881"/>
                <a:gd name="connsiteX29" fmla="*/ 50673 w 268414"/>
                <a:gd name="connsiteY29" fmla="*/ 0 h 198881"/>
                <a:gd name="connsiteX30" fmla="*/ 55816 w 268414"/>
                <a:gd name="connsiteY30" fmla="*/ 952 h 198881"/>
                <a:gd name="connsiteX31" fmla="*/ 71342 w 268414"/>
                <a:gd name="connsiteY31" fmla="*/ 4381 h 198881"/>
                <a:gd name="connsiteX32" fmla="*/ 72485 w 268414"/>
                <a:gd name="connsiteY32" fmla="*/ 5239 h 198881"/>
                <a:gd name="connsiteX33" fmla="*/ 75343 w 268414"/>
                <a:gd name="connsiteY33" fmla="*/ 7525 h 198881"/>
                <a:gd name="connsiteX34" fmla="*/ 76771 w 268414"/>
                <a:gd name="connsiteY34" fmla="*/ 18002 h 198881"/>
                <a:gd name="connsiteX35" fmla="*/ 76771 w 268414"/>
                <a:gd name="connsiteY35" fmla="*/ 21241 h 198881"/>
                <a:gd name="connsiteX36" fmla="*/ 78010 w 268414"/>
                <a:gd name="connsiteY36" fmla="*/ 22193 h 198881"/>
                <a:gd name="connsiteX37" fmla="*/ 111347 w 268414"/>
                <a:gd name="connsiteY37" fmla="*/ 22384 h 198881"/>
                <a:gd name="connsiteX38" fmla="*/ 115158 w 268414"/>
                <a:gd name="connsiteY38" fmla="*/ 22384 h 198881"/>
                <a:gd name="connsiteX39" fmla="*/ 128492 w 268414"/>
                <a:gd name="connsiteY39" fmla="*/ 21908 h 198881"/>
                <a:gd name="connsiteX40" fmla="*/ 139732 w 268414"/>
                <a:gd name="connsiteY40" fmla="*/ 18479 h 198881"/>
                <a:gd name="connsiteX41" fmla="*/ 142304 w 268414"/>
                <a:gd name="connsiteY41" fmla="*/ 16002 h 198881"/>
                <a:gd name="connsiteX42" fmla="*/ 146495 w 268414"/>
                <a:gd name="connsiteY42" fmla="*/ 14668 h 198881"/>
                <a:gd name="connsiteX43" fmla="*/ 153638 w 268414"/>
                <a:gd name="connsiteY43" fmla="*/ 14859 h 198881"/>
                <a:gd name="connsiteX44" fmla="*/ 170783 w 268414"/>
                <a:gd name="connsiteY44" fmla="*/ 18097 h 198881"/>
                <a:gd name="connsiteX45" fmla="*/ 171736 w 268414"/>
                <a:gd name="connsiteY45" fmla="*/ 18383 h 198881"/>
                <a:gd name="connsiteX46" fmla="*/ 179737 w 268414"/>
                <a:gd name="connsiteY46" fmla="*/ 21146 h 198881"/>
                <a:gd name="connsiteX47" fmla="*/ 190309 w 268414"/>
                <a:gd name="connsiteY47" fmla="*/ 26098 h 198881"/>
                <a:gd name="connsiteX48" fmla="*/ 193643 w 268414"/>
                <a:gd name="connsiteY48" fmla="*/ 28765 h 198881"/>
                <a:gd name="connsiteX49" fmla="*/ 196501 w 268414"/>
                <a:gd name="connsiteY49" fmla="*/ 30956 h 198881"/>
                <a:gd name="connsiteX50" fmla="*/ 197168 w 268414"/>
                <a:gd name="connsiteY50" fmla="*/ 51340 h 198881"/>
                <a:gd name="connsiteX51" fmla="*/ 194691 w 268414"/>
                <a:gd name="connsiteY51" fmla="*/ 60103 h 198881"/>
                <a:gd name="connsiteX52" fmla="*/ 248031 w 268414"/>
                <a:gd name="connsiteY52" fmla="*/ 75724 h 198881"/>
                <a:gd name="connsiteX53" fmla="*/ 268414 w 268414"/>
                <a:gd name="connsiteY53" fmla="*/ 73819 h 19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68414" h="198881">
                  <a:moveTo>
                    <a:pt x="268414" y="73819"/>
                  </a:moveTo>
                  <a:lnTo>
                    <a:pt x="255556" y="137160"/>
                  </a:lnTo>
                  <a:lnTo>
                    <a:pt x="243554" y="176308"/>
                  </a:lnTo>
                  <a:lnTo>
                    <a:pt x="195929" y="179165"/>
                  </a:lnTo>
                  <a:lnTo>
                    <a:pt x="143827" y="189833"/>
                  </a:lnTo>
                  <a:lnTo>
                    <a:pt x="117348" y="196596"/>
                  </a:lnTo>
                  <a:lnTo>
                    <a:pt x="73533" y="198882"/>
                  </a:lnTo>
                  <a:lnTo>
                    <a:pt x="74486" y="187642"/>
                  </a:lnTo>
                  <a:lnTo>
                    <a:pt x="75152" y="174212"/>
                  </a:lnTo>
                  <a:lnTo>
                    <a:pt x="75819" y="160592"/>
                  </a:lnTo>
                  <a:lnTo>
                    <a:pt x="75629" y="160115"/>
                  </a:lnTo>
                  <a:lnTo>
                    <a:pt x="75152" y="158687"/>
                  </a:lnTo>
                  <a:lnTo>
                    <a:pt x="74771" y="157353"/>
                  </a:lnTo>
                  <a:lnTo>
                    <a:pt x="73914" y="154781"/>
                  </a:lnTo>
                  <a:lnTo>
                    <a:pt x="71533" y="151352"/>
                  </a:lnTo>
                  <a:lnTo>
                    <a:pt x="66675" y="144209"/>
                  </a:lnTo>
                  <a:lnTo>
                    <a:pt x="65723" y="142970"/>
                  </a:lnTo>
                  <a:lnTo>
                    <a:pt x="65056" y="141922"/>
                  </a:lnTo>
                  <a:lnTo>
                    <a:pt x="60865" y="136208"/>
                  </a:lnTo>
                  <a:lnTo>
                    <a:pt x="45244" y="114967"/>
                  </a:lnTo>
                  <a:lnTo>
                    <a:pt x="29909" y="94012"/>
                  </a:lnTo>
                  <a:lnTo>
                    <a:pt x="0" y="52102"/>
                  </a:lnTo>
                  <a:lnTo>
                    <a:pt x="2953" y="48482"/>
                  </a:lnTo>
                  <a:lnTo>
                    <a:pt x="24289" y="37433"/>
                  </a:lnTo>
                  <a:lnTo>
                    <a:pt x="36766" y="28289"/>
                  </a:lnTo>
                  <a:lnTo>
                    <a:pt x="43529" y="19621"/>
                  </a:lnTo>
                  <a:lnTo>
                    <a:pt x="45148" y="13525"/>
                  </a:lnTo>
                  <a:lnTo>
                    <a:pt x="44387" y="6001"/>
                  </a:lnTo>
                  <a:lnTo>
                    <a:pt x="49339" y="476"/>
                  </a:lnTo>
                  <a:lnTo>
                    <a:pt x="50673" y="0"/>
                  </a:lnTo>
                  <a:lnTo>
                    <a:pt x="55816" y="952"/>
                  </a:lnTo>
                  <a:lnTo>
                    <a:pt x="71342" y="4381"/>
                  </a:lnTo>
                  <a:lnTo>
                    <a:pt x="72485" y="5239"/>
                  </a:lnTo>
                  <a:lnTo>
                    <a:pt x="75343" y="7525"/>
                  </a:lnTo>
                  <a:lnTo>
                    <a:pt x="76771" y="18002"/>
                  </a:lnTo>
                  <a:lnTo>
                    <a:pt x="76771" y="21241"/>
                  </a:lnTo>
                  <a:lnTo>
                    <a:pt x="78010" y="22193"/>
                  </a:lnTo>
                  <a:lnTo>
                    <a:pt x="111347" y="22384"/>
                  </a:lnTo>
                  <a:lnTo>
                    <a:pt x="115158" y="22384"/>
                  </a:lnTo>
                  <a:lnTo>
                    <a:pt x="128492" y="21908"/>
                  </a:lnTo>
                  <a:lnTo>
                    <a:pt x="139732" y="18479"/>
                  </a:lnTo>
                  <a:lnTo>
                    <a:pt x="142304" y="16002"/>
                  </a:lnTo>
                  <a:lnTo>
                    <a:pt x="146495" y="14668"/>
                  </a:lnTo>
                  <a:lnTo>
                    <a:pt x="153638" y="14859"/>
                  </a:lnTo>
                  <a:lnTo>
                    <a:pt x="170783" y="18097"/>
                  </a:lnTo>
                  <a:lnTo>
                    <a:pt x="171736" y="18383"/>
                  </a:lnTo>
                  <a:lnTo>
                    <a:pt x="179737" y="21146"/>
                  </a:lnTo>
                  <a:lnTo>
                    <a:pt x="190309" y="26098"/>
                  </a:lnTo>
                  <a:lnTo>
                    <a:pt x="193643" y="28765"/>
                  </a:lnTo>
                  <a:lnTo>
                    <a:pt x="196501" y="30956"/>
                  </a:lnTo>
                  <a:lnTo>
                    <a:pt x="197168" y="51340"/>
                  </a:lnTo>
                  <a:lnTo>
                    <a:pt x="194691" y="60103"/>
                  </a:lnTo>
                  <a:lnTo>
                    <a:pt x="248031" y="75724"/>
                  </a:lnTo>
                  <a:lnTo>
                    <a:pt x="268414" y="7381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7" name="서울특별시 동대문구 답십리2동">
              <a:extLst>
                <a:ext uri="{FF2B5EF4-FFF2-40B4-BE49-F238E27FC236}">
                  <a16:creationId xmlns:a16="http://schemas.microsoft.com/office/drawing/2014/main" id="{8B095D4D-3337-8786-06CD-0B0C033C4EBE}"/>
                </a:ext>
              </a:extLst>
            </p:cNvPr>
            <p:cNvSpPr/>
            <p:nvPr/>
          </p:nvSpPr>
          <p:spPr>
            <a:xfrm>
              <a:off x="7599330" y="3218687"/>
              <a:ext cx="184499" cy="246221"/>
            </a:xfrm>
            <a:custGeom>
              <a:avLst/>
              <a:gdLst>
                <a:gd name="connsiteX0" fmla="*/ 171735 w 184499"/>
                <a:gd name="connsiteY0" fmla="*/ 69628 h 246221"/>
                <a:gd name="connsiteX1" fmla="*/ 151162 w 184499"/>
                <a:gd name="connsiteY1" fmla="*/ 103632 h 246221"/>
                <a:gd name="connsiteX2" fmla="*/ 145161 w 184499"/>
                <a:gd name="connsiteY2" fmla="*/ 112014 h 246221"/>
                <a:gd name="connsiteX3" fmla="*/ 137160 w 184499"/>
                <a:gd name="connsiteY3" fmla="*/ 122682 h 246221"/>
                <a:gd name="connsiteX4" fmla="*/ 130207 w 184499"/>
                <a:gd name="connsiteY4" fmla="*/ 132112 h 246221"/>
                <a:gd name="connsiteX5" fmla="*/ 105346 w 184499"/>
                <a:gd name="connsiteY5" fmla="*/ 165259 h 246221"/>
                <a:gd name="connsiteX6" fmla="*/ 97917 w 184499"/>
                <a:gd name="connsiteY6" fmla="*/ 174879 h 246221"/>
                <a:gd name="connsiteX7" fmla="*/ 78010 w 184499"/>
                <a:gd name="connsiteY7" fmla="*/ 200120 h 246221"/>
                <a:gd name="connsiteX8" fmla="*/ 73247 w 184499"/>
                <a:gd name="connsiteY8" fmla="*/ 204311 h 246221"/>
                <a:gd name="connsiteX9" fmla="*/ 16954 w 184499"/>
                <a:gd name="connsiteY9" fmla="*/ 246221 h 246221"/>
                <a:gd name="connsiteX10" fmla="*/ 0 w 184499"/>
                <a:gd name="connsiteY10" fmla="*/ 232696 h 246221"/>
                <a:gd name="connsiteX11" fmla="*/ 2762 w 184499"/>
                <a:gd name="connsiteY11" fmla="*/ 155543 h 246221"/>
                <a:gd name="connsiteX12" fmla="*/ 12573 w 184499"/>
                <a:gd name="connsiteY12" fmla="*/ 43339 h 246221"/>
                <a:gd name="connsiteX13" fmla="*/ 13621 w 184499"/>
                <a:gd name="connsiteY13" fmla="*/ 31051 h 246221"/>
                <a:gd name="connsiteX14" fmla="*/ 14383 w 184499"/>
                <a:gd name="connsiteY14" fmla="*/ 22574 h 246221"/>
                <a:gd name="connsiteX15" fmla="*/ 58198 w 184499"/>
                <a:gd name="connsiteY15" fmla="*/ 20288 h 246221"/>
                <a:gd name="connsiteX16" fmla="*/ 84677 w 184499"/>
                <a:gd name="connsiteY16" fmla="*/ 13525 h 246221"/>
                <a:gd name="connsiteX17" fmla="*/ 136779 w 184499"/>
                <a:gd name="connsiteY17" fmla="*/ 2858 h 246221"/>
                <a:gd name="connsiteX18" fmla="*/ 184404 w 184499"/>
                <a:gd name="connsiteY18" fmla="*/ 0 h 246221"/>
                <a:gd name="connsiteX19" fmla="*/ 184499 w 184499"/>
                <a:gd name="connsiteY19" fmla="*/ 1619 h 246221"/>
                <a:gd name="connsiteX20" fmla="*/ 171735 w 184499"/>
                <a:gd name="connsiteY20" fmla="*/ 69628 h 24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4499" h="246221">
                  <a:moveTo>
                    <a:pt x="171735" y="69628"/>
                  </a:moveTo>
                  <a:lnTo>
                    <a:pt x="151162" y="103632"/>
                  </a:lnTo>
                  <a:lnTo>
                    <a:pt x="145161" y="112014"/>
                  </a:lnTo>
                  <a:lnTo>
                    <a:pt x="137160" y="122682"/>
                  </a:lnTo>
                  <a:lnTo>
                    <a:pt x="130207" y="132112"/>
                  </a:lnTo>
                  <a:lnTo>
                    <a:pt x="105346" y="165259"/>
                  </a:lnTo>
                  <a:lnTo>
                    <a:pt x="97917" y="174879"/>
                  </a:lnTo>
                  <a:lnTo>
                    <a:pt x="78010" y="200120"/>
                  </a:lnTo>
                  <a:lnTo>
                    <a:pt x="73247" y="204311"/>
                  </a:lnTo>
                  <a:lnTo>
                    <a:pt x="16954" y="246221"/>
                  </a:lnTo>
                  <a:lnTo>
                    <a:pt x="0" y="232696"/>
                  </a:lnTo>
                  <a:lnTo>
                    <a:pt x="2762" y="155543"/>
                  </a:lnTo>
                  <a:lnTo>
                    <a:pt x="12573" y="43339"/>
                  </a:lnTo>
                  <a:lnTo>
                    <a:pt x="13621" y="31051"/>
                  </a:lnTo>
                  <a:lnTo>
                    <a:pt x="14383" y="22574"/>
                  </a:lnTo>
                  <a:lnTo>
                    <a:pt x="58198" y="20288"/>
                  </a:lnTo>
                  <a:lnTo>
                    <a:pt x="84677" y="13525"/>
                  </a:lnTo>
                  <a:lnTo>
                    <a:pt x="136779" y="2858"/>
                  </a:lnTo>
                  <a:lnTo>
                    <a:pt x="184404" y="0"/>
                  </a:lnTo>
                  <a:lnTo>
                    <a:pt x="184499" y="1619"/>
                  </a:lnTo>
                  <a:lnTo>
                    <a:pt x="171735" y="6962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8" name="서울특별시 동대문구 장안1동">
              <a:extLst>
                <a:ext uri="{FF2B5EF4-FFF2-40B4-BE49-F238E27FC236}">
                  <a16:creationId xmlns:a16="http://schemas.microsoft.com/office/drawing/2014/main" id="{344BDDB9-4770-3204-4DE7-F696AC5F7A24}"/>
                </a:ext>
              </a:extLst>
            </p:cNvPr>
            <p:cNvSpPr/>
            <p:nvPr/>
          </p:nvSpPr>
          <p:spPr>
            <a:xfrm>
              <a:off x="7616285" y="3288315"/>
              <a:ext cx="377095" cy="230504"/>
            </a:xfrm>
            <a:custGeom>
              <a:avLst/>
              <a:gdLst>
                <a:gd name="connsiteX0" fmla="*/ 377095 w 377095"/>
                <a:gd name="connsiteY0" fmla="*/ 16288 h 230504"/>
                <a:gd name="connsiteX1" fmla="*/ 370332 w 377095"/>
                <a:gd name="connsiteY1" fmla="*/ 32957 h 230504"/>
                <a:gd name="connsiteX2" fmla="*/ 362617 w 377095"/>
                <a:gd name="connsiteY2" fmla="*/ 48578 h 230504"/>
                <a:gd name="connsiteX3" fmla="*/ 345948 w 377095"/>
                <a:gd name="connsiteY3" fmla="*/ 78391 h 230504"/>
                <a:gd name="connsiteX4" fmla="*/ 327660 w 377095"/>
                <a:gd name="connsiteY4" fmla="*/ 110966 h 230504"/>
                <a:gd name="connsiteX5" fmla="*/ 259747 w 377095"/>
                <a:gd name="connsiteY5" fmla="*/ 230505 h 230504"/>
                <a:gd name="connsiteX6" fmla="*/ 234410 w 377095"/>
                <a:gd name="connsiteY6" fmla="*/ 220790 h 230504"/>
                <a:gd name="connsiteX7" fmla="*/ 216027 w 377095"/>
                <a:gd name="connsiteY7" fmla="*/ 217646 h 230504"/>
                <a:gd name="connsiteX8" fmla="*/ 202025 w 377095"/>
                <a:gd name="connsiteY8" fmla="*/ 215551 h 230504"/>
                <a:gd name="connsiteX9" fmla="*/ 140875 w 377095"/>
                <a:gd name="connsiteY9" fmla="*/ 206883 h 230504"/>
                <a:gd name="connsiteX10" fmla="*/ 140113 w 377095"/>
                <a:gd name="connsiteY10" fmla="*/ 210502 h 230504"/>
                <a:gd name="connsiteX11" fmla="*/ 100299 w 377095"/>
                <a:gd name="connsiteY11" fmla="*/ 204407 h 230504"/>
                <a:gd name="connsiteX12" fmla="*/ 29242 w 377095"/>
                <a:gd name="connsiteY12" fmla="*/ 190881 h 230504"/>
                <a:gd name="connsiteX13" fmla="*/ 23146 w 377095"/>
                <a:gd name="connsiteY13" fmla="*/ 189452 h 230504"/>
                <a:gd name="connsiteX14" fmla="*/ 16859 w 377095"/>
                <a:gd name="connsiteY14" fmla="*/ 186785 h 230504"/>
                <a:gd name="connsiteX15" fmla="*/ 7715 w 377095"/>
                <a:gd name="connsiteY15" fmla="*/ 182023 h 230504"/>
                <a:gd name="connsiteX16" fmla="*/ 6668 w 377095"/>
                <a:gd name="connsiteY16" fmla="*/ 181261 h 230504"/>
                <a:gd name="connsiteX17" fmla="*/ 0 w 377095"/>
                <a:gd name="connsiteY17" fmla="*/ 176593 h 230504"/>
                <a:gd name="connsiteX18" fmla="*/ 56293 w 377095"/>
                <a:gd name="connsiteY18" fmla="*/ 134684 h 230504"/>
                <a:gd name="connsiteX19" fmla="*/ 61056 w 377095"/>
                <a:gd name="connsiteY19" fmla="*/ 130492 h 230504"/>
                <a:gd name="connsiteX20" fmla="*/ 80963 w 377095"/>
                <a:gd name="connsiteY20" fmla="*/ 105251 h 230504"/>
                <a:gd name="connsiteX21" fmla="*/ 88392 w 377095"/>
                <a:gd name="connsiteY21" fmla="*/ 95631 h 230504"/>
                <a:gd name="connsiteX22" fmla="*/ 113252 w 377095"/>
                <a:gd name="connsiteY22" fmla="*/ 62484 h 230504"/>
                <a:gd name="connsiteX23" fmla="*/ 120205 w 377095"/>
                <a:gd name="connsiteY23" fmla="*/ 53054 h 230504"/>
                <a:gd name="connsiteX24" fmla="*/ 128207 w 377095"/>
                <a:gd name="connsiteY24" fmla="*/ 42386 h 230504"/>
                <a:gd name="connsiteX25" fmla="*/ 134208 w 377095"/>
                <a:gd name="connsiteY25" fmla="*/ 34004 h 230504"/>
                <a:gd name="connsiteX26" fmla="*/ 154781 w 377095"/>
                <a:gd name="connsiteY26" fmla="*/ 0 h 230504"/>
                <a:gd name="connsiteX27" fmla="*/ 238792 w 377095"/>
                <a:gd name="connsiteY27" fmla="*/ 6477 h 230504"/>
                <a:gd name="connsiteX28" fmla="*/ 247269 w 377095"/>
                <a:gd name="connsiteY28" fmla="*/ 17336 h 230504"/>
                <a:gd name="connsiteX29" fmla="*/ 246316 w 377095"/>
                <a:gd name="connsiteY29" fmla="*/ 18764 h 230504"/>
                <a:gd name="connsiteX30" fmla="*/ 241173 w 377095"/>
                <a:gd name="connsiteY30" fmla="*/ 26765 h 230504"/>
                <a:gd name="connsiteX31" fmla="*/ 237268 w 377095"/>
                <a:gd name="connsiteY31" fmla="*/ 32766 h 230504"/>
                <a:gd name="connsiteX32" fmla="*/ 224028 w 377095"/>
                <a:gd name="connsiteY32" fmla="*/ 53626 h 230504"/>
                <a:gd name="connsiteX33" fmla="*/ 205359 w 377095"/>
                <a:gd name="connsiteY33" fmla="*/ 82772 h 230504"/>
                <a:gd name="connsiteX34" fmla="*/ 199549 w 377095"/>
                <a:gd name="connsiteY34" fmla="*/ 91916 h 230504"/>
                <a:gd name="connsiteX35" fmla="*/ 248031 w 377095"/>
                <a:gd name="connsiteY35" fmla="*/ 93154 h 230504"/>
                <a:gd name="connsiteX36" fmla="*/ 256318 w 377095"/>
                <a:gd name="connsiteY36" fmla="*/ 91726 h 230504"/>
                <a:gd name="connsiteX37" fmla="*/ 265843 w 377095"/>
                <a:gd name="connsiteY37" fmla="*/ 90011 h 230504"/>
                <a:gd name="connsiteX38" fmla="*/ 291275 w 377095"/>
                <a:gd name="connsiteY38" fmla="*/ 40958 h 230504"/>
                <a:gd name="connsiteX39" fmla="*/ 302229 w 377095"/>
                <a:gd name="connsiteY39" fmla="*/ 10954 h 230504"/>
                <a:gd name="connsiteX40" fmla="*/ 318516 w 377095"/>
                <a:gd name="connsiteY40" fmla="*/ 12097 h 230504"/>
                <a:gd name="connsiteX41" fmla="*/ 377095 w 377095"/>
                <a:gd name="connsiteY41" fmla="*/ 16288 h 23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7095" h="230504">
                  <a:moveTo>
                    <a:pt x="377095" y="16288"/>
                  </a:moveTo>
                  <a:lnTo>
                    <a:pt x="370332" y="32957"/>
                  </a:lnTo>
                  <a:lnTo>
                    <a:pt x="362617" y="48578"/>
                  </a:lnTo>
                  <a:lnTo>
                    <a:pt x="345948" y="78391"/>
                  </a:lnTo>
                  <a:lnTo>
                    <a:pt x="327660" y="110966"/>
                  </a:lnTo>
                  <a:lnTo>
                    <a:pt x="259747" y="230505"/>
                  </a:lnTo>
                  <a:lnTo>
                    <a:pt x="234410" y="220790"/>
                  </a:lnTo>
                  <a:lnTo>
                    <a:pt x="216027" y="217646"/>
                  </a:lnTo>
                  <a:lnTo>
                    <a:pt x="202025" y="215551"/>
                  </a:lnTo>
                  <a:lnTo>
                    <a:pt x="140875" y="206883"/>
                  </a:lnTo>
                  <a:lnTo>
                    <a:pt x="140113" y="210502"/>
                  </a:lnTo>
                  <a:lnTo>
                    <a:pt x="100299" y="204407"/>
                  </a:lnTo>
                  <a:lnTo>
                    <a:pt x="29242" y="190881"/>
                  </a:lnTo>
                  <a:lnTo>
                    <a:pt x="23146" y="189452"/>
                  </a:lnTo>
                  <a:lnTo>
                    <a:pt x="16859" y="186785"/>
                  </a:lnTo>
                  <a:lnTo>
                    <a:pt x="7715" y="182023"/>
                  </a:lnTo>
                  <a:lnTo>
                    <a:pt x="6668" y="181261"/>
                  </a:lnTo>
                  <a:lnTo>
                    <a:pt x="0" y="176593"/>
                  </a:lnTo>
                  <a:lnTo>
                    <a:pt x="56293" y="134684"/>
                  </a:lnTo>
                  <a:lnTo>
                    <a:pt x="61056" y="130492"/>
                  </a:lnTo>
                  <a:lnTo>
                    <a:pt x="80963" y="105251"/>
                  </a:lnTo>
                  <a:lnTo>
                    <a:pt x="88392" y="95631"/>
                  </a:lnTo>
                  <a:lnTo>
                    <a:pt x="113252" y="62484"/>
                  </a:lnTo>
                  <a:lnTo>
                    <a:pt x="120205" y="53054"/>
                  </a:lnTo>
                  <a:lnTo>
                    <a:pt x="128207" y="42386"/>
                  </a:lnTo>
                  <a:lnTo>
                    <a:pt x="134208" y="34004"/>
                  </a:lnTo>
                  <a:lnTo>
                    <a:pt x="154781" y="0"/>
                  </a:lnTo>
                  <a:lnTo>
                    <a:pt x="238792" y="6477"/>
                  </a:lnTo>
                  <a:lnTo>
                    <a:pt x="247269" y="17336"/>
                  </a:lnTo>
                  <a:lnTo>
                    <a:pt x="246316" y="18764"/>
                  </a:lnTo>
                  <a:lnTo>
                    <a:pt x="241173" y="26765"/>
                  </a:lnTo>
                  <a:lnTo>
                    <a:pt x="237268" y="32766"/>
                  </a:lnTo>
                  <a:lnTo>
                    <a:pt x="224028" y="53626"/>
                  </a:lnTo>
                  <a:lnTo>
                    <a:pt x="205359" y="82772"/>
                  </a:lnTo>
                  <a:lnTo>
                    <a:pt x="199549" y="91916"/>
                  </a:lnTo>
                  <a:lnTo>
                    <a:pt x="248031" y="93154"/>
                  </a:lnTo>
                  <a:lnTo>
                    <a:pt x="256318" y="91726"/>
                  </a:lnTo>
                  <a:lnTo>
                    <a:pt x="265843" y="90011"/>
                  </a:lnTo>
                  <a:lnTo>
                    <a:pt x="291275" y="40958"/>
                  </a:lnTo>
                  <a:lnTo>
                    <a:pt x="302229" y="10954"/>
                  </a:lnTo>
                  <a:lnTo>
                    <a:pt x="318516" y="12097"/>
                  </a:lnTo>
                  <a:lnTo>
                    <a:pt x="377095" y="162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9" name="서울특별시 동대문구 장안2동">
              <a:extLst>
                <a:ext uri="{FF2B5EF4-FFF2-40B4-BE49-F238E27FC236}">
                  <a16:creationId xmlns:a16="http://schemas.microsoft.com/office/drawing/2014/main" id="{7AE06A79-1CEE-4A5B-AF54-0D8B08371218}"/>
                </a:ext>
              </a:extLst>
            </p:cNvPr>
            <p:cNvSpPr/>
            <p:nvPr/>
          </p:nvSpPr>
          <p:spPr>
            <a:xfrm>
              <a:off x="7771066" y="3115722"/>
              <a:ext cx="223552" cy="265747"/>
            </a:xfrm>
            <a:custGeom>
              <a:avLst/>
              <a:gdLst>
                <a:gd name="connsiteX0" fmla="*/ 197930 w 223552"/>
                <a:gd name="connsiteY0" fmla="*/ 23527 h 265747"/>
                <a:gd name="connsiteX1" fmla="*/ 217647 w 223552"/>
                <a:gd name="connsiteY1" fmla="*/ 99632 h 265747"/>
                <a:gd name="connsiteX2" fmla="*/ 223552 w 223552"/>
                <a:gd name="connsiteY2" fmla="*/ 174879 h 265747"/>
                <a:gd name="connsiteX3" fmla="*/ 222314 w 223552"/>
                <a:gd name="connsiteY3" fmla="*/ 188881 h 265747"/>
                <a:gd name="connsiteX4" fmla="*/ 163735 w 223552"/>
                <a:gd name="connsiteY4" fmla="*/ 184690 h 265747"/>
                <a:gd name="connsiteX5" fmla="*/ 147447 w 223552"/>
                <a:gd name="connsiteY5" fmla="*/ 183547 h 265747"/>
                <a:gd name="connsiteX6" fmla="*/ 136493 w 223552"/>
                <a:gd name="connsiteY6" fmla="*/ 213550 h 265747"/>
                <a:gd name="connsiteX7" fmla="*/ 111062 w 223552"/>
                <a:gd name="connsiteY7" fmla="*/ 262604 h 265747"/>
                <a:gd name="connsiteX8" fmla="*/ 101537 w 223552"/>
                <a:gd name="connsiteY8" fmla="*/ 264319 h 265747"/>
                <a:gd name="connsiteX9" fmla="*/ 93250 w 223552"/>
                <a:gd name="connsiteY9" fmla="*/ 265747 h 265747"/>
                <a:gd name="connsiteX10" fmla="*/ 44768 w 223552"/>
                <a:gd name="connsiteY10" fmla="*/ 264509 h 265747"/>
                <a:gd name="connsiteX11" fmla="*/ 50578 w 223552"/>
                <a:gd name="connsiteY11" fmla="*/ 255365 h 265747"/>
                <a:gd name="connsiteX12" fmla="*/ 69247 w 223552"/>
                <a:gd name="connsiteY12" fmla="*/ 226219 h 265747"/>
                <a:gd name="connsiteX13" fmla="*/ 82487 w 223552"/>
                <a:gd name="connsiteY13" fmla="*/ 205359 h 265747"/>
                <a:gd name="connsiteX14" fmla="*/ 86392 w 223552"/>
                <a:gd name="connsiteY14" fmla="*/ 199358 h 265747"/>
                <a:gd name="connsiteX15" fmla="*/ 91535 w 223552"/>
                <a:gd name="connsiteY15" fmla="*/ 191357 h 265747"/>
                <a:gd name="connsiteX16" fmla="*/ 92488 w 223552"/>
                <a:gd name="connsiteY16" fmla="*/ 189929 h 265747"/>
                <a:gd name="connsiteX17" fmla="*/ 84011 w 223552"/>
                <a:gd name="connsiteY17" fmla="*/ 179070 h 265747"/>
                <a:gd name="connsiteX18" fmla="*/ 0 w 223552"/>
                <a:gd name="connsiteY18" fmla="*/ 172593 h 265747"/>
                <a:gd name="connsiteX19" fmla="*/ 12764 w 223552"/>
                <a:gd name="connsiteY19" fmla="*/ 104584 h 265747"/>
                <a:gd name="connsiteX20" fmla="*/ 12668 w 223552"/>
                <a:gd name="connsiteY20" fmla="*/ 102965 h 265747"/>
                <a:gd name="connsiteX21" fmla="*/ 24670 w 223552"/>
                <a:gd name="connsiteY21" fmla="*/ 63817 h 265747"/>
                <a:gd name="connsiteX22" fmla="*/ 37529 w 223552"/>
                <a:gd name="connsiteY22" fmla="*/ 476 h 265747"/>
                <a:gd name="connsiteX23" fmla="*/ 42958 w 223552"/>
                <a:gd name="connsiteY23" fmla="*/ 0 h 265747"/>
                <a:gd name="connsiteX24" fmla="*/ 50673 w 223552"/>
                <a:gd name="connsiteY24" fmla="*/ 2000 h 265747"/>
                <a:gd name="connsiteX25" fmla="*/ 121444 w 223552"/>
                <a:gd name="connsiteY25" fmla="*/ 15812 h 265747"/>
                <a:gd name="connsiteX26" fmla="*/ 129635 w 223552"/>
                <a:gd name="connsiteY26" fmla="*/ 17335 h 265747"/>
                <a:gd name="connsiteX27" fmla="*/ 142113 w 223552"/>
                <a:gd name="connsiteY27" fmla="*/ 19526 h 265747"/>
                <a:gd name="connsiteX28" fmla="*/ 158305 w 223552"/>
                <a:gd name="connsiteY28" fmla="*/ 22384 h 265747"/>
                <a:gd name="connsiteX29" fmla="*/ 163735 w 223552"/>
                <a:gd name="connsiteY29" fmla="*/ 23241 h 265747"/>
                <a:gd name="connsiteX30" fmla="*/ 166688 w 223552"/>
                <a:gd name="connsiteY30" fmla="*/ 23527 h 265747"/>
                <a:gd name="connsiteX31" fmla="*/ 177355 w 223552"/>
                <a:gd name="connsiteY31" fmla="*/ 23527 h 265747"/>
                <a:gd name="connsiteX32" fmla="*/ 197930 w 223552"/>
                <a:gd name="connsiteY32" fmla="*/ 2352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23552" h="265747">
                  <a:moveTo>
                    <a:pt x="197930" y="23527"/>
                  </a:moveTo>
                  <a:lnTo>
                    <a:pt x="217647" y="99632"/>
                  </a:lnTo>
                  <a:lnTo>
                    <a:pt x="223552" y="174879"/>
                  </a:lnTo>
                  <a:lnTo>
                    <a:pt x="222314" y="188881"/>
                  </a:lnTo>
                  <a:lnTo>
                    <a:pt x="163735" y="184690"/>
                  </a:lnTo>
                  <a:lnTo>
                    <a:pt x="147447" y="183547"/>
                  </a:lnTo>
                  <a:lnTo>
                    <a:pt x="136493" y="213550"/>
                  </a:lnTo>
                  <a:lnTo>
                    <a:pt x="111062" y="262604"/>
                  </a:lnTo>
                  <a:lnTo>
                    <a:pt x="101537" y="264319"/>
                  </a:lnTo>
                  <a:lnTo>
                    <a:pt x="93250" y="265747"/>
                  </a:lnTo>
                  <a:lnTo>
                    <a:pt x="44768" y="264509"/>
                  </a:lnTo>
                  <a:lnTo>
                    <a:pt x="50578" y="255365"/>
                  </a:lnTo>
                  <a:lnTo>
                    <a:pt x="69247" y="226219"/>
                  </a:lnTo>
                  <a:lnTo>
                    <a:pt x="82487" y="205359"/>
                  </a:lnTo>
                  <a:lnTo>
                    <a:pt x="86392" y="199358"/>
                  </a:lnTo>
                  <a:lnTo>
                    <a:pt x="91535" y="191357"/>
                  </a:lnTo>
                  <a:lnTo>
                    <a:pt x="92488" y="189929"/>
                  </a:lnTo>
                  <a:lnTo>
                    <a:pt x="84011" y="179070"/>
                  </a:lnTo>
                  <a:lnTo>
                    <a:pt x="0" y="172593"/>
                  </a:lnTo>
                  <a:lnTo>
                    <a:pt x="12764" y="104584"/>
                  </a:lnTo>
                  <a:lnTo>
                    <a:pt x="12668" y="102965"/>
                  </a:lnTo>
                  <a:lnTo>
                    <a:pt x="24670" y="63817"/>
                  </a:lnTo>
                  <a:lnTo>
                    <a:pt x="37529" y="476"/>
                  </a:lnTo>
                  <a:lnTo>
                    <a:pt x="42958" y="0"/>
                  </a:lnTo>
                  <a:lnTo>
                    <a:pt x="50673" y="2000"/>
                  </a:lnTo>
                  <a:lnTo>
                    <a:pt x="121444" y="15812"/>
                  </a:lnTo>
                  <a:lnTo>
                    <a:pt x="129635" y="17335"/>
                  </a:lnTo>
                  <a:lnTo>
                    <a:pt x="142113" y="19526"/>
                  </a:lnTo>
                  <a:lnTo>
                    <a:pt x="158305" y="22384"/>
                  </a:lnTo>
                  <a:lnTo>
                    <a:pt x="163735" y="23241"/>
                  </a:lnTo>
                  <a:lnTo>
                    <a:pt x="166688" y="23527"/>
                  </a:lnTo>
                  <a:lnTo>
                    <a:pt x="177355" y="23527"/>
                  </a:lnTo>
                  <a:lnTo>
                    <a:pt x="197930" y="235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0" name="서울특별시 동대문구 이문1동">
              <a:extLst>
                <a:ext uri="{FF2B5EF4-FFF2-40B4-BE49-F238E27FC236}">
                  <a16:creationId xmlns:a16="http://schemas.microsoft.com/office/drawing/2014/main" id="{701D5611-D98F-972F-65CC-E9CF0F915C12}"/>
                </a:ext>
              </a:extLst>
            </p:cNvPr>
            <p:cNvSpPr/>
            <p:nvPr/>
          </p:nvSpPr>
          <p:spPr>
            <a:xfrm>
              <a:off x="7512176" y="2729769"/>
              <a:ext cx="322611" cy="219741"/>
            </a:xfrm>
            <a:custGeom>
              <a:avLst/>
              <a:gdLst>
                <a:gd name="connsiteX0" fmla="*/ 322612 w 322611"/>
                <a:gd name="connsiteY0" fmla="*/ 105537 h 219741"/>
                <a:gd name="connsiteX1" fmla="*/ 318992 w 322611"/>
                <a:gd name="connsiteY1" fmla="*/ 157448 h 219741"/>
                <a:gd name="connsiteX2" fmla="*/ 237363 w 322611"/>
                <a:gd name="connsiteY2" fmla="*/ 149542 h 219741"/>
                <a:gd name="connsiteX3" fmla="*/ 224790 w 322611"/>
                <a:gd name="connsiteY3" fmla="*/ 162020 h 219741"/>
                <a:gd name="connsiteX4" fmla="*/ 173927 w 322611"/>
                <a:gd name="connsiteY4" fmla="*/ 188024 h 219741"/>
                <a:gd name="connsiteX5" fmla="*/ 154496 w 322611"/>
                <a:gd name="connsiteY5" fmla="*/ 190976 h 219741"/>
                <a:gd name="connsiteX6" fmla="*/ 125254 w 322611"/>
                <a:gd name="connsiteY6" fmla="*/ 194786 h 219741"/>
                <a:gd name="connsiteX7" fmla="*/ 105346 w 322611"/>
                <a:gd name="connsiteY7" fmla="*/ 195453 h 219741"/>
                <a:gd name="connsiteX8" fmla="*/ 104870 w 322611"/>
                <a:gd name="connsiteY8" fmla="*/ 196120 h 219741"/>
                <a:gd name="connsiteX9" fmla="*/ 104584 w 322611"/>
                <a:gd name="connsiteY9" fmla="*/ 196501 h 219741"/>
                <a:gd name="connsiteX10" fmla="*/ 100965 w 322611"/>
                <a:gd name="connsiteY10" fmla="*/ 201359 h 219741"/>
                <a:gd name="connsiteX11" fmla="*/ 94679 w 322611"/>
                <a:gd name="connsiteY11" fmla="*/ 209931 h 219741"/>
                <a:gd name="connsiteX12" fmla="*/ 93059 w 322611"/>
                <a:gd name="connsiteY12" fmla="*/ 212217 h 219741"/>
                <a:gd name="connsiteX13" fmla="*/ 88297 w 322611"/>
                <a:gd name="connsiteY13" fmla="*/ 219742 h 219741"/>
                <a:gd name="connsiteX14" fmla="*/ 54673 w 322611"/>
                <a:gd name="connsiteY14" fmla="*/ 181166 h 219741"/>
                <a:gd name="connsiteX15" fmla="*/ 46577 w 322611"/>
                <a:gd name="connsiteY15" fmla="*/ 142113 h 219741"/>
                <a:gd name="connsiteX16" fmla="*/ 29242 w 322611"/>
                <a:gd name="connsiteY16" fmla="*/ 109442 h 219741"/>
                <a:gd name="connsiteX17" fmla="*/ 10859 w 322611"/>
                <a:gd name="connsiteY17" fmla="*/ 75152 h 219741"/>
                <a:gd name="connsiteX18" fmla="*/ 0 w 322611"/>
                <a:gd name="connsiteY18" fmla="*/ 65532 h 219741"/>
                <a:gd name="connsiteX19" fmla="*/ 94679 w 322611"/>
                <a:gd name="connsiteY19" fmla="*/ 42005 h 219741"/>
                <a:gd name="connsiteX20" fmla="*/ 145256 w 322611"/>
                <a:gd name="connsiteY20" fmla="*/ 26670 h 219741"/>
                <a:gd name="connsiteX21" fmla="*/ 158496 w 322611"/>
                <a:gd name="connsiteY21" fmla="*/ 0 h 219741"/>
                <a:gd name="connsiteX22" fmla="*/ 181356 w 322611"/>
                <a:gd name="connsiteY22" fmla="*/ 36862 h 219741"/>
                <a:gd name="connsiteX23" fmla="*/ 180690 w 322611"/>
                <a:gd name="connsiteY23" fmla="*/ 53054 h 219741"/>
                <a:gd name="connsiteX24" fmla="*/ 180404 w 322611"/>
                <a:gd name="connsiteY24" fmla="*/ 60103 h 219741"/>
                <a:gd name="connsiteX25" fmla="*/ 297656 w 322611"/>
                <a:gd name="connsiteY25" fmla="*/ 103727 h 219741"/>
                <a:gd name="connsiteX26" fmla="*/ 322612 w 322611"/>
                <a:gd name="connsiteY26" fmla="*/ 105537 h 21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2611" h="219741">
                  <a:moveTo>
                    <a:pt x="322612" y="105537"/>
                  </a:moveTo>
                  <a:lnTo>
                    <a:pt x="318992" y="157448"/>
                  </a:lnTo>
                  <a:lnTo>
                    <a:pt x="237363" y="149542"/>
                  </a:lnTo>
                  <a:lnTo>
                    <a:pt x="224790" y="162020"/>
                  </a:lnTo>
                  <a:lnTo>
                    <a:pt x="173927" y="188024"/>
                  </a:lnTo>
                  <a:lnTo>
                    <a:pt x="154496" y="190976"/>
                  </a:lnTo>
                  <a:lnTo>
                    <a:pt x="125254" y="194786"/>
                  </a:lnTo>
                  <a:lnTo>
                    <a:pt x="105346" y="195453"/>
                  </a:lnTo>
                  <a:lnTo>
                    <a:pt x="104870" y="196120"/>
                  </a:lnTo>
                  <a:lnTo>
                    <a:pt x="104584" y="196501"/>
                  </a:lnTo>
                  <a:lnTo>
                    <a:pt x="100965" y="201359"/>
                  </a:lnTo>
                  <a:lnTo>
                    <a:pt x="94679" y="209931"/>
                  </a:lnTo>
                  <a:lnTo>
                    <a:pt x="93059" y="212217"/>
                  </a:lnTo>
                  <a:lnTo>
                    <a:pt x="88297" y="219742"/>
                  </a:lnTo>
                  <a:lnTo>
                    <a:pt x="54673" y="181166"/>
                  </a:lnTo>
                  <a:lnTo>
                    <a:pt x="46577" y="142113"/>
                  </a:lnTo>
                  <a:lnTo>
                    <a:pt x="29242" y="109442"/>
                  </a:lnTo>
                  <a:lnTo>
                    <a:pt x="10859" y="75152"/>
                  </a:lnTo>
                  <a:lnTo>
                    <a:pt x="0" y="65532"/>
                  </a:lnTo>
                  <a:lnTo>
                    <a:pt x="94679" y="42005"/>
                  </a:lnTo>
                  <a:lnTo>
                    <a:pt x="145256" y="26670"/>
                  </a:lnTo>
                  <a:lnTo>
                    <a:pt x="158496" y="0"/>
                  </a:lnTo>
                  <a:lnTo>
                    <a:pt x="181356" y="36862"/>
                  </a:lnTo>
                  <a:lnTo>
                    <a:pt x="180690" y="53054"/>
                  </a:lnTo>
                  <a:lnTo>
                    <a:pt x="180404" y="60103"/>
                  </a:lnTo>
                  <a:lnTo>
                    <a:pt x="297656" y="103727"/>
                  </a:lnTo>
                  <a:lnTo>
                    <a:pt x="322612" y="10553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1" name="서울특별시 동대문구 이문2동">
              <a:extLst>
                <a:ext uri="{FF2B5EF4-FFF2-40B4-BE49-F238E27FC236}">
                  <a16:creationId xmlns:a16="http://schemas.microsoft.com/office/drawing/2014/main" id="{11DE759C-5FA4-3A13-3F10-F54F47D56DC9}"/>
                </a:ext>
              </a:extLst>
            </p:cNvPr>
            <p:cNvSpPr/>
            <p:nvPr/>
          </p:nvSpPr>
          <p:spPr>
            <a:xfrm>
              <a:off x="7670673" y="2625280"/>
              <a:ext cx="216598" cy="210026"/>
            </a:xfrm>
            <a:custGeom>
              <a:avLst/>
              <a:gdLst>
                <a:gd name="connsiteX0" fmla="*/ 198406 w 216598"/>
                <a:gd name="connsiteY0" fmla="*/ 45720 h 210026"/>
                <a:gd name="connsiteX1" fmla="*/ 209264 w 216598"/>
                <a:gd name="connsiteY1" fmla="*/ 84773 h 210026"/>
                <a:gd name="connsiteX2" fmla="*/ 211455 w 216598"/>
                <a:gd name="connsiteY2" fmla="*/ 95536 h 210026"/>
                <a:gd name="connsiteX3" fmla="*/ 216218 w 216598"/>
                <a:gd name="connsiteY3" fmla="*/ 118586 h 210026"/>
                <a:gd name="connsiteX4" fmla="*/ 216598 w 216598"/>
                <a:gd name="connsiteY4" fmla="*/ 124968 h 210026"/>
                <a:gd name="connsiteX5" fmla="*/ 216313 w 216598"/>
                <a:gd name="connsiteY5" fmla="*/ 128016 h 210026"/>
                <a:gd name="connsiteX6" fmla="*/ 215360 w 216598"/>
                <a:gd name="connsiteY6" fmla="*/ 138779 h 210026"/>
                <a:gd name="connsiteX7" fmla="*/ 214884 w 216598"/>
                <a:gd name="connsiteY7" fmla="*/ 140113 h 210026"/>
                <a:gd name="connsiteX8" fmla="*/ 214598 w 216598"/>
                <a:gd name="connsiteY8" fmla="*/ 141065 h 210026"/>
                <a:gd name="connsiteX9" fmla="*/ 211931 w 216598"/>
                <a:gd name="connsiteY9" fmla="*/ 149066 h 210026"/>
                <a:gd name="connsiteX10" fmla="*/ 203263 w 216598"/>
                <a:gd name="connsiteY10" fmla="*/ 163354 h 210026"/>
                <a:gd name="connsiteX11" fmla="*/ 199930 w 216598"/>
                <a:gd name="connsiteY11" fmla="*/ 167831 h 210026"/>
                <a:gd name="connsiteX12" fmla="*/ 196501 w 216598"/>
                <a:gd name="connsiteY12" fmla="*/ 172498 h 210026"/>
                <a:gd name="connsiteX13" fmla="*/ 164116 w 216598"/>
                <a:gd name="connsiteY13" fmla="*/ 210026 h 210026"/>
                <a:gd name="connsiteX14" fmla="*/ 139160 w 216598"/>
                <a:gd name="connsiteY14" fmla="*/ 208217 h 210026"/>
                <a:gd name="connsiteX15" fmla="*/ 21907 w 216598"/>
                <a:gd name="connsiteY15" fmla="*/ 164592 h 210026"/>
                <a:gd name="connsiteX16" fmla="*/ 22193 w 216598"/>
                <a:gd name="connsiteY16" fmla="*/ 157544 h 210026"/>
                <a:gd name="connsiteX17" fmla="*/ 22860 w 216598"/>
                <a:gd name="connsiteY17" fmla="*/ 141351 h 210026"/>
                <a:gd name="connsiteX18" fmla="*/ 0 w 216598"/>
                <a:gd name="connsiteY18" fmla="*/ 104489 h 210026"/>
                <a:gd name="connsiteX19" fmla="*/ 16193 w 216598"/>
                <a:gd name="connsiteY19" fmla="*/ 85249 h 210026"/>
                <a:gd name="connsiteX20" fmla="*/ 24765 w 216598"/>
                <a:gd name="connsiteY20" fmla="*/ 76105 h 210026"/>
                <a:gd name="connsiteX21" fmla="*/ 28289 w 216598"/>
                <a:gd name="connsiteY21" fmla="*/ 73438 h 210026"/>
                <a:gd name="connsiteX22" fmla="*/ 76105 w 216598"/>
                <a:gd name="connsiteY22" fmla="*/ 62675 h 210026"/>
                <a:gd name="connsiteX23" fmla="*/ 99155 w 216598"/>
                <a:gd name="connsiteY23" fmla="*/ 63722 h 210026"/>
                <a:gd name="connsiteX24" fmla="*/ 132779 w 216598"/>
                <a:gd name="connsiteY24" fmla="*/ 51245 h 210026"/>
                <a:gd name="connsiteX25" fmla="*/ 144303 w 216598"/>
                <a:gd name="connsiteY25" fmla="*/ 44672 h 210026"/>
                <a:gd name="connsiteX26" fmla="*/ 141637 w 216598"/>
                <a:gd name="connsiteY26" fmla="*/ 191 h 210026"/>
                <a:gd name="connsiteX27" fmla="*/ 146780 w 216598"/>
                <a:gd name="connsiteY27" fmla="*/ 95 h 210026"/>
                <a:gd name="connsiteX28" fmla="*/ 155543 w 216598"/>
                <a:gd name="connsiteY28" fmla="*/ 0 h 210026"/>
                <a:gd name="connsiteX29" fmla="*/ 198406 w 216598"/>
                <a:gd name="connsiteY29" fmla="*/ 45720 h 21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6598" h="210026">
                  <a:moveTo>
                    <a:pt x="198406" y="45720"/>
                  </a:moveTo>
                  <a:lnTo>
                    <a:pt x="209264" y="84773"/>
                  </a:lnTo>
                  <a:lnTo>
                    <a:pt x="211455" y="95536"/>
                  </a:lnTo>
                  <a:lnTo>
                    <a:pt x="216218" y="118586"/>
                  </a:lnTo>
                  <a:lnTo>
                    <a:pt x="216598" y="124968"/>
                  </a:lnTo>
                  <a:lnTo>
                    <a:pt x="216313" y="128016"/>
                  </a:lnTo>
                  <a:lnTo>
                    <a:pt x="215360" y="138779"/>
                  </a:lnTo>
                  <a:lnTo>
                    <a:pt x="214884" y="140113"/>
                  </a:lnTo>
                  <a:lnTo>
                    <a:pt x="214598" y="141065"/>
                  </a:lnTo>
                  <a:lnTo>
                    <a:pt x="211931" y="149066"/>
                  </a:lnTo>
                  <a:lnTo>
                    <a:pt x="203263" y="163354"/>
                  </a:lnTo>
                  <a:lnTo>
                    <a:pt x="199930" y="167831"/>
                  </a:lnTo>
                  <a:lnTo>
                    <a:pt x="196501" y="172498"/>
                  </a:lnTo>
                  <a:lnTo>
                    <a:pt x="164116" y="210026"/>
                  </a:lnTo>
                  <a:lnTo>
                    <a:pt x="139160" y="208217"/>
                  </a:lnTo>
                  <a:lnTo>
                    <a:pt x="21907" y="164592"/>
                  </a:lnTo>
                  <a:lnTo>
                    <a:pt x="22193" y="157544"/>
                  </a:lnTo>
                  <a:lnTo>
                    <a:pt x="22860" y="141351"/>
                  </a:lnTo>
                  <a:lnTo>
                    <a:pt x="0" y="104489"/>
                  </a:lnTo>
                  <a:lnTo>
                    <a:pt x="16193" y="85249"/>
                  </a:lnTo>
                  <a:lnTo>
                    <a:pt x="24765" y="76105"/>
                  </a:lnTo>
                  <a:lnTo>
                    <a:pt x="28289" y="73438"/>
                  </a:lnTo>
                  <a:lnTo>
                    <a:pt x="76105" y="62675"/>
                  </a:lnTo>
                  <a:lnTo>
                    <a:pt x="99155" y="63722"/>
                  </a:lnTo>
                  <a:lnTo>
                    <a:pt x="132779" y="51245"/>
                  </a:lnTo>
                  <a:lnTo>
                    <a:pt x="144303" y="44672"/>
                  </a:lnTo>
                  <a:lnTo>
                    <a:pt x="141637" y="191"/>
                  </a:lnTo>
                  <a:lnTo>
                    <a:pt x="146780" y="95"/>
                  </a:lnTo>
                  <a:lnTo>
                    <a:pt x="155543" y="0"/>
                  </a:lnTo>
                  <a:lnTo>
                    <a:pt x="198406" y="457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62" name="서울특별시 동대문구 답십리1동">
              <a:extLst>
                <a:ext uri="{FF2B5EF4-FFF2-40B4-BE49-F238E27FC236}">
                  <a16:creationId xmlns:a16="http://schemas.microsoft.com/office/drawing/2014/main" id="{CBEEB787-E014-DB11-5645-2C029C51F114}"/>
                </a:ext>
              </a:extLst>
            </p:cNvPr>
            <p:cNvSpPr/>
            <p:nvPr/>
          </p:nvSpPr>
          <p:spPr>
            <a:xfrm>
              <a:off x="7333583" y="3205067"/>
              <a:ext cx="280130" cy="246316"/>
            </a:xfrm>
            <a:custGeom>
              <a:avLst/>
              <a:gdLst>
                <a:gd name="connsiteX0" fmla="*/ 280131 w 280130"/>
                <a:gd name="connsiteY0" fmla="*/ 36195 h 246316"/>
                <a:gd name="connsiteX1" fmla="*/ 279368 w 280130"/>
                <a:gd name="connsiteY1" fmla="*/ 44672 h 246316"/>
                <a:gd name="connsiteX2" fmla="*/ 278321 w 280130"/>
                <a:gd name="connsiteY2" fmla="*/ 56959 h 246316"/>
                <a:gd name="connsiteX3" fmla="*/ 268510 w 280130"/>
                <a:gd name="connsiteY3" fmla="*/ 169164 h 246316"/>
                <a:gd name="connsiteX4" fmla="*/ 265748 w 280130"/>
                <a:gd name="connsiteY4" fmla="*/ 246317 h 246316"/>
                <a:gd name="connsiteX5" fmla="*/ 117443 w 280130"/>
                <a:gd name="connsiteY5" fmla="*/ 135731 h 246316"/>
                <a:gd name="connsiteX6" fmla="*/ 0 w 280130"/>
                <a:gd name="connsiteY6" fmla="*/ 78486 h 246316"/>
                <a:gd name="connsiteX7" fmla="*/ 49625 w 280130"/>
                <a:gd name="connsiteY7" fmla="*/ 0 h 246316"/>
                <a:gd name="connsiteX8" fmla="*/ 60579 w 280130"/>
                <a:gd name="connsiteY8" fmla="*/ 60388 h 246316"/>
                <a:gd name="connsiteX9" fmla="*/ 91440 w 280130"/>
                <a:gd name="connsiteY9" fmla="*/ 82296 h 246316"/>
                <a:gd name="connsiteX10" fmla="*/ 111823 w 280130"/>
                <a:gd name="connsiteY10" fmla="*/ 58293 h 246316"/>
                <a:gd name="connsiteX11" fmla="*/ 154210 w 280130"/>
                <a:gd name="connsiteY11" fmla="*/ 56197 h 246316"/>
                <a:gd name="connsiteX12" fmla="*/ 165831 w 280130"/>
                <a:gd name="connsiteY12" fmla="*/ 62865 h 246316"/>
                <a:gd name="connsiteX13" fmla="*/ 182213 w 280130"/>
                <a:gd name="connsiteY13" fmla="*/ 72200 h 246316"/>
                <a:gd name="connsiteX14" fmla="*/ 218408 w 280130"/>
                <a:gd name="connsiteY14" fmla="*/ 68485 h 246316"/>
                <a:gd name="connsiteX15" fmla="*/ 280131 w 280130"/>
                <a:gd name="connsiteY15" fmla="*/ 36195 h 24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0130" h="246316">
                  <a:moveTo>
                    <a:pt x="280131" y="36195"/>
                  </a:moveTo>
                  <a:lnTo>
                    <a:pt x="279368" y="44672"/>
                  </a:lnTo>
                  <a:lnTo>
                    <a:pt x="278321" y="56959"/>
                  </a:lnTo>
                  <a:lnTo>
                    <a:pt x="268510" y="169164"/>
                  </a:lnTo>
                  <a:lnTo>
                    <a:pt x="265748" y="246317"/>
                  </a:lnTo>
                  <a:lnTo>
                    <a:pt x="117443" y="135731"/>
                  </a:lnTo>
                  <a:lnTo>
                    <a:pt x="0" y="78486"/>
                  </a:lnTo>
                  <a:lnTo>
                    <a:pt x="49625" y="0"/>
                  </a:lnTo>
                  <a:lnTo>
                    <a:pt x="60579" y="60388"/>
                  </a:lnTo>
                  <a:lnTo>
                    <a:pt x="91440" y="82296"/>
                  </a:lnTo>
                  <a:lnTo>
                    <a:pt x="111823" y="58293"/>
                  </a:lnTo>
                  <a:lnTo>
                    <a:pt x="154210" y="56197"/>
                  </a:lnTo>
                  <a:lnTo>
                    <a:pt x="165831" y="62865"/>
                  </a:lnTo>
                  <a:lnTo>
                    <a:pt x="182213" y="72200"/>
                  </a:lnTo>
                  <a:lnTo>
                    <a:pt x="218408" y="68485"/>
                  </a:lnTo>
                  <a:lnTo>
                    <a:pt x="280131" y="361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8" name="서울특별시 중랑구">
            <a:extLst>
              <a:ext uri="{FF2B5EF4-FFF2-40B4-BE49-F238E27FC236}">
                <a16:creationId xmlns:a16="http://schemas.microsoft.com/office/drawing/2014/main" id="{78CEA7C6-96E3-4D41-4B98-43074A1579BE}"/>
              </a:ext>
            </a:extLst>
          </p:cNvPr>
          <p:cNvGrpSpPr/>
          <p:nvPr/>
        </p:nvGrpSpPr>
        <p:grpSpPr>
          <a:xfrm>
            <a:off x="6410589" y="2281473"/>
            <a:ext cx="509469" cy="674255"/>
            <a:chOff x="7831169" y="2416778"/>
            <a:chExt cx="883729" cy="929544"/>
          </a:xfrm>
          <a:solidFill>
            <a:srgbClr val="6C757D"/>
          </a:solidFill>
        </p:grpSpPr>
        <p:sp>
          <p:nvSpPr>
            <p:cNvPr id="833" name="서울특별시 중랑구 면목2동">
              <a:extLst>
                <a:ext uri="{FF2B5EF4-FFF2-40B4-BE49-F238E27FC236}">
                  <a16:creationId xmlns:a16="http://schemas.microsoft.com/office/drawing/2014/main" id="{ACABD928-C103-CF91-2040-038E04FEEBD9}"/>
                </a:ext>
              </a:extLst>
            </p:cNvPr>
            <p:cNvSpPr/>
            <p:nvPr/>
          </p:nvSpPr>
          <p:spPr>
            <a:xfrm>
              <a:off x="7850981" y="2921984"/>
              <a:ext cx="290893" cy="138017"/>
            </a:xfrm>
            <a:custGeom>
              <a:avLst/>
              <a:gdLst>
                <a:gd name="connsiteX0" fmla="*/ 290893 w 290893"/>
                <a:gd name="connsiteY0" fmla="*/ 3619 h 138017"/>
                <a:gd name="connsiteX1" fmla="*/ 242316 w 290893"/>
                <a:gd name="connsiteY1" fmla="*/ 97060 h 138017"/>
                <a:gd name="connsiteX2" fmla="*/ 53530 w 290893"/>
                <a:gd name="connsiteY2" fmla="*/ 138017 h 138017"/>
                <a:gd name="connsiteX3" fmla="*/ 16383 w 290893"/>
                <a:gd name="connsiteY3" fmla="*/ 90964 h 138017"/>
                <a:gd name="connsiteX4" fmla="*/ 0 w 290893"/>
                <a:gd name="connsiteY4" fmla="*/ 37243 h 138017"/>
                <a:gd name="connsiteX5" fmla="*/ 143827 w 290893"/>
                <a:gd name="connsiteY5" fmla="*/ 0 h 138017"/>
                <a:gd name="connsiteX6" fmla="*/ 150590 w 290893"/>
                <a:gd name="connsiteY6" fmla="*/ 14573 h 138017"/>
                <a:gd name="connsiteX7" fmla="*/ 170402 w 290893"/>
                <a:gd name="connsiteY7" fmla="*/ 25432 h 138017"/>
                <a:gd name="connsiteX8" fmla="*/ 246126 w 290893"/>
                <a:gd name="connsiteY8" fmla="*/ 13144 h 138017"/>
                <a:gd name="connsiteX9" fmla="*/ 290893 w 290893"/>
                <a:gd name="connsiteY9" fmla="*/ 3619 h 138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0893" h="138017">
                  <a:moveTo>
                    <a:pt x="290893" y="3619"/>
                  </a:moveTo>
                  <a:lnTo>
                    <a:pt x="242316" y="97060"/>
                  </a:lnTo>
                  <a:lnTo>
                    <a:pt x="53530" y="138017"/>
                  </a:lnTo>
                  <a:lnTo>
                    <a:pt x="16383" y="90964"/>
                  </a:lnTo>
                  <a:lnTo>
                    <a:pt x="0" y="37243"/>
                  </a:lnTo>
                  <a:lnTo>
                    <a:pt x="143827" y="0"/>
                  </a:lnTo>
                  <a:lnTo>
                    <a:pt x="150590" y="14573"/>
                  </a:lnTo>
                  <a:lnTo>
                    <a:pt x="170402" y="25432"/>
                  </a:lnTo>
                  <a:lnTo>
                    <a:pt x="246126" y="13144"/>
                  </a:lnTo>
                  <a:lnTo>
                    <a:pt x="290893" y="361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4" name="서울특별시 중랑구 면목4동">
              <a:extLst>
                <a:ext uri="{FF2B5EF4-FFF2-40B4-BE49-F238E27FC236}">
                  <a16:creationId xmlns:a16="http://schemas.microsoft.com/office/drawing/2014/main" id="{23059897-7AED-9695-F694-490050B67FD3}"/>
                </a:ext>
              </a:extLst>
            </p:cNvPr>
            <p:cNvSpPr/>
            <p:nvPr/>
          </p:nvSpPr>
          <p:spPr>
            <a:xfrm>
              <a:off x="7988712" y="3204495"/>
              <a:ext cx="316039" cy="141827"/>
            </a:xfrm>
            <a:custGeom>
              <a:avLst/>
              <a:gdLst>
                <a:gd name="connsiteX0" fmla="*/ 316039 w 316039"/>
                <a:gd name="connsiteY0" fmla="*/ 113824 h 141827"/>
                <a:gd name="connsiteX1" fmla="*/ 314230 w 316039"/>
                <a:gd name="connsiteY1" fmla="*/ 114014 h 141827"/>
                <a:gd name="connsiteX2" fmla="*/ 311658 w 316039"/>
                <a:gd name="connsiteY2" fmla="*/ 114776 h 141827"/>
                <a:gd name="connsiteX3" fmla="*/ 310419 w 316039"/>
                <a:gd name="connsiteY3" fmla="*/ 115157 h 141827"/>
                <a:gd name="connsiteX4" fmla="*/ 308038 w 316039"/>
                <a:gd name="connsiteY4" fmla="*/ 116205 h 141827"/>
                <a:gd name="connsiteX5" fmla="*/ 305085 w 316039"/>
                <a:gd name="connsiteY5" fmla="*/ 117443 h 141827"/>
                <a:gd name="connsiteX6" fmla="*/ 304229 w 316039"/>
                <a:gd name="connsiteY6" fmla="*/ 117824 h 141827"/>
                <a:gd name="connsiteX7" fmla="*/ 301657 w 316039"/>
                <a:gd name="connsiteY7" fmla="*/ 119063 h 141827"/>
                <a:gd name="connsiteX8" fmla="*/ 298323 w 316039"/>
                <a:gd name="connsiteY8" fmla="*/ 120682 h 141827"/>
                <a:gd name="connsiteX9" fmla="*/ 294704 w 316039"/>
                <a:gd name="connsiteY9" fmla="*/ 122968 h 141827"/>
                <a:gd name="connsiteX10" fmla="*/ 292036 w 316039"/>
                <a:gd name="connsiteY10" fmla="*/ 123825 h 141827"/>
                <a:gd name="connsiteX11" fmla="*/ 290036 w 316039"/>
                <a:gd name="connsiteY11" fmla="*/ 124492 h 141827"/>
                <a:gd name="connsiteX12" fmla="*/ 289370 w 316039"/>
                <a:gd name="connsiteY12" fmla="*/ 124778 h 141827"/>
                <a:gd name="connsiteX13" fmla="*/ 287750 w 316039"/>
                <a:gd name="connsiteY13" fmla="*/ 125444 h 141827"/>
                <a:gd name="connsiteX14" fmla="*/ 286035 w 316039"/>
                <a:gd name="connsiteY14" fmla="*/ 125730 h 141827"/>
                <a:gd name="connsiteX15" fmla="*/ 283940 w 316039"/>
                <a:gd name="connsiteY15" fmla="*/ 126111 h 141827"/>
                <a:gd name="connsiteX16" fmla="*/ 283083 w 316039"/>
                <a:gd name="connsiteY16" fmla="*/ 126206 h 141827"/>
                <a:gd name="connsiteX17" fmla="*/ 280701 w 316039"/>
                <a:gd name="connsiteY17" fmla="*/ 126492 h 141827"/>
                <a:gd name="connsiteX18" fmla="*/ 278035 w 316039"/>
                <a:gd name="connsiteY18" fmla="*/ 126873 h 141827"/>
                <a:gd name="connsiteX19" fmla="*/ 274415 w 316039"/>
                <a:gd name="connsiteY19" fmla="*/ 127826 h 141827"/>
                <a:gd name="connsiteX20" fmla="*/ 271843 w 316039"/>
                <a:gd name="connsiteY20" fmla="*/ 128207 h 141827"/>
                <a:gd name="connsiteX21" fmla="*/ 270320 w 316039"/>
                <a:gd name="connsiteY21" fmla="*/ 128016 h 141827"/>
                <a:gd name="connsiteX22" fmla="*/ 267748 w 316039"/>
                <a:gd name="connsiteY22" fmla="*/ 127826 h 141827"/>
                <a:gd name="connsiteX23" fmla="*/ 264795 w 316039"/>
                <a:gd name="connsiteY23" fmla="*/ 127445 h 141827"/>
                <a:gd name="connsiteX24" fmla="*/ 262223 w 316039"/>
                <a:gd name="connsiteY24" fmla="*/ 127064 h 141827"/>
                <a:gd name="connsiteX25" fmla="*/ 260604 w 316039"/>
                <a:gd name="connsiteY25" fmla="*/ 126683 h 141827"/>
                <a:gd name="connsiteX26" fmla="*/ 259461 w 316039"/>
                <a:gd name="connsiteY26" fmla="*/ 126397 h 141827"/>
                <a:gd name="connsiteX27" fmla="*/ 257746 w 316039"/>
                <a:gd name="connsiteY27" fmla="*/ 129350 h 141827"/>
                <a:gd name="connsiteX28" fmla="*/ 256889 w 316039"/>
                <a:gd name="connsiteY28" fmla="*/ 132112 h 141827"/>
                <a:gd name="connsiteX29" fmla="*/ 255365 w 316039"/>
                <a:gd name="connsiteY29" fmla="*/ 134684 h 141827"/>
                <a:gd name="connsiteX30" fmla="*/ 253651 w 316039"/>
                <a:gd name="connsiteY30" fmla="*/ 136208 h 141827"/>
                <a:gd name="connsiteX31" fmla="*/ 252126 w 316039"/>
                <a:gd name="connsiteY31" fmla="*/ 136970 h 141827"/>
                <a:gd name="connsiteX32" fmla="*/ 249364 w 316039"/>
                <a:gd name="connsiteY32" fmla="*/ 138208 h 141827"/>
                <a:gd name="connsiteX33" fmla="*/ 247173 w 316039"/>
                <a:gd name="connsiteY33" fmla="*/ 139160 h 141827"/>
                <a:gd name="connsiteX34" fmla="*/ 244507 w 316039"/>
                <a:gd name="connsiteY34" fmla="*/ 140208 h 141827"/>
                <a:gd name="connsiteX35" fmla="*/ 238220 w 316039"/>
                <a:gd name="connsiteY35" fmla="*/ 141351 h 141827"/>
                <a:gd name="connsiteX36" fmla="*/ 233743 w 316039"/>
                <a:gd name="connsiteY36" fmla="*/ 141827 h 141827"/>
                <a:gd name="connsiteX37" fmla="*/ 232981 w 316039"/>
                <a:gd name="connsiteY37" fmla="*/ 141827 h 141827"/>
                <a:gd name="connsiteX38" fmla="*/ 225647 w 316039"/>
                <a:gd name="connsiteY38" fmla="*/ 141542 h 141827"/>
                <a:gd name="connsiteX39" fmla="*/ 224885 w 316039"/>
                <a:gd name="connsiteY39" fmla="*/ 141542 h 141827"/>
                <a:gd name="connsiteX40" fmla="*/ 220123 w 316039"/>
                <a:gd name="connsiteY40" fmla="*/ 140970 h 141827"/>
                <a:gd name="connsiteX41" fmla="*/ 218122 w 316039"/>
                <a:gd name="connsiteY41" fmla="*/ 140780 h 141827"/>
                <a:gd name="connsiteX42" fmla="*/ 216027 w 316039"/>
                <a:gd name="connsiteY42" fmla="*/ 140303 h 141827"/>
                <a:gd name="connsiteX43" fmla="*/ 213550 w 316039"/>
                <a:gd name="connsiteY43" fmla="*/ 139732 h 141827"/>
                <a:gd name="connsiteX44" fmla="*/ 211741 w 316039"/>
                <a:gd name="connsiteY44" fmla="*/ 139256 h 141827"/>
                <a:gd name="connsiteX45" fmla="*/ 210026 w 316039"/>
                <a:gd name="connsiteY45" fmla="*/ 138113 h 141827"/>
                <a:gd name="connsiteX46" fmla="*/ 209169 w 316039"/>
                <a:gd name="connsiteY46" fmla="*/ 137446 h 141827"/>
                <a:gd name="connsiteX47" fmla="*/ 207550 w 316039"/>
                <a:gd name="connsiteY47" fmla="*/ 135922 h 141827"/>
                <a:gd name="connsiteX48" fmla="*/ 204216 w 316039"/>
                <a:gd name="connsiteY48" fmla="*/ 134493 h 141827"/>
                <a:gd name="connsiteX49" fmla="*/ 199263 w 316039"/>
                <a:gd name="connsiteY49" fmla="*/ 131731 h 141827"/>
                <a:gd name="connsiteX50" fmla="*/ 196977 w 316039"/>
                <a:gd name="connsiteY50" fmla="*/ 131064 h 141827"/>
                <a:gd name="connsiteX51" fmla="*/ 195167 w 316039"/>
                <a:gd name="connsiteY51" fmla="*/ 130588 h 141827"/>
                <a:gd name="connsiteX52" fmla="*/ 193357 w 316039"/>
                <a:gd name="connsiteY52" fmla="*/ 130588 h 141827"/>
                <a:gd name="connsiteX53" fmla="*/ 192214 w 316039"/>
                <a:gd name="connsiteY53" fmla="*/ 130778 h 141827"/>
                <a:gd name="connsiteX54" fmla="*/ 189357 w 316039"/>
                <a:gd name="connsiteY54" fmla="*/ 131350 h 141827"/>
                <a:gd name="connsiteX55" fmla="*/ 188404 w 316039"/>
                <a:gd name="connsiteY55" fmla="*/ 131540 h 141827"/>
                <a:gd name="connsiteX56" fmla="*/ 182689 w 316039"/>
                <a:gd name="connsiteY56" fmla="*/ 132493 h 141827"/>
                <a:gd name="connsiteX57" fmla="*/ 181451 w 316039"/>
                <a:gd name="connsiteY57" fmla="*/ 128492 h 141827"/>
                <a:gd name="connsiteX58" fmla="*/ 180880 w 316039"/>
                <a:gd name="connsiteY58" fmla="*/ 126778 h 141827"/>
                <a:gd name="connsiteX59" fmla="*/ 178403 w 316039"/>
                <a:gd name="connsiteY59" fmla="*/ 119063 h 141827"/>
                <a:gd name="connsiteX60" fmla="*/ 176498 w 316039"/>
                <a:gd name="connsiteY60" fmla="*/ 118872 h 141827"/>
                <a:gd name="connsiteX61" fmla="*/ 175736 w 316039"/>
                <a:gd name="connsiteY61" fmla="*/ 118777 h 141827"/>
                <a:gd name="connsiteX62" fmla="*/ 173736 w 316039"/>
                <a:gd name="connsiteY62" fmla="*/ 118777 h 141827"/>
                <a:gd name="connsiteX63" fmla="*/ 168116 w 316039"/>
                <a:gd name="connsiteY63" fmla="*/ 118586 h 141827"/>
                <a:gd name="connsiteX64" fmla="*/ 167259 w 316039"/>
                <a:gd name="connsiteY64" fmla="*/ 118586 h 141827"/>
                <a:gd name="connsiteX65" fmla="*/ 161544 w 316039"/>
                <a:gd name="connsiteY65" fmla="*/ 118586 h 141827"/>
                <a:gd name="connsiteX66" fmla="*/ 160687 w 316039"/>
                <a:gd name="connsiteY66" fmla="*/ 118682 h 141827"/>
                <a:gd name="connsiteX67" fmla="*/ 159734 w 316039"/>
                <a:gd name="connsiteY67" fmla="*/ 118682 h 141827"/>
                <a:gd name="connsiteX68" fmla="*/ 158019 w 316039"/>
                <a:gd name="connsiteY68" fmla="*/ 118682 h 141827"/>
                <a:gd name="connsiteX69" fmla="*/ 157448 w 316039"/>
                <a:gd name="connsiteY69" fmla="*/ 118682 h 141827"/>
                <a:gd name="connsiteX70" fmla="*/ 156591 w 316039"/>
                <a:gd name="connsiteY70" fmla="*/ 118682 h 141827"/>
                <a:gd name="connsiteX71" fmla="*/ 155257 w 316039"/>
                <a:gd name="connsiteY71" fmla="*/ 118682 h 141827"/>
                <a:gd name="connsiteX72" fmla="*/ 154400 w 316039"/>
                <a:gd name="connsiteY72" fmla="*/ 118682 h 141827"/>
                <a:gd name="connsiteX73" fmla="*/ 152209 w 316039"/>
                <a:gd name="connsiteY73" fmla="*/ 118682 h 141827"/>
                <a:gd name="connsiteX74" fmla="*/ 142208 w 316039"/>
                <a:gd name="connsiteY74" fmla="*/ 118967 h 141827"/>
                <a:gd name="connsiteX75" fmla="*/ 48292 w 316039"/>
                <a:gd name="connsiteY75" fmla="*/ 104680 h 141827"/>
                <a:gd name="connsiteX76" fmla="*/ 4667 w 316039"/>
                <a:gd name="connsiteY76" fmla="*/ 100108 h 141827"/>
                <a:gd name="connsiteX77" fmla="*/ 5905 w 316039"/>
                <a:gd name="connsiteY77" fmla="*/ 86106 h 141827"/>
                <a:gd name="connsiteX78" fmla="*/ 0 w 316039"/>
                <a:gd name="connsiteY78" fmla="*/ 10859 h 141827"/>
                <a:gd name="connsiteX79" fmla="*/ 6191 w 316039"/>
                <a:gd name="connsiteY79" fmla="*/ 8287 h 141827"/>
                <a:gd name="connsiteX80" fmla="*/ 23431 w 316039"/>
                <a:gd name="connsiteY80" fmla="*/ 0 h 141827"/>
                <a:gd name="connsiteX81" fmla="*/ 24289 w 316039"/>
                <a:gd name="connsiteY81" fmla="*/ 10668 h 141827"/>
                <a:gd name="connsiteX82" fmla="*/ 42767 w 316039"/>
                <a:gd name="connsiteY82" fmla="*/ 18383 h 141827"/>
                <a:gd name="connsiteX83" fmla="*/ 137636 w 316039"/>
                <a:gd name="connsiteY83" fmla="*/ 10954 h 141827"/>
                <a:gd name="connsiteX84" fmla="*/ 188404 w 316039"/>
                <a:gd name="connsiteY84" fmla="*/ 6763 h 141827"/>
                <a:gd name="connsiteX85" fmla="*/ 189357 w 316039"/>
                <a:gd name="connsiteY85" fmla="*/ 7049 h 141827"/>
                <a:gd name="connsiteX86" fmla="*/ 250603 w 316039"/>
                <a:gd name="connsiteY86" fmla="*/ 50197 h 141827"/>
                <a:gd name="connsiteX87" fmla="*/ 258508 w 316039"/>
                <a:gd name="connsiteY87" fmla="*/ 56007 h 141827"/>
                <a:gd name="connsiteX88" fmla="*/ 300609 w 316039"/>
                <a:gd name="connsiteY88" fmla="*/ 89440 h 141827"/>
                <a:gd name="connsiteX89" fmla="*/ 310610 w 316039"/>
                <a:gd name="connsiteY89" fmla="*/ 98298 h 141827"/>
                <a:gd name="connsiteX90" fmla="*/ 313754 w 316039"/>
                <a:gd name="connsiteY90" fmla="*/ 106013 h 141827"/>
                <a:gd name="connsiteX91" fmla="*/ 316039 w 316039"/>
                <a:gd name="connsiteY91" fmla="*/ 113824 h 14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16039" h="141827">
                  <a:moveTo>
                    <a:pt x="316039" y="113824"/>
                  </a:moveTo>
                  <a:lnTo>
                    <a:pt x="314230" y="114014"/>
                  </a:lnTo>
                  <a:lnTo>
                    <a:pt x="311658" y="114776"/>
                  </a:lnTo>
                  <a:lnTo>
                    <a:pt x="310419" y="115157"/>
                  </a:lnTo>
                  <a:lnTo>
                    <a:pt x="308038" y="116205"/>
                  </a:lnTo>
                  <a:lnTo>
                    <a:pt x="305085" y="117443"/>
                  </a:lnTo>
                  <a:lnTo>
                    <a:pt x="304229" y="117824"/>
                  </a:lnTo>
                  <a:lnTo>
                    <a:pt x="301657" y="119063"/>
                  </a:lnTo>
                  <a:lnTo>
                    <a:pt x="298323" y="120682"/>
                  </a:lnTo>
                  <a:lnTo>
                    <a:pt x="294704" y="122968"/>
                  </a:lnTo>
                  <a:lnTo>
                    <a:pt x="292036" y="123825"/>
                  </a:lnTo>
                  <a:lnTo>
                    <a:pt x="290036" y="124492"/>
                  </a:lnTo>
                  <a:lnTo>
                    <a:pt x="289370" y="124778"/>
                  </a:lnTo>
                  <a:lnTo>
                    <a:pt x="287750" y="125444"/>
                  </a:lnTo>
                  <a:lnTo>
                    <a:pt x="286035" y="125730"/>
                  </a:lnTo>
                  <a:lnTo>
                    <a:pt x="283940" y="126111"/>
                  </a:lnTo>
                  <a:lnTo>
                    <a:pt x="283083" y="126206"/>
                  </a:lnTo>
                  <a:lnTo>
                    <a:pt x="280701" y="126492"/>
                  </a:lnTo>
                  <a:lnTo>
                    <a:pt x="278035" y="126873"/>
                  </a:lnTo>
                  <a:lnTo>
                    <a:pt x="274415" y="127826"/>
                  </a:lnTo>
                  <a:lnTo>
                    <a:pt x="271843" y="128207"/>
                  </a:lnTo>
                  <a:lnTo>
                    <a:pt x="270320" y="128016"/>
                  </a:lnTo>
                  <a:lnTo>
                    <a:pt x="267748" y="127826"/>
                  </a:lnTo>
                  <a:lnTo>
                    <a:pt x="264795" y="127445"/>
                  </a:lnTo>
                  <a:lnTo>
                    <a:pt x="262223" y="127064"/>
                  </a:lnTo>
                  <a:lnTo>
                    <a:pt x="260604" y="126683"/>
                  </a:lnTo>
                  <a:lnTo>
                    <a:pt x="259461" y="126397"/>
                  </a:lnTo>
                  <a:lnTo>
                    <a:pt x="257746" y="129350"/>
                  </a:lnTo>
                  <a:lnTo>
                    <a:pt x="256889" y="132112"/>
                  </a:lnTo>
                  <a:lnTo>
                    <a:pt x="255365" y="134684"/>
                  </a:lnTo>
                  <a:lnTo>
                    <a:pt x="253651" y="136208"/>
                  </a:lnTo>
                  <a:lnTo>
                    <a:pt x="252126" y="136970"/>
                  </a:lnTo>
                  <a:lnTo>
                    <a:pt x="249364" y="138208"/>
                  </a:lnTo>
                  <a:lnTo>
                    <a:pt x="247173" y="139160"/>
                  </a:lnTo>
                  <a:lnTo>
                    <a:pt x="244507" y="140208"/>
                  </a:lnTo>
                  <a:lnTo>
                    <a:pt x="238220" y="141351"/>
                  </a:lnTo>
                  <a:lnTo>
                    <a:pt x="233743" y="141827"/>
                  </a:lnTo>
                  <a:lnTo>
                    <a:pt x="232981" y="141827"/>
                  </a:lnTo>
                  <a:lnTo>
                    <a:pt x="225647" y="141542"/>
                  </a:lnTo>
                  <a:lnTo>
                    <a:pt x="224885" y="141542"/>
                  </a:lnTo>
                  <a:lnTo>
                    <a:pt x="220123" y="140970"/>
                  </a:lnTo>
                  <a:lnTo>
                    <a:pt x="218122" y="140780"/>
                  </a:lnTo>
                  <a:lnTo>
                    <a:pt x="216027" y="140303"/>
                  </a:lnTo>
                  <a:lnTo>
                    <a:pt x="213550" y="139732"/>
                  </a:lnTo>
                  <a:lnTo>
                    <a:pt x="211741" y="139256"/>
                  </a:lnTo>
                  <a:lnTo>
                    <a:pt x="210026" y="138113"/>
                  </a:lnTo>
                  <a:lnTo>
                    <a:pt x="209169" y="137446"/>
                  </a:lnTo>
                  <a:lnTo>
                    <a:pt x="207550" y="135922"/>
                  </a:lnTo>
                  <a:lnTo>
                    <a:pt x="204216" y="134493"/>
                  </a:lnTo>
                  <a:lnTo>
                    <a:pt x="199263" y="131731"/>
                  </a:lnTo>
                  <a:lnTo>
                    <a:pt x="196977" y="131064"/>
                  </a:lnTo>
                  <a:lnTo>
                    <a:pt x="195167" y="130588"/>
                  </a:lnTo>
                  <a:lnTo>
                    <a:pt x="193357" y="130588"/>
                  </a:lnTo>
                  <a:lnTo>
                    <a:pt x="192214" y="130778"/>
                  </a:lnTo>
                  <a:lnTo>
                    <a:pt x="189357" y="131350"/>
                  </a:lnTo>
                  <a:lnTo>
                    <a:pt x="188404" y="131540"/>
                  </a:lnTo>
                  <a:lnTo>
                    <a:pt x="182689" y="132493"/>
                  </a:lnTo>
                  <a:lnTo>
                    <a:pt x="181451" y="128492"/>
                  </a:lnTo>
                  <a:lnTo>
                    <a:pt x="180880" y="126778"/>
                  </a:lnTo>
                  <a:lnTo>
                    <a:pt x="178403" y="119063"/>
                  </a:lnTo>
                  <a:lnTo>
                    <a:pt x="176498" y="118872"/>
                  </a:lnTo>
                  <a:lnTo>
                    <a:pt x="175736" y="118777"/>
                  </a:lnTo>
                  <a:lnTo>
                    <a:pt x="173736" y="118777"/>
                  </a:lnTo>
                  <a:lnTo>
                    <a:pt x="168116" y="118586"/>
                  </a:lnTo>
                  <a:lnTo>
                    <a:pt x="167259" y="118586"/>
                  </a:lnTo>
                  <a:lnTo>
                    <a:pt x="161544" y="118586"/>
                  </a:lnTo>
                  <a:lnTo>
                    <a:pt x="160687" y="118682"/>
                  </a:lnTo>
                  <a:lnTo>
                    <a:pt x="159734" y="118682"/>
                  </a:lnTo>
                  <a:lnTo>
                    <a:pt x="158019" y="118682"/>
                  </a:lnTo>
                  <a:lnTo>
                    <a:pt x="157448" y="118682"/>
                  </a:lnTo>
                  <a:lnTo>
                    <a:pt x="156591" y="118682"/>
                  </a:lnTo>
                  <a:lnTo>
                    <a:pt x="155257" y="118682"/>
                  </a:lnTo>
                  <a:lnTo>
                    <a:pt x="154400" y="118682"/>
                  </a:lnTo>
                  <a:lnTo>
                    <a:pt x="152209" y="118682"/>
                  </a:lnTo>
                  <a:lnTo>
                    <a:pt x="142208" y="118967"/>
                  </a:lnTo>
                  <a:lnTo>
                    <a:pt x="48292" y="104680"/>
                  </a:lnTo>
                  <a:lnTo>
                    <a:pt x="4667" y="100108"/>
                  </a:lnTo>
                  <a:lnTo>
                    <a:pt x="5905" y="86106"/>
                  </a:lnTo>
                  <a:lnTo>
                    <a:pt x="0" y="10859"/>
                  </a:lnTo>
                  <a:lnTo>
                    <a:pt x="6191" y="8287"/>
                  </a:lnTo>
                  <a:lnTo>
                    <a:pt x="23431" y="0"/>
                  </a:lnTo>
                  <a:lnTo>
                    <a:pt x="24289" y="10668"/>
                  </a:lnTo>
                  <a:lnTo>
                    <a:pt x="42767" y="18383"/>
                  </a:lnTo>
                  <a:lnTo>
                    <a:pt x="137636" y="10954"/>
                  </a:lnTo>
                  <a:lnTo>
                    <a:pt x="188404" y="6763"/>
                  </a:lnTo>
                  <a:lnTo>
                    <a:pt x="189357" y="7049"/>
                  </a:lnTo>
                  <a:lnTo>
                    <a:pt x="250603" y="50197"/>
                  </a:lnTo>
                  <a:lnTo>
                    <a:pt x="258508" y="56007"/>
                  </a:lnTo>
                  <a:lnTo>
                    <a:pt x="300609" y="89440"/>
                  </a:lnTo>
                  <a:lnTo>
                    <a:pt x="310610" y="98298"/>
                  </a:lnTo>
                  <a:lnTo>
                    <a:pt x="313754" y="106013"/>
                  </a:lnTo>
                  <a:lnTo>
                    <a:pt x="316039" y="11382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5" name="서울특별시 중랑구 면목5동">
              <a:extLst>
                <a:ext uri="{FF2B5EF4-FFF2-40B4-BE49-F238E27FC236}">
                  <a16:creationId xmlns:a16="http://schemas.microsoft.com/office/drawing/2014/main" id="{765F0594-54EC-F494-E810-41231AA1826B}"/>
                </a:ext>
              </a:extLst>
            </p:cNvPr>
            <p:cNvSpPr/>
            <p:nvPr/>
          </p:nvSpPr>
          <p:spPr>
            <a:xfrm>
              <a:off x="7904511" y="3019044"/>
              <a:ext cx="188785" cy="196310"/>
            </a:xfrm>
            <a:custGeom>
              <a:avLst/>
              <a:gdLst>
                <a:gd name="connsiteX0" fmla="*/ 178689 w 188785"/>
                <a:gd name="connsiteY0" fmla="*/ 57626 h 196310"/>
                <a:gd name="connsiteX1" fmla="*/ 176117 w 188785"/>
                <a:gd name="connsiteY1" fmla="*/ 117253 h 196310"/>
                <a:gd name="connsiteX2" fmla="*/ 107632 w 188785"/>
                <a:gd name="connsiteY2" fmla="*/ 185452 h 196310"/>
                <a:gd name="connsiteX3" fmla="*/ 90392 w 188785"/>
                <a:gd name="connsiteY3" fmla="*/ 193738 h 196310"/>
                <a:gd name="connsiteX4" fmla="*/ 84201 w 188785"/>
                <a:gd name="connsiteY4" fmla="*/ 196310 h 196310"/>
                <a:gd name="connsiteX5" fmla="*/ 64484 w 188785"/>
                <a:gd name="connsiteY5" fmla="*/ 120205 h 196310"/>
                <a:gd name="connsiteX6" fmla="*/ 0 w 188785"/>
                <a:gd name="connsiteY6" fmla="*/ 40957 h 196310"/>
                <a:gd name="connsiteX7" fmla="*/ 188786 w 188785"/>
                <a:gd name="connsiteY7" fmla="*/ 0 h 196310"/>
                <a:gd name="connsiteX8" fmla="*/ 178689 w 188785"/>
                <a:gd name="connsiteY8" fmla="*/ 57626 h 196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785" h="196310">
                  <a:moveTo>
                    <a:pt x="178689" y="57626"/>
                  </a:moveTo>
                  <a:lnTo>
                    <a:pt x="176117" y="117253"/>
                  </a:lnTo>
                  <a:lnTo>
                    <a:pt x="107632" y="185452"/>
                  </a:lnTo>
                  <a:lnTo>
                    <a:pt x="90392" y="193738"/>
                  </a:lnTo>
                  <a:lnTo>
                    <a:pt x="84201" y="196310"/>
                  </a:lnTo>
                  <a:lnTo>
                    <a:pt x="64484" y="120205"/>
                  </a:lnTo>
                  <a:lnTo>
                    <a:pt x="0" y="40957"/>
                  </a:lnTo>
                  <a:lnTo>
                    <a:pt x="188786" y="0"/>
                  </a:lnTo>
                  <a:lnTo>
                    <a:pt x="178689" y="5762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6" name="서울특별시 중랑구 면목7동">
              <a:extLst>
                <a:ext uri="{FF2B5EF4-FFF2-40B4-BE49-F238E27FC236}">
                  <a16:creationId xmlns:a16="http://schemas.microsoft.com/office/drawing/2014/main" id="{CF2E144C-77F5-B3B5-2F14-83C8D305AC0C}"/>
                </a:ext>
              </a:extLst>
            </p:cNvPr>
            <p:cNvSpPr/>
            <p:nvPr/>
          </p:nvSpPr>
          <p:spPr>
            <a:xfrm>
              <a:off x="8012144" y="3136296"/>
              <a:ext cx="418147" cy="182022"/>
            </a:xfrm>
            <a:custGeom>
              <a:avLst/>
              <a:gdLst>
                <a:gd name="connsiteX0" fmla="*/ 418148 w 418147"/>
                <a:gd name="connsiteY0" fmla="*/ 40481 h 182022"/>
                <a:gd name="connsiteX1" fmla="*/ 418052 w 418147"/>
                <a:gd name="connsiteY1" fmla="*/ 51530 h 182022"/>
                <a:gd name="connsiteX2" fmla="*/ 392430 w 418147"/>
                <a:gd name="connsiteY2" fmla="*/ 111728 h 182022"/>
                <a:gd name="connsiteX3" fmla="*/ 386525 w 418147"/>
                <a:gd name="connsiteY3" fmla="*/ 137541 h 182022"/>
                <a:gd name="connsiteX4" fmla="*/ 292608 w 418147"/>
                <a:gd name="connsiteY4" fmla="*/ 182023 h 182022"/>
                <a:gd name="connsiteX5" fmla="*/ 290322 w 418147"/>
                <a:gd name="connsiteY5" fmla="*/ 174212 h 182022"/>
                <a:gd name="connsiteX6" fmla="*/ 287179 w 418147"/>
                <a:gd name="connsiteY6" fmla="*/ 166497 h 182022"/>
                <a:gd name="connsiteX7" fmla="*/ 277178 w 418147"/>
                <a:gd name="connsiteY7" fmla="*/ 157639 h 182022"/>
                <a:gd name="connsiteX8" fmla="*/ 235077 w 418147"/>
                <a:gd name="connsiteY8" fmla="*/ 124206 h 182022"/>
                <a:gd name="connsiteX9" fmla="*/ 227172 w 418147"/>
                <a:gd name="connsiteY9" fmla="*/ 118396 h 182022"/>
                <a:gd name="connsiteX10" fmla="*/ 165926 w 418147"/>
                <a:gd name="connsiteY10" fmla="*/ 75247 h 182022"/>
                <a:gd name="connsiteX11" fmla="*/ 164973 w 418147"/>
                <a:gd name="connsiteY11" fmla="*/ 74962 h 182022"/>
                <a:gd name="connsiteX12" fmla="*/ 114205 w 418147"/>
                <a:gd name="connsiteY12" fmla="*/ 79153 h 182022"/>
                <a:gd name="connsiteX13" fmla="*/ 19336 w 418147"/>
                <a:gd name="connsiteY13" fmla="*/ 86582 h 182022"/>
                <a:gd name="connsiteX14" fmla="*/ 858 w 418147"/>
                <a:gd name="connsiteY14" fmla="*/ 78867 h 182022"/>
                <a:gd name="connsiteX15" fmla="*/ 0 w 418147"/>
                <a:gd name="connsiteY15" fmla="*/ 68199 h 182022"/>
                <a:gd name="connsiteX16" fmla="*/ 68485 w 418147"/>
                <a:gd name="connsiteY16" fmla="*/ 0 h 182022"/>
                <a:gd name="connsiteX17" fmla="*/ 113538 w 418147"/>
                <a:gd name="connsiteY17" fmla="*/ 2953 h 182022"/>
                <a:gd name="connsiteX18" fmla="*/ 171260 w 418147"/>
                <a:gd name="connsiteY18" fmla="*/ 8954 h 182022"/>
                <a:gd name="connsiteX19" fmla="*/ 218027 w 418147"/>
                <a:gd name="connsiteY19" fmla="*/ 9239 h 182022"/>
                <a:gd name="connsiteX20" fmla="*/ 278702 w 418147"/>
                <a:gd name="connsiteY20" fmla="*/ 7334 h 182022"/>
                <a:gd name="connsiteX21" fmla="*/ 365665 w 418147"/>
                <a:gd name="connsiteY21" fmla="*/ 28956 h 182022"/>
                <a:gd name="connsiteX22" fmla="*/ 418148 w 418147"/>
                <a:gd name="connsiteY22" fmla="*/ 40481 h 18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8147" h="182022">
                  <a:moveTo>
                    <a:pt x="418148" y="40481"/>
                  </a:moveTo>
                  <a:lnTo>
                    <a:pt x="418052" y="51530"/>
                  </a:lnTo>
                  <a:lnTo>
                    <a:pt x="392430" y="111728"/>
                  </a:lnTo>
                  <a:lnTo>
                    <a:pt x="386525" y="137541"/>
                  </a:lnTo>
                  <a:lnTo>
                    <a:pt x="292608" y="182023"/>
                  </a:lnTo>
                  <a:lnTo>
                    <a:pt x="290322" y="174212"/>
                  </a:lnTo>
                  <a:lnTo>
                    <a:pt x="287179" y="166497"/>
                  </a:lnTo>
                  <a:lnTo>
                    <a:pt x="277178" y="157639"/>
                  </a:lnTo>
                  <a:lnTo>
                    <a:pt x="235077" y="124206"/>
                  </a:lnTo>
                  <a:lnTo>
                    <a:pt x="227172" y="118396"/>
                  </a:lnTo>
                  <a:lnTo>
                    <a:pt x="165926" y="75247"/>
                  </a:lnTo>
                  <a:lnTo>
                    <a:pt x="164973" y="74962"/>
                  </a:lnTo>
                  <a:lnTo>
                    <a:pt x="114205" y="79153"/>
                  </a:lnTo>
                  <a:lnTo>
                    <a:pt x="19336" y="86582"/>
                  </a:lnTo>
                  <a:lnTo>
                    <a:pt x="858" y="78867"/>
                  </a:lnTo>
                  <a:lnTo>
                    <a:pt x="0" y="68199"/>
                  </a:lnTo>
                  <a:lnTo>
                    <a:pt x="68485" y="0"/>
                  </a:lnTo>
                  <a:lnTo>
                    <a:pt x="113538" y="2953"/>
                  </a:lnTo>
                  <a:lnTo>
                    <a:pt x="171260" y="8954"/>
                  </a:lnTo>
                  <a:lnTo>
                    <a:pt x="218027" y="9239"/>
                  </a:lnTo>
                  <a:lnTo>
                    <a:pt x="278702" y="7334"/>
                  </a:lnTo>
                  <a:lnTo>
                    <a:pt x="365665" y="28956"/>
                  </a:lnTo>
                  <a:lnTo>
                    <a:pt x="418148" y="4048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7" name="서울특별시 중랑구 상봉1동">
              <a:extLst>
                <a:ext uri="{FF2B5EF4-FFF2-40B4-BE49-F238E27FC236}">
                  <a16:creationId xmlns:a16="http://schemas.microsoft.com/office/drawing/2014/main" id="{3935C28D-D6E0-FEA0-0864-B39CBB0B5001}"/>
                </a:ext>
              </a:extLst>
            </p:cNvPr>
            <p:cNvSpPr/>
            <p:nvPr/>
          </p:nvSpPr>
          <p:spPr>
            <a:xfrm>
              <a:off x="8024336" y="2614993"/>
              <a:ext cx="281368" cy="270129"/>
            </a:xfrm>
            <a:custGeom>
              <a:avLst/>
              <a:gdLst>
                <a:gd name="connsiteX0" fmla="*/ 281368 w 281368"/>
                <a:gd name="connsiteY0" fmla="*/ 168402 h 270129"/>
                <a:gd name="connsiteX1" fmla="*/ 276225 w 281368"/>
                <a:gd name="connsiteY1" fmla="*/ 189262 h 270129"/>
                <a:gd name="connsiteX2" fmla="*/ 226695 w 281368"/>
                <a:gd name="connsiteY2" fmla="*/ 212789 h 270129"/>
                <a:gd name="connsiteX3" fmla="*/ 164496 w 281368"/>
                <a:gd name="connsiteY3" fmla="*/ 227648 h 270129"/>
                <a:gd name="connsiteX4" fmla="*/ 110966 w 281368"/>
                <a:gd name="connsiteY4" fmla="*/ 240792 h 270129"/>
                <a:gd name="connsiteX5" fmla="*/ 95250 w 281368"/>
                <a:gd name="connsiteY5" fmla="*/ 245174 h 270129"/>
                <a:gd name="connsiteX6" fmla="*/ 83915 w 281368"/>
                <a:gd name="connsiteY6" fmla="*/ 248412 h 270129"/>
                <a:gd name="connsiteX7" fmla="*/ 40671 w 281368"/>
                <a:gd name="connsiteY7" fmla="*/ 260318 h 270129"/>
                <a:gd name="connsiteX8" fmla="*/ 18288 w 281368"/>
                <a:gd name="connsiteY8" fmla="*/ 265748 h 270129"/>
                <a:gd name="connsiteX9" fmla="*/ 4381 w 281368"/>
                <a:gd name="connsiteY9" fmla="*/ 269081 h 270129"/>
                <a:gd name="connsiteX10" fmla="*/ 0 w 281368"/>
                <a:gd name="connsiteY10" fmla="*/ 270129 h 270129"/>
                <a:gd name="connsiteX11" fmla="*/ 762 w 281368"/>
                <a:gd name="connsiteY11" fmla="*/ 254318 h 270129"/>
                <a:gd name="connsiteX12" fmla="*/ 9810 w 281368"/>
                <a:gd name="connsiteY12" fmla="*/ 252794 h 270129"/>
                <a:gd name="connsiteX13" fmla="*/ 50292 w 281368"/>
                <a:gd name="connsiteY13" fmla="*/ 244316 h 270129"/>
                <a:gd name="connsiteX14" fmla="*/ 50959 w 281368"/>
                <a:gd name="connsiteY14" fmla="*/ 244126 h 270129"/>
                <a:gd name="connsiteX15" fmla="*/ 108109 w 281368"/>
                <a:gd name="connsiteY15" fmla="*/ 175355 h 270129"/>
                <a:gd name="connsiteX16" fmla="*/ 113252 w 281368"/>
                <a:gd name="connsiteY16" fmla="*/ 167545 h 270129"/>
                <a:gd name="connsiteX17" fmla="*/ 121539 w 281368"/>
                <a:gd name="connsiteY17" fmla="*/ 143828 h 270129"/>
                <a:gd name="connsiteX18" fmla="*/ 123444 w 281368"/>
                <a:gd name="connsiteY18" fmla="*/ 103156 h 270129"/>
                <a:gd name="connsiteX19" fmla="*/ 120968 w 281368"/>
                <a:gd name="connsiteY19" fmla="*/ 65627 h 270129"/>
                <a:gd name="connsiteX20" fmla="*/ 116681 w 281368"/>
                <a:gd name="connsiteY20" fmla="*/ 54483 h 270129"/>
                <a:gd name="connsiteX21" fmla="*/ 110394 w 281368"/>
                <a:gd name="connsiteY21" fmla="*/ 42386 h 270129"/>
                <a:gd name="connsiteX22" fmla="*/ 105442 w 281368"/>
                <a:gd name="connsiteY22" fmla="*/ 21146 h 270129"/>
                <a:gd name="connsiteX23" fmla="*/ 112681 w 281368"/>
                <a:gd name="connsiteY23" fmla="*/ 9430 h 270129"/>
                <a:gd name="connsiteX24" fmla="*/ 124777 w 281368"/>
                <a:gd name="connsiteY24" fmla="*/ 5144 h 270129"/>
                <a:gd name="connsiteX25" fmla="*/ 139160 w 281368"/>
                <a:gd name="connsiteY25" fmla="*/ 0 h 270129"/>
                <a:gd name="connsiteX26" fmla="*/ 189738 w 281368"/>
                <a:gd name="connsiteY26" fmla="*/ 44672 h 270129"/>
                <a:gd name="connsiteX27" fmla="*/ 199168 w 281368"/>
                <a:gd name="connsiteY27" fmla="*/ 47816 h 270129"/>
                <a:gd name="connsiteX28" fmla="*/ 242030 w 281368"/>
                <a:gd name="connsiteY28" fmla="*/ 89726 h 270129"/>
                <a:gd name="connsiteX29" fmla="*/ 253841 w 281368"/>
                <a:gd name="connsiteY29" fmla="*/ 135446 h 270129"/>
                <a:gd name="connsiteX30" fmla="*/ 268700 w 281368"/>
                <a:gd name="connsiteY30" fmla="*/ 163449 h 270129"/>
                <a:gd name="connsiteX31" fmla="*/ 274796 w 281368"/>
                <a:gd name="connsiteY31" fmla="*/ 169355 h 270129"/>
                <a:gd name="connsiteX32" fmla="*/ 275272 w 281368"/>
                <a:gd name="connsiteY32" fmla="*/ 169831 h 270129"/>
                <a:gd name="connsiteX33" fmla="*/ 280130 w 281368"/>
                <a:gd name="connsiteY33" fmla="*/ 168688 h 270129"/>
                <a:gd name="connsiteX34" fmla="*/ 281368 w 281368"/>
                <a:gd name="connsiteY34" fmla="*/ 168402 h 270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81368" h="270129">
                  <a:moveTo>
                    <a:pt x="281368" y="168402"/>
                  </a:moveTo>
                  <a:lnTo>
                    <a:pt x="276225" y="189262"/>
                  </a:lnTo>
                  <a:lnTo>
                    <a:pt x="226695" y="212789"/>
                  </a:lnTo>
                  <a:lnTo>
                    <a:pt x="164496" y="227648"/>
                  </a:lnTo>
                  <a:lnTo>
                    <a:pt x="110966" y="240792"/>
                  </a:lnTo>
                  <a:lnTo>
                    <a:pt x="95250" y="245174"/>
                  </a:lnTo>
                  <a:lnTo>
                    <a:pt x="83915" y="248412"/>
                  </a:lnTo>
                  <a:lnTo>
                    <a:pt x="40671" y="260318"/>
                  </a:lnTo>
                  <a:lnTo>
                    <a:pt x="18288" y="265748"/>
                  </a:lnTo>
                  <a:lnTo>
                    <a:pt x="4381" y="269081"/>
                  </a:lnTo>
                  <a:lnTo>
                    <a:pt x="0" y="270129"/>
                  </a:lnTo>
                  <a:lnTo>
                    <a:pt x="762" y="254318"/>
                  </a:lnTo>
                  <a:lnTo>
                    <a:pt x="9810" y="252794"/>
                  </a:lnTo>
                  <a:lnTo>
                    <a:pt x="50292" y="244316"/>
                  </a:lnTo>
                  <a:lnTo>
                    <a:pt x="50959" y="244126"/>
                  </a:lnTo>
                  <a:lnTo>
                    <a:pt x="108109" y="175355"/>
                  </a:lnTo>
                  <a:lnTo>
                    <a:pt x="113252" y="167545"/>
                  </a:lnTo>
                  <a:lnTo>
                    <a:pt x="121539" y="143828"/>
                  </a:lnTo>
                  <a:lnTo>
                    <a:pt x="123444" y="103156"/>
                  </a:lnTo>
                  <a:lnTo>
                    <a:pt x="120968" y="65627"/>
                  </a:lnTo>
                  <a:lnTo>
                    <a:pt x="116681" y="54483"/>
                  </a:lnTo>
                  <a:lnTo>
                    <a:pt x="110394" y="42386"/>
                  </a:lnTo>
                  <a:lnTo>
                    <a:pt x="105442" y="21146"/>
                  </a:lnTo>
                  <a:lnTo>
                    <a:pt x="112681" y="9430"/>
                  </a:lnTo>
                  <a:lnTo>
                    <a:pt x="124777" y="5144"/>
                  </a:lnTo>
                  <a:lnTo>
                    <a:pt x="139160" y="0"/>
                  </a:lnTo>
                  <a:lnTo>
                    <a:pt x="189738" y="44672"/>
                  </a:lnTo>
                  <a:lnTo>
                    <a:pt x="199168" y="47816"/>
                  </a:lnTo>
                  <a:lnTo>
                    <a:pt x="242030" y="89726"/>
                  </a:lnTo>
                  <a:lnTo>
                    <a:pt x="253841" y="135446"/>
                  </a:lnTo>
                  <a:lnTo>
                    <a:pt x="268700" y="163449"/>
                  </a:lnTo>
                  <a:lnTo>
                    <a:pt x="274796" y="169355"/>
                  </a:lnTo>
                  <a:lnTo>
                    <a:pt x="275272" y="169831"/>
                  </a:lnTo>
                  <a:lnTo>
                    <a:pt x="280130" y="168688"/>
                  </a:lnTo>
                  <a:lnTo>
                    <a:pt x="281368" y="1684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8" name="서울특별시 중랑구 상봉2동">
              <a:extLst>
                <a:ext uri="{FF2B5EF4-FFF2-40B4-BE49-F238E27FC236}">
                  <a16:creationId xmlns:a16="http://schemas.microsoft.com/office/drawing/2014/main" id="{AF0FA210-FE62-4AA4-B2C2-409F11BDA503}"/>
                </a:ext>
              </a:extLst>
            </p:cNvPr>
            <p:cNvSpPr/>
            <p:nvPr/>
          </p:nvSpPr>
          <p:spPr>
            <a:xfrm>
              <a:off x="7844313" y="2827782"/>
              <a:ext cx="414147" cy="131444"/>
            </a:xfrm>
            <a:custGeom>
              <a:avLst/>
              <a:gdLst>
                <a:gd name="connsiteX0" fmla="*/ 414147 w 414147"/>
                <a:gd name="connsiteY0" fmla="*/ 72866 h 131444"/>
                <a:gd name="connsiteX1" fmla="*/ 317659 w 414147"/>
                <a:gd name="connsiteY1" fmla="*/ 93440 h 131444"/>
                <a:gd name="connsiteX2" fmla="*/ 297561 w 414147"/>
                <a:gd name="connsiteY2" fmla="*/ 97822 h 131444"/>
                <a:gd name="connsiteX3" fmla="*/ 252794 w 414147"/>
                <a:gd name="connsiteY3" fmla="*/ 107347 h 131444"/>
                <a:gd name="connsiteX4" fmla="*/ 177070 w 414147"/>
                <a:gd name="connsiteY4" fmla="*/ 119634 h 131444"/>
                <a:gd name="connsiteX5" fmla="*/ 157258 w 414147"/>
                <a:gd name="connsiteY5" fmla="*/ 108775 h 131444"/>
                <a:gd name="connsiteX6" fmla="*/ 150495 w 414147"/>
                <a:gd name="connsiteY6" fmla="*/ 94202 h 131444"/>
                <a:gd name="connsiteX7" fmla="*/ 6668 w 414147"/>
                <a:gd name="connsiteY7" fmla="*/ 131445 h 131444"/>
                <a:gd name="connsiteX8" fmla="*/ 0 w 414147"/>
                <a:gd name="connsiteY8" fmla="*/ 103156 h 131444"/>
                <a:gd name="connsiteX9" fmla="*/ 180023 w 414147"/>
                <a:gd name="connsiteY9" fmla="*/ 57340 h 131444"/>
                <a:gd name="connsiteX10" fmla="*/ 184404 w 414147"/>
                <a:gd name="connsiteY10" fmla="*/ 56293 h 131444"/>
                <a:gd name="connsiteX11" fmla="*/ 198311 w 414147"/>
                <a:gd name="connsiteY11" fmla="*/ 52959 h 131444"/>
                <a:gd name="connsiteX12" fmla="*/ 220694 w 414147"/>
                <a:gd name="connsiteY12" fmla="*/ 47530 h 131444"/>
                <a:gd name="connsiteX13" fmla="*/ 263938 w 414147"/>
                <a:gd name="connsiteY13" fmla="*/ 35623 h 131444"/>
                <a:gd name="connsiteX14" fmla="*/ 275273 w 414147"/>
                <a:gd name="connsiteY14" fmla="*/ 32385 h 131444"/>
                <a:gd name="connsiteX15" fmla="*/ 290989 w 414147"/>
                <a:gd name="connsiteY15" fmla="*/ 28004 h 131444"/>
                <a:gd name="connsiteX16" fmla="*/ 344519 w 414147"/>
                <a:gd name="connsiteY16" fmla="*/ 14859 h 131444"/>
                <a:gd name="connsiteX17" fmla="*/ 406718 w 414147"/>
                <a:gd name="connsiteY17" fmla="*/ 0 h 131444"/>
                <a:gd name="connsiteX18" fmla="*/ 414147 w 414147"/>
                <a:gd name="connsiteY18" fmla="*/ 72866 h 13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4147" h="131444">
                  <a:moveTo>
                    <a:pt x="414147" y="72866"/>
                  </a:moveTo>
                  <a:lnTo>
                    <a:pt x="317659" y="93440"/>
                  </a:lnTo>
                  <a:lnTo>
                    <a:pt x="297561" y="97822"/>
                  </a:lnTo>
                  <a:lnTo>
                    <a:pt x="252794" y="107347"/>
                  </a:lnTo>
                  <a:lnTo>
                    <a:pt x="177070" y="119634"/>
                  </a:lnTo>
                  <a:lnTo>
                    <a:pt x="157258" y="108775"/>
                  </a:lnTo>
                  <a:lnTo>
                    <a:pt x="150495" y="94202"/>
                  </a:lnTo>
                  <a:lnTo>
                    <a:pt x="6668" y="131445"/>
                  </a:lnTo>
                  <a:lnTo>
                    <a:pt x="0" y="103156"/>
                  </a:lnTo>
                  <a:lnTo>
                    <a:pt x="180023" y="57340"/>
                  </a:lnTo>
                  <a:lnTo>
                    <a:pt x="184404" y="56293"/>
                  </a:lnTo>
                  <a:lnTo>
                    <a:pt x="198311" y="52959"/>
                  </a:lnTo>
                  <a:lnTo>
                    <a:pt x="220694" y="47530"/>
                  </a:lnTo>
                  <a:lnTo>
                    <a:pt x="263938" y="35623"/>
                  </a:lnTo>
                  <a:lnTo>
                    <a:pt x="275273" y="32385"/>
                  </a:lnTo>
                  <a:lnTo>
                    <a:pt x="290989" y="28004"/>
                  </a:lnTo>
                  <a:lnTo>
                    <a:pt x="344519" y="14859"/>
                  </a:lnTo>
                  <a:lnTo>
                    <a:pt x="406718" y="0"/>
                  </a:lnTo>
                  <a:lnTo>
                    <a:pt x="414147" y="7286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9" name="서울특별시 중랑구 중화1동">
              <a:extLst>
                <a:ext uri="{FF2B5EF4-FFF2-40B4-BE49-F238E27FC236}">
                  <a16:creationId xmlns:a16="http://schemas.microsoft.com/office/drawing/2014/main" id="{523BB914-5F6C-7717-C355-A752A25FAAE4}"/>
                </a:ext>
              </a:extLst>
            </p:cNvPr>
            <p:cNvSpPr/>
            <p:nvPr/>
          </p:nvSpPr>
          <p:spPr>
            <a:xfrm>
              <a:off x="7996237" y="2624423"/>
              <a:ext cx="151542" cy="244887"/>
            </a:xfrm>
            <a:custGeom>
              <a:avLst/>
              <a:gdLst>
                <a:gd name="connsiteX0" fmla="*/ 28861 w 151542"/>
                <a:gd name="connsiteY0" fmla="*/ 244888 h 244887"/>
                <a:gd name="connsiteX1" fmla="*/ 28956 w 151542"/>
                <a:gd name="connsiteY1" fmla="*/ 223171 h 244887"/>
                <a:gd name="connsiteX2" fmla="*/ 28099 w 151542"/>
                <a:gd name="connsiteY2" fmla="*/ 217837 h 244887"/>
                <a:gd name="connsiteX3" fmla="*/ 27051 w 151542"/>
                <a:gd name="connsiteY3" fmla="*/ 212122 h 244887"/>
                <a:gd name="connsiteX4" fmla="*/ 25718 w 151542"/>
                <a:gd name="connsiteY4" fmla="*/ 204788 h 244887"/>
                <a:gd name="connsiteX5" fmla="*/ 12859 w 151542"/>
                <a:gd name="connsiteY5" fmla="*/ 135160 h 244887"/>
                <a:gd name="connsiteX6" fmla="*/ 11716 w 151542"/>
                <a:gd name="connsiteY6" fmla="*/ 129159 h 244887"/>
                <a:gd name="connsiteX7" fmla="*/ 5905 w 151542"/>
                <a:gd name="connsiteY7" fmla="*/ 99632 h 244887"/>
                <a:gd name="connsiteX8" fmla="*/ 0 w 151542"/>
                <a:gd name="connsiteY8" fmla="*/ 72676 h 244887"/>
                <a:gd name="connsiteX9" fmla="*/ 7144 w 151542"/>
                <a:gd name="connsiteY9" fmla="*/ 71914 h 244887"/>
                <a:gd name="connsiteX10" fmla="*/ 12478 w 151542"/>
                <a:gd name="connsiteY10" fmla="*/ 71342 h 244887"/>
                <a:gd name="connsiteX11" fmla="*/ 31718 w 151542"/>
                <a:gd name="connsiteY11" fmla="*/ 69151 h 244887"/>
                <a:gd name="connsiteX12" fmla="*/ 81915 w 151542"/>
                <a:gd name="connsiteY12" fmla="*/ 50197 h 244887"/>
                <a:gd name="connsiteX13" fmla="*/ 85534 w 151542"/>
                <a:gd name="connsiteY13" fmla="*/ 48101 h 244887"/>
                <a:gd name="connsiteX14" fmla="*/ 116395 w 151542"/>
                <a:gd name="connsiteY14" fmla="*/ 24955 h 244887"/>
                <a:gd name="connsiteX15" fmla="*/ 121348 w 151542"/>
                <a:gd name="connsiteY15" fmla="*/ 19145 h 244887"/>
                <a:gd name="connsiteX16" fmla="*/ 125349 w 151542"/>
                <a:gd name="connsiteY16" fmla="*/ 13716 h 244887"/>
                <a:gd name="connsiteX17" fmla="*/ 125730 w 151542"/>
                <a:gd name="connsiteY17" fmla="*/ 13145 h 244887"/>
                <a:gd name="connsiteX18" fmla="*/ 128207 w 151542"/>
                <a:gd name="connsiteY18" fmla="*/ 8763 h 244887"/>
                <a:gd name="connsiteX19" fmla="*/ 130778 w 151542"/>
                <a:gd name="connsiteY19" fmla="*/ 2667 h 244887"/>
                <a:gd name="connsiteX20" fmla="*/ 131350 w 151542"/>
                <a:gd name="connsiteY20" fmla="*/ 286 h 244887"/>
                <a:gd name="connsiteX21" fmla="*/ 140780 w 151542"/>
                <a:gd name="connsiteY21" fmla="*/ 0 h 244887"/>
                <a:gd name="connsiteX22" fmla="*/ 133541 w 151542"/>
                <a:gd name="connsiteY22" fmla="*/ 11716 h 244887"/>
                <a:gd name="connsiteX23" fmla="*/ 138493 w 151542"/>
                <a:gd name="connsiteY23" fmla="*/ 32957 h 244887"/>
                <a:gd name="connsiteX24" fmla="*/ 144780 w 151542"/>
                <a:gd name="connsiteY24" fmla="*/ 45053 h 244887"/>
                <a:gd name="connsiteX25" fmla="*/ 149066 w 151542"/>
                <a:gd name="connsiteY25" fmla="*/ 56197 h 244887"/>
                <a:gd name="connsiteX26" fmla="*/ 151543 w 151542"/>
                <a:gd name="connsiteY26" fmla="*/ 93726 h 244887"/>
                <a:gd name="connsiteX27" fmla="*/ 149638 w 151542"/>
                <a:gd name="connsiteY27" fmla="*/ 134398 h 244887"/>
                <a:gd name="connsiteX28" fmla="*/ 141351 w 151542"/>
                <a:gd name="connsiteY28" fmla="*/ 158115 h 244887"/>
                <a:gd name="connsiteX29" fmla="*/ 136207 w 151542"/>
                <a:gd name="connsiteY29" fmla="*/ 165925 h 244887"/>
                <a:gd name="connsiteX30" fmla="*/ 79057 w 151542"/>
                <a:gd name="connsiteY30" fmla="*/ 234696 h 244887"/>
                <a:gd name="connsiteX31" fmla="*/ 78391 w 151542"/>
                <a:gd name="connsiteY31" fmla="*/ 234887 h 244887"/>
                <a:gd name="connsiteX32" fmla="*/ 37909 w 151542"/>
                <a:gd name="connsiteY32" fmla="*/ 243364 h 244887"/>
                <a:gd name="connsiteX33" fmla="*/ 28861 w 151542"/>
                <a:gd name="connsiteY33" fmla="*/ 244888 h 244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51542" h="244887">
                  <a:moveTo>
                    <a:pt x="28861" y="244888"/>
                  </a:moveTo>
                  <a:lnTo>
                    <a:pt x="28956" y="223171"/>
                  </a:lnTo>
                  <a:lnTo>
                    <a:pt x="28099" y="217837"/>
                  </a:lnTo>
                  <a:lnTo>
                    <a:pt x="27051" y="212122"/>
                  </a:lnTo>
                  <a:lnTo>
                    <a:pt x="25718" y="204788"/>
                  </a:lnTo>
                  <a:lnTo>
                    <a:pt x="12859" y="135160"/>
                  </a:lnTo>
                  <a:lnTo>
                    <a:pt x="11716" y="129159"/>
                  </a:lnTo>
                  <a:lnTo>
                    <a:pt x="5905" y="99632"/>
                  </a:lnTo>
                  <a:lnTo>
                    <a:pt x="0" y="72676"/>
                  </a:lnTo>
                  <a:lnTo>
                    <a:pt x="7144" y="71914"/>
                  </a:lnTo>
                  <a:lnTo>
                    <a:pt x="12478" y="71342"/>
                  </a:lnTo>
                  <a:lnTo>
                    <a:pt x="31718" y="69151"/>
                  </a:lnTo>
                  <a:lnTo>
                    <a:pt x="81915" y="50197"/>
                  </a:lnTo>
                  <a:lnTo>
                    <a:pt x="85534" y="48101"/>
                  </a:lnTo>
                  <a:lnTo>
                    <a:pt x="116395" y="24955"/>
                  </a:lnTo>
                  <a:lnTo>
                    <a:pt x="121348" y="19145"/>
                  </a:lnTo>
                  <a:lnTo>
                    <a:pt x="125349" y="13716"/>
                  </a:lnTo>
                  <a:lnTo>
                    <a:pt x="125730" y="13145"/>
                  </a:lnTo>
                  <a:lnTo>
                    <a:pt x="128207" y="8763"/>
                  </a:lnTo>
                  <a:lnTo>
                    <a:pt x="130778" y="2667"/>
                  </a:lnTo>
                  <a:lnTo>
                    <a:pt x="131350" y="286"/>
                  </a:lnTo>
                  <a:lnTo>
                    <a:pt x="140780" y="0"/>
                  </a:lnTo>
                  <a:lnTo>
                    <a:pt x="133541" y="11716"/>
                  </a:lnTo>
                  <a:lnTo>
                    <a:pt x="138493" y="32957"/>
                  </a:lnTo>
                  <a:lnTo>
                    <a:pt x="144780" y="45053"/>
                  </a:lnTo>
                  <a:lnTo>
                    <a:pt x="149066" y="56197"/>
                  </a:lnTo>
                  <a:lnTo>
                    <a:pt x="151543" y="93726"/>
                  </a:lnTo>
                  <a:lnTo>
                    <a:pt x="149638" y="134398"/>
                  </a:lnTo>
                  <a:lnTo>
                    <a:pt x="141351" y="158115"/>
                  </a:lnTo>
                  <a:lnTo>
                    <a:pt x="136207" y="165925"/>
                  </a:lnTo>
                  <a:lnTo>
                    <a:pt x="79057" y="234696"/>
                  </a:lnTo>
                  <a:lnTo>
                    <a:pt x="78391" y="234887"/>
                  </a:lnTo>
                  <a:lnTo>
                    <a:pt x="37909" y="243364"/>
                  </a:lnTo>
                  <a:lnTo>
                    <a:pt x="28861" y="2448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0" name="서울특별시 중랑구 중화2동">
              <a:extLst>
                <a:ext uri="{FF2B5EF4-FFF2-40B4-BE49-F238E27FC236}">
                  <a16:creationId xmlns:a16="http://schemas.microsoft.com/office/drawing/2014/main" id="{6AD64771-64FD-598B-4D18-3FBE76E552CC}"/>
                </a:ext>
              </a:extLst>
            </p:cNvPr>
            <p:cNvSpPr/>
            <p:nvPr/>
          </p:nvSpPr>
          <p:spPr>
            <a:xfrm>
              <a:off x="7831169" y="2697099"/>
              <a:ext cx="194024" cy="233838"/>
            </a:xfrm>
            <a:custGeom>
              <a:avLst/>
              <a:gdLst>
                <a:gd name="connsiteX0" fmla="*/ 193929 w 194024"/>
                <a:gd name="connsiteY0" fmla="*/ 172212 h 233838"/>
                <a:gd name="connsiteX1" fmla="*/ 193167 w 194024"/>
                <a:gd name="connsiteY1" fmla="*/ 188023 h 233838"/>
                <a:gd name="connsiteX2" fmla="*/ 13145 w 194024"/>
                <a:gd name="connsiteY2" fmla="*/ 233839 h 233838"/>
                <a:gd name="connsiteX3" fmla="*/ 0 w 194024"/>
                <a:gd name="connsiteY3" fmla="*/ 190119 h 233838"/>
                <a:gd name="connsiteX4" fmla="*/ 3620 w 194024"/>
                <a:gd name="connsiteY4" fmla="*/ 138208 h 233838"/>
                <a:gd name="connsiteX5" fmla="*/ 36005 w 194024"/>
                <a:gd name="connsiteY5" fmla="*/ 100679 h 233838"/>
                <a:gd name="connsiteX6" fmla="*/ 39434 w 194024"/>
                <a:gd name="connsiteY6" fmla="*/ 96012 h 233838"/>
                <a:gd name="connsiteX7" fmla="*/ 42767 w 194024"/>
                <a:gd name="connsiteY7" fmla="*/ 91535 h 233838"/>
                <a:gd name="connsiteX8" fmla="*/ 51435 w 194024"/>
                <a:gd name="connsiteY8" fmla="*/ 77248 h 233838"/>
                <a:gd name="connsiteX9" fmla="*/ 54102 w 194024"/>
                <a:gd name="connsiteY9" fmla="*/ 69247 h 233838"/>
                <a:gd name="connsiteX10" fmla="*/ 54388 w 194024"/>
                <a:gd name="connsiteY10" fmla="*/ 68294 h 233838"/>
                <a:gd name="connsiteX11" fmla="*/ 54864 w 194024"/>
                <a:gd name="connsiteY11" fmla="*/ 66961 h 233838"/>
                <a:gd name="connsiteX12" fmla="*/ 55817 w 194024"/>
                <a:gd name="connsiteY12" fmla="*/ 56197 h 233838"/>
                <a:gd name="connsiteX13" fmla="*/ 56102 w 194024"/>
                <a:gd name="connsiteY13" fmla="*/ 53150 h 233838"/>
                <a:gd name="connsiteX14" fmla="*/ 55722 w 194024"/>
                <a:gd name="connsiteY14" fmla="*/ 46768 h 233838"/>
                <a:gd name="connsiteX15" fmla="*/ 50959 w 194024"/>
                <a:gd name="connsiteY15" fmla="*/ 23717 h 233838"/>
                <a:gd name="connsiteX16" fmla="*/ 48768 w 194024"/>
                <a:gd name="connsiteY16" fmla="*/ 12954 h 233838"/>
                <a:gd name="connsiteX17" fmla="*/ 165068 w 194024"/>
                <a:gd name="connsiteY17" fmla="*/ 0 h 233838"/>
                <a:gd name="connsiteX18" fmla="*/ 170974 w 194024"/>
                <a:gd name="connsiteY18" fmla="*/ 26956 h 233838"/>
                <a:gd name="connsiteX19" fmla="*/ 176784 w 194024"/>
                <a:gd name="connsiteY19" fmla="*/ 56483 h 233838"/>
                <a:gd name="connsiteX20" fmla="*/ 177927 w 194024"/>
                <a:gd name="connsiteY20" fmla="*/ 62484 h 233838"/>
                <a:gd name="connsiteX21" fmla="*/ 190786 w 194024"/>
                <a:gd name="connsiteY21" fmla="*/ 132112 h 233838"/>
                <a:gd name="connsiteX22" fmla="*/ 192120 w 194024"/>
                <a:gd name="connsiteY22" fmla="*/ 139446 h 233838"/>
                <a:gd name="connsiteX23" fmla="*/ 193167 w 194024"/>
                <a:gd name="connsiteY23" fmla="*/ 145161 h 233838"/>
                <a:gd name="connsiteX24" fmla="*/ 194024 w 194024"/>
                <a:gd name="connsiteY24" fmla="*/ 150495 h 233838"/>
                <a:gd name="connsiteX25" fmla="*/ 193929 w 194024"/>
                <a:gd name="connsiteY25" fmla="*/ 172212 h 233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024" h="233838">
                  <a:moveTo>
                    <a:pt x="193929" y="172212"/>
                  </a:moveTo>
                  <a:lnTo>
                    <a:pt x="193167" y="188023"/>
                  </a:lnTo>
                  <a:lnTo>
                    <a:pt x="13145" y="233839"/>
                  </a:lnTo>
                  <a:lnTo>
                    <a:pt x="0" y="190119"/>
                  </a:lnTo>
                  <a:lnTo>
                    <a:pt x="3620" y="138208"/>
                  </a:lnTo>
                  <a:lnTo>
                    <a:pt x="36005" y="100679"/>
                  </a:lnTo>
                  <a:lnTo>
                    <a:pt x="39434" y="96012"/>
                  </a:lnTo>
                  <a:lnTo>
                    <a:pt x="42767" y="91535"/>
                  </a:lnTo>
                  <a:lnTo>
                    <a:pt x="51435" y="77248"/>
                  </a:lnTo>
                  <a:lnTo>
                    <a:pt x="54102" y="69247"/>
                  </a:lnTo>
                  <a:lnTo>
                    <a:pt x="54388" y="68294"/>
                  </a:lnTo>
                  <a:lnTo>
                    <a:pt x="54864" y="66961"/>
                  </a:lnTo>
                  <a:lnTo>
                    <a:pt x="55817" y="56197"/>
                  </a:lnTo>
                  <a:lnTo>
                    <a:pt x="56102" y="53150"/>
                  </a:lnTo>
                  <a:lnTo>
                    <a:pt x="55722" y="46768"/>
                  </a:lnTo>
                  <a:lnTo>
                    <a:pt x="50959" y="23717"/>
                  </a:lnTo>
                  <a:lnTo>
                    <a:pt x="48768" y="12954"/>
                  </a:lnTo>
                  <a:lnTo>
                    <a:pt x="165068" y="0"/>
                  </a:lnTo>
                  <a:lnTo>
                    <a:pt x="170974" y="26956"/>
                  </a:lnTo>
                  <a:lnTo>
                    <a:pt x="176784" y="56483"/>
                  </a:lnTo>
                  <a:lnTo>
                    <a:pt x="177927" y="62484"/>
                  </a:lnTo>
                  <a:lnTo>
                    <a:pt x="190786" y="132112"/>
                  </a:lnTo>
                  <a:lnTo>
                    <a:pt x="192120" y="139446"/>
                  </a:lnTo>
                  <a:lnTo>
                    <a:pt x="193167" y="145161"/>
                  </a:lnTo>
                  <a:lnTo>
                    <a:pt x="194024" y="150495"/>
                  </a:lnTo>
                  <a:lnTo>
                    <a:pt x="193929" y="17221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1" name="서울특별시 중랑구 묵1동">
              <a:extLst>
                <a:ext uri="{FF2B5EF4-FFF2-40B4-BE49-F238E27FC236}">
                  <a16:creationId xmlns:a16="http://schemas.microsoft.com/office/drawing/2014/main" id="{15C429F4-0E00-FE15-0BCE-8BBDE610B8A8}"/>
                </a:ext>
              </a:extLst>
            </p:cNvPr>
            <p:cNvSpPr/>
            <p:nvPr/>
          </p:nvSpPr>
          <p:spPr>
            <a:xfrm>
              <a:off x="7943945" y="2428875"/>
              <a:ext cx="265461" cy="268224"/>
            </a:xfrm>
            <a:custGeom>
              <a:avLst/>
              <a:gdLst>
                <a:gd name="connsiteX0" fmla="*/ 248221 w 265461"/>
                <a:gd name="connsiteY0" fmla="*/ 9525 h 268224"/>
                <a:gd name="connsiteX1" fmla="*/ 265462 w 265461"/>
                <a:gd name="connsiteY1" fmla="*/ 48482 h 268224"/>
                <a:gd name="connsiteX2" fmla="*/ 262604 w 265461"/>
                <a:gd name="connsiteY2" fmla="*/ 52673 h 268224"/>
                <a:gd name="connsiteX3" fmla="*/ 259652 w 265461"/>
                <a:gd name="connsiteY3" fmla="*/ 56959 h 268224"/>
                <a:gd name="connsiteX4" fmla="*/ 234125 w 265461"/>
                <a:gd name="connsiteY4" fmla="*/ 93536 h 268224"/>
                <a:gd name="connsiteX5" fmla="*/ 232410 w 265461"/>
                <a:gd name="connsiteY5" fmla="*/ 94202 h 268224"/>
                <a:gd name="connsiteX6" fmla="*/ 181737 w 265461"/>
                <a:gd name="connsiteY6" fmla="*/ 95726 h 268224"/>
                <a:gd name="connsiteX7" fmla="*/ 161544 w 265461"/>
                <a:gd name="connsiteY7" fmla="*/ 153924 h 268224"/>
                <a:gd name="connsiteX8" fmla="*/ 161734 w 265461"/>
                <a:gd name="connsiteY8" fmla="*/ 156686 h 268224"/>
                <a:gd name="connsiteX9" fmla="*/ 168783 w 265461"/>
                <a:gd name="connsiteY9" fmla="*/ 177832 h 268224"/>
                <a:gd name="connsiteX10" fmla="*/ 171545 w 265461"/>
                <a:gd name="connsiteY10" fmla="*/ 184595 h 268224"/>
                <a:gd name="connsiteX11" fmla="*/ 173164 w 265461"/>
                <a:gd name="connsiteY11" fmla="*/ 187452 h 268224"/>
                <a:gd name="connsiteX12" fmla="*/ 183642 w 265461"/>
                <a:gd name="connsiteY12" fmla="*/ 195834 h 268224"/>
                <a:gd name="connsiteX13" fmla="*/ 183070 w 265461"/>
                <a:gd name="connsiteY13" fmla="*/ 198215 h 268224"/>
                <a:gd name="connsiteX14" fmla="*/ 180499 w 265461"/>
                <a:gd name="connsiteY14" fmla="*/ 204311 h 268224"/>
                <a:gd name="connsiteX15" fmla="*/ 178022 w 265461"/>
                <a:gd name="connsiteY15" fmla="*/ 208693 h 268224"/>
                <a:gd name="connsiteX16" fmla="*/ 177641 w 265461"/>
                <a:gd name="connsiteY16" fmla="*/ 209264 h 268224"/>
                <a:gd name="connsiteX17" fmla="*/ 173641 w 265461"/>
                <a:gd name="connsiteY17" fmla="*/ 214693 h 268224"/>
                <a:gd name="connsiteX18" fmla="*/ 168687 w 265461"/>
                <a:gd name="connsiteY18" fmla="*/ 220504 h 268224"/>
                <a:gd name="connsiteX19" fmla="*/ 137826 w 265461"/>
                <a:gd name="connsiteY19" fmla="*/ 243650 h 268224"/>
                <a:gd name="connsiteX20" fmla="*/ 134207 w 265461"/>
                <a:gd name="connsiteY20" fmla="*/ 245745 h 268224"/>
                <a:gd name="connsiteX21" fmla="*/ 84011 w 265461"/>
                <a:gd name="connsiteY21" fmla="*/ 264700 h 268224"/>
                <a:gd name="connsiteX22" fmla="*/ 64770 w 265461"/>
                <a:gd name="connsiteY22" fmla="*/ 266891 h 268224"/>
                <a:gd name="connsiteX23" fmla="*/ 59436 w 265461"/>
                <a:gd name="connsiteY23" fmla="*/ 267462 h 268224"/>
                <a:gd name="connsiteX24" fmla="*/ 52292 w 265461"/>
                <a:gd name="connsiteY24" fmla="*/ 268224 h 268224"/>
                <a:gd name="connsiteX25" fmla="*/ 29242 w 265461"/>
                <a:gd name="connsiteY25" fmla="*/ 146399 h 268224"/>
                <a:gd name="connsiteX26" fmla="*/ 23241 w 265461"/>
                <a:gd name="connsiteY26" fmla="*/ 127730 h 268224"/>
                <a:gd name="connsiteX27" fmla="*/ 9144 w 265461"/>
                <a:gd name="connsiteY27" fmla="*/ 84392 h 268224"/>
                <a:gd name="connsiteX28" fmla="*/ 0 w 265461"/>
                <a:gd name="connsiteY28" fmla="*/ 56007 h 268224"/>
                <a:gd name="connsiteX29" fmla="*/ 104966 w 265461"/>
                <a:gd name="connsiteY29" fmla="*/ 16574 h 268224"/>
                <a:gd name="connsiteX30" fmla="*/ 119634 w 265461"/>
                <a:gd name="connsiteY30" fmla="*/ 15812 h 268224"/>
                <a:gd name="connsiteX31" fmla="*/ 150495 w 265461"/>
                <a:gd name="connsiteY31" fmla="*/ 9716 h 268224"/>
                <a:gd name="connsiteX32" fmla="*/ 179070 w 265461"/>
                <a:gd name="connsiteY32" fmla="*/ 0 h 268224"/>
                <a:gd name="connsiteX33" fmla="*/ 219837 w 265461"/>
                <a:gd name="connsiteY33" fmla="*/ 5048 h 268224"/>
                <a:gd name="connsiteX34" fmla="*/ 248221 w 265461"/>
                <a:gd name="connsiteY34" fmla="*/ 9525 h 26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65461" h="268224">
                  <a:moveTo>
                    <a:pt x="248221" y="9525"/>
                  </a:moveTo>
                  <a:lnTo>
                    <a:pt x="265462" y="48482"/>
                  </a:lnTo>
                  <a:lnTo>
                    <a:pt x="262604" y="52673"/>
                  </a:lnTo>
                  <a:lnTo>
                    <a:pt x="259652" y="56959"/>
                  </a:lnTo>
                  <a:lnTo>
                    <a:pt x="234125" y="93536"/>
                  </a:lnTo>
                  <a:lnTo>
                    <a:pt x="232410" y="94202"/>
                  </a:lnTo>
                  <a:lnTo>
                    <a:pt x="181737" y="95726"/>
                  </a:lnTo>
                  <a:lnTo>
                    <a:pt x="161544" y="153924"/>
                  </a:lnTo>
                  <a:lnTo>
                    <a:pt x="161734" y="156686"/>
                  </a:lnTo>
                  <a:lnTo>
                    <a:pt x="168783" y="177832"/>
                  </a:lnTo>
                  <a:lnTo>
                    <a:pt x="171545" y="184595"/>
                  </a:lnTo>
                  <a:lnTo>
                    <a:pt x="173164" y="187452"/>
                  </a:lnTo>
                  <a:lnTo>
                    <a:pt x="183642" y="195834"/>
                  </a:lnTo>
                  <a:lnTo>
                    <a:pt x="183070" y="198215"/>
                  </a:lnTo>
                  <a:lnTo>
                    <a:pt x="180499" y="204311"/>
                  </a:lnTo>
                  <a:lnTo>
                    <a:pt x="178022" y="208693"/>
                  </a:lnTo>
                  <a:lnTo>
                    <a:pt x="177641" y="209264"/>
                  </a:lnTo>
                  <a:lnTo>
                    <a:pt x="173641" y="214693"/>
                  </a:lnTo>
                  <a:lnTo>
                    <a:pt x="168687" y="220504"/>
                  </a:lnTo>
                  <a:lnTo>
                    <a:pt x="137826" y="243650"/>
                  </a:lnTo>
                  <a:lnTo>
                    <a:pt x="134207" y="245745"/>
                  </a:lnTo>
                  <a:lnTo>
                    <a:pt x="84011" y="264700"/>
                  </a:lnTo>
                  <a:lnTo>
                    <a:pt x="64770" y="266891"/>
                  </a:lnTo>
                  <a:lnTo>
                    <a:pt x="59436" y="267462"/>
                  </a:lnTo>
                  <a:lnTo>
                    <a:pt x="52292" y="268224"/>
                  </a:lnTo>
                  <a:lnTo>
                    <a:pt x="29242" y="146399"/>
                  </a:lnTo>
                  <a:lnTo>
                    <a:pt x="23241" y="127730"/>
                  </a:lnTo>
                  <a:lnTo>
                    <a:pt x="9144" y="84392"/>
                  </a:lnTo>
                  <a:lnTo>
                    <a:pt x="0" y="56007"/>
                  </a:lnTo>
                  <a:lnTo>
                    <a:pt x="104966" y="16574"/>
                  </a:lnTo>
                  <a:lnTo>
                    <a:pt x="119634" y="15812"/>
                  </a:lnTo>
                  <a:lnTo>
                    <a:pt x="150495" y="9716"/>
                  </a:lnTo>
                  <a:lnTo>
                    <a:pt x="179070" y="0"/>
                  </a:lnTo>
                  <a:lnTo>
                    <a:pt x="219837" y="5048"/>
                  </a:lnTo>
                  <a:lnTo>
                    <a:pt x="248221" y="952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2" name="서울특별시 중랑구 묵2동">
              <a:extLst>
                <a:ext uri="{FF2B5EF4-FFF2-40B4-BE49-F238E27FC236}">
                  <a16:creationId xmlns:a16="http://schemas.microsoft.com/office/drawing/2014/main" id="{4A630CE2-52A1-FC19-88DC-47FDDAD252CF}"/>
                </a:ext>
              </a:extLst>
            </p:cNvPr>
            <p:cNvSpPr/>
            <p:nvPr/>
          </p:nvSpPr>
          <p:spPr>
            <a:xfrm>
              <a:off x="7863363" y="2484882"/>
              <a:ext cx="132873" cy="225170"/>
            </a:xfrm>
            <a:custGeom>
              <a:avLst/>
              <a:gdLst>
                <a:gd name="connsiteX0" fmla="*/ 132874 w 132873"/>
                <a:gd name="connsiteY0" fmla="*/ 212217 h 225170"/>
                <a:gd name="connsiteX1" fmla="*/ 16573 w 132873"/>
                <a:gd name="connsiteY1" fmla="*/ 225171 h 225170"/>
                <a:gd name="connsiteX2" fmla="*/ 5715 w 132873"/>
                <a:gd name="connsiteY2" fmla="*/ 186118 h 225170"/>
                <a:gd name="connsiteX3" fmla="*/ 953 w 132873"/>
                <a:gd name="connsiteY3" fmla="*/ 50768 h 225170"/>
                <a:gd name="connsiteX4" fmla="*/ 0 w 132873"/>
                <a:gd name="connsiteY4" fmla="*/ 26289 h 225170"/>
                <a:gd name="connsiteX5" fmla="*/ 80582 w 132873"/>
                <a:gd name="connsiteY5" fmla="*/ 0 h 225170"/>
                <a:gd name="connsiteX6" fmla="*/ 89725 w 132873"/>
                <a:gd name="connsiteY6" fmla="*/ 28384 h 225170"/>
                <a:gd name="connsiteX7" fmla="*/ 103823 w 132873"/>
                <a:gd name="connsiteY7" fmla="*/ 71723 h 225170"/>
                <a:gd name="connsiteX8" fmla="*/ 109824 w 132873"/>
                <a:gd name="connsiteY8" fmla="*/ 90392 h 225170"/>
                <a:gd name="connsiteX9" fmla="*/ 132874 w 132873"/>
                <a:gd name="connsiteY9" fmla="*/ 212217 h 22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873" h="225170">
                  <a:moveTo>
                    <a:pt x="132874" y="212217"/>
                  </a:moveTo>
                  <a:lnTo>
                    <a:pt x="16573" y="225171"/>
                  </a:lnTo>
                  <a:lnTo>
                    <a:pt x="5715" y="186118"/>
                  </a:lnTo>
                  <a:lnTo>
                    <a:pt x="953" y="50768"/>
                  </a:lnTo>
                  <a:lnTo>
                    <a:pt x="0" y="26289"/>
                  </a:lnTo>
                  <a:lnTo>
                    <a:pt x="80582" y="0"/>
                  </a:lnTo>
                  <a:lnTo>
                    <a:pt x="89725" y="28384"/>
                  </a:lnTo>
                  <a:lnTo>
                    <a:pt x="103823" y="71723"/>
                  </a:lnTo>
                  <a:lnTo>
                    <a:pt x="109824" y="90392"/>
                  </a:lnTo>
                  <a:lnTo>
                    <a:pt x="132874" y="2122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3" name="서울특별시 중랑구 망우3동">
              <a:extLst>
                <a:ext uri="{FF2B5EF4-FFF2-40B4-BE49-F238E27FC236}">
                  <a16:creationId xmlns:a16="http://schemas.microsoft.com/office/drawing/2014/main" id="{47D4B3F9-14CB-2D85-50D5-B2DB1B894094}"/>
                </a:ext>
              </a:extLst>
            </p:cNvPr>
            <p:cNvSpPr/>
            <p:nvPr/>
          </p:nvSpPr>
          <p:spPr>
            <a:xfrm>
              <a:off x="8258461" y="2873501"/>
              <a:ext cx="348138" cy="149161"/>
            </a:xfrm>
            <a:custGeom>
              <a:avLst/>
              <a:gdLst>
                <a:gd name="connsiteX0" fmla="*/ 348139 w 348138"/>
                <a:gd name="connsiteY0" fmla="*/ 68485 h 149161"/>
                <a:gd name="connsiteX1" fmla="*/ 307181 w 348138"/>
                <a:gd name="connsiteY1" fmla="*/ 149162 h 149161"/>
                <a:gd name="connsiteX2" fmla="*/ 300704 w 348138"/>
                <a:gd name="connsiteY2" fmla="*/ 144018 h 149161"/>
                <a:gd name="connsiteX3" fmla="*/ 274320 w 348138"/>
                <a:gd name="connsiteY3" fmla="*/ 134303 h 149161"/>
                <a:gd name="connsiteX4" fmla="*/ 271557 w 348138"/>
                <a:gd name="connsiteY4" fmla="*/ 133731 h 149161"/>
                <a:gd name="connsiteX5" fmla="*/ 254889 w 348138"/>
                <a:gd name="connsiteY5" fmla="*/ 137636 h 149161"/>
                <a:gd name="connsiteX6" fmla="*/ 234505 w 348138"/>
                <a:gd name="connsiteY6" fmla="*/ 138589 h 149161"/>
                <a:gd name="connsiteX7" fmla="*/ 212597 w 348138"/>
                <a:gd name="connsiteY7" fmla="*/ 136779 h 149161"/>
                <a:gd name="connsiteX8" fmla="*/ 161639 w 348138"/>
                <a:gd name="connsiteY8" fmla="*/ 120587 h 149161"/>
                <a:gd name="connsiteX9" fmla="*/ 76009 w 348138"/>
                <a:gd name="connsiteY9" fmla="*/ 91916 h 149161"/>
                <a:gd name="connsiteX10" fmla="*/ 7715 w 348138"/>
                <a:gd name="connsiteY10" fmla="*/ 106871 h 149161"/>
                <a:gd name="connsiteX11" fmla="*/ 0 w 348138"/>
                <a:gd name="connsiteY11" fmla="*/ 27146 h 149161"/>
                <a:gd name="connsiteX12" fmla="*/ 124968 w 348138"/>
                <a:gd name="connsiteY12" fmla="*/ 0 h 149161"/>
                <a:gd name="connsiteX13" fmla="*/ 139065 w 348138"/>
                <a:gd name="connsiteY13" fmla="*/ 16859 h 149161"/>
                <a:gd name="connsiteX14" fmla="*/ 178784 w 348138"/>
                <a:gd name="connsiteY14" fmla="*/ 12668 h 149161"/>
                <a:gd name="connsiteX15" fmla="*/ 191643 w 348138"/>
                <a:gd name="connsiteY15" fmla="*/ 13049 h 149161"/>
                <a:gd name="connsiteX16" fmla="*/ 239934 w 348138"/>
                <a:gd name="connsiteY16" fmla="*/ 16288 h 149161"/>
                <a:gd name="connsiteX17" fmla="*/ 269843 w 348138"/>
                <a:gd name="connsiteY17" fmla="*/ 19812 h 149161"/>
                <a:gd name="connsiteX18" fmla="*/ 348139 w 348138"/>
                <a:gd name="connsiteY18" fmla="*/ 68485 h 14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8138" h="149161">
                  <a:moveTo>
                    <a:pt x="348139" y="68485"/>
                  </a:moveTo>
                  <a:lnTo>
                    <a:pt x="307181" y="149162"/>
                  </a:lnTo>
                  <a:lnTo>
                    <a:pt x="300704" y="144018"/>
                  </a:lnTo>
                  <a:lnTo>
                    <a:pt x="274320" y="134303"/>
                  </a:lnTo>
                  <a:lnTo>
                    <a:pt x="271557" y="133731"/>
                  </a:lnTo>
                  <a:lnTo>
                    <a:pt x="254889" y="137636"/>
                  </a:lnTo>
                  <a:lnTo>
                    <a:pt x="234505" y="138589"/>
                  </a:lnTo>
                  <a:lnTo>
                    <a:pt x="212597" y="136779"/>
                  </a:lnTo>
                  <a:lnTo>
                    <a:pt x="161639" y="120587"/>
                  </a:lnTo>
                  <a:lnTo>
                    <a:pt x="76009" y="91916"/>
                  </a:lnTo>
                  <a:lnTo>
                    <a:pt x="7715" y="106871"/>
                  </a:lnTo>
                  <a:lnTo>
                    <a:pt x="0" y="27146"/>
                  </a:lnTo>
                  <a:lnTo>
                    <a:pt x="124968" y="0"/>
                  </a:lnTo>
                  <a:lnTo>
                    <a:pt x="139065" y="16859"/>
                  </a:lnTo>
                  <a:lnTo>
                    <a:pt x="178784" y="12668"/>
                  </a:lnTo>
                  <a:lnTo>
                    <a:pt x="191643" y="13049"/>
                  </a:lnTo>
                  <a:lnTo>
                    <a:pt x="239934" y="16288"/>
                  </a:lnTo>
                  <a:lnTo>
                    <a:pt x="269843" y="19812"/>
                  </a:lnTo>
                  <a:lnTo>
                    <a:pt x="348139" y="6848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4" name="서울특별시 중랑구 신내1동">
              <a:extLst>
                <a:ext uri="{FF2B5EF4-FFF2-40B4-BE49-F238E27FC236}">
                  <a16:creationId xmlns:a16="http://schemas.microsoft.com/office/drawing/2014/main" id="{3961D4DB-B5B5-B354-D6B7-7DA579F79346}"/>
                </a:ext>
              </a:extLst>
            </p:cNvPr>
            <p:cNvSpPr/>
            <p:nvPr/>
          </p:nvSpPr>
          <p:spPr>
            <a:xfrm>
              <a:off x="8192166" y="2416778"/>
              <a:ext cx="508444" cy="387477"/>
            </a:xfrm>
            <a:custGeom>
              <a:avLst/>
              <a:gdLst>
                <a:gd name="connsiteX0" fmla="*/ 490823 w 508444"/>
                <a:gd name="connsiteY0" fmla="*/ 217742 h 387477"/>
                <a:gd name="connsiteX1" fmla="*/ 465963 w 508444"/>
                <a:gd name="connsiteY1" fmla="*/ 213360 h 387477"/>
                <a:gd name="connsiteX2" fmla="*/ 427387 w 508444"/>
                <a:gd name="connsiteY2" fmla="*/ 205931 h 387477"/>
                <a:gd name="connsiteX3" fmla="*/ 418243 w 508444"/>
                <a:gd name="connsiteY3" fmla="*/ 199073 h 387477"/>
                <a:gd name="connsiteX4" fmla="*/ 413957 w 508444"/>
                <a:gd name="connsiteY4" fmla="*/ 195263 h 387477"/>
                <a:gd name="connsiteX5" fmla="*/ 411480 w 508444"/>
                <a:gd name="connsiteY5" fmla="*/ 192977 h 387477"/>
                <a:gd name="connsiteX6" fmla="*/ 359950 w 508444"/>
                <a:gd name="connsiteY6" fmla="*/ 158972 h 387477"/>
                <a:gd name="connsiteX7" fmla="*/ 281654 w 508444"/>
                <a:gd name="connsiteY7" fmla="*/ 141065 h 387477"/>
                <a:gd name="connsiteX8" fmla="*/ 267462 w 508444"/>
                <a:gd name="connsiteY8" fmla="*/ 138779 h 387477"/>
                <a:gd name="connsiteX9" fmla="*/ 256318 w 508444"/>
                <a:gd name="connsiteY9" fmla="*/ 136970 h 387477"/>
                <a:gd name="connsiteX10" fmla="*/ 214026 w 508444"/>
                <a:gd name="connsiteY10" fmla="*/ 138303 h 387477"/>
                <a:gd name="connsiteX11" fmla="*/ 210121 w 508444"/>
                <a:gd name="connsiteY11" fmla="*/ 196882 h 387477"/>
                <a:gd name="connsiteX12" fmla="*/ 209550 w 508444"/>
                <a:gd name="connsiteY12" fmla="*/ 209074 h 387477"/>
                <a:gd name="connsiteX13" fmla="*/ 227362 w 508444"/>
                <a:gd name="connsiteY13" fmla="*/ 213550 h 387477"/>
                <a:gd name="connsiteX14" fmla="*/ 231077 w 508444"/>
                <a:gd name="connsiteY14" fmla="*/ 211836 h 387477"/>
                <a:gd name="connsiteX15" fmla="*/ 234029 w 508444"/>
                <a:gd name="connsiteY15" fmla="*/ 209741 h 387477"/>
                <a:gd name="connsiteX16" fmla="*/ 237554 w 508444"/>
                <a:gd name="connsiteY16" fmla="*/ 206788 h 387477"/>
                <a:gd name="connsiteX17" fmla="*/ 238220 w 508444"/>
                <a:gd name="connsiteY17" fmla="*/ 206216 h 387477"/>
                <a:gd name="connsiteX18" fmla="*/ 240411 w 508444"/>
                <a:gd name="connsiteY18" fmla="*/ 204788 h 387477"/>
                <a:gd name="connsiteX19" fmla="*/ 243554 w 508444"/>
                <a:gd name="connsiteY19" fmla="*/ 202692 h 387477"/>
                <a:gd name="connsiteX20" fmla="*/ 246221 w 508444"/>
                <a:gd name="connsiteY20" fmla="*/ 201930 h 387477"/>
                <a:gd name="connsiteX21" fmla="*/ 248984 w 508444"/>
                <a:gd name="connsiteY21" fmla="*/ 201263 h 387477"/>
                <a:gd name="connsiteX22" fmla="*/ 254603 w 508444"/>
                <a:gd name="connsiteY22" fmla="*/ 204692 h 387477"/>
                <a:gd name="connsiteX23" fmla="*/ 258509 w 508444"/>
                <a:gd name="connsiteY23" fmla="*/ 218408 h 387477"/>
                <a:gd name="connsiteX24" fmla="*/ 258318 w 508444"/>
                <a:gd name="connsiteY24" fmla="*/ 223647 h 387477"/>
                <a:gd name="connsiteX25" fmla="*/ 257556 w 508444"/>
                <a:gd name="connsiteY25" fmla="*/ 232124 h 387477"/>
                <a:gd name="connsiteX26" fmla="*/ 254794 w 508444"/>
                <a:gd name="connsiteY26" fmla="*/ 244888 h 387477"/>
                <a:gd name="connsiteX27" fmla="*/ 247459 w 508444"/>
                <a:gd name="connsiteY27" fmla="*/ 270224 h 387477"/>
                <a:gd name="connsiteX28" fmla="*/ 198025 w 508444"/>
                <a:gd name="connsiteY28" fmla="*/ 367760 h 387477"/>
                <a:gd name="connsiteX29" fmla="*/ 156782 w 508444"/>
                <a:gd name="connsiteY29" fmla="*/ 376809 h 387477"/>
                <a:gd name="connsiteX30" fmla="*/ 136874 w 508444"/>
                <a:gd name="connsiteY30" fmla="*/ 381191 h 387477"/>
                <a:gd name="connsiteX31" fmla="*/ 129444 w 508444"/>
                <a:gd name="connsiteY31" fmla="*/ 382810 h 387477"/>
                <a:gd name="connsiteX32" fmla="*/ 108395 w 508444"/>
                <a:gd name="connsiteY32" fmla="*/ 387477 h 387477"/>
                <a:gd name="connsiteX33" fmla="*/ 113538 w 508444"/>
                <a:gd name="connsiteY33" fmla="*/ 366617 h 387477"/>
                <a:gd name="connsiteX34" fmla="*/ 128207 w 508444"/>
                <a:gd name="connsiteY34" fmla="*/ 360045 h 387477"/>
                <a:gd name="connsiteX35" fmla="*/ 119729 w 508444"/>
                <a:gd name="connsiteY35" fmla="*/ 334518 h 387477"/>
                <a:gd name="connsiteX36" fmla="*/ 109918 w 508444"/>
                <a:gd name="connsiteY36" fmla="*/ 306229 h 387477"/>
                <a:gd name="connsiteX37" fmla="*/ 108490 w 508444"/>
                <a:gd name="connsiteY37" fmla="*/ 302419 h 387477"/>
                <a:gd name="connsiteX38" fmla="*/ 108299 w 508444"/>
                <a:gd name="connsiteY38" fmla="*/ 301371 h 387477"/>
                <a:gd name="connsiteX39" fmla="*/ 108013 w 508444"/>
                <a:gd name="connsiteY39" fmla="*/ 300323 h 387477"/>
                <a:gd name="connsiteX40" fmla="*/ 106680 w 508444"/>
                <a:gd name="connsiteY40" fmla="*/ 294704 h 387477"/>
                <a:gd name="connsiteX41" fmla="*/ 106394 w 508444"/>
                <a:gd name="connsiteY41" fmla="*/ 293370 h 387477"/>
                <a:gd name="connsiteX42" fmla="*/ 105537 w 508444"/>
                <a:gd name="connsiteY42" fmla="*/ 285369 h 387477"/>
                <a:gd name="connsiteX43" fmla="*/ 101632 w 508444"/>
                <a:gd name="connsiteY43" fmla="*/ 242411 h 387477"/>
                <a:gd name="connsiteX44" fmla="*/ 101536 w 508444"/>
                <a:gd name="connsiteY44" fmla="*/ 240792 h 387477"/>
                <a:gd name="connsiteX45" fmla="*/ 101632 w 508444"/>
                <a:gd name="connsiteY45" fmla="*/ 236601 h 387477"/>
                <a:gd name="connsiteX46" fmla="*/ 102298 w 508444"/>
                <a:gd name="connsiteY46" fmla="*/ 232029 h 387477"/>
                <a:gd name="connsiteX47" fmla="*/ 102584 w 508444"/>
                <a:gd name="connsiteY47" fmla="*/ 231267 h 387477"/>
                <a:gd name="connsiteX48" fmla="*/ 104108 w 508444"/>
                <a:gd name="connsiteY48" fmla="*/ 226600 h 387477"/>
                <a:gd name="connsiteX49" fmla="*/ 106585 w 508444"/>
                <a:gd name="connsiteY49" fmla="*/ 221171 h 387477"/>
                <a:gd name="connsiteX50" fmla="*/ 110776 w 508444"/>
                <a:gd name="connsiteY50" fmla="*/ 213646 h 387477"/>
                <a:gd name="connsiteX51" fmla="*/ 112586 w 508444"/>
                <a:gd name="connsiteY51" fmla="*/ 210217 h 387477"/>
                <a:gd name="connsiteX52" fmla="*/ 114967 w 508444"/>
                <a:gd name="connsiteY52" fmla="*/ 206026 h 387477"/>
                <a:gd name="connsiteX53" fmla="*/ 115252 w 508444"/>
                <a:gd name="connsiteY53" fmla="*/ 205454 h 387477"/>
                <a:gd name="connsiteX54" fmla="*/ 117157 w 508444"/>
                <a:gd name="connsiteY54" fmla="*/ 200025 h 387477"/>
                <a:gd name="connsiteX55" fmla="*/ 117348 w 508444"/>
                <a:gd name="connsiteY55" fmla="*/ 199454 h 387477"/>
                <a:gd name="connsiteX56" fmla="*/ 120968 w 508444"/>
                <a:gd name="connsiteY56" fmla="*/ 179261 h 387477"/>
                <a:gd name="connsiteX57" fmla="*/ 121729 w 508444"/>
                <a:gd name="connsiteY57" fmla="*/ 175260 h 387477"/>
                <a:gd name="connsiteX58" fmla="*/ 124301 w 508444"/>
                <a:gd name="connsiteY58" fmla="*/ 160211 h 387477"/>
                <a:gd name="connsiteX59" fmla="*/ 125063 w 508444"/>
                <a:gd name="connsiteY59" fmla="*/ 152400 h 387477"/>
                <a:gd name="connsiteX60" fmla="*/ 124777 w 508444"/>
                <a:gd name="connsiteY60" fmla="*/ 146590 h 387477"/>
                <a:gd name="connsiteX61" fmla="*/ 124682 w 508444"/>
                <a:gd name="connsiteY61" fmla="*/ 145923 h 387477"/>
                <a:gd name="connsiteX62" fmla="*/ 114871 w 508444"/>
                <a:gd name="connsiteY62" fmla="*/ 104204 h 387477"/>
                <a:gd name="connsiteX63" fmla="*/ 17240 w 508444"/>
                <a:gd name="connsiteY63" fmla="*/ 60579 h 387477"/>
                <a:gd name="connsiteX64" fmla="*/ 0 w 508444"/>
                <a:gd name="connsiteY64" fmla="*/ 21622 h 387477"/>
                <a:gd name="connsiteX65" fmla="*/ 52483 w 508444"/>
                <a:gd name="connsiteY65" fmla="*/ 46292 h 387477"/>
                <a:gd name="connsiteX66" fmla="*/ 55626 w 508444"/>
                <a:gd name="connsiteY66" fmla="*/ 47530 h 387477"/>
                <a:gd name="connsiteX67" fmla="*/ 63532 w 508444"/>
                <a:gd name="connsiteY67" fmla="*/ 50673 h 387477"/>
                <a:gd name="connsiteX68" fmla="*/ 119825 w 508444"/>
                <a:gd name="connsiteY68" fmla="*/ 67628 h 387477"/>
                <a:gd name="connsiteX69" fmla="*/ 131921 w 508444"/>
                <a:gd name="connsiteY69" fmla="*/ 68580 h 387477"/>
                <a:gd name="connsiteX70" fmla="*/ 134302 w 508444"/>
                <a:gd name="connsiteY70" fmla="*/ 68580 h 387477"/>
                <a:gd name="connsiteX71" fmla="*/ 136017 w 508444"/>
                <a:gd name="connsiteY71" fmla="*/ 68580 h 387477"/>
                <a:gd name="connsiteX72" fmla="*/ 198691 w 508444"/>
                <a:gd name="connsiteY72" fmla="*/ 35433 h 387477"/>
                <a:gd name="connsiteX73" fmla="*/ 215836 w 508444"/>
                <a:gd name="connsiteY73" fmla="*/ 19526 h 387477"/>
                <a:gd name="connsiteX74" fmla="*/ 216979 w 508444"/>
                <a:gd name="connsiteY74" fmla="*/ 18669 h 387477"/>
                <a:gd name="connsiteX75" fmla="*/ 217741 w 508444"/>
                <a:gd name="connsiteY75" fmla="*/ 18479 h 387477"/>
                <a:gd name="connsiteX76" fmla="*/ 222695 w 508444"/>
                <a:gd name="connsiteY76" fmla="*/ 17145 h 387477"/>
                <a:gd name="connsiteX77" fmla="*/ 280701 w 508444"/>
                <a:gd name="connsiteY77" fmla="*/ 2762 h 387477"/>
                <a:gd name="connsiteX78" fmla="*/ 293084 w 508444"/>
                <a:gd name="connsiteY78" fmla="*/ 0 h 387477"/>
                <a:gd name="connsiteX79" fmla="*/ 295084 w 508444"/>
                <a:gd name="connsiteY79" fmla="*/ 953 h 387477"/>
                <a:gd name="connsiteX80" fmla="*/ 299180 w 508444"/>
                <a:gd name="connsiteY80" fmla="*/ 3524 h 387477"/>
                <a:gd name="connsiteX81" fmla="*/ 300894 w 508444"/>
                <a:gd name="connsiteY81" fmla="*/ 4286 h 387477"/>
                <a:gd name="connsiteX82" fmla="*/ 322897 w 508444"/>
                <a:gd name="connsiteY82" fmla="*/ 6096 h 387477"/>
                <a:gd name="connsiteX83" fmla="*/ 348234 w 508444"/>
                <a:gd name="connsiteY83" fmla="*/ 6763 h 387477"/>
                <a:gd name="connsiteX84" fmla="*/ 354330 w 508444"/>
                <a:gd name="connsiteY84" fmla="*/ 5715 h 387477"/>
                <a:gd name="connsiteX85" fmla="*/ 362045 w 508444"/>
                <a:gd name="connsiteY85" fmla="*/ 3620 h 387477"/>
                <a:gd name="connsiteX86" fmla="*/ 367760 w 508444"/>
                <a:gd name="connsiteY86" fmla="*/ 2286 h 387477"/>
                <a:gd name="connsiteX87" fmla="*/ 371094 w 508444"/>
                <a:gd name="connsiteY87" fmla="*/ 1715 h 387477"/>
                <a:gd name="connsiteX88" fmla="*/ 372999 w 508444"/>
                <a:gd name="connsiteY88" fmla="*/ 1333 h 387477"/>
                <a:gd name="connsiteX89" fmla="*/ 375285 w 508444"/>
                <a:gd name="connsiteY89" fmla="*/ 1143 h 387477"/>
                <a:gd name="connsiteX90" fmla="*/ 378047 w 508444"/>
                <a:gd name="connsiteY90" fmla="*/ 857 h 387477"/>
                <a:gd name="connsiteX91" fmla="*/ 382619 w 508444"/>
                <a:gd name="connsiteY91" fmla="*/ 857 h 387477"/>
                <a:gd name="connsiteX92" fmla="*/ 386334 w 508444"/>
                <a:gd name="connsiteY92" fmla="*/ 1048 h 387477"/>
                <a:gd name="connsiteX93" fmla="*/ 388620 w 508444"/>
                <a:gd name="connsiteY93" fmla="*/ 1429 h 387477"/>
                <a:gd name="connsiteX94" fmla="*/ 395192 w 508444"/>
                <a:gd name="connsiteY94" fmla="*/ 3239 h 387477"/>
                <a:gd name="connsiteX95" fmla="*/ 397669 w 508444"/>
                <a:gd name="connsiteY95" fmla="*/ 4191 h 387477"/>
                <a:gd name="connsiteX96" fmla="*/ 420528 w 508444"/>
                <a:gd name="connsiteY96" fmla="*/ 13811 h 387477"/>
                <a:gd name="connsiteX97" fmla="*/ 440341 w 508444"/>
                <a:gd name="connsiteY97" fmla="*/ 24479 h 387477"/>
                <a:gd name="connsiteX98" fmla="*/ 442436 w 508444"/>
                <a:gd name="connsiteY98" fmla="*/ 25527 h 387477"/>
                <a:gd name="connsiteX99" fmla="*/ 443293 w 508444"/>
                <a:gd name="connsiteY99" fmla="*/ 25717 h 387477"/>
                <a:gd name="connsiteX100" fmla="*/ 473773 w 508444"/>
                <a:gd name="connsiteY100" fmla="*/ 27908 h 387477"/>
                <a:gd name="connsiteX101" fmla="*/ 497205 w 508444"/>
                <a:gd name="connsiteY101" fmla="*/ 61722 h 387477"/>
                <a:gd name="connsiteX102" fmla="*/ 491871 w 508444"/>
                <a:gd name="connsiteY102" fmla="*/ 91821 h 387477"/>
                <a:gd name="connsiteX103" fmla="*/ 496443 w 508444"/>
                <a:gd name="connsiteY103" fmla="*/ 117443 h 387477"/>
                <a:gd name="connsiteX104" fmla="*/ 503396 w 508444"/>
                <a:gd name="connsiteY104" fmla="*/ 143351 h 387477"/>
                <a:gd name="connsiteX105" fmla="*/ 508445 w 508444"/>
                <a:gd name="connsiteY105" fmla="*/ 165449 h 387477"/>
                <a:gd name="connsiteX106" fmla="*/ 494062 w 508444"/>
                <a:gd name="connsiteY106" fmla="*/ 198120 h 387477"/>
                <a:gd name="connsiteX107" fmla="*/ 490823 w 508444"/>
                <a:gd name="connsiteY107" fmla="*/ 217742 h 3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08444" h="387477">
                  <a:moveTo>
                    <a:pt x="490823" y="217742"/>
                  </a:moveTo>
                  <a:lnTo>
                    <a:pt x="465963" y="213360"/>
                  </a:lnTo>
                  <a:lnTo>
                    <a:pt x="427387" y="205931"/>
                  </a:lnTo>
                  <a:lnTo>
                    <a:pt x="418243" y="199073"/>
                  </a:lnTo>
                  <a:lnTo>
                    <a:pt x="413957" y="195263"/>
                  </a:lnTo>
                  <a:lnTo>
                    <a:pt x="411480" y="192977"/>
                  </a:lnTo>
                  <a:lnTo>
                    <a:pt x="359950" y="158972"/>
                  </a:lnTo>
                  <a:lnTo>
                    <a:pt x="281654" y="141065"/>
                  </a:lnTo>
                  <a:lnTo>
                    <a:pt x="267462" y="138779"/>
                  </a:lnTo>
                  <a:lnTo>
                    <a:pt x="256318" y="136970"/>
                  </a:lnTo>
                  <a:lnTo>
                    <a:pt x="214026" y="138303"/>
                  </a:lnTo>
                  <a:lnTo>
                    <a:pt x="210121" y="196882"/>
                  </a:lnTo>
                  <a:lnTo>
                    <a:pt x="209550" y="209074"/>
                  </a:lnTo>
                  <a:lnTo>
                    <a:pt x="227362" y="213550"/>
                  </a:lnTo>
                  <a:lnTo>
                    <a:pt x="231077" y="211836"/>
                  </a:lnTo>
                  <a:lnTo>
                    <a:pt x="234029" y="209741"/>
                  </a:lnTo>
                  <a:lnTo>
                    <a:pt x="237554" y="206788"/>
                  </a:lnTo>
                  <a:lnTo>
                    <a:pt x="238220" y="206216"/>
                  </a:lnTo>
                  <a:lnTo>
                    <a:pt x="240411" y="204788"/>
                  </a:lnTo>
                  <a:lnTo>
                    <a:pt x="243554" y="202692"/>
                  </a:lnTo>
                  <a:lnTo>
                    <a:pt x="246221" y="201930"/>
                  </a:lnTo>
                  <a:lnTo>
                    <a:pt x="248984" y="201263"/>
                  </a:lnTo>
                  <a:lnTo>
                    <a:pt x="254603" y="204692"/>
                  </a:lnTo>
                  <a:lnTo>
                    <a:pt x="258509" y="218408"/>
                  </a:lnTo>
                  <a:lnTo>
                    <a:pt x="258318" y="223647"/>
                  </a:lnTo>
                  <a:lnTo>
                    <a:pt x="257556" y="232124"/>
                  </a:lnTo>
                  <a:lnTo>
                    <a:pt x="254794" y="244888"/>
                  </a:lnTo>
                  <a:lnTo>
                    <a:pt x="247459" y="270224"/>
                  </a:lnTo>
                  <a:lnTo>
                    <a:pt x="198025" y="367760"/>
                  </a:lnTo>
                  <a:lnTo>
                    <a:pt x="156782" y="376809"/>
                  </a:lnTo>
                  <a:lnTo>
                    <a:pt x="136874" y="381191"/>
                  </a:lnTo>
                  <a:lnTo>
                    <a:pt x="129444" y="382810"/>
                  </a:lnTo>
                  <a:lnTo>
                    <a:pt x="108395" y="387477"/>
                  </a:lnTo>
                  <a:lnTo>
                    <a:pt x="113538" y="366617"/>
                  </a:lnTo>
                  <a:lnTo>
                    <a:pt x="128207" y="360045"/>
                  </a:lnTo>
                  <a:lnTo>
                    <a:pt x="119729" y="334518"/>
                  </a:lnTo>
                  <a:lnTo>
                    <a:pt x="109918" y="306229"/>
                  </a:lnTo>
                  <a:lnTo>
                    <a:pt x="108490" y="302419"/>
                  </a:lnTo>
                  <a:lnTo>
                    <a:pt x="108299" y="301371"/>
                  </a:lnTo>
                  <a:lnTo>
                    <a:pt x="108013" y="300323"/>
                  </a:lnTo>
                  <a:lnTo>
                    <a:pt x="106680" y="294704"/>
                  </a:lnTo>
                  <a:lnTo>
                    <a:pt x="106394" y="293370"/>
                  </a:lnTo>
                  <a:lnTo>
                    <a:pt x="105537" y="285369"/>
                  </a:lnTo>
                  <a:lnTo>
                    <a:pt x="101632" y="242411"/>
                  </a:lnTo>
                  <a:lnTo>
                    <a:pt x="101536" y="240792"/>
                  </a:lnTo>
                  <a:lnTo>
                    <a:pt x="101632" y="236601"/>
                  </a:lnTo>
                  <a:lnTo>
                    <a:pt x="102298" y="232029"/>
                  </a:lnTo>
                  <a:lnTo>
                    <a:pt x="102584" y="231267"/>
                  </a:lnTo>
                  <a:lnTo>
                    <a:pt x="104108" y="226600"/>
                  </a:lnTo>
                  <a:lnTo>
                    <a:pt x="106585" y="221171"/>
                  </a:lnTo>
                  <a:lnTo>
                    <a:pt x="110776" y="213646"/>
                  </a:lnTo>
                  <a:lnTo>
                    <a:pt x="112586" y="210217"/>
                  </a:lnTo>
                  <a:lnTo>
                    <a:pt x="114967" y="206026"/>
                  </a:lnTo>
                  <a:lnTo>
                    <a:pt x="115252" y="205454"/>
                  </a:lnTo>
                  <a:lnTo>
                    <a:pt x="117157" y="200025"/>
                  </a:lnTo>
                  <a:lnTo>
                    <a:pt x="117348" y="199454"/>
                  </a:lnTo>
                  <a:lnTo>
                    <a:pt x="120968" y="179261"/>
                  </a:lnTo>
                  <a:lnTo>
                    <a:pt x="121729" y="175260"/>
                  </a:lnTo>
                  <a:lnTo>
                    <a:pt x="124301" y="160211"/>
                  </a:lnTo>
                  <a:lnTo>
                    <a:pt x="125063" y="152400"/>
                  </a:lnTo>
                  <a:lnTo>
                    <a:pt x="124777" y="146590"/>
                  </a:lnTo>
                  <a:lnTo>
                    <a:pt x="124682" y="145923"/>
                  </a:lnTo>
                  <a:lnTo>
                    <a:pt x="114871" y="104204"/>
                  </a:lnTo>
                  <a:lnTo>
                    <a:pt x="17240" y="60579"/>
                  </a:lnTo>
                  <a:lnTo>
                    <a:pt x="0" y="21622"/>
                  </a:lnTo>
                  <a:lnTo>
                    <a:pt x="52483" y="46292"/>
                  </a:lnTo>
                  <a:lnTo>
                    <a:pt x="55626" y="47530"/>
                  </a:lnTo>
                  <a:lnTo>
                    <a:pt x="63532" y="50673"/>
                  </a:lnTo>
                  <a:lnTo>
                    <a:pt x="119825" y="67628"/>
                  </a:lnTo>
                  <a:lnTo>
                    <a:pt x="131921" y="68580"/>
                  </a:lnTo>
                  <a:lnTo>
                    <a:pt x="134302" y="68580"/>
                  </a:lnTo>
                  <a:lnTo>
                    <a:pt x="136017" y="68580"/>
                  </a:lnTo>
                  <a:lnTo>
                    <a:pt x="198691" y="35433"/>
                  </a:lnTo>
                  <a:lnTo>
                    <a:pt x="215836" y="19526"/>
                  </a:lnTo>
                  <a:lnTo>
                    <a:pt x="216979" y="18669"/>
                  </a:lnTo>
                  <a:lnTo>
                    <a:pt x="217741" y="18479"/>
                  </a:lnTo>
                  <a:lnTo>
                    <a:pt x="222695" y="17145"/>
                  </a:lnTo>
                  <a:lnTo>
                    <a:pt x="280701" y="2762"/>
                  </a:lnTo>
                  <a:lnTo>
                    <a:pt x="293084" y="0"/>
                  </a:lnTo>
                  <a:lnTo>
                    <a:pt x="295084" y="953"/>
                  </a:lnTo>
                  <a:lnTo>
                    <a:pt x="299180" y="3524"/>
                  </a:lnTo>
                  <a:lnTo>
                    <a:pt x="300894" y="4286"/>
                  </a:lnTo>
                  <a:lnTo>
                    <a:pt x="322897" y="6096"/>
                  </a:lnTo>
                  <a:lnTo>
                    <a:pt x="348234" y="6763"/>
                  </a:lnTo>
                  <a:lnTo>
                    <a:pt x="354330" y="5715"/>
                  </a:lnTo>
                  <a:lnTo>
                    <a:pt x="362045" y="3620"/>
                  </a:lnTo>
                  <a:lnTo>
                    <a:pt x="367760" y="2286"/>
                  </a:lnTo>
                  <a:lnTo>
                    <a:pt x="371094" y="1715"/>
                  </a:lnTo>
                  <a:lnTo>
                    <a:pt x="372999" y="1333"/>
                  </a:lnTo>
                  <a:lnTo>
                    <a:pt x="375285" y="1143"/>
                  </a:lnTo>
                  <a:lnTo>
                    <a:pt x="378047" y="857"/>
                  </a:lnTo>
                  <a:lnTo>
                    <a:pt x="382619" y="857"/>
                  </a:lnTo>
                  <a:lnTo>
                    <a:pt x="386334" y="1048"/>
                  </a:lnTo>
                  <a:lnTo>
                    <a:pt x="388620" y="1429"/>
                  </a:lnTo>
                  <a:lnTo>
                    <a:pt x="395192" y="3239"/>
                  </a:lnTo>
                  <a:lnTo>
                    <a:pt x="397669" y="4191"/>
                  </a:lnTo>
                  <a:lnTo>
                    <a:pt x="420528" y="13811"/>
                  </a:lnTo>
                  <a:lnTo>
                    <a:pt x="440341" y="24479"/>
                  </a:lnTo>
                  <a:lnTo>
                    <a:pt x="442436" y="25527"/>
                  </a:lnTo>
                  <a:lnTo>
                    <a:pt x="443293" y="25717"/>
                  </a:lnTo>
                  <a:lnTo>
                    <a:pt x="473773" y="27908"/>
                  </a:lnTo>
                  <a:lnTo>
                    <a:pt x="497205" y="61722"/>
                  </a:lnTo>
                  <a:lnTo>
                    <a:pt x="491871" y="91821"/>
                  </a:lnTo>
                  <a:lnTo>
                    <a:pt x="496443" y="117443"/>
                  </a:lnTo>
                  <a:lnTo>
                    <a:pt x="503396" y="143351"/>
                  </a:lnTo>
                  <a:lnTo>
                    <a:pt x="508445" y="165449"/>
                  </a:lnTo>
                  <a:lnTo>
                    <a:pt x="494062" y="198120"/>
                  </a:lnTo>
                  <a:lnTo>
                    <a:pt x="490823" y="21774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5" name="서울특별시 중랑구 신내2동">
              <a:extLst>
                <a:ext uri="{FF2B5EF4-FFF2-40B4-BE49-F238E27FC236}">
                  <a16:creationId xmlns:a16="http://schemas.microsoft.com/office/drawing/2014/main" id="{0C94318A-C442-0DC2-A931-F38D294E5F8B}"/>
                </a:ext>
              </a:extLst>
            </p:cNvPr>
            <p:cNvSpPr/>
            <p:nvPr/>
          </p:nvSpPr>
          <p:spPr>
            <a:xfrm>
              <a:off x="8105488" y="2477357"/>
              <a:ext cx="214884" cy="307466"/>
            </a:xfrm>
            <a:custGeom>
              <a:avLst/>
              <a:gdLst>
                <a:gd name="connsiteX0" fmla="*/ 200216 w 214884"/>
                <a:gd name="connsiteY0" fmla="*/ 306038 h 307466"/>
                <a:gd name="connsiteX1" fmla="*/ 198977 w 214884"/>
                <a:gd name="connsiteY1" fmla="*/ 306324 h 307466"/>
                <a:gd name="connsiteX2" fmla="*/ 194120 w 214884"/>
                <a:gd name="connsiteY2" fmla="*/ 307467 h 307466"/>
                <a:gd name="connsiteX3" fmla="*/ 193643 w 214884"/>
                <a:gd name="connsiteY3" fmla="*/ 306991 h 307466"/>
                <a:gd name="connsiteX4" fmla="*/ 187547 w 214884"/>
                <a:gd name="connsiteY4" fmla="*/ 301085 h 307466"/>
                <a:gd name="connsiteX5" fmla="*/ 172688 w 214884"/>
                <a:gd name="connsiteY5" fmla="*/ 273082 h 307466"/>
                <a:gd name="connsiteX6" fmla="*/ 160877 w 214884"/>
                <a:gd name="connsiteY6" fmla="*/ 227362 h 307466"/>
                <a:gd name="connsiteX7" fmla="*/ 118015 w 214884"/>
                <a:gd name="connsiteY7" fmla="*/ 185452 h 307466"/>
                <a:gd name="connsiteX8" fmla="*/ 108585 w 214884"/>
                <a:gd name="connsiteY8" fmla="*/ 182309 h 307466"/>
                <a:gd name="connsiteX9" fmla="*/ 58008 w 214884"/>
                <a:gd name="connsiteY9" fmla="*/ 137636 h 307466"/>
                <a:gd name="connsiteX10" fmla="*/ 43625 w 214884"/>
                <a:gd name="connsiteY10" fmla="*/ 142780 h 307466"/>
                <a:gd name="connsiteX11" fmla="*/ 31528 w 214884"/>
                <a:gd name="connsiteY11" fmla="*/ 147066 h 307466"/>
                <a:gd name="connsiteX12" fmla="*/ 22098 w 214884"/>
                <a:gd name="connsiteY12" fmla="*/ 147352 h 307466"/>
                <a:gd name="connsiteX13" fmla="*/ 11621 w 214884"/>
                <a:gd name="connsiteY13" fmla="*/ 138970 h 307466"/>
                <a:gd name="connsiteX14" fmla="*/ 10002 w 214884"/>
                <a:gd name="connsiteY14" fmla="*/ 136112 h 307466"/>
                <a:gd name="connsiteX15" fmla="*/ 7239 w 214884"/>
                <a:gd name="connsiteY15" fmla="*/ 129350 h 307466"/>
                <a:gd name="connsiteX16" fmla="*/ 191 w 214884"/>
                <a:gd name="connsiteY16" fmla="*/ 108204 h 307466"/>
                <a:gd name="connsiteX17" fmla="*/ 0 w 214884"/>
                <a:gd name="connsiteY17" fmla="*/ 105442 h 307466"/>
                <a:gd name="connsiteX18" fmla="*/ 20194 w 214884"/>
                <a:gd name="connsiteY18" fmla="*/ 47244 h 307466"/>
                <a:gd name="connsiteX19" fmla="*/ 70866 w 214884"/>
                <a:gd name="connsiteY19" fmla="*/ 45720 h 307466"/>
                <a:gd name="connsiteX20" fmla="*/ 72581 w 214884"/>
                <a:gd name="connsiteY20" fmla="*/ 45053 h 307466"/>
                <a:gd name="connsiteX21" fmla="*/ 98108 w 214884"/>
                <a:gd name="connsiteY21" fmla="*/ 8477 h 307466"/>
                <a:gd name="connsiteX22" fmla="*/ 101061 w 214884"/>
                <a:gd name="connsiteY22" fmla="*/ 4191 h 307466"/>
                <a:gd name="connsiteX23" fmla="*/ 103918 w 214884"/>
                <a:gd name="connsiteY23" fmla="*/ 0 h 307466"/>
                <a:gd name="connsiteX24" fmla="*/ 201549 w 214884"/>
                <a:gd name="connsiteY24" fmla="*/ 43625 h 307466"/>
                <a:gd name="connsiteX25" fmla="*/ 211360 w 214884"/>
                <a:gd name="connsiteY25" fmla="*/ 85344 h 307466"/>
                <a:gd name="connsiteX26" fmla="*/ 211455 w 214884"/>
                <a:gd name="connsiteY26" fmla="*/ 86011 h 307466"/>
                <a:gd name="connsiteX27" fmla="*/ 211741 w 214884"/>
                <a:gd name="connsiteY27" fmla="*/ 91821 h 307466"/>
                <a:gd name="connsiteX28" fmla="*/ 210979 w 214884"/>
                <a:gd name="connsiteY28" fmla="*/ 99632 h 307466"/>
                <a:gd name="connsiteX29" fmla="*/ 208407 w 214884"/>
                <a:gd name="connsiteY29" fmla="*/ 114681 h 307466"/>
                <a:gd name="connsiteX30" fmla="*/ 207645 w 214884"/>
                <a:gd name="connsiteY30" fmla="*/ 118682 h 307466"/>
                <a:gd name="connsiteX31" fmla="*/ 204026 w 214884"/>
                <a:gd name="connsiteY31" fmla="*/ 138875 h 307466"/>
                <a:gd name="connsiteX32" fmla="*/ 203835 w 214884"/>
                <a:gd name="connsiteY32" fmla="*/ 139446 h 307466"/>
                <a:gd name="connsiteX33" fmla="*/ 201930 w 214884"/>
                <a:gd name="connsiteY33" fmla="*/ 144875 h 307466"/>
                <a:gd name="connsiteX34" fmla="*/ 201645 w 214884"/>
                <a:gd name="connsiteY34" fmla="*/ 145447 h 307466"/>
                <a:gd name="connsiteX35" fmla="*/ 199263 w 214884"/>
                <a:gd name="connsiteY35" fmla="*/ 149638 h 307466"/>
                <a:gd name="connsiteX36" fmla="*/ 197454 w 214884"/>
                <a:gd name="connsiteY36" fmla="*/ 153067 h 307466"/>
                <a:gd name="connsiteX37" fmla="*/ 193263 w 214884"/>
                <a:gd name="connsiteY37" fmla="*/ 160592 h 307466"/>
                <a:gd name="connsiteX38" fmla="*/ 190786 w 214884"/>
                <a:gd name="connsiteY38" fmla="*/ 166021 h 307466"/>
                <a:gd name="connsiteX39" fmla="*/ 189262 w 214884"/>
                <a:gd name="connsiteY39" fmla="*/ 170688 h 307466"/>
                <a:gd name="connsiteX40" fmla="*/ 188976 w 214884"/>
                <a:gd name="connsiteY40" fmla="*/ 171450 h 307466"/>
                <a:gd name="connsiteX41" fmla="*/ 188309 w 214884"/>
                <a:gd name="connsiteY41" fmla="*/ 176022 h 307466"/>
                <a:gd name="connsiteX42" fmla="*/ 188214 w 214884"/>
                <a:gd name="connsiteY42" fmla="*/ 180213 h 307466"/>
                <a:gd name="connsiteX43" fmla="*/ 188309 w 214884"/>
                <a:gd name="connsiteY43" fmla="*/ 181832 h 307466"/>
                <a:gd name="connsiteX44" fmla="*/ 192215 w 214884"/>
                <a:gd name="connsiteY44" fmla="*/ 224790 h 307466"/>
                <a:gd name="connsiteX45" fmla="*/ 193072 w 214884"/>
                <a:gd name="connsiteY45" fmla="*/ 232791 h 307466"/>
                <a:gd name="connsiteX46" fmla="*/ 193358 w 214884"/>
                <a:gd name="connsiteY46" fmla="*/ 234125 h 307466"/>
                <a:gd name="connsiteX47" fmla="*/ 194691 w 214884"/>
                <a:gd name="connsiteY47" fmla="*/ 239744 h 307466"/>
                <a:gd name="connsiteX48" fmla="*/ 194977 w 214884"/>
                <a:gd name="connsiteY48" fmla="*/ 240792 h 307466"/>
                <a:gd name="connsiteX49" fmla="*/ 195168 w 214884"/>
                <a:gd name="connsiteY49" fmla="*/ 241840 h 307466"/>
                <a:gd name="connsiteX50" fmla="*/ 196596 w 214884"/>
                <a:gd name="connsiteY50" fmla="*/ 245650 h 307466"/>
                <a:gd name="connsiteX51" fmla="*/ 206407 w 214884"/>
                <a:gd name="connsiteY51" fmla="*/ 273939 h 307466"/>
                <a:gd name="connsiteX52" fmla="*/ 214885 w 214884"/>
                <a:gd name="connsiteY52" fmla="*/ 299466 h 307466"/>
                <a:gd name="connsiteX53" fmla="*/ 200216 w 214884"/>
                <a:gd name="connsiteY53" fmla="*/ 306038 h 30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14884" h="307466">
                  <a:moveTo>
                    <a:pt x="200216" y="306038"/>
                  </a:moveTo>
                  <a:lnTo>
                    <a:pt x="198977" y="306324"/>
                  </a:lnTo>
                  <a:lnTo>
                    <a:pt x="194120" y="307467"/>
                  </a:lnTo>
                  <a:lnTo>
                    <a:pt x="193643" y="306991"/>
                  </a:lnTo>
                  <a:lnTo>
                    <a:pt x="187547" y="301085"/>
                  </a:lnTo>
                  <a:lnTo>
                    <a:pt x="172688" y="273082"/>
                  </a:lnTo>
                  <a:lnTo>
                    <a:pt x="160877" y="227362"/>
                  </a:lnTo>
                  <a:lnTo>
                    <a:pt x="118015" y="185452"/>
                  </a:lnTo>
                  <a:lnTo>
                    <a:pt x="108585" y="182309"/>
                  </a:lnTo>
                  <a:lnTo>
                    <a:pt x="58008" y="137636"/>
                  </a:lnTo>
                  <a:lnTo>
                    <a:pt x="43625" y="142780"/>
                  </a:lnTo>
                  <a:lnTo>
                    <a:pt x="31528" y="147066"/>
                  </a:lnTo>
                  <a:lnTo>
                    <a:pt x="22098" y="147352"/>
                  </a:lnTo>
                  <a:lnTo>
                    <a:pt x="11621" y="138970"/>
                  </a:lnTo>
                  <a:lnTo>
                    <a:pt x="10002" y="136112"/>
                  </a:lnTo>
                  <a:lnTo>
                    <a:pt x="7239" y="129350"/>
                  </a:lnTo>
                  <a:lnTo>
                    <a:pt x="191" y="108204"/>
                  </a:lnTo>
                  <a:lnTo>
                    <a:pt x="0" y="105442"/>
                  </a:lnTo>
                  <a:lnTo>
                    <a:pt x="20194" y="47244"/>
                  </a:lnTo>
                  <a:lnTo>
                    <a:pt x="70866" y="45720"/>
                  </a:lnTo>
                  <a:lnTo>
                    <a:pt x="72581" y="45053"/>
                  </a:lnTo>
                  <a:lnTo>
                    <a:pt x="98108" y="8477"/>
                  </a:lnTo>
                  <a:lnTo>
                    <a:pt x="101061" y="4191"/>
                  </a:lnTo>
                  <a:lnTo>
                    <a:pt x="103918" y="0"/>
                  </a:lnTo>
                  <a:lnTo>
                    <a:pt x="201549" y="43625"/>
                  </a:lnTo>
                  <a:lnTo>
                    <a:pt x="211360" y="85344"/>
                  </a:lnTo>
                  <a:lnTo>
                    <a:pt x="211455" y="86011"/>
                  </a:lnTo>
                  <a:lnTo>
                    <a:pt x="211741" y="91821"/>
                  </a:lnTo>
                  <a:lnTo>
                    <a:pt x="210979" y="99632"/>
                  </a:lnTo>
                  <a:lnTo>
                    <a:pt x="208407" y="114681"/>
                  </a:lnTo>
                  <a:lnTo>
                    <a:pt x="207645" y="118682"/>
                  </a:lnTo>
                  <a:lnTo>
                    <a:pt x="204026" y="138875"/>
                  </a:lnTo>
                  <a:lnTo>
                    <a:pt x="203835" y="139446"/>
                  </a:lnTo>
                  <a:lnTo>
                    <a:pt x="201930" y="144875"/>
                  </a:lnTo>
                  <a:lnTo>
                    <a:pt x="201645" y="145447"/>
                  </a:lnTo>
                  <a:lnTo>
                    <a:pt x="199263" y="149638"/>
                  </a:lnTo>
                  <a:lnTo>
                    <a:pt x="197454" y="153067"/>
                  </a:lnTo>
                  <a:lnTo>
                    <a:pt x="193263" y="160592"/>
                  </a:lnTo>
                  <a:lnTo>
                    <a:pt x="190786" y="166021"/>
                  </a:lnTo>
                  <a:lnTo>
                    <a:pt x="189262" y="170688"/>
                  </a:lnTo>
                  <a:lnTo>
                    <a:pt x="188976" y="171450"/>
                  </a:lnTo>
                  <a:lnTo>
                    <a:pt x="188309" y="176022"/>
                  </a:lnTo>
                  <a:lnTo>
                    <a:pt x="188214" y="180213"/>
                  </a:lnTo>
                  <a:lnTo>
                    <a:pt x="188309" y="181832"/>
                  </a:lnTo>
                  <a:lnTo>
                    <a:pt x="192215" y="224790"/>
                  </a:lnTo>
                  <a:lnTo>
                    <a:pt x="193072" y="232791"/>
                  </a:lnTo>
                  <a:lnTo>
                    <a:pt x="193358" y="234125"/>
                  </a:lnTo>
                  <a:lnTo>
                    <a:pt x="194691" y="239744"/>
                  </a:lnTo>
                  <a:lnTo>
                    <a:pt x="194977" y="240792"/>
                  </a:lnTo>
                  <a:lnTo>
                    <a:pt x="195168" y="241840"/>
                  </a:lnTo>
                  <a:lnTo>
                    <a:pt x="196596" y="245650"/>
                  </a:lnTo>
                  <a:lnTo>
                    <a:pt x="206407" y="273939"/>
                  </a:lnTo>
                  <a:lnTo>
                    <a:pt x="214885" y="299466"/>
                  </a:lnTo>
                  <a:lnTo>
                    <a:pt x="200216" y="3060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6" name="서울특별시 중랑구 면목본동">
              <a:extLst>
                <a:ext uri="{FF2B5EF4-FFF2-40B4-BE49-F238E27FC236}">
                  <a16:creationId xmlns:a16="http://schemas.microsoft.com/office/drawing/2014/main" id="{A9B22125-1C60-0B9D-B6F6-5C0B0C4BB50E}"/>
                </a:ext>
              </a:extLst>
            </p:cNvPr>
            <p:cNvSpPr/>
            <p:nvPr/>
          </p:nvSpPr>
          <p:spPr>
            <a:xfrm>
              <a:off x="8083200" y="2900648"/>
              <a:ext cx="205739" cy="189452"/>
            </a:xfrm>
            <a:custGeom>
              <a:avLst/>
              <a:gdLst>
                <a:gd name="connsiteX0" fmla="*/ 182975 w 205739"/>
                <a:gd name="connsiteY0" fmla="*/ 79724 h 189452"/>
                <a:gd name="connsiteX1" fmla="*/ 185642 w 205739"/>
                <a:gd name="connsiteY1" fmla="*/ 87725 h 189452"/>
                <a:gd name="connsiteX2" fmla="*/ 200882 w 205739"/>
                <a:gd name="connsiteY2" fmla="*/ 134303 h 189452"/>
                <a:gd name="connsiteX3" fmla="*/ 205740 w 205739"/>
                <a:gd name="connsiteY3" fmla="*/ 149352 h 189452"/>
                <a:gd name="connsiteX4" fmla="*/ 200787 w 205739"/>
                <a:gd name="connsiteY4" fmla="*/ 158687 h 189452"/>
                <a:gd name="connsiteX5" fmla="*/ 199834 w 205739"/>
                <a:gd name="connsiteY5" fmla="*/ 160401 h 189452"/>
                <a:gd name="connsiteX6" fmla="*/ 193929 w 205739"/>
                <a:gd name="connsiteY6" fmla="*/ 171259 h 189452"/>
                <a:gd name="connsiteX7" fmla="*/ 184309 w 205739"/>
                <a:gd name="connsiteY7" fmla="*/ 189452 h 189452"/>
                <a:gd name="connsiteX8" fmla="*/ 173450 w 205739"/>
                <a:gd name="connsiteY8" fmla="*/ 188500 h 189452"/>
                <a:gd name="connsiteX9" fmla="*/ 160877 w 205739"/>
                <a:gd name="connsiteY9" fmla="*/ 187357 h 189452"/>
                <a:gd name="connsiteX10" fmla="*/ 119443 w 205739"/>
                <a:gd name="connsiteY10" fmla="*/ 183737 h 189452"/>
                <a:gd name="connsiteX11" fmla="*/ 38767 w 205739"/>
                <a:gd name="connsiteY11" fmla="*/ 176879 h 189452"/>
                <a:gd name="connsiteX12" fmla="*/ 14478 w 205739"/>
                <a:gd name="connsiteY12" fmla="*/ 174879 h 189452"/>
                <a:gd name="connsiteX13" fmla="*/ 9525 w 205739"/>
                <a:gd name="connsiteY13" fmla="*/ 174498 h 189452"/>
                <a:gd name="connsiteX14" fmla="*/ 0 w 205739"/>
                <a:gd name="connsiteY14" fmla="*/ 176022 h 189452"/>
                <a:gd name="connsiteX15" fmla="*/ 10096 w 205739"/>
                <a:gd name="connsiteY15" fmla="*/ 118396 h 189452"/>
                <a:gd name="connsiteX16" fmla="*/ 58674 w 205739"/>
                <a:gd name="connsiteY16" fmla="*/ 24955 h 189452"/>
                <a:gd name="connsiteX17" fmla="*/ 78772 w 205739"/>
                <a:gd name="connsiteY17" fmla="*/ 20574 h 189452"/>
                <a:gd name="connsiteX18" fmla="*/ 175260 w 205739"/>
                <a:gd name="connsiteY18" fmla="*/ 0 h 189452"/>
                <a:gd name="connsiteX19" fmla="*/ 182975 w 205739"/>
                <a:gd name="connsiteY19" fmla="*/ 79724 h 18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739" h="189452">
                  <a:moveTo>
                    <a:pt x="182975" y="79724"/>
                  </a:moveTo>
                  <a:lnTo>
                    <a:pt x="185642" y="87725"/>
                  </a:lnTo>
                  <a:lnTo>
                    <a:pt x="200882" y="134303"/>
                  </a:lnTo>
                  <a:lnTo>
                    <a:pt x="205740" y="149352"/>
                  </a:lnTo>
                  <a:lnTo>
                    <a:pt x="200787" y="158687"/>
                  </a:lnTo>
                  <a:lnTo>
                    <a:pt x="199834" y="160401"/>
                  </a:lnTo>
                  <a:lnTo>
                    <a:pt x="193929" y="171259"/>
                  </a:lnTo>
                  <a:lnTo>
                    <a:pt x="184309" y="189452"/>
                  </a:lnTo>
                  <a:lnTo>
                    <a:pt x="173450" y="188500"/>
                  </a:lnTo>
                  <a:lnTo>
                    <a:pt x="160877" y="187357"/>
                  </a:lnTo>
                  <a:lnTo>
                    <a:pt x="119443" y="183737"/>
                  </a:lnTo>
                  <a:lnTo>
                    <a:pt x="38767" y="176879"/>
                  </a:lnTo>
                  <a:lnTo>
                    <a:pt x="14478" y="174879"/>
                  </a:lnTo>
                  <a:lnTo>
                    <a:pt x="9525" y="174498"/>
                  </a:lnTo>
                  <a:lnTo>
                    <a:pt x="0" y="176022"/>
                  </a:lnTo>
                  <a:lnTo>
                    <a:pt x="10096" y="118396"/>
                  </a:lnTo>
                  <a:lnTo>
                    <a:pt x="58674" y="24955"/>
                  </a:lnTo>
                  <a:lnTo>
                    <a:pt x="78772" y="20574"/>
                  </a:lnTo>
                  <a:lnTo>
                    <a:pt x="175260" y="0"/>
                  </a:lnTo>
                  <a:lnTo>
                    <a:pt x="182975" y="7972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7" name="서울특별시 중랑구 면목3·8동">
              <a:extLst>
                <a:ext uri="{FF2B5EF4-FFF2-40B4-BE49-F238E27FC236}">
                  <a16:creationId xmlns:a16="http://schemas.microsoft.com/office/drawing/2014/main" id="{A1E79D7D-E8EF-BC64-F7FF-19DE8EE71EAB}"/>
                </a:ext>
              </a:extLst>
            </p:cNvPr>
            <p:cNvSpPr/>
            <p:nvPr/>
          </p:nvSpPr>
          <p:spPr>
            <a:xfrm>
              <a:off x="8080628" y="2965418"/>
              <a:ext cx="485013" cy="211359"/>
            </a:xfrm>
            <a:custGeom>
              <a:avLst/>
              <a:gdLst>
                <a:gd name="connsiteX0" fmla="*/ 485013 w 485013"/>
                <a:gd name="connsiteY0" fmla="*/ 57245 h 211359"/>
                <a:gd name="connsiteX1" fmla="*/ 479489 w 485013"/>
                <a:gd name="connsiteY1" fmla="*/ 83534 h 211359"/>
                <a:gd name="connsiteX2" fmla="*/ 473869 w 485013"/>
                <a:gd name="connsiteY2" fmla="*/ 99727 h 211359"/>
                <a:gd name="connsiteX3" fmla="*/ 470249 w 485013"/>
                <a:gd name="connsiteY3" fmla="*/ 107061 h 211359"/>
                <a:gd name="connsiteX4" fmla="*/ 410528 w 485013"/>
                <a:gd name="connsiteY4" fmla="*/ 108871 h 211359"/>
                <a:gd name="connsiteX5" fmla="*/ 349472 w 485013"/>
                <a:gd name="connsiteY5" fmla="*/ 117253 h 211359"/>
                <a:gd name="connsiteX6" fmla="*/ 296609 w 485013"/>
                <a:gd name="connsiteY6" fmla="*/ 136303 h 211359"/>
                <a:gd name="connsiteX7" fmla="*/ 309753 w 485013"/>
                <a:gd name="connsiteY7" fmla="*/ 144971 h 211359"/>
                <a:gd name="connsiteX8" fmla="*/ 351377 w 485013"/>
                <a:gd name="connsiteY8" fmla="*/ 159734 h 211359"/>
                <a:gd name="connsiteX9" fmla="*/ 351282 w 485013"/>
                <a:gd name="connsiteY9" fmla="*/ 172402 h 211359"/>
                <a:gd name="connsiteX10" fmla="*/ 350901 w 485013"/>
                <a:gd name="connsiteY10" fmla="*/ 198787 h 211359"/>
                <a:gd name="connsiteX11" fmla="*/ 350520 w 485013"/>
                <a:gd name="connsiteY11" fmla="*/ 202501 h 211359"/>
                <a:gd name="connsiteX12" fmla="*/ 349663 w 485013"/>
                <a:gd name="connsiteY12" fmla="*/ 211360 h 211359"/>
                <a:gd name="connsiteX13" fmla="*/ 297180 w 485013"/>
                <a:gd name="connsiteY13" fmla="*/ 199834 h 211359"/>
                <a:gd name="connsiteX14" fmla="*/ 210217 w 485013"/>
                <a:gd name="connsiteY14" fmla="*/ 178213 h 211359"/>
                <a:gd name="connsiteX15" fmla="*/ 149543 w 485013"/>
                <a:gd name="connsiteY15" fmla="*/ 180118 h 211359"/>
                <a:gd name="connsiteX16" fmla="*/ 102775 w 485013"/>
                <a:gd name="connsiteY16" fmla="*/ 179832 h 211359"/>
                <a:gd name="connsiteX17" fmla="*/ 45054 w 485013"/>
                <a:gd name="connsiteY17" fmla="*/ 173831 h 211359"/>
                <a:gd name="connsiteX18" fmla="*/ 0 w 485013"/>
                <a:gd name="connsiteY18" fmla="*/ 170879 h 211359"/>
                <a:gd name="connsiteX19" fmla="*/ 2572 w 485013"/>
                <a:gd name="connsiteY19" fmla="*/ 111252 h 211359"/>
                <a:gd name="connsiteX20" fmla="*/ 12097 w 485013"/>
                <a:gd name="connsiteY20" fmla="*/ 109728 h 211359"/>
                <a:gd name="connsiteX21" fmla="*/ 17050 w 485013"/>
                <a:gd name="connsiteY21" fmla="*/ 110109 h 211359"/>
                <a:gd name="connsiteX22" fmla="*/ 41339 w 485013"/>
                <a:gd name="connsiteY22" fmla="*/ 112109 h 211359"/>
                <a:gd name="connsiteX23" fmla="*/ 122015 w 485013"/>
                <a:gd name="connsiteY23" fmla="*/ 118967 h 211359"/>
                <a:gd name="connsiteX24" fmla="*/ 163449 w 485013"/>
                <a:gd name="connsiteY24" fmla="*/ 122587 h 211359"/>
                <a:gd name="connsiteX25" fmla="*/ 176022 w 485013"/>
                <a:gd name="connsiteY25" fmla="*/ 123730 h 211359"/>
                <a:gd name="connsiteX26" fmla="*/ 186880 w 485013"/>
                <a:gd name="connsiteY26" fmla="*/ 124682 h 211359"/>
                <a:gd name="connsiteX27" fmla="*/ 196501 w 485013"/>
                <a:gd name="connsiteY27" fmla="*/ 106489 h 211359"/>
                <a:gd name="connsiteX28" fmla="*/ 202406 w 485013"/>
                <a:gd name="connsiteY28" fmla="*/ 95631 h 211359"/>
                <a:gd name="connsiteX29" fmla="*/ 203359 w 485013"/>
                <a:gd name="connsiteY29" fmla="*/ 93917 h 211359"/>
                <a:gd name="connsiteX30" fmla="*/ 208312 w 485013"/>
                <a:gd name="connsiteY30" fmla="*/ 84582 h 211359"/>
                <a:gd name="connsiteX31" fmla="*/ 203454 w 485013"/>
                <a:gd name="connsiteY31" fmla="*/ 69533 h 211359"/>
                <a:gd name="connsiteX32" fmla="*/ 188214 w 485013"/>
                <a:gd name="connsiteY32" fmla="*/ 22955 h 211359"/>
                <a:gd name="connsiteX33" fmla="*/ 185547 w 485013"/>
                <a:gd name="connsiteY33" fmla="*/ 14954 h 211359"/>
                <a:gd name="connsiteX34" fmla="*/ 253841 w 485013"/>
                <a:gd name="connsiteY34" fmla="*/ 0 h 211359"/>
                <a:gd name="connsiteX35" fmla="*/ 339471 w 485013"/>
                <a:gd name="connsiteY35" fmla="*/ 28670 h 211359"/>
                <a:gd name="connsiteX36" fmla="*/ 390430 w 485013"/>
                <a:gd name="connsiteY36" fmla="*/ 44863 h 211359"/>
                <a:gd name="connsiteX37" fmla="*/ 412338 w 485013"/>
                <a:gd name="connsiteY37" fmla="*/ 46672 h 211359"/>
                <a:gd name="connsiteX38" fmla="*/ 432721 w 485013"/>
                <a:gd name="connsiteY38" fmla="*/ 45720 h 211359"/>
                <a:gd name="connsiteX39" fmla="*/ 449389 w 485013"/>
                <a:gd name="connsiteY39" fmla="*/ 41815 h 211359"/>
                <a:gd name="connsiteX40" fmla="*/ 452152 w 485013"/>
                <a:gd name="connsiteY40" fmla="*/ 42386 h 211359"/>
                <a:gd name="connsiteX41" fmla="*/ 478536 w 485013"/>
                <a:gd name="connsiteY41" fmla="*/ 52102 h 211359"/>
                <a:gd name="connsiteX42" fmla="*/ 485013 w 485013"/>
                <a:gd name="connsiteY42" fmla="*/ 57245 h 21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5013" h="211359">
                  <a:moveTo>
                    <a:pt x="485013" y="57245"/>
                  </a:moveTo>
                  <a:lnTo>
                    <a:pt x="479489" y="83534"/>
                  </a:lnTo>
                  <a:lnTo>
                    <a:pt x="473869" y="99727"/>
                  </a:lnTo>
                  <a:lnTo>
                    <a:pt x="470249" y="107061"/>
                  </a:lnTo>
                  <a:lnTo>
                    <a:pt x="410528" y="108871"/>
                  </a:lnTo>
                  <a:lnTo>
                    <a:pt x="349472" y="117253"/>
                  </a:lnTo>
                  <a:lnTo>
                    <a:pt x="296609" y="136303"/>
                  </a:lnTo>
                  <a:lnTo>
                    <a:pt x="309753" y="144971"/>
                  </a:lnTo>
                  <a:lnTo>
                    <a:pt x="351377" y="159734"/>
                  </a:lnTo>
                  <a:lnTo>
                    <a:pt x="351282" y="172402"/>
                  </a:lnTo>
                  <a:lnTo>
                    <a:pt x="350901" y="198787"/>
                  </a:lnTo>
                  <a:lnTo>
                    <a:pt x="350520" y="202501"/>
                  </a:lnTo>
                  <a:lnTo>
                    <a:pt x="349663" y="211360"/>
                  </a:lnTo>
                  <a:lnTo>
                    <a:pt x="297180" y="199834"/>
                  </a:lnTo>
                  <a:lnTo>
                    <a:pt x="210217" y="178213"/>
                  </a:lnTo>
                  <a:lnTo>
                    <a:pt x="149543" y="180118"/>
                  </a:lnTo>
                  <a:lnTo>
                    <a:pt x="102775" y="179832"/>
                  </a:lnTo>
                  <a:lnTo>
                    <a:pt x="45054" y="173831"/>
                  </a:lnTo>
                  <a:lnTo>
                    <a:pt x="0" y="170879"/>
                  </a:lnTo>
                  <a:lnTo>
                    <a:pt x="2572" y="111252"/>
                  </a:lnTo>
                  <a:lnTo>
                    <a:pt x="12097" y="109728"/>
                  </a:lnTo>
                  <a:lnTo>
                    <a:pt x="17050" y="110109"/>
                  </a:lnTo>
                  <a:lnTo>
                    <a:pt x="41339" y="112109"/>
                  </a:lnTo>
                  <a:lnTo>
                    <a:pt x="122015" y="118967"/>
                  </a:lnTo>
                  <a:lnTo>
                    <a:pt x="163449" y="122587"/>
                  </a:lnTo>
                  <a:lnTo>
                    <a:pt x="176022" y="123730"/>
                  </a:lnTo>
                  <a:lnTo>
                    <a:pt x="186880" y="124682"/>
                  </a:lnTo>
                  <a:lnTo>
                    <a:pt x="196501" y="106489"/>
                  </a:lnTo>
                  <a:lnTo>
                    <a:pt x="202406" y="95631"/>
                  </a:lnTo>
                  <a:lnTo>
                    <a:pt x="203359" y="93917"/>
                  </a:lnTo>
                  <a:lnTo>
                    <a:pt x="208312" y="84582"/>
                  </a:lnTo>
                  <a:lnTo>
                    <a:pt x="203454" y="69533"/>
                  </a:lnTo>
                  <a:lnTo>
                    <a:pt x="188214" y="22955"/>
                  </a:lnTo>
                  <a:lnTo>
                    <a:pt x="185547" y="14954"/>
                  </a:lnTo>
                  <a:lnTo>
                    <a:pt x="253841" y="0"/>
                  </a:lnTo>
                  <a:lnTo>
                    <a:pt x="339471" y="28670"/>
                  </a:lnTo>
                  <a:lnTo>
                    <a:pt x="390430" y="44863"/>
                  </a:lnTo>
                  <a:lnTo>
                    <a:pt x="412338" y="46672"/>
                  </a:lnTo>
                  <a:lnTo>
                    <a:pt x="432721" y="45720"/>
                  </a:lnTo>
                  <a:lnTo>
                    <a:pt x="449389" y="41815"/>
                  </a:lnTo>
                  <a:lnTo>
                    <a:pt x="452152" y="42386"/>
                  </a:lnTo>
                  <a:lnTo>
                    <a:pt x="478536" y="52102"/>
                  </a:lnTo>
                  <a:lnTo>
                    <a:pt x="485013" y="5724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8" name="서울특별시 중랑구 망우본동">
              <a:extLst>
                <a:ext uri="{FF2B5EF4-FFF2-40B4-BE49-F238E27FC236}">
                  <a16:creationId xmlns:a16="http://schemas.microsoft.com/office/drawing/2014/main" id="{E5C4BE16-6728-2D07-2BFD-0C513354192A}"/>
                </a:ext>
              </a:extLst>
            </p:cNvPr>
            <p:cNvSpPr/>
            <p:nvPr/>
          </p:nvSpPr>
          <p:spPr>
            <a:xfrm>
              <a:off x="8251031" y="2553747"/>
              <a:ext cx="463867" cy="388238"/>
            </a:xfrm>
            <a:custGeom>
              <a:avLst/>
              <a:gdLst>
                <a:gd name="connsiteX0" fmla="*/ 431959 w 463867"/>
                <a:gd name="connsiteY0" fmla="*/ 80772 h 388238"/>
                <a:gd name="connsiteX1" fmla="*/ 441389 w 463867"/>
                <a:gd name="connsiteY1" fmla="*/ 84677 h 388238"/>
                <a:gd name="connsiteX2" fmla="*/ 455295 w 463867"/>
                <a:gd name="connsiteY2" fmla="*/ 93154 h 388238"/>
                <a:gd name="connsiteX3" fmla="*/ 460248 w 463867"/>
                <a:gd name="connsiteY3" fmla="*/ 99536 h 388238"/>
                <a:gd name="connsiteX4" fmla="*/ 460820 w 463867"/>
                <a:gd name="connsiteY4" fmla="*/ 100203 h 388238"/>
                <a:gd name="connsiteX5" fmla="*/ 462820 w 463867"/>
                <a:gd name="connsiteY5" fmla="*/ 102679 h 388238"/>
                <a:gd name="connsiteX6" fmla="*/ 463868 w 463867"/>
                <a:gd name="connsiteY6" fmla="*/ 107061 h 388238"/>
                <a:gd name="connsiteX7" fmla="*/ 462058 w 463867"/>
                <a:gd name="connsiteY7" fmla="*/ 126873 h 388238"/>
                <a:gd name="connsiteX8" fmla="*/ 457295 w 463867"/>
                <a:gd name="connsiteY8" fmla="*/ 157734 h 388238"/>
                <a:gd name="connsiteX9" fmla="*/ 436912 w 463867"/>
                <a:gd name="connsiteY9" fmla="*/ 183642 h 388238"/>
                <a:gd name="connsiteX10" fmla="*/ 406718 w 463867"/>
                <a:gd name="connsiteY10" fmla="*/ 217932 h 388238"/>
                <a:gd name="connsiteX11" fmla="*/ 389668 w 463867"/>
                <a:gd name="connsiteY11" fmla="*/ 234410 h 388238"/>
                <a:gd name="connsiteX12" fmla="*/ 381476 w 463867"/>
                <a:gd name="connsiteY12" fmla="*/ 241363 h 388238"/>
                <a:gd name="connsiteX13" fmla="*/ 381762 w 463867"/>
                <a:gd name="connsiteY13" fmla="*/ 244030 h 388238"/>
                <a:gd name="connsiteX14" fmla="*/ 382619 w 463867"/>
                <a:gd name="connsiteY14" fmla="*/ 249364 h 388238"/>
                <a:gd name="connsiteX15" fmla="*/ 383857 w 463867"/>
                <a:gd name="connsiteY15" fmla="*/ 251270 h 388238"/>
                <a:gd name="connsiteX16" fmla="*/ 420052 w 463867"/>
                <a:gd name="connsiteY16" fmla="*/ 290036 h 388238"/>
                <a:gd name="connsiteX17" fmla="*/ 420814 w 463867"/>
                <a:gd name="connsiteY17" fmla="*/ 290798 h 388238"/>
                <a:gd name="connsiteX18" fmla="*/ 429863 w 463867"/>
                <a:gd name="connsiteY18" fmla="*/ 299085 h 388238"/>
                <a:gd name="connsiteX19" fmla="*/ 457391 w 463867"/>
                <a:gd name="connsiteY19" fmla="*/ 325184 h 388238"/>
                <a:gd name="connsiteX20" fmla="*/ 463677 w 463867"/>
                <a:gd name="connsiteY20" fmla="*/ 331089 h 388238"/>
                <a:gd name="connsiteX21" fmla="*/ 453866 w 463867"/>
                <a:gd name="connsiteY21" fmla="*/ 349377 h 388238"/>
                <a:gd name="connsiteX22" fmla="*/ 409099 w 463867"/>
                <a:gd name="connsiteY22" fmla="*/ 358521 h 388238"/>
                <a:gd name="connsiteX23" fmla="*/ 382810 w 463867"/>
                <a:gd name="connsiteY23" fmla="*/ 361474 h 388238"/>
                <a:gd name="connsiteX24" fmla="*/ 355568 w 463867"/>
                <a:gd name="connsiteY24" fmla="*/ 388239 h 388238"/>
                <a:gd name="connsiteX25" fmla="*/ 277273 w 463867"/>
                <a:gd name="connsiteY25" fmla="*/ 339566 h 388238"/>
                <a:gd name="connsiteX26" fmla="*/ 247364 w 463867"/>
                <a:gd name="connsiteY26" fmla="*/ 336042 h 388238"/>
                <a:gd name="connsiteX27" fmla="*/ 199073 w 463867"/>
                <a:gd name="connsiteY27" fmla="*/ 332804 h 388238"/>
                <a:gd name="connsiteX28" fmla="*/ 186214 w 463867"/>
                <a:gd name="connsiteY28" fmla="*/ 332422 h 388238"/>
                <a:gd name="connsiteX29" fmla="*/ 146495 w 463867"/>
                <a:gd name="connsiteY29" fmla="*/ 336613 h 388238"/>
                <a:gd name="connsiteX30" fmla="*/ 132398 w 463867"/>
                <a:gd name="connsiteY30" fmla="*/ 319754 h 388238"/>
                <a:gd name="connsiteX31" fmla="*/ 7430 w 463867"/>
                <a:gd name="connsiteY31" fmla="*/ 346900 h 388238"/>
                <a:gd name="connsiteX32" fmla="*/ 0 w 463867"/>
                <a:gd name="connsiteY32" fmla="*/ 274034 h 388238"/>
                <a:gd name="connsiteX33" fmla="*/ 49530 w 463867"/>
                <a:gd name="connsiteY33" fmla="*/ 250508 h 388238"/>
                <a:gd name="connsiteX34" fmla="*/ 70580 w 463867"/>
                <a:gd name="connsiteY34" fmla="*/ 245840 h 388238"/>
                <a:gd name="connsiteX35" fmla="*/ 78010 w 463867"/>
                <a:gd name="connsiteY35" fmla="*/ 244221 h 388238"/>
                <a:gd name="connsiteX36" fmla="*/ 97917 w 463867"/>
                <a:gd name="connsiteY36" fmla="*/ 239839 h 388238"/>
                <a:gd name="connsiteX37" fmla="*/ 139160 w 463867"/>
                <a:gd name="connsiteY37" fmla="*/ 230791 h 388238"/>
                <a:gd name="connsiteX38" fmla="*/ 188595 w 463867"/>
                <a:gd name="connsiteY38" fmla="*/ 133255 h 388238"/>
                <a:gd name="connsiteX39" fmla="*/ 195929 w 463867"/>
                <a:gd name="connsiteY39" fmla="*/ 107918 h 388238"/>
                <a:gd name="connsiteX40" fmla="*/ 198691 w 463867"/>
                <a:gd name="connsiteY40" fmla="*/ 95155 h 388238"/>
                <a:gd name="connsiteX41" fmla="*/ 199454 w 463867"/>
                <a:gd name="connsiteY41" fmla="*/ 86678 h 388238"/>
                <a:gd name="connsiteX42" fmla="*/ 199644 w 463867"/>
                <a:gd name="connsiteY42" fmla="*/ 81439 h 388238"/>
                <a:gd name="connsiteX43" fmla="*/ 195739 w 463867"/>
                <a:gd name="connsiteY43" fmla="*/ 67723 h 388238"/>
                <a:gd name="connsiteX44" fmla="*/ 190119 w 463867"/>
                <a:gd name="connsiteY44" fmla="*/ 64294 h 388238"/>
                <a:gd name="connsiteX45" fmla="*/ 187357 w 463867"/>
                <a:gd name="connsiteY45" fmla="*/ 64960 h 388238"/>
                <a:gd name="connsiteX46" fmla="*/ 184690 w 463867"/>
                <a:gd name="connsiteY46" fmla="*/ 65722 h 388238"/>
                <a:gd name="connsiteX47" fmla="*/ 181546 w 463867"/>
                <a:gd name="connsiteY47" fmla="*/ 67818 h 388238"/>
                <a:gd name="connsiteX48" fmla="*/ 179356 w 463867"/>
                <a:gd name="connsiteY48" fmla="*/ 69247 h 388238"/>
                <a:gd name="connsiteX49" fmla="*/ 178689 w 463867"/>
                <a:gd name="connsiteY49" fmla="*/ 69818 h 388238"/>
                <a:gd name="connsiteX50" fmla="*/ 175165 w 463867"/>
                <a:gd name="connsiteY50" fmla="*/ 72771 h 388238"/>
                <a:gd name="connsiteX51" fmla="*/ 172212 w 463867"/>
                <a:gd name="connsiteY51" fmla="*/ 74867 h 388238"/>
                <a:gd name="connsiteX52" fmla="*/ 168497 w 463867"/>
                <a:gd name="connsiteY52" fmla="*/ 76581 h 388238"/>
                <a:gd name="connsiteX53" fmla="*/ 150686 w 463867"/>
                <a:gd name="connsiteY53" fmla="*/ 72104 h 388238"/>
                <a:gd name="connsiteX54" fmla="*/ 151257 w 463867"/>
                <a:gd name="connsiteY54" fmla="*/ 59912 h 388238"/>
                <a:gd name="connsiteX55" fmla="*/ 155162 w 463867"/>
                <a:gd name="connsiteY55" fmla="*/ 1333 h 388238"/>
                <a:gd name="connsiteX56" fmla="*/ 197453 w 463867"/>
                <a:gd name="connsiteY56" fmla="*/ 0 h 388238"/>
                <a:gd name="connsiteX57" fmla="*/ 208598 w 463867"/>
                <a:gd name="connsiteY57" fmla="*/ 1810 h 388238"/>
                <a:gd name="connsiteX58" fmla="*/ 222790 w 463867"/>
                <a:gd name="connsiteY58" fmla="*/ 4096 h 388238"/>
                <a:gd name="connsiteX59" fmla="*/ 301085 w 463867"/>
                <a:gd name="connsiteY59" fmla="*/ 22003 h 388238"/>
                <a:gd name="connsiteX60" fmla="*/ 352616 w 463867"/>
                <a:gd name="connsiteY60" fmla="*/ 56007 h 388238"/>
                <a:gd name="connsiteX61" fmla="*/ 355092 w 463867"/>
                <a:gd name="connsiteY61" fmla="*/ 58293 h 388238"/>
                <a:gd name="connsiteX62" fmla="*/ 359378 w 463867"/>
                <a:gd name="connsiteY62" fmla="*/ 62103 h 388238"/>
                <a:gd name="connsiteX63" fmla="*/ 368522 w 463867"/>
                <a:gd name="connsiteY63" fmla="*/ 68961 h 388238"/>
                <a:gd name="connsiteX64" fmla="*/ 407098 w 463867"/>
                <a:gd name="connsiteY64" fmla="*/ 76391 h 388238"/>
                <a:gd name="connsiteX65" fmla="*/ 431959 w 463867"/>
                <a:gd name="connsiteY65" fmla="*/ 80772 h 38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63867" h="388238">
                  <a:moveTo>
                    <a:pt x="431959" y="80772"/>
                  </a:moveTo>
                  <a:lnTo>
                    <a:pt x="441389" y="84677"/>
                  </a:lnTo>
                  <a:lnTo>
                    <a:pt x="455295" y="93154"/>
                  </a:lnTo>
                  <a:lnTo>
                    <a:pt x="460248" y="99536"/>
                  </a:lnTo>
                  <a:lnTo>
                    <a:pt x="460820" y="100203"/>
                  </a:lnTo>
                  <a:lnTo>
                    <a:pt x="462820" y="102679"/>
                  </a:lnTo>
                  <a:lnTo>
                    <a:pt x="463868" y="107061"/>
                  </a:lnTo>
                  <a:lnTo>
                    <a:pt x="462058" y="126873"/>
                  </a:lnTo>
                  <a:lnTo>
                    <a:pt x="457295" y="157734"/>
                  </a:lnTo>
                  <a:lnTo>
                    <a:pt x="436912" y="183642"/>
                  </a:lnTo>
                  <a:lnTo>
                    <a:pt x="406718" y="217932"/>
                  </a:lnTo>
                  <a:lnTo>
                    <a:pt x="389668" y="234410"/>
                  </a:lnTo>
                  <a:lnTo>
                    <a:pt x="381476" y="241363"/>
                  </a:lnTo>
                  <a:lnTo>
                    <a:pt x="381762" y="244030"/>
                  </a:lnTo>
                  <a:lnTo>
                    <a:pt x="382619" y="249364"/>
                  </a:lnTo>
                  <a:lnTo>
                    <a:pt x="383857" y="251270"/>
                  </a:lnTo>
                  <a:lnTo>
                    <a:pt x="420052" y="290036"/>
                  </a:lnTo>
                  <a:lnTo>
                    <a:pt x="420814" y="290798"/>
                  </a:lnTo>
                  <a:lnTo>
                    <a:pt x="429863" y="299085"/>
                  </a:lnTo>
                  <a:lnTo>
                    <a:pt x="457391" y="325184"/>
                  </a:lnTo>
                  <a:lnTo>
                    <a:pt x="463677" y="331089"/>
                  </a:lnTo>
                  <a:lnTo>
                    <a:pt x="453866" y="349377"/>
                  </a:lnTo>
                  <a:lnTo>
                    <a:pt x="409099" y="358521"/>
                  </a:lnTo>
                  <a:lnTo>
                    <a:pt x="382810" y="361474"/>
                  </a:lnTo>
                  <a:lnTo>
                    <a:pt x="355568" y="388239"/>
                  </a:lnTo>
                  <a:lnTo>
                    <a:pt x="277273" y="339566"/>
                  </a:lnTo>
                  <a:lnTo>
                    <a:pt x="247364" y="336042"/>
                  </a:lnTo>
                  <a:lnTo>
                    <a:pt x="199073" y="332804"/>
                  </a:lnTo>
                  <a:lnTo>
                    <a:pt x="186214" y="332422"/>
                  </a:lnTo>
                  <a:lnTo>
                    <a:pt x="146495" y="336613"/>
                  </a:lnTo>
                  <a:lnTo>
                    <a:pt x="132398" y="319754"/>
                  </a:lnTo>
                  <a:lnTo>
                    <a:pt x="7430" y="346900"/>
                  </a:lnTo>
                  <a:lnTo>
                    <a:pt x="0" y="274034"/>
                  </a:lnTo>
                  <a:lnTo>
                    <a:pt x="49530" y="250508"/>
                  </a:lnTo>
                  <a:lnTo>
                    <a:pt x="70580" y="245840"/>
                  </a:lnTo>
                  <a:lnTo>
                    <a:pt x="78010" y="244221"/>
                  </a:lnTo>
                  <a:lnTo>
                    <a:pt x="97917" y="239839"/>
                  </a:lnTo>
                  <a:lnTo>
                    <a:pt x="139160" y="230791"/>
                  </a:lnTo>
                  <a:lnTo>
                    <a:pt x="188595" y="133255"/>
                  </a:lnTo>
                  <a:lnTo>
                    <a:pt x="195929" y="107918"/>
                  </a:lnTo>
                  <a:lnTo>
                    <a:pt x="198691" y="95155"/>
                  </a:lnTo>
                  <a:lnTo>
                    <a:pt x="199454" y="86678"/>
                  </a:lnTo>
                  <a:lnTo>
                    <a:pt x="199644" y="81439"/>
                  </a:lnTo>
                  <a:lnTo>
                    <a:pt x="195739" y="67723"/>
                  </a:lnTo>
                  <a:lnTo>
                    <a:pt x="190119" y="64294"/>
                  </a:lnTo>
                  <a:lnTo>
                    <a:pt x="187357" y="64960"/>
                  </a:lnTo>
                  <a:lnTo>
                    <a:pt x="184690" y="65722"/>
                  </a:lnTo>
                  <a:lnTo>
                    <a:pt x="181546" y="67818"/>
                  </a:lnTo>
                  <a:lnTo>
                    <a:pt x="179356" y="69247"/>
                  </a:lnTo>
                  <a:lnTo>
                    <a:pt x="178689" y="69818"/>
                  </a:lnTo>
                  <a:lnTo>
                    <a:pt x="175165" y="72771"/>
                  </a:lnTo>
                  <a:lnTo>
                    <a:pt x="172212" y="74867"/>
                  </a:lnTo>
                  <a:lnTo>
                    <a:pt x="168497" y="76581"/>
                  </a:lnTo>
                  <a:lnTo>
                    <a:pt x="150686" y="72104"/>
                  </a:lnTo>
                  <a:lnTo>
                    <a:pt x="151257" y="59912"/>
                  </a:lnTo>
                  <a:lnTo>
                    <a:pt x="155162" y="1333"/>
                  </a:lnTo>
                  <a:lnTo>
                    <a:pt x="197453" y="0"/>
                  </a:lnTo>
                  <a:lnTo>
                    <a:pt x="208598" y="1810"/>
                  </a:lnTo>
                  <a:lnTo>
                    <a:pt x="222790" y="4096"/>
                  </a:lnTo>
                  <a:lnTo>
                    <a:pt x="301085" y="22003"/>
                  </a:lnTo>
                  <a:lnTo>
                    <a:pt x="352616" y="56007"/>
                  </a:lnTo>
                  <a:lnTo>
                    <a:pt x="355092" y="58293"/>
                  </a:lnTo>
                  <a:lnTo>
                    <a:pt x="359378" y="62103"/>
                  </a:lnTo>
                  <a:lnTo>
                    <a:pt x="368522" y="68961"/>
                  </a:lnTo>
                  <a:lnTo>
                    <a:pt x="407098" y="76391"/>
                  </a:lnTo>
                  <a:lnTo>
                    <a:pt x="431959" y="807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99" name="서울특별시 성북구">
            <a:extLst>
              <a:ext uri="{FF2B5EF4-FFF2-40B4-BE49-F238E27FC236}">
                <a16:creationId xmlns:a16="http://schemas.microsoft.com/office/drawing/2014/main" id="{E69436AE-A818-ADCE-F579-CD0E92ACC989}"/>
              </a:ext>
            </a:extLst>
          </p:cNvPr>
          <p:cNvGrpSpPr/>
          <p:nvPr/>
        </p:nvGrpSpPr>
        <p:grpSpPr>
          <a:xfrm>
            <a:off x="5422400" y="2074615"/>
            <a:ext cx="1010043" cy="776371"/>
            <a:chOff x="6117050" y="2131599"/>
            <a:chExt cx="1752028" cy="1070324"/>
          </a:xfrm>
          <a:solidFill>
            <a:srgbClr val="17A2B8"/>
          </a:solidFill>
        </p:grpSpPr>
        <p:sp>
          <p:nvSpPr>
            <p:cNvPr id="813" name="서울특별시 성북구 돈암1동">
              <a:extLst>
                <a:ext uri="{FF2B5EF4-FFF2-40B4-BE49-F238E27FC236}">
                  <a16:creationId xmlns:a16="http://schemas.microsoft.com/office/drawing/2014/main" id="{EAE357BF-FC0C-014C-BA21-326D6FF1E5ED}"/>
                </a:ext>
              </a:extLst>
            </p:cNvPr>
            <p:cNvSpPr/>
            <p:nvPr/>
          </p:nvSpPr>
          <p:spPr>
            <a:xfrm>
              <a:off x="6909434" y="2721959"/>
              <a:ext cx="207264" cy="178974"/>
            </a:xfrm>
            <a:custGeom>
              <a:avLst/>
              <a:gdLst>
                <a:gd name="connsiteX0" fmla="*/ 112586 w 207264"/>
                <a:gd name="connsiteY0" fmla="*/ 178975 h 178974"/>
                <a:gd name="connsiteX1" fmla="*/ 108871 w 207264"/>
                <a:gd name="connsiteY1" fmla="*/ 178403 h 178974"/>
                <a:gd name="connsiteX2" fmla="*/ 103346 w 207264"/>
                <a:gd name="connsiteY2" fmla="*/ 175831 h 178974"/>
                <a:gd name="connsiteX3" fmla="*/ 68580 w 207264"/>
                <a:gd name="connsiteY3" fmla="*/ 151638 h 178974"/>
                <a:gd name="connsiteX4" fmla="*/ 67913 w 207264"/>
                <a:gd name="connsiteY4" fmla="*/ 150495 h 178974"/>
                <a:gd name="connsiteX5" fmla="*/ 59722 w 207264"/>
                <a:gd name="connsiteY5" fmla="*/ 134112 h 178974"/>
                <a:gd name="connsiteX6" fmla="*/ 57721 w 207264"/>
                <a:gd name="connsiteY6" fmla="*/ 127254 h 178974"/>
                <a:gd name="connsiteX7" fmla="*/ 48863 w 207264"/>
                <a:gd name="connsiteY7" fmla="*/ 125063 h 178974"/>
                <a:gd name="connsiteX8" fmla="*/ 16954 w 207264"/>
                <a:gd name="connsiteY8" fmla="*/ 121729 h 178974"/>
                <a:gd name="connsiteX9" fmla="*/ 0 w 207264"/>
                <a:gd name="connsiteY9" fmla="*/ 100108 h 178974"/>
                <a:gd name="connsiteX10" fmla="*/ 51721 w 207264"/>
                <a:gd name="connsiteY10" fmla="*/ 44101 h 178974"/>
                <a:gd name="connsiteX11" fmla="*/ 130207 w 207264"/>
                <a:gd name="connsiteY11" fmla="*/ 14859 h 178974"/>
                <a:gd name="connsiteX12" fmla="*/ 207264 w 207264"/>
                <a:gd name="connsiteY12" fmla="*/ 0 h 178974"/>
                <a:gd name="connsiteX13" fmla="*/ 188881 w 207264"/>
                <a:gd name="connsiteY13" fmla="*/ 17717 h 178974"/>
                <a:gd name="connsiteX14" fmla="*/ 151067 w 207264"/>
                <a:gd name="connsiteY14" fmla="*/ 58864 h 178974"/>
                <a:gd name="connsiteX15" fmla="*/ 144971 w 207264"/>
                <a:gd name="connsiteY15" fmla="*/ 68866 h 178974"/>
                <a:gd name="connsiteX16" fmla="*/ 136303 w 207264"/>
                <a:gd name="connsiteY16" fmla="*/ 91345 h 178974"/>
                <a:gd name="connsiteX17" fmla="*/ 131921 w 207264"/>
                <a:gd name="connsiteY17" fmla="*/ 114967 h 178974"/>
                <a:gd name="connsiteX18" fmla="*/ 129254 w 207264"/>
                <a:gd name="connsiteY18" fmla="*/ 131731 h 178974"/>
                <a:gd name="connsiteX19" fmla="*/ 130588 w 207264"/>
                <a:gd name="connsiteY19" fmla="*/ 139065 h 178974"/>
                <a:gd name="connsiteX20" fmla="*/ 125444 w 207264"/>
                <a:gd name="connsiteY20" fmla="*/ 164973 h 178974"/>
                <a:gd name="connsiteX21" fmla="*/ 118777 w 207264"/>
                <a:gd name="connsiteY21" fmla="*/ 172212 h 178974"/>
                <a:gd name="connsiteX22" fmla="*/ 112586 w 207264"/>
                <a:gd name="connsiteY22" fmla="*/ 178975 h 178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7264" h="178974">
                  <a:moveTo>
                    <a:pt x="112586" y="178975"/>
                  </a:moveTo>
                  <a:lnTo>
                    <a:pt x="108871" y="178403"/>
                  </a:lnTo>
                  <a:lnTo>
                    <a:pt x="103346" y="175831"/>
                  </a:lnTo>
                  <a:lnTo>
                    <a:pt x="68580" y="151638"/>
                  </a:lnTo>
                  <a:lnTo>
                    <a:pt x="67913" y="150495"/>
                  </a:lnTo>
                  <a:lnTo>
                    <a:pt x="59722" y="134112"/>
                  </a:lnTo>
                  <a:lnTo>
                    <a:pt x="57721" y="127254"/>
                  </a:lnTo>
                  <a:lnTo>
                    <a:pt x="48863" y="125063"/>
                  </a:lnTo>
                  <a:lnTo>
                    <a:pt x="16954" y="121729"/>
                  </a:lnTo>
                  <a:lnTo>
                    <a:pt x="0" y="100108"/>
                  </a:lnTo>
                  <a:lnTo>
                    <a:pt x="51721" y="44101"/>
                  </a:lnTo>
                  <a:lnTo>
                    <a:pt x="130207" y="14859"/>
                  </a:lnTo>
                  <a:lnTo>
                    <a:pt x="207264" y="0"/>
                  </a:lnTo>
                  <a:lnTo>
                    <a:pt x="188881" y="17717"/>
                  </a:lnTo>
                  <a:lnTo>
                    <a:pt x="151067" y="58864"/>
                  </a:lnTo>
                  <a:lnTo>
                    <a:pt x="144971" y="68866"/>
                  </a:lnTo>
                  <a:lnTo>
                    <a:pt x="136303" y="91345"/>
                  </a:lnTo>
                  <a:lnTo>
                    <a:pt x="131921" y="114967"/>
                  </a:lnTo>
                  <a:lnTo>
                    <a:pt x="129254" y="131731"/>
                  </a:lnTo>
                  <a:lnTo>
                    <a:pt x="130588" y="139065"/>
                  </a:lnTo>
                  <a:lnTo>
                    <a:pt x="125444" y="164973"/>
                  </a:lnTo>
                  <a:lnTo>
                    <a:pt x="118777" y="172212"/>
                  </a:lnTo>
                  <a:lnTo>
                    <a:pt x="112586" y="1789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4" name="서울특별시 성북구 돈암2동">
              <a:extLst>
                <a:ext uri="{FF2B5EF4-FFF2-40B4-BE49-F238E27FC236}">
                  <a16:creationId xmlns:a16="http://schemas.microsoft.com/office/drawing/2014/main" id="{F0EC4BC5-4FED-FB8C-C893-4E5812A215BC}"/>
                </a:ext>
              </a:extLst>
            </p:cNvPr>
            <p:cNvSpPr/>
            <p:nvPr/>
          </p:nvSpPr>
          <p:spPr>
            <a:xfrm>
              <a:off x="6671405" y="2759106"/>
              <a:ext cx="254984" cy="187070"/>
            </a:xfrm>
            <a:custGeom>
              <a:avLst/>
              <a:gdLst>
                <a:gd name="connsiteX0" fmla="*/ 152781 w 254984"/>
                <a:gd name="connsiteY0" fmla="*/ 20669 h 187070"/>
                <a:gd name="connsiteX1" fmla="*/ 149923 w 254984"/>
                <a:gd name="connsiteY1" fmla="*/ 23050 h 187070"/>
                <a:gd name="connsiteX2" fmla="*/ 238030 w 254984"/>
                <a:gd name="connsiteY2" fmla="*/ 62960 h 187070"/>
                <a:gd name="connsiteX3" fmla="*/ 254984 w 254984"/>
                <a:gd name="connsiteY3" fmla="*/ 84582 h 187070"/>
                <a:gd name="connsiteX4" fmla="*/ 250793 w 254984"/>
                <a:gd name="connsiteY4" fmla="*/ 87821 h 187070"/>
                <a:gd name="connsiteX5" fmla="*/ 228029 w 254984"/>
                <a:gd name="connsiteY5" fmla="*/ 91440 h 187070"/>
                <a:gd name="connsiteX6" fmla="*/ 190310 w 254984"/>
                <a:gd name="connsiteY6" fmla="*/ 91916 h 187070"/>
                <a:gd name="connsiteX7" fmla="*/ 170402 w 254984"/>
                <a:gd name="connsiteY7" fmla="*/ 64199 h 187070"/>
                <a:gd name="connsiteX8" fmla="*/ 151638 w 254984"/>
                <a:gd name="connsiteY8" fmla="*/ 65627 h 187070"/>
                <a:gd name="connsiteX9" fmla="*/ 139351 w 254984"/>
                <a:gd name="connsiteY9" fmla="*/ 66961 h 187070"/>
                <a:gd name="connsiteX10" fmla="*/ 131159 w 254984"/>
                <a:gd name="connsiteY10" fmla="*/ 67913 h 187070"/>
                <a:gd name="connsiteX11" fmla="*/ 127159 w 254984"/>
                <a:gd name="connsiteY11" fmla="*/ 95536 h 187070"/>
                <a:gd name="connsiteX12" fmla="*/ 134398 w 254984"/>
                <a:gd name="connsiteY12" fmla="*/ 111728 h 187070"/>
                <a:gd name="connsiteX13" fmla="*/ 140875 w 254984"/>
                <a:gd name="connsiteY13" fmla="*/ 121825 h 187070"/>
                <a:gd name="connsiteX14" fmla="*/ 106775 w 254984"/>
                <a:gd name="connsiteY14" fmla="*/ 144780 h 187070"/>
                <a:gd name="connsiteX15" fmla="*/ 70295 w 254984"/>
                <a:gd name="connsiteY15" fmla="*/ 179261 h 187070"/>
                <a:gd name="connsiteX16" fmla="*/ 33242 w 254984"/>
                <a:gd name="connsiteY16" fmla="*/ 187071 h 187070"/>
                <a:gd name="connsiteX17" fmla="*/ 28480 w 254984"/>
                <a:gd name="connsiteY17" fmla="*/ 182975 h 187070"/>
                <a:gd name="connsiteX18" fmla="*/ 32861 w 254984"/>
                <a:gd name="connsiteY18" fmla="*/ 176308 h 187070"/>
                <a:gd name="connsiteX19" fmla="*/ 33242 w 254984"/>
                <a:gd name="connsiteY19" fmla="*/ 175927 h 187070"/>
                <a:gd name="connsiteX20" fmla="*/ 36290 w 254984"/>
                <a:gd name="connsiteY20" fmla="*/ 172117 h 187070"/>
                <a:gd name="connsiteX21" fmla="*/ 36957 w 254984"/>
                <a:gd name="connsiteY21" fmla="*/ 171831 h 187070"/>
                <a:gd name="connsiteX22" fmla="*/ 39433 w 254984"/>
                <a:gd name="connsiteY22" fmla="*/ 170974 h 187070"/>
                <a:gd name="connsiteX23" fmla="*/ 45244 w 254984"/>
                <a:gd name="connsiteY23" fmla="*/ 167830 h 187070"/>
                <a:gd name="connsiteX24" fmla="*/ 45815 w 254984"/>
                <a:gd name="connsiteY24" fmla="*/ 167354 h 187070"/>
                <a:gd name="connsiteX25" fmla="*/ 50197 w 254984"/>
                <a:gd name="connsiteY25" fmla="*/ 160115 h 187070"/>
                <a:gd name="connsiteX26" fmla="*/ 51625 w 254984"/>
                <a:gd name="connsiteY26" fmla="*/ 142208 h 187070"/>
                <a:gd name="connsiteX27" fmla="*/ 50102 w 254984"/>
                <a:gd name="connsiteY27" fmla="*/ 133064 h 187070"/>
                <a:gd name="connsiteX28" fmla="*/ 44387 w 254984"/>
                <a:gd name="connsiteY28" fmla="*/ 115919 h 187070"/>
                <a:gd name="connsiteX29" fmla="*/ 39814 w 254984"/>
                <a:gd name="connsiteY29" fmla="*/ 108109 h 187070"/>
                <a:gd name="connsiteX30" fmla="*/ 28861 w 254984"/>
                <a:gd name="connsiteY30" fmla="*/ 98965 h 187070"/>
                <a:gd name="connsiteX31" fmla="*/ 23431 w 254984"/>
                <a:gd name="connsiteY31" fmla="*/ 97155 h 187070"/>
                <a:gd name="connsiteX32" fmla="*/ 4858 w 254984"/>
                <a:gd name="connsiteY32" fmla="*/ 95631 h 187070"/>
                <a:gd name="connsiteX33" fmla="*/ 190 w 254984"/>
                <a:gd name="connsiteY33" fmla="*/ 84963 h 187070"/>
                <a:gd name="connsiteX34" fmla="*/ 95 w 254984"/>
                <a:gd name="connsiteY34" fmla="*/ 83629 h 187070"/>
                <a:gd name="connsiteX35" fmla="*/ 0 w 254984"/>
                <a:gd name="connsiteY35" fmla="*/ 82010 h 187070"/>
                <a:gd name="connsiteX36" fmla="*/ 1429 w 254984"/>
                <a:gd name="connsiteY36" fmla="*/ 78200 h 187070"/>
                <a:gd name="connsiteX37" fmla="*/ 10858 w 254984"/>
                <a:gd name="connsiteY37" fmla="*/ 67342 h 187070"/>
                <a:gd name="connsiteX38" fmla="*/ 13335 w 254984"/>
                <a:gd name="connsiteY38" fmla="*/ 64579 h 187070"/>
                <a:gd name="connsiteX39" fmla="*/ 19336 w 254984"/>
                <a:gd name="connsiteY39" fmla="*/ 58388 h 187070"/>
                <a:gd name="connsiteX40" fmla="*/ 102298 w 254984"/>
                <a:gd name="connsiteY40" fmla="*/ 40291 h 187070"/>
                <a:gd name="connsiteX41" fmla="*/ 101060 w 254984"/>
                <a:gd name="connsiteY41" fmla="*/ 31813 h 187070"/>
                <a:gd name="connsiteX42" fmla="*/ 103061 w 254984"/>
                <a:gd name="connsiteY42" fmla="*/ 20098 h 187070"/>
                <a:gd name="connsiteX43" fmla="*/ 106966 w 254984"/>
                <a:gd name="connsiteY43" fmla="*/ 13811 h 187070"/>
                <a:gd name="connsiteX44" fmla="*/ 123635 w 254984"/>
                <a:gd name="connsiteY44" fmla="*/ 1619 h 187070"/>
                <a:gd name="connsiteX45" fmla="*/ 124968 w 254984"/>
                <a:gd name="connsiteY45" fmla="*/ 1143 h 187070"/>
                <a:gd name="connsiteX46" fmla="*/ 126111 w 254984"/>
                <a:gd name="connsiteY46" fmla="*/ 667 h 187070"/>
                <a:gd name="connsiteX47" fmla="*/ 132874 w 254984"/>
                <a:gd name="connsiteY47" fmla="*/ 0 h 187070"/>
                <a:gd name="connsiteX48" fmla="*/ 134588 w 254984"/>
                <a:gd name="connsiteY48" fmla="*/ 95 h 187070"/>
                <a:gd name="connsiteX49" fmla="*/ 135731 w 254984"/>
                <a:gd name="connsiteY49" fmla="*/ 191 h 187070"/>
                <a:gd name="connsiteX50" fmla="*/ 137541 w 254984"/>
                <a:gd name="connsiteY50" fmla="*/ 1048 h 187070"/>
                <a:gd name="connsiteX51" fmla="*/ 141732 w 254984"/>
                <a:gd name="connsiteY51" fmla="*/ 5334 h 187070"/>
                <a:gd name="connsiteX52" fmla="*/ 148780 w 254984"/>
                <a:gd name="connsiteY52" fmla="*/ 14573 h 187070"/>
                <a:gd name="connsiteX53" fmla="*/ 152781 w 254984"/>
                <a:gd name="connsiteY53" fmla="*/ 20669 h 18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54984" h="187070">
                  <a:moveTo>
                    <a:pt x="152781" y="20669"/>
                  </a:moveTo>
                  <a:lnTo>
                    <a:pt x="149923" y="23050"/>
                  </a:lnTo>
                  <a:lnTo>
                    <a:pt x="238030" y="62960"/>
                  </a:lnTo>
                  <a:lnTo>
                    <a:pt x="254984" y="84582"/>
                  </a:lnTo>
                  <a:lnTo>
                    <a:pt x="250793" y="87821"/>
                  </a:lnTo>
                  <a:lnTo>
                    <a:pt x="228029" y="91440"/>
                  </a:lnTo>
                  <a:lnTo>
                    <a:pt x="190310" y="91916"/>
                  </a:lnTo>
                  <a:lnTo>
                    <a:pt x="170402" y="64199"/>
                  </a:lnTo>
                  <a:lnTo>
                    <a:pt x="151638" y="65627"/>
                  </a:lnTo>
                  <a:lnTo>
                    <a:pt x="139351" y="66961"/>
                  </a:lnTo>
                  <a:lnTo>
                    <a:pt x="131159" y="67913"/>
                  </a:lnTo>
                  <a:lnTo>
                    <a:pt x="127159" y="95536"/>
                  </a:lnTo>
                  <a:lnTo>
                    <a:pt x="134398" y="111728"/>
                  </a:lnTo>
                  <a:lnTo>
                    <a:pt x="140875" y="121825"/>
                  </a:lnTo>
                  <a:lnTo>
                    <a:pt x="106775" y="144780"/>
                  </a:lnTo>
                  <a:lnTo>
                    <a:pt x="70295" y="179261"/>
                  </a:lnTo>
                  <a:lnTo>
                    <a:pt x="33242" y="187071"/>
                  </a:lnTo>
                  <a:lnTo>
                    <a:pt x="28480" y="182975"/>
                  </a:lnTo>
                  <a:lnTo>
                    <a:pt x="32861" y="176308"/>
                  </a:lnTo>
                  <a:lnTo>
                    <a:pt x="33242" y="175927"/>
                  </a:lnTo>
                  <a:lnTo>
                    <a:pt x="36290" y="172117"/>
                  </a:lnTo>
                  <a:lnTo>
                    <a:pt x="36957" y="171831"/>
                  </a:lnTo>
                  <a:lnTo>
                    <a:pt x="39433" y="170974"/>
                  </a:lnTo>
                  <a:lnTo>
                    <a:pt x="45244" y="167830"/>
                  </a:lnTo>
                  <a:lnTo>
                    <a:pt x="45815" y="167354"/>
                  </a:lnTo>
                  <a:lnTo>
                    <a:pt x="50197" y="160115"/>
                  </a:lnTo>
                  <a:lnTo>
                    <a:pt x="51625" y="142208"/>
                  </a:lnTo>
                  <a:lnTo>
                    <a:pt x="50102" y="133064"/>
                  </a:lnTo>
                  <a:lnTo>
                    <a:pt x="44387" y="115919"/>
                  </a:lnTo>
                  <a:lnTo>
                    <a:pt x="39814" y="108109"/>
                  </a:lnTo>
                  <a:lnTo>
                    <a:pt x="28861" y="98965"/>
                  </a:lnTo>
                  <a:lnTo>
                    <a:pt x="23431" y="97155"/>
                  </a:lnTo>
                  <a:lnTo>
                    <a:pt x="4858" y="95631"/>
                  </a:lnTo>
                  <a:lnTo>
                    <a:pt x="190" y="84963"/>
                  </a:lnTo>
                  <a:lnTo>
                    <a:pt x="95" y="83629"/>
                  </a:lnTo>
                  <a:lnTo>
                    <a:pt x="0" y="82010"/>
                  </a:lnTo>
                  <a:lnTo>
                    <a:pt x="1429" y="78200"/>
                  </a:lnTo>
                  <a:lnTo>
                    <a:pt x="10858" y="67342"/>
                  </a:lnTo>
                  <a:lnTo>
                    <a:pt x="13335" y="64579"/>
                  </a:lnTo>
                  <a:lnTo>
                    <a:pt x="19336" y="58388"/>
                  </a:lnTo>
                  <a:lnTo>
                    <a:pt x="102298" y="40291"/>
                  </a:lnTo>
                  <a:lnTo>
                    <a:pt x="101060" y="31813"/>
                  </a:lnTo>
                  <a:lnTo>
                    <a:pt x="103061" y="20098"/>
                  </a:lnTo>
                  <a:lnTo>
                    <a:pt x="106966" y="13811"/>
                  </a:lnTo>
                  <a:lnTo>
                    <a:pt x="123635" y="1619"/>
                  </a:lnTo>
                  <a:lnTo>
                    <a:pt x="124968" y="1143"/>
                  </a:lnTo>
                  <a:lnTo>
                    <a:pt x="126111" y="667"/>
                  </a:lnTo>
                  <a:lnTo>
                    <a:pt x="132874" y="0"/>
                  </a:lnTo>
                  <a:lnTo>
                    <a:pt x="134588" y="95"/>
                  </a:lnTo>
                  <a:lnTo>
                    <a:pt x="135731" y="191"/>
                  </a:lnTo>
                  <a:lnTo>
                    <a:pt x="137541" y="1048"/>
                  </a:lnTo>
                  <a:lnTo>
                    <a:pt x="141732" y="5334"/>
                  </a:lnTo>
                  <a:lnTo>
                    <a:pt x="148780" y="14573"/>
                  </a:lnTo>
                  <a:lnTo>
                    <a:pt x="152781" y="2066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5" name="서울특별시 성북구 안암동">
              <a:extLst>
                <a:ext uri="{FF2B5EF4-FFF2-40B4-BE49-F238E27FC236}">
                  <a16:creationId xmlns:a16="http://schemas.microsoft.com/office/drawing/2014/main" id="{2F1A60F6-FD14-474F-3D8C-DFDF7E59F364}"/>
                </a:ext>
              </a:extLst>
            </p:cNvPr>
            <p:cNvSpPr/>
            <p:nvPr/>
          </p:nvSpPr>
          <p:spPr>
            <a:xfrm>
              <a:off x="6909244" y="2900933"/>
              <a:ext cx="321278" cy="270700"/>
            </a:xfrm>
            <a:custGeom>
              <a:avLst/>
              <a:gdLst>
                <a:gd name="connsiteX0" fmla="*/ 321183 w 321278"/>
                <a:gd name="connsiteY0" fmla="*/ 52292 h 270700"/>
                <a:gd name="connsiteX1" fmla="*/ 319373 w 321278"/>
                <a:gd name="connsiteY1" fmla="*/ 76200 h 270700"/>
                <a:gd name="connsiteX2" fmla="*/ 233934 w 321278"/>
                <a:gd name="connsiteY2" fmla="*/ 164211 h 270700"/>
                <a:gd name="connsiteX3" fmla="*/ 194405 w 321278"/>
                <a:gd name="connsiteY3" fmla="*/ 206692 h 270700"/>
                <a:gd name="connsiteX4" fmla="*/ 103346 w 321278"/>
                <a:gd name="connsiteY4" fmla="*/ 270700 h 270700"/>
                <a:gd name="connsiteX5" fmla="*/ 64198 w 321278"/>
                <a:gd name="connsiteY5" fmla="*/ 215741 h 270700"/>
                <a:gd name="connsiteX6" fmla="*/ 56959 w 321278"/>
                <a:gd name="connsiteY6" fmla="*/ 201930 h 270700"/>
                <a:gd name="connsiteX7" fmla="*/ 56674 w 321278"/>
                <a:gd name="connsiteY7" fmla="*/ 201359 h 270700"/>
                <a:gd name="connsiteX8" fmla="*/ 51625 w 321278"/>
                <a:gd name="connsiteY8" fmla="*/ 186880 h 270700"/>
                <a:gd name="connsiteX9" fmla="*/ 45339 w 321278"/>
                <a:gd name="connsiteY9" fmla="*/ 168974 h 270700"/>
                <a:gd name="connsiteX10" fmla="*/ 44958 w 321278"/>
                <a:gd name="connsiteY10" fmla="*/ 167640 h 270700"/>
                <a:gd name="connsiteX11" fmla="*/ 43339 w 321278"/>
                <a:gd name="connsiteY11" fmla="*/ 162973 h 270700"/>
                <a:gd name="connsiteX12" fmla="*/ 40862 w 321278"/>
                <a:gd name="connsiteY12" fmla="*/ 155543 h 270700"/>
                <a:gd name="connsiteX13" fmla="*/ 38957 w 321278"/>
                <a:gd name="connsiteY13" fmla="*/ 149924 h 270700"/>
                <a:gd name="connsiteX14" fmla="*/ 35242 w 321278"/>
                <a:gd name="connsiteY14" fmla="*/ 141732 h 270700"/>
                <a:gd name="connsiteX15" fmla="*/ 24765 w 321278"/>
                <a:gd name="connsiteY15" fmla="*/ 119063 h 270700"/>
                <a:gd name="connsiteX16" fmla="*/ 19145 w 321278"/>
                <a:gd name="connsiteY16" fmla="*/ 113633 h 270700"/>
                <a:gd name="connsiteX17" fmla="*/ 17716 w 321278"/>
                <a:gd name="connsiteY17" fmla="*/ 112300 h 270700"/>
                <a:gd name="connsiteX18" fmla="*/ 17240 w 321278"/>
                <a:gd name="connsiteY18" fmla="*/ 111919 h 270700"/>
                <a:gd name="connsiteX19" fmla="*/ 16573 w 321278"/>
                <a:gd name="connsiteY19" fmla="*/ 111347 h 270700"/>
                <a:gd name="connsiteX20" fmla="*/ 7906 w 321278"/>
                <a:gd name="connsiteY20" fmla="*/ 104775 h 270700"/>
                <a:gd name="connsiteX21" fmla="*/ 1905 w 321278"/>
                <a:gd name="connsiteY21" fmla="*/ 100298 h 270700"/>
                <a:gd name="connsiteX22" fmla="*/ 0 w 321278"/>
                <a:gd name="connsiteY22" fmla="*/ 98870 h 270700"/>
                <a:gd name="connsiteX23" fmla="*/ 3429 w 321278"/>
                <a:gd name="connsiteY23" fmla="*/ 96107 h 270700"/>
                <a:gd name="connsiteX24" fmla="*/ 16097 w 321278"/>
                <a:gd name="connsiteY24" fmla="*/ 85630 h 270700"/>
                <a:gd name="connsiteX25" fmla="*/ 25432 w 321278"/>
                <a:gd name="connsiteY25" fmla="*/ 86868 h 270700"/>
                <a:gd name="connsiteX26" fmla="*/ 46291 w 321278"/>
                <a:gd name="connsiteY26" fmla="*/ 89725 h 270700"/>
                <a:gd name="connsiteX27" fmla="*/ 51721 w 321278"/>
                <a:gd name="connsiteY27" fmla="*/ 90488 h 270700"/>
                <a:gd name="connsiteX28" fmla="*/ 56674 w 321278"/>
                <a:gd name="connsiteY28" fmla="*/ 91154 h 270700"/>
                <a:gd name="connsiteX29" fmla="*/ 60579 w 321278"/>
                <a:gd name="connsiteY29" fmla="*/ 91630 h 270700"/>
                <a:gd name="connsiteX30" fmla="*/ 89821 w 321278"/>
                <a:gd name="connsiteY30" fmla="*/ 57436 h 270700"/>
                <a:gd name="connsiteX31" fmla="*/ 89440 w 321278"/>
                <a:gd name="connsiteY31" fmla="*/ 52292 h 270700"/>
                <a:gd name="connsiteX32" fmla="*/ 90869 w 321278"/>
                <a:gd name="connsiteY32" fmla="*/ 34100 h 270700"/>
                <a:gd name="connsiteX33" fmla="*/ 91821 w 321278"/>
                <a:gd name="connsiteY33" fmla="*/ 31433 h 270700"/>
                <a:gd name="connsiteX34" fmla="*/ 92583 w 321278"/>
                <a:gd name="connsiteY34" fmla="*/ 29337 h 270700"/>
                <a:gd name="connsiteX35" fmla="*/ 103156 w 321278"/>
                <a:gd name="connsiteY35" fmla="*/ 10096 h 270700"/>
                <a:gd name="connsiteX36" fmla="*/ 112776 w 321278"/>
                <a:gd name="connsiteY36" fmla="*/ 0 h 270700"/>
                <a:gd name="connsiteX37" fmla="*/ 208216 w 321278"/>
                <a:gd name="connsiteY37" fmla="*/ 52197 h 270700"/>
                <a:gd name="connsiteX38" fmla="*/ 236411 w 321278"/>
                <a:gd name="connsiteY38" fmla="*/ 54578 h 270700"/>
                <a:gd name="connsiteX39" fmla="*/ 240316 w 321278"/>
                <a:gd name="connsiteY39" fmla="*/ 54102 h 270700"/>
                <a:gd name="connsiteX40" fmla="*/ 262033 w 321278"/>
                <a:gd name="connsiteY40" fmla="*/ 48006 h 270700"/>
                <a:gd name="connsiteX41" fmla="*/ 263652 w 321278"/>
                <a:gd name="connsiteY41" fmla="*/ 47339 h 270700"/>
                <a:gd name="connsiteX42" fmla="*/ 267652 w 321278"/>
                <a:gd name="connsiteY42" fmla="*/ 45720 h 270700"/>
                <a:gd name="connsiteX43" fmla="*/ 275177 w 321278"/>
                <a:gd name="connsiteY43" fmla="*/ 42386 h 270700"/>
                <a:gd name="connsiteX44" fmla="*/ 280701 w 321278"/>
                <a:gd name="connsiteY44" fmla="*/ 39719 h 270700"/>
                <a:gd name="connsiteX45" fmla="*/ 282511 w 321278"/>
                <a:gd name="connsiteY45" fmla="*/ 38671 h 270700"/>
                <a:gd name="connsiteX46" fmla="*/ 289560 w 321278"/>
                <a:gd name="connsiteY46" fmla="*/ 34766 h 270700"/>
                <a:gd name="connsiteX47" fmla="*/ 296609 w 321278"/>
                <a:gd name="connsiteY47" fmla="*/ 30956 h 270700"/>
                <a:gd name="connsiteX48" fmla="*/ 300228 w 321278"/>
                <a:gd name="connsiteY48" fmla="*/ 29813 h 270700"/>
                <a:gd name="connsiteX49" fmla="*/ 303943 w 321278"/>
                <a:gd name="connsiteY49" fmla="*/ 28575 h 270700"/>
                <a:gd name="connsiteX50" fmla="*/ 310991 w 321278"/>
                <a:gd name="connsiteY50" fmla="*/ 34195 h 270700"/>
                <a:gd name="connsiteX51" fmla="*/ 318897 w 321278"/>
                <a:gd name="connsiteY51" fmla="*/ 45720 h 270700"/>
                <a:gd name="connsiteX52" fmla="*/ 321278 w 321278"/>
                <a:gd name="connsiteY52" fmla="*/ 50483 h 270700"/>
                <a:gd name="connsiteX53" fmla="*/ 321183 w 321278"/>
                <a:gd name="connsiteY53" fmla="*/ 52292 h 27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21278" h="270700">
                  <a:moveTo>
                    <a:pt x="321183" y="52292"/>
                  </a:moveTo>
                  <a:lnTo>
                    <a:pt x="319373" y="76200"/>
                  </a:lnTo>
                  <a:lnTo>
                    <a:pt x="233934" y="164211"/>
                  </a:lnTo>
                  <a:lnTo>
                    <a:pt x="194405" y="206692"/>
                  </a:lnTo>
                  <a:lnTo>
                    <a:pt x="103346" y="270700"/>
                  </a:lnTo>
                  <a:lnTo>
                    <a:pt x="64198" y="215741"/>
                  </a:lnTo>
                  <a:lnTo>
                    <a:pt x="56959" y="201930"/>
                  </a:lnTo>
                  <a:lnTo>
                    <a:pt x="56674" y="201359"/>
                  </a:lnTo>
                  <a:lnTo>
                    <a:pt x="51625" y="186880"/>
                  </a:lnTo>
                  <a:lnTo>
                    <a:pt x="45339" y="168974"/>
                  </a:lnTo>
                  <a:lnTo>
                    <a:pt x="44958" y="167640"/>
                  </a:lnTo>
                  <a:lnTo>
                    <a:pt x="43339" y="162973"/>
                  </a:lnTo>
                  <a:lnTo>
                    <a:pt x="40862" y="155543"/>
                  </a:lnTo>
                  <a:lnTo>
                    <a:pt x="38957" y="149924"/>
                  </a:lnTo>
                  <a:lnTo>
                    <a:pt x="35242" y="141732"/>
                  </a:lnTo>
                  <a:lnTo>
                    <a:pt x="24765" y="119063"/>
                  </a:lnTo>
                  <a:lnTo>
                    <a:pt x="19145" y="113633"/>
                  </a:lnTo>
                  <a:lnTo>
                    <a:pt x="17716" y="112300"/>
                  </a:lnTo>
                  <a:lnTo>
                    <a:pt x="17240" y="111919"/>
                  </a:lnTo>
                  <a:lnTo>
                    <a:pt x="16573" y="111347"/>
                  </a:lnTo>
                  <a:lnTo>
                    <a:pt x="7906" y="104775"/>
                  </a:lnTo>
                  <a:lnTo>
                    <a:pt x="1905" y="100298"/>
                  </a:lnTo>
                  <a:lnTo>
                    <a:pt x="0" y="98870"/>
                  </a:lnTo>
                  <a:lnTo>
                    <a:pt x="3429" y="96107"/>
                  </a:lnTo>
                  <a:lnTo>
                    <a:pt x="16097" y="85630"/>
                  </a:lnTo>
                  <a:lnTo>
                    <a:pt x="25432" y="86868"/>
                  </a:lnTo>
                  <a:lnTo>
                    <a:pt x="46291" y="89725"/>
                  </a:lnTo>
                  <a:lnTo>
                    <a:pt x="51721" y="90488"/>
                  </a:lnTo>
                  <a:lnTo>
                    <a:pt x="56674" y="91154"/>
                  </a:lnTo>
                  <a:lnTo>
                    <a:pt x="60579" y="91630"/>
                  </a:lnTo>
                  <a:lnTo>
                    <a:pt x="89821" y="57436"/>
                  </a:lnTo>
                  <a:lnTo>
                    <a:pt x="89440" y="52292"/>
                  </a:lnTo>
                  <a:lnTo>
                    <a:pt x="90869" y="34100"/>
                  </a:lnTo>
                  <a:lnTo>
                    <a:pt x="91821" y="31433"/>
                  </a:lnTo>
                  <a:lnTo>
                    <a:pt x="92583" y="29337"/>
                  </a:lnTo>
                  <a:lnTo>
                    <a:pt x="103156" y="10096"/>
                  </a:lnTo>
                  <a:lnTo>
                    <a:pt x="112776" y="0"/>
                  </a:lnTo>
                  <a:lnTo>
                    <a:pt x="208216" y="52197"/>
                  </a:lnTo>
                  <a:lnTo>
                    <a:pt x="236411" y="54578"/>
                  </a:lnTo>
                  <a:lnTo>
                    <a:pt x="240316" y="54102"/>
                  </a:lnTo>
                  <a:lnTo>
                    <a:pt x="262033" y="48006"/>
                  </a:lnTo>
                  <a:lnTo>
                    <a:pt x="263652" y="47339"/>
                  </a:lnTo>
                  <a:lnTo>
                    <a:pt x="267652" y="45720"/>
                  </a:lnTo>
                  <a:lnTo>
                    <a:pt x="275177" y="42386"/>
                  </a:lnTo>
                  <a:lnTo>
                    <a:pt x="280701" y="39719"/>
                  </a:lnTo>
                  <a:lnTo>
                    <a:pt x="282511" y="38671"/>
                  </a:lnTo>
                  <a:lnTo>
                    <a:pt x="289560" y="34766"/>
                  </a:lnTo>
                  <a:lnTo>
                    <a:pt x="296609" y="30956"/>
                  </a:lnTo>
                  <a:lnTo>
                    <a:pt x="300228" y="29813"/>
                  </a:lnTo>
                  <a:lnTo>
                    <a:pt x="303943" y="28575"/>
                  </a:lnTo>
                  <a:lnTo>
                    <a:pt x="310991" y="34195"/>
                  </a:lnTo>
                  <a:lnTo>
                    <a:pt x="318897" y="45720"/>
                  </a:lnTo>
                  <a:lnTo>
                    <a:pt x="321278" y="50483"/>
                  </a:lnTo>
                  <a:lnTo>
                    <a:pt x="321183" y="5229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6" name="서울특별시 성북구 보문동">
              <a:extLst>
                <a:ext uri="{FF2B5EF4-FFF2-40B4-BE49-F238E27FC236}">
                  <a16:creationId xmlns:a16="http://schemas.microsoft.com/office/drawing/2014/main" id="{F8331F19-AF72-D8A5-87DE-3794940DAD3B}"/>
                </a:ext>
              </a:extLst>
            </p:cNvPr>
            <p:cNvSpPr/>
            <p:nvPr/>
          </p:nvSpPr>
          <p:spPr>
            <a:xfrm>
              <a:off x="6834758" y="2999803"/>
              <a:ext cx="177831" cy="202120"/>
            </a:xfrm>
            <a:custGeom>
              <a:avLst/>
              <a:gdLst>
                <a:gd name="connsiteX0" fmla="*/ 177832 w 177831"/>
                <a:gd name="connsiteY0" fmla="*/ 171831 h 202120"/>
                <a:gd name="connsiteX1" fmla="*/ 154114 w 177831"/>
                <a:gd name="connsiteY1" fmla="*/ 192786 h 202120"/>
                <a:gd name="connsiteX2" fmla="*/ 142208 w 177831"/>
                <a:gd name="connsiteY2" fmla="*/ 191738 h 202120"/>
                <a:gd name="connsiteX3" fmla="*/ 74104 w 177831"/>
                <a:gd name="connsiteY3" fmla="*/ 202121 h 202120"/>
                <a:gd name="connsiteX4" fmla="*/ 60579 w 177831"/>
                <a:gd name="connsiteY4" fmla="*/ 192500 h 202120"/>
                <a:gd name="connsiteX5" fmla="*/ 53245 w 177831"/>
                <a:gd name="connsiteY5" fmla="*/ 162877 h 202120"/>
                <a:gd name="connsiteX6" fmla="*/ 38481 w 177831"/>
                <a:gd name="connsiteY6" fmla="*/ 129445 h 202120"/>
                <a:gd name="connsiteX7" fmla="*/ 31242 w 177831"/>
                <a:gd name="connsiteY7" fmla="*/ 123825 h 202120"/>
                <a:gd name="connsiteX8" fmla="*/ 25432 w 177831"/>
                <a:gd name="connsiteY8" fmla="*/ 123920 h 202120"/>
                <a:gd name="connsiteX9" fmla="*/ 5144 w 177831"/>
                <a:gd name="connsiteY9" fmla="*/ 118681 h 202120"/>
                <a:gd name="connsiteX10" fmla="*/ 381 w 177831"/>
                <a:gd name="connsiteY10" fmla="*/ 116872 h 202120"/>
                <a:gd name="connsiteX11" fmla="*/ 0 w 177831"/>
                <a:gd name="connsiteY11" fmla="*/ 75914 h 202120"/>
                <a:gd name="connsiteX12" fmla="*/ 381 w 177831"/>
                <a:gd name="connsiteY12" fmla="*/ 74867 h 202120"/>
                <a:gd name="connsiteX13" fmla="*/ 33623 w 177831"/>
                <a:gd name="connsiteY13" fmla="*/ 32766 h 202120"/>
                <a:gd name="connsiteX14" fmla="*/ 47625 w 177831"/>
                <a:gd name="connsiteY14" fmla="*/ 21526 h 202120"/>
                <a:gd name="connsiteX15" fmla="*/ 74486 w 177831"/>
                <a:gd name="connsiteY15" fmla="*/ 0 h 202120"/>
                <a:gd name="connsiteX16" fmla="*/ 76390 w 177831"/>
                <a:gd name="connsiteY16" fmla="*/ 1429 h 202120"/>
                <a:gd name="connsiteX17" fmla="*/ 82391 w 177831"/>
                <a:gd name="connsiteY17" fmla="*/ 5905 h 202120"/>
                <a:gd name="connsiteX18" fmla="*/ 91059 w 177831"/>
                <a:gd name="connsiteY18" fmla="*/ 12478 h 202120"/>
                <a:gd name="connsiteX19" fmla="*/ 91726 w 177831"/>
                <a:gd name="connsiteY19" fmla="*/ 13049 h 202120"/>
                <a:gd name="connsiteX20" fmla="*/ 92202 w 177831"/>
                <a:gd name="connsiteY20" fmla="*/ 13430 h 202120"/>
                <a:gd name="connsiteX21" fmla="*/ 93631 w 177831"/>
                <a:gd name="connsiteY21" fmla="*/ 14764 h 202120"/>
                <a:gd name="connsiteX22" fmla="*/ 99251 w 177831"/>
                <a:gd name="connsiteY22" fmla="*/ 20193 h 202120"/>
                <a:gd name="connsiteX23" fmla="*/ 109728 w 177831"/>
                <a:gd name="connsiteY23" fmla="*/ 42863 h 202120"/>
                <a:gd name="connsiteX24" fmla="*/ 113443 w 177831"/>
                <a:gd name="connsiteY24" fmla="*/ 51054 h 202120"/>
                <a:gd name="connsiteX25" fmla="*/ 115348 w 177831"/>
                <a:gd name="connsiteY25" fmla="*/ 56674 h 202120"/>
                <a:gd name="connsiteX26" fmla="*/ 117824 w 177831"/>
                <a:gd name="connsiteY26" fmla="*/ 64103 h 202120"/>
                <a:gd name="connsiteX27" fmla="*/ 119444 w 177831"/>
                <a:gd name="connsiteY27" fmla="*/ 68771 h 202120"/>
                <a:gd name="connsiteX28" fmla="*/ 119825 w 177831"/>
                <a:gd name="connsiteY28" fmla="*/ 70104 h 202120"/>
                <a:gd name="connsiteX29" fmla="*/ 126111 w 177831"/>
                <a:gd name="connsiteY29" fmla="*/ 88011 h 202120"/>
                <a:gd name="connsiteX30" fmla="*/ 131159 w 177831"/>
                <a:gd name="connsiteY30" fmla="*/ 102489 h 202120"/>
                <a:gd name="connsiteX31" fmla="*/ 131445 w 177831"/>
                <a:gd name="connsiteY31" fmla="*/ 103060 h 202120"/>
                <a:gd name="connsiteX32" fmla="*/ 138684 w 177831"/>
                <a:gd name="connsiteY32" fmla="*/ 116872 h 202120"/>
                <a:gd name="connsiteX33" fmla="*/ 177832 w 177831"/>
                <a:gd name="connsiteY33" fmla="*/ 171831 h 20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7831" h="202120">
                  <a:moveTo>
                    <a:pt x="177832" y="171831"/>
                  </a:moveTo>
                  <a:lnTo>
                    <a:pt x="154114" y="192786"/>
                  </a:lnTo>
                  <a:lnTo>
                    <a:pt x="142208" y="191738"/>
                  </a:lnTo>
                  <a:lnTo>
                    <a:pt x="74104" y="202121"/>
                  </a:lnTo>
                  <a:lnTo>
                    <a:pt x="60579" y="192500"/>
                  </a:lnTo>
                  <a:lnTo>
                    <a:pt x="53245" y="162877"/>
                  </a:lnTo>
                  <a:lnTo>
                    <a:pt x="38481" y="129445"/>
                  </a:lnTo>
                  <a:lnTo>
                    <a:pt x="31242" y="123825"/>
                  </a:lnTo>
                  <a:lnTo>
                    <a:pt x="25432" y="123920"/>
                  </a:lnTo>
                  <a:lnTo>
                    <a:pt x="5144" y="118681"/>
                  </a:lnTo>
                  <a:lnTo>
                    <a:pt x="381" y="116872"/>
                  </a:lnTo>
                  <a:lnTo>
                    <a:pt x="0" y="75914"/>
                  </a:lnTo>
                  <a:lnTo>
                    <a:pt x="381" y="74867"/>
                  </a:lnTo>
                  <a:lnTo>
                    <a:pt x="33623" y="32766"/>
                  </a:lnTo>
                  <a:lnTo>
                    <a:pt x="47625" y="21526"/>
                  </a:lnTo>
                  <a:lnTo>
                    <a:pt x="74486" y="0"/>
                  </a:lnTo>
                  <a:lnTo>
                    <a:pt x="76390" y="1429"/>
                  </a:lnTo>
                  <a:lnTo>
                    <a:pt x="82391" y="5905"/>
                  </a:lnTo>
                  <a:lnTo>
                    <a:pt x="91059" y="12478"/>
                  </a:lnTo>
                  <a:lnTo>
                    <a:pt x="91726" y="13049"/>
                  </a:lnTo>
                  <a:lnTo>
                    <a:pt x="92202" y="13430"/>
                  </a:lnTo>
                  <a:lnTo>
                    <a:pt x="93631" y="14764"/>
                  </a:lnTo>
                  <a:lnTo>
                    <a:pt x="99251" y="20193"/>
                  </a:lnTo>
                  <a:lnTo>
                    <a:pt x="109728" y="42863"/>
                  </a:lnTo>
                  <a:lnTo>
                    <a:pt x="113443" y="51054"/>
                  </a:lnTo>
                  <a:lnTo>
                    <a:pt x="115348" y="56674"/>
                  </a:lnTo>
                  <a:lnTo>
                    <a:pt x="117824" y="64103"/>
                  </a:lnTo>
                  <a:lnTo>
                    <a:pt x="119444" y="68771"/>
                  </a:lnTo>
                  <a:lnTo>
                    <a:pt x="119825" y="70104"/>
                  </a:lnTo>
                  <a:lnTo>
                    <a:pt x="126111" y="88011"/>
                  </a:lnTo>
                  <a:lnTo>
                    <a:pt x="131159" y="102489"/>
                  </a:lnTo>
                  <a:lnTo>
                    <a:pt x="131445" y="103060"/>
                  </a:lnTo>
                  <a:lnTo>
                    <a:pt x="138684" y="116872"/>
                  </a:lnTo>
                  <a:lnTo>
                    <a:pt x="177832" y="17183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7" name="서울특별시 성북구 정릉1동">
              <a:extLst>
                <a:ext uri="{FF2B5EF4-FFF2-40B4-BE49-F238E27FC236}">
                  <a16:creationId xmlns:a16="http://schemas.microsoft.com/office/drawing/2014/main" id="{FD32B1B0-EA4F-3B2C-0F2A-1F6BA9FC253E}"/>
                </a:ext>
              </a:extLst>
            </p:cNvPr>
            <p:cNvSpPr/>
            <p:nvPr/>
          </p:nvSpPr>
          <p:spPr>
            <a:xfrm>
              <a:off x="6810184" y="2548413"/>
              <a:ext cx="150971" cy="273653"/>
            </a:xfrm>
            <a:custGeom>
              <a:avLst/>
              <a:gdLst>
                <a:gd name="connsiteX0" fmla="*/ 150971 w 150971"/>
                <a:gd name="connsiteY0" fmla="*/ 217646 h 273653"/>
                <a:gd name="connsiteX1" fmla="*/ 99250 w 150971"/>
                <a:gd name="connsiteY1" fmla="*/ 273653 h 273653"/>
                <a:gd name="connsiteX2" fmla="*/ 11144 w 150971"/>
                <a:gd name="connsiteY2" fmla="*/ 233743 h 273653"/>
                <a:gd name="connsiteX3" fmla="*/ 14002 w 150971"/>
                <a:gd name="connsiteY3" fmla="*/ 231362 h 273653"/>
                <a:gd name="connsiteX4" fmla="*/ 3334 w 150971"/>
                <a:gd name="connsiteY4" fmla="*/ 197453 h 273653"/>
                <a:gd name="connsiteX5" fmla="*/ 3048 w 150971"/>
                <a:gd name="connsiteY5" fmla="*/ 196691 h 273653"/>
                <a:gd name="connsiteX6" fmla="*/ 2000 w 150971"/>
                <a:gd name="connsiteY6" fmla="*/ 192786 h 273653"/>
                <a:gd name="connsiteX7" fmla="*/ 0 w 150971"/>
                <a:gd name="connsiteY7" fmla="*/ 185261 h 273653"/>
                <a:gd name="connsiteX8" fmla="*/ 26098 w 150971"/>
                <a:gd name="connsiteY8" fmla="*/ 148590 h 273653"/>
                <a:gd name="connsiteX9" fmla="*/ 45053 w 150971"/>
                <a:gd name="connsiteY9" fmla="*/ 112967 h 273653"/>
                <a:gd name="connsiteX10" fmla="*/ 45910 w 150971"/>
                <a:gd name="connsiteY10" fmla="*/ 106871 h 273653"/>
                <a:gd name="connsiteX11" fmla="*/ 38386 w 150971"/>
                <a:gd name="connsiteY11" fmla="*/ 74581 h 273653"/>
                <a:gd name="connsiteX12" fmla="*/ 35433 w 150971"/>
                <a:gd name="connsiteY12" fmla="*/ 71247 h 273653"/>
                <a:gd name="connsiteX13" fmla="*/ 30480 w 150971"/>
                <a:gd name="connsiteY13" fmla="*/ 65722 h 273653"/>
                <a:gd name="connsiteX14" fmla="*/ 25051 w 150971"/>
                <a:gd name="connsiteY14" fmla="*/ 59626 h 273653"/>
                <a:gd name="connsiteX15" fmla="*/ 18764 w 150971"/>
                <a:gd name="connsiteY15" fmla="*/ 52578 h 273653"/>
                <a:gd name="connsiteX16" fmla="*/ 4763 w 150971"/>
                <a:gd name="connsiteY16" fmla="*/ 37243 h 273653"/>
                <a:gd name="connsiteX17" fmla="*/ 1905 w 150971"/>
                <a:gd name="connsiteY17" fmla="*/ 35528 h 273653"/>
                <a:gd name="connsiteX18" fmla="*/ 20383 w 150971"/>
                <a:gd name="connsiteY18" fmla="*/ 0 h 273653"/>
                <a:gd name="connsiteX19" fmla="*/ 23431 w 150971"/>
                <a:gd name="connsiteY19" fmla="*/ 29527 h 273653"/>
                <a:gd name="connsiteX20" fmla="*/ 44482 w 150971"/>
                <a:gd name="connsiteY20" fmla="*/ 65437 h 273653"/>
                <a:gd name="connsiteX21" fmla="*/ 56102 w 150971"/>
                <a:gd name="connsiteY21" fmla="*/ 107156 h 273653"/>
                <a:gd name="connsiteX22" fmla="*/ 80867 w 150971"/>
                <a:gd name="connsiteY22" fmla="*/ 176498 h 273653"/>
                <a:gd name="connsiteX23" fmla="*/ 112014 w 150971"/>
                <a:gd name="connsiteY23" fmla="*/ 202978 h 273653"/>
                <a:gd name="connsiteX24" fmla="*/ 150971 w 150971"/>
                <a:gd name="connsiteY24" fmla="*/ 217646 h 27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0971" h="273653">
                  <a:moveTo>
                    <a:pt x="150971" y="217646"/>
                  </a:moveTo>
                  <a:lnTo>
                    <a:pt x="99250" y="273653"/>
                  </a:lnTo>
                  <a:lnTo>
                    <a:pt x="11144" y="233743"/>
                  </a:lnTo>
                  <a:lnTo>
                    <a:pt x="14002" y="231362"/>
                  </a:lnTo>
                  <a:lnTo>
                    <a:pt x="3334" y="197453"/>
                  </a:lnTo>
                  <a:lnTo>
                    <a:pt x="3048" y="196691"/>
                  </a:lnTo>
                  <a:lnTo>
                    <a:pt x="2000" y="192786"/>
                  </a:lnTo>
                  <a:lnTo>
                    <a:pt x="0" y="185261"/>
                  </a:lnTo>
                  <a:lnTo>
                    <a:pt x="26098" y="148590"/>
                  </a:lnTo>
                  <a:lnTo>
                    <a:pt x="45053" y="112967"/>
                  </a:lnTo>
                  <a:lnTo>
                    <a:pt x="45910" y="106871"/>
                  </a:lnTo>
                  <a:lnTo>
                    <a:pt x="38386" y="74581"/>
                  </a:lnTo>
                  <a:lnTo>
                    <a:pt x="35433" y="71247"/>
                  </a:lnTo>
                  <a:lnTo>
                    <a:pt x="30480" y="65722"/>
                  </a:lnTo>
                  <a:lnTo>
                    <a:pt x="25051" y="59626"/>
                  </a:lnTo>
                  <a:lnTo>
                    <a:pt x="18764" y="52578"/>
                  </a:lnTo>
                  <a:lnTo>
                    <a:pt x="4763" y="37243"/>
                  </a:lnTo>
                  <a:lnTo>
                    <a:pt x="1905" y="35528"/>
                  </a:lnTo>
                  <a:lnTo>
                    <a:pt x="20383" y="0"/>
                  </a:lnTo>
                  <a:lnTo>
                    <a:pt x="23431" y="29527"/>
                  </a:lnTo>
                  <a:lnTo>
                    <a:pt x="44482" y="65437"/>
                  </a:lnTo>
                  <a:lnTo>
                    <a:pt x="56102" y="107156"/>
                  </a:lnTo>
                  <a:lnTo>
                    <a:pt x="80867" y="176498"/>
                  </a:lnTo>
                  <a:lnTo>
                    <a:pt x="112014" y="202978"/>
                  </a:lnTo>
                  <a:lnTo>
                    <a:pt x="150971" y="21764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8" name="서울특별시 성북구 정릉2동">
              <a:extLst>
                <a:ext uri="{FF2B5EF4-FFF2-40B4-BE49-F238E27FC236}">
                  <a16:creationId xmlns:a16="http://schemas.microsoft.com/office/drawing/2014/main" id="{0DB7F10A-DE50-B889-4E29-B607A546C235}"/>
                </a:ext>
              </a:extLst>
            </p:cNvPr>
            <p:cNvSpPr/>
            <p:nvPr/>
          </p:nvSpPr>
          <p:spPr>
            <a:xfrm>
              <a:off x="6551961" y="2583941"/>
              <a:ext cx="304133" cy="270795"/>
            </a:xfrm>
            <a:custGeom>
              <a:avLst/>
              <a:gdLst>
                <a:gd name="connsiteX0" fmla="*/ 272225 w 304133"/>
                <a:gd name="connsiteY0" fmla="*/ 195834 h 270795"/>
                <a:gd name="connsiteX1" fmla="*/ 268224 w 304133"/>
                <a:gd name="connsiteY1" fmla="*/ 189738 h 270795"/>
                <a:gd name="connsiteX2" fmla="*/ 261176 w 304133"/>
                <a:gd name="connsiteY2" fmla="*/ 180499 h 270795"/>
                <a:gd name="connsiteX3" fmla="*/ 256985 w 304133"/>
                <a:gd name="connsiteY3" fmla="*/ 176213 h 270795"/>
                <a:gd name="connsiteX4" fmla="*/ 255175 w 304133"/>
                <a:gd name="connsiteY4" fmla="*/ 175355 h 270795"/>
                <a:gd name="connsiteX5" fmla="*/ 254032 w 304133"/>
                <a:gd name="connsiteY5" fmla="*/ 175260 h 270795"/>
                <a:gd name="connsiteX6" fmla="*/ 252317 w 304133"/>
                <a:gd name="connsiteY6" fmla="*/ 175165 h 270795"/>
                <a:gd name="connsiteX7" fmla="*/ 245554 w 304133"/>
                <a:gd name="connsiteY7" fmla="*/ 175832 h 270795"/>
                <a:gd name="connsiteX8" fmla="*/ 244412 w 304133"/>
                <a:gd name="connsiteY8" fmla="*/ 176308 h 270795"/>
                <a:gd name="connsiteX9" fmla="*/ 243078 w 304133"/>
                <a:gd name="connsiteY9" fmla="*/ 176784 h 270795"/>
                <a:gd name="connsiteX10" fmla="*/ 226409 w 304133"/>
                <a:gd name="connsiteY10" fmla="*/ 188976 h 270795"/>
                <a:gd name="connsiteX11" fmla="*/ 222504 w 304133"/>
                <a:gd name="connsiteY11" fmla="*/ 195263 h 270795"/>
                <a:gd name="connsiteX12" fmla="*/ 220504 w 304133"/>
                <a:gd name="connsiteY12" fmla="*/ 206978 h 270795"/>
                <a:gd name="connsiteX13" fmla="*/ 221742 w 304133"/>
                <a:gd name="connsiteY13" fmla="*/ 215455 h 270795"/>
                <a:gd name="connsiteX14" fmla="*/ 138779 w 304133"/>
                <a:gd name="connsiteY14" fmla="*/ 233553 h 270795"/>
                <a:gd name="connsiteX15" fmla="*/ 132779 w 304133"/>
                <a:gd name="connsiteY15" fmla="*/ 239744 h 270795"/>
                <a:gd name="connsiteX16" fmla="*/ 130302 w 304133"/>
                <a:gd name="connsiteY16" fmla="*/ 242507 h 270795"/>
                <a:gd name="connsiteX17" fmla="*/ 120872 w 304133"/>
                <a:gd name="connsiteY17" fmla="*/ 253365 h 270795"/>
                <a:gd name="connsiteX18" fmla="*/ 119444 w 304133"/>
                <a:gd name="connsiteY18" fmla="*/ 257175 h 270795"/>
                <a:gd name="connsiteX19" fmla="*/ 119539 w 304133"/>
                <a:gd name="connsiteY19" fmla="*/ 258794 h 270795"/>
                <a:gd name="connsiteX20" fmla="*/ 119634 w 304133"/>
                <a:gd name="connsiteY20" fmla="*/ 260128 h 270795"/>
                <a:gd name="connsiteX21" fmla="*/ 124301 w 304133"/>
                <a:gd name="connsiteY21" fmla="*/ 270796 h 270795"/>
                <a:gd name="connsiteX22" fmla="*/ 102108 w 304133"/>
                <a:gd name="connsiteY22" fmla="*/ 269081 h 270795"/>
                <a:gd name="connsiteX23" fmla="*/ 70199 w 304133"/>
                <a:gd name="connsiteY23" fmla="*/ 247555 h 270795"/>
                <a:gd name="connsiteX24" fmla="*/ 70009 w 304133"/>
                <a:gd name="connsiteY24" fmla="*/ 230600 h 270795"/>
                <a:gd name="connsiteX25" fmla="*/ 37719 w 304133"/>
                <a:gd name="connsiteY25" fmla="*/ 187833 h 270795"/>
                <a:gd name="connsiteX26" fmla="*/ 34385 w 304133"/>
                <a:gd name="connsiteY26" fmla="*/ 183833 h 270795"/>
                <a:gd name="connsiteX27" fmla="*/ 34004 w 304133"/>
                <a:gd name="connsiteY27" fmla="*/ 183356 h 270795"/>
                <a:gd name="connsiteX28" fmla="*/ 28575 w 304133"/>
                <a:gd name="connsiteY28" fmla="*/ 180594 h 270795"/>
                <a:gd name="connsiteX29" fmla="*/ 13335 w 304133"/>
                <a:gd name="connsiteY29" fmla="*/ 180213 h 270795"/>
                <a:gd name="connsiteX30" fmla="*/ 8954 w 304133"/>
                <a:gd name="connsiteY30" fmla="*/ 181356 h 270795"/>
                <a:gd name="connsiteX31" fmla="*/ 4286 w 304133"/>
                <a:gd name="connsiteY31" fmla="*/ 171069 h 270795"/>
                <a:gd name="connsiteX32" fmla="*/ 1238 w 304133"/>
                <a:gd name="connsiteY32" fmla="*/ 163640 h 270795"/>
                <a:gd name="connsiteX33" fmla="*/ 762 w 304133"/>
                <a:gd name="connsiteY33" fmla="*/ 160687 h 270795"/>
                <a:gd name="connsiteX34" fmla="*/ 381 w 304133"/>
                <a:gd name="connsiteY34" fmla="*/ 157925 h 270795"/>
                <a:gd name="connsiteX35" fmla="*/ 0 w 304133"/>
                <a:gd name="connsiteY35" fmla="*/ 151162 h 270795"/>
                <a:gd name="connsiteX36" fmla="*/ 21908 w 304133"/>
                <a:gd name="connsiteY36" fmla="*/ 143256 h 270795"/>
                <a:gd name="connsiteX37" fmla="*/ 66294 w 304133"/>
                <a:gd name="connsiteY37" fmla="*/ 129921 h 270795"/>
                <a:gd name="connsiteX38" fmla="*/ 100394 w 304133"/>
                <a:gd name="connsiteY38" fmla="*/ 123158 h 270795"/>
                <a:gd name="connsiteX39" fmla="*/ 93345 w 304133"/>
                <a:gd name="connsiteY39" fmla="*/ 84772 h 270795"/>
                <a:gd name="connsiteX40" fmla="*/ 82772 w 304133"/>
                <a:gd name="connsiteY40" fmla="*/ 70295 h 270795"/>
                <a:gd name="connsiteX41" fmla="*/ 80867 w 304133"/>
                <a:gd name="connsiteY41" fmla="*/ 67342 h 270795"/>
                <a:gd name="connsiteX42" fmla="*/ 80772 w 304133"/>
                <a:gd name="connsiteY42" fmla="*/ 64770 h 270795"/>
                <a:gd name="connsiteX43" fmla="*/ 88773 w 304133"/>
                <a:gd name="connsiteY43" fmla="*/ 56864 h 270795"/>
                <a:gd name="connsiteX44" fmla="*/ 92869 w 304133"/>
                <a:gd name="connsiteY44" fmla="*/ 53150 h 270795"/>
                <a:gd name="connsiteX45" fmla="*/ 96584 w 304133"/>
                <a:gd name="connsiteY45" fmla="*/ 54483 h 270795"/>
                <a:gd name="connsiteX46" fmla="*/ 138303 w 304133"/>
                <a:gd name="connsiteY46" fmla="*/ 78296 h 270795"/>
                <a:gd name="connsiteX47" fmla="*/ 146209 w 304133"/>
                <a:gd name="connsiteY47" fmla="*/ 83058 h 270795"/>
                <a:gd name="connsiteX48" fmla="*/ 152400 w 304133"/>
                <a:gd name="connsiteY48" fmla="*/ 87344 h 270795"/>
                <a:gd name="connsiteX49" fmla="*/ 154305 w 304133"/>
                <a:gd name="connsiteY49" fmla="*/ 89440 h 270795"/>
                <a:gd name="connsiteX50" fmla="*/ 156686 w 304133"/>
                <a:gd name="connsiteY50" fmla="*/ 96107 h 270795"/>
                <a:gd name="connsiteX51" fmla="*/ 157353 w 304133"/>
                <a:gd name="connsiteY51" fmla="*/ 97441 h 270795"/>
                <a:gd name="connsiteX52" fmla="*/ 157734 w 304133"/>
                <a:gd name="connsiteY52" fmla="*/ 98203 h 270795"/>
                <a:gd name="connsiteX53" fmla="*/ 161258 w 304133"/>
                <a:gd name="connsiteY53" fmla="*/ 102108 h 270795"/>
                <a:gd name="connsiteX54" fmla="*/ 186500 w 304133"/>
                <a:gd name="connsiteY54" fmla="*/ 98870 h 270795"/>
                <a:gd name="connsiteX55" fmla="*/ 186880 w 304133"/>
                <a:gd name="connsiteY55" fmla="*/ 89916 h 270795"/>
                <a:gd name="connsiteX56" fmla="*/ 186690 w 304133"/>
                <a:gd name="connsiteY56" fmla="*/ 83915 h 270795"/>
                <a:gd name="connsiteX57" fmla="*/ 186500 w 304133"/>
                <a:gd name="connsiteY57" fmla="*/ 80963 h 270795"/>
                <a:gd name="connsiteX58" fmla="*/ 183547 w 304133"/>
                <a:gd name="connsiteY58" fmla="*/ 66389 h 270795"/>
                <a:gd name="connsiteX59" fmla="*/ 180022 w 304133"/>
                <a:gd name="connsiteY59" fmla="*/ 53530 h 270795"/>
                <a:gd name="connsiteX60" fmla="*/ 195072 w 304133"/>
                <a:gd name="connsiteY60" fmla="*/ 59150 h 270795"/>
                <a:gd name="connsiteX61" fmla="*/ 207836 w 304133"/>
                <a:gd name="connsiteY61" fmla="*/ 63817 h 270795"/>
                <a:gd name="connsiteX62" fmla="*/ 226886 w 304133"/>
                <a:gd name="connsiteY62" fmla="*/ 58103 h 270795"/>
                <a:gd name="connsiteX63" fmla="*/ 227457 w 304133"/>
                <a:gd name="connsiteY63" fmla="*/ 36957 h 270795"/>
                <a:gd name="connsiteX64" fmla="*/ 234029 w 304133"/>
                <a:gd name="connsiteY64" fmla="*/ 24194 h 270795"/>
                <a:gd name="connsiteX65" fmla="*/ 260128 w 304133"/>
                <a:gd name="connsiteY65" fmla="*/ 0 h 270795"/>
                <a:gd name="connsiteX66" fmla="*/ 262985 w 304133"/>
                <a:gd name="connsiteY66" fmla="*/ 1715 h 270795"/>
                <a:gd name="connsiteX67" fmla="*/ 276987 w 304133"/>
                <a:gd name="connsiteY67" fmla="*/ 17050 h 270795"/>
                <a:gd name="connsiteX68" fmla="*/ 283273 w 304133"/>
                <a:gd name="connsiteY68" fmla="*/ 24098 h 270795"/>
                <a:gd name="connsiteX69" fmla="*/ 288703 w 304133"/>
                <a:gd name="connsiteY69" fmla="*/ 30194 h 270795"/>
                <a:gd name="connsiteX70" fmla="*/ 293656 w 304133"/>
                <a:gd name="connsiteY70" fmla="*/ 35719 h 270795"/>
                <a:gd name="connsiteX71" fmla="*/ 296609 w 304133"/>
                <a:gd name="connsiteY71" fmla="*/ 39053 h 270795"/>
                <a:gd name="connsiteX72" fmla="*/ 304133 w 304133"/>
                <a:gd name="connsiteY72" fmla="*/ 71342 h 270795"/>
                <a:gd name="connsiteX73" fmla="*/ 303276 w 304133"/>
                <a:gd name="connsiteY73" fmla="*/ 77438 h 270795"/>
                <a:gd name="connsiteX74" fmla="*/ 284321 w 304133"/>
                <a:gd name="connsiteY74" fmla="*/ 113062 h 270795"/>
                <a:gd name="connsiteX75" fmla="*/ 258223 w 304133"/>
                <a:gd name="connsiteY75" fmla="*/ 149733 h 270795"/>
                <a:gd name="connsiteX76" fmla="*/ 260223 w 304133"/>
                <a:gd name="connsiteY76" fmla="*/ 157258 h 270795"/>
                <a:gd name="connsiteX77" fmla="*/ 261271 w 304133"/>
                <a:gd name="connsiteY77" fmla="*/ 161163 h 270795"/>
                <a:gd name="connsiteX78" fmla="*/ 261556 w 304133"/>
                <a:gd name="connsiteY78" fmla="*/ 161925 h 270795"/>
                <a:gd name="connsiteX79" fmla="*/ 272225 w 304133"/>
                <a:gd name="connsiteY79" fmla="*/ 195834 h 27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304133" h="270795">
                  <a:moveTo>
                    <a:pt x="272225" y="195834"/>
                  </a:moveTo>
                  <a:lnTo>
                    <a:pt x="268224" y="189738"/>
                  </a:lnTo>
                  <a:lnTo>
                    <a:pt x="261176" y="180499"/>
                  </a:lnTo>
                  <a:lnTo>
                    <a:pt x="256985" y="176213"/>
                  </a:lnTo>
                  <a:lnTo>
                    <a:pt x="255175" y="175355"/>
                  </a:lnTo>
                  <a:lnTo>
                    <a:pt x="254032" y="175260"/>
                  </a:lnTo>
                  <a:lnTo>
                    <a:pt x="252317" y="175165"/>
                  </a:lnTo>
                  <a:lnTo>
                    <a:pt x="245554" y="175832"/>
                  </a:lnTo>
                  <a:lnTo>
                    <a:pt x="244412" y="176308"/>
                  </a:lnTo>
                  <a:lnTo>
                    <a:pt x="243078" y="176784"/>
                  </a:lnTo>
                  <a:lnTo>
                    <a:pt x="226409" y="188976"/>
                  </a:lnTo>
                  <a:lnTo>
                    <a:pt x="222504" y="195263"/>
                  </a:lnTo>
                  <a:lnTo>
                    <a:pt x="220504" y="206978"/>
                  </a:lnTo>
                  <a:lnTo>
                    <a:pt x="221742" y="215455"/>
                  </a:lnTo>
                  <a:lnTo>
                    <a:pt x="138779" y="233553"/>
                  </a:lnTo>
                  <a:lnTo>
                    <a:pt x="132779" y="239744"/>
                  </a:lnTo>
                  <a:lnTo>
                    <a:pt x="130302" y="242507"/>
                  </a:lnTo>
                  <a:lnTo>
                    <a:pt x="120872" y="253365"/>
                  </a:lnTo>
                  <a:lnTo>
                    <a:pt x="119444" y="257175"/>
                  </a:lnTo>
                  <a:lnTo>
                    <a:pt x="119539" y="258794"/>
                  </a:lnTo>
                  <a:lnTo>
                    <a:pt x="119634" y="260128"/>
                  </a:lnTo>
                  <a:lnTo>
                    <a:pt x="124301" y="270796"/>
                  </a:lnTo>
                  <a:lnTo>
                    <a:pt x="102108" y="269081"/>
                  </a:lnTo>
                  <a:lnTo>
                    <a:pt x="70199" y="247555"/>
                  </a:lnTo>
                  <a:lnTo>
                    <a:pt x="70009" y="230600"/>
                  </a:lnTo>
                  <a:lnTo>
                    <a:pt x="37719" y="187833"/>
                  </a:lnTo>
                  <a:lnTo>
                    <a:pt x="34385" y="183833"/>
                  </a:lnTo>
                  <a:lnTo>
                    <a:pt x="34004" y="183356"/>
                  </a:lnTo>
                  <a:lnTo>
                    <a:pt x="28575" y="180594"/>
                  </a:lnTo>
                  <a:lnTo>
                    <a:pt x="13335" y="180213"/>
                  </a:lnTo>
                  <a:lnTo>
                    <a:pt x="8954" y="181356"/>
                  </a:lnTo>
                  <a:lnTo>
                    <a:pt x="4286" y="171069"/>
                  </a:lnTo>
                  <a:lnTo>
                    <a:pt x="1238" y="163640"/>
                  </a:lnTo>
                  <a:lnTo>
                    <a:pt x="762" y="160687"/>
                  </a:lnTo>
                  <a:lnTo>
                    <a:pt x="381" y="157925"/>
                  </a:lnTo>
                  <a:lnTo>
                    <a:pt x="0" y="151162"/>
                  </a:lnTo>
                  <a:lnTo>
                    <a:pt x="21908" y="143256"/>
                  </a:lnTo>
                  <a:lnTo>
                    <a:pt x="66294" y="129921"/>
                  </a:lnTo>
                  <a:lnTo>
                    <a:pt x="100394" y="123158"/>
                  </a:lnTo>
                  <a:lnTo>
                    <a:pt x="93345" y="84772"/>
                  </a:lnTo>
                  <a:lnTo>
                    <a:pt x="82772" y="70295"/>
                  </a:lnTo>
                  <a:lnTo>
                    <a:pt x="80867" y="67342"/>
                  </a:lnTo>
                  <a:lnTo>
                    <a:pt x="80772" y="64770"/>
                  </a:lnTo>
                  <a:lnTo>
                    <a:pt x="88773" y="56864"/>
                  </a:lnTo>
                  <a:lnTo>
                    <a:pt x="92869" y="53150"/>
                  </a:lnTo>
                  <a:lnTo>
                    <a:pt x="96584" y="54483"/>
                  </a:lnTo>
                  <a:lnTo>
                    <a:pt x="138303" y="78296"/>
                  </a:lnTo>
                  <a:lnTo>
                    <a:pt x="146209" y="83058"/>
                  </a:lnTo>
                  <a:lnTo>
                    <a:pt x="152400" y="87344"/>
                  </a:lnTo>
                  <a:lnTo>
                    <a:pt x="154305" y="89440"/>
                  </a:lnTo>
                  <a:lnTo>
                    <a:pt x="156686" y="96107"/>
                  </a:lnTo>
                  <a:lnTo>
                    <a:pt x="157353" y="97441"/>
                  </a:lnTo>
                  <a:lnTo>
                    <a:pt x="157734" y="98203"/>
                  </a:lnTo>
                  <a:lnTo>
                    <a:pt x="161258" y="102108"/>
                  </a:lnTo>
                  <a:lnTo>
                    <a:pt x="186500" y="98870"/>
                  </a:lnTo>
                  <a:lnTo>
                    <a:pt x="186880" y="89916"/>
                  </a:lnTo>
                  <a:lnTo>
                    <a:pt x="186690" y="83915"/>
                  </a:lnTo>
                  <a:lnTo>
                    <a:pt x="186500" y="80963"/>
                  </a:lnTo>
                  <a:lnTo>
                    <a:pt x="183547" y="66389"/>
                  </a:lnTo>
                  <a:lnTo>
                    <a:pt x="180022" y="53530"/>
                  </a:lnTo>
                  <a:lnTo>
                    <a:pt x="195072" y="59150"/>
                  </a:lnTo>
                  <a:lnTo>
                    <a:pt x="207836" y="63817"/>
                  </a:lnTo>
                  <a:lnTo>
                    <a:pt x="226886" y="58103"/>
                  </a:lnTo>
                  <a:lnTo>
                    <a:pt x="227457" y="36957"/>
                  </a:lnTo>
                  <a:lnTo>
                    <a:pt x="234029" y="24194"/>
                  </a:lnTo>
                  <a:lnTo>
                    <a:pt x="260128" y="0"/>
                  </a:lnTo>
                  <a:lnTo>
                    <a:pt x="262985" y="1715"/>
                  </a:lnTo>
                  <a:lnTo>
                    <a:pt x="276987" y="17050"/>
                  </a:lnTo>
                  <a:lnTo>
                    <a:pt x="283273" y="24098"/>
                  </a:lnTo>
                  <a:lnTo>
                    <a:pt x="288703" y="30194"/>
                  </a:lnTo>
                  <a:lnTo>
                    <a:pt x="293656" y="35719"/>
                  </a:lnTo>
                  <a:lnTo>
                    <a:pt x="296609" y="39053"/>
                  </a:lnTo>
                  <a:lnTo>
                    <a:pt x="304133" y="71342"/>
                  </a:lnTo>
                  <a:lnTo>
                    <a:pt x="303276" y="77438"/>
                  </a:lnTo>
                  <a:lnTo>
                    <a:pt x="284321" y="113062"/>
                  </a:lnTo>
                  <a:lnTo>
                    <a:pt x="258223" y="149733"/>
                  </a:lnTo>
                  <a:lnTo>
                    <a:pt x="260223" y="157258"/>
                  </a:lnTo>
                  <a:lnTo>
                    <a:pt x="261271" y="161163"/>
                  </a:lnTo>
                  <a:lnTo>
                    <a:pt x="261556" y="161925"/>
                  </a:lnTo>
                  <a:lnTo>
                    <a:pt x="272225" y="19583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9" name="서울특별시 성북구 정릉3동">
              <a:extLst>
                <a:ext uri="{FF2B5EF4-FFF2-40B4-BE49-F238E27FC236}">
                  <a16:creationId xmlns:a16="http://schemas.microsoft.com/office/drawing/2014/main" id="{88D64FAE-243D-51F3-FF65-C956E08EFF8B}"/>
                </a:ext>
              </a:extLst>
            </p:cNvPr>
            <p:cNvSpPr/>
            <p:nvPr/>
          </p:nvSpPr>
          <p:spPr>
            <a:xfrm>
              <a:off x="6192011" y="2280475"/>
              <a:ext cx="546830" cy="491966"/>
            </a:xfrm>
            <a:custGeom>
              <a:avLst/>
              <a:gdLst>
                <a:gd name="connsiteX0" fmla="*/ 539972 w 546830"/>
                <a:gd name="connsiteY0" fmla="*/ 356997 h 491966"/>
                <a:gd name="connsiteX1" fmla="*/ 543497 w 546830"/>
                <a:gd name="connsiteY1" fmla="*/ 369856 h 491966"/>
                <a:gd name="connsiteX2" fmla="*/ 546450 w 546830"/>
                <a:gd name="connsiteY2" fmla="*/ 384429 h 491966"/>
                <a:gd name="connsiteX3" fmla="*/ 546640 w 546830"/>
                <a:gd name="connsiteY3" fmla="*/ 387382 h 491966"/>
                <a:gd name="connsiteX4" fmla="*/ 546830 w 546830"/>
                <a:gd name="connsiteY4" fmla="*/ 393383 h 491966"/>
                <a:gd name="connsiteX5" fmla="*/ 546450 w 546830"/>
                <a:gd name="connsiteY5" fmla="*/ 402336 h 491966"/>
                <a:gd name="connsiteX6" fmla="*/ 521208 w 546830"/>
                <a:gd name="connsiteY6" fmla="*/ 405575 h 491966"/>
                <a:gd name="connsiteX7" fmla="*/ 517684 w 546830"/>
                <a:gd name="connsiteY7" fmla="*/ 401669 h 491966"/>
                <a:gd name="connsiteX8" fmla="*/ 517303 w 546830"/>
                <a:gd name="connsiteY8" fmla="*/ 400907 h 491966"/>
                <a:gd name="connsiteX9" fmla="*/ 516636 w 546830"/>
                <a:gd name="connsiteY9" fmla="*/ 399574 h 491966"/>
                <a:gd name="connsiteX10" fmla="*/ 514255 w 546830"/>
                <a:gd name="connsiteY10" fmla="*/ 392906 h 491966"/>
                <a:gd name="connsiteX11" fmla="*/ 512350 w 546830"/>
                <a:gd name="connsiteY11" fmla="*/ 390811 h 491966"/>
                <a:gd name="connsiteX12" fmla="*/ 506159 w 546830"/>
                <a:gd name="connsiteY12" fmla="*/ 386525 h 491966"/>
                <a:gd name="connsiteX13" fmla="*/ 498253 w 546830"/>
                <a:gd name="connsiteY13" fmla="*/ 381762 h 491966"/>
                <a:gd name="connsiteX14" fmla="*/ 456533 w 546830"/>
                <a:gd name="connsiteY14" fmla="*/ 357950 h 491966"/>
                <a:gd name="connsiteX15" fmla="*/ 452819 w 546830"/>
                <a:gd name="connsiteY15" fmla="*/ 356616 h 491966"/>
                <a:gd name="connsiteX16" fmla="*/ 448723 w 546830"/>
                <a:gd name="connsiteY16" fmla="*/ 360331 h 491966"/>
                <a:gd name="connsiteX17" fmla="*/ 440722 w 546830"/>
                <a:gd name="connsiteY17" fmla="*/ 368237 h 491966"/>
                <a:gd name="connsiteX18" fmla="*/ 440817 w 546830"/>
                <a:gd name="connsiteY18" fmla="*/ 370808 h 491966"/>
                <a:gd name="connsiteX19" fmla="*/ 442722 w 546830"/>
                <a:gd name="connsiteY19" fmla="*/ 373761 h 491966"/>
                <a:gd name="connsiteX20" fmla="*/ 453295 w 546830"/>
                <a:gd name="connsiteY20" fmla="*/ 388239 h 491966"/>
                <a:gd name="connsiteX21" fmla="*/ 460343 w 546830"/>
                <a:gd name="connsiteY21" fmla="*/ 426625 h 491966"/>
                <a:gd name="connsiteX22" fmla="*/ 426244 w 546830"/>
                <a:gd name="connsiteY22" fmla="*/ 433388 h 491966"/>
                <a:gd name="connsiteX23" fmla="*/ 381858 w 546830"/>
                <a:gd name="connsiteY23" fmla="*/ 446723 h 491966"/>
                <a:gd name="connsiteX24" fmla="*/ 359950 w 546830"/>
                <a:gd name="connsiteY24" fmla="*/ 454628 h 491966"/>
                <a:gd name="connsiteX25" fmla="*/ 360331 w 546830"/>
                <a:gd name="connsiteY25" fmla="*/ 461391 h 491966"/>
                <a:gd name="connsiteX26" fmla="*/ 360712 w 546830"/>
                <a:gd name="connsiteY26" fmla="*/ 464153 h 491966"/>
                <a:gd name="connsiteX27" fmla="*/ 361188 w 546830"/>
                <a:gd name="connsiteY27" fmla="*/ 467106 h 491966"/>
                <a:gd name="connsiteX28" fmla="*/ 364236 w 546830"/>
                <a:gd name="connsiteY28" fmla="*/ 474536 h 491966"/>
                <a:gd name="connsiteX29" fmla="*/ 368903 w 546830"/>
                <a:gd name="connsiteY29" fmla="*/ 484823 h 491966"/>
                <a:gd name="connsiteX30" fmla="*/ 327565 w 546830"/>
                <a:gd name="connsiteY30" fmla="*/ 476345 h 491966"/>
                <a:gd name="connsiteX31" fmla="*/ 293846 w 546830"/>
                <a:gd name="connsiteY31" fmla="*/ 465582 h 491966"/>
                <a:gd name="connsiteX32" fmla="*/ 290798 w 546830"/>
                <a:gd name="connsiteY32" fmla="*/ 465011 h 491966"/>
                <a:gd name="connsiteX33" fmla="*/ 289941 w 546830"/>
                <a:gd name="connsiteY33" fmla="*/ 465106 h 491966"/>
                <a:gd name="connsiteX34" fmla="*/ 288703 w 546830"/>
                <a:gd name="connsiteY34" fmla="*/ 465106 h 491966"/>
                <a:gd name="connsiteX35" fmla="*/ 285083 w 546830"/>
                <a:gd name="connsiteY35" fmla="*/ 465773 h 491966"/>
                <a:gd name="connsiteX36" fmla="*/ 276035 w 546830"/>
                <a:gd name="connsiteY36" fmla="*/ 467392 h 491966"/>
                <a:gd name="connsiteX37" fmla="*/ 266795 w 546830"/>
                <a:gd name="connsiteY37" fmla="*/ 464153 h 491966"/>
                <a:gd name="connsiteX38" fmla="*/ 186023 w 546830"/>
                <a:gd name="connsiteY38" fmla="*/ 468249 h 491966"/>
                <a:gd name="connsiteX39" fmla="*/ 157258 w 546830"/>
                <a:gd name="connsiteY39" fmla="*/ 489775 h 491966"/>
                <a:gd name="connsiteX40" fmla="*/ 154686 w 546830"/>
                <a:gd name="connsiteY40" fmla="*/ 491966 h 491966"/>
                <a:gd name="connsiteX41" fmla="*/ 133731 w 546830"/>
                <a:gd name="connsiteY41" fmla="*/ 421100 h 491966"/>
                <a:gd name="connsiteX42" fmla="*/ 126587 w 546830"/>
                <a:gd name="connsiteY42" fmla="*/ 400145 h 491966"/>
                <a:gd name="connsiteX43" fmla="*/ 121253 w 546830"/>
                <a:gd name="connsiteY43" fmla="*/ 384620 h 491966"/>
                <a:gd name="connsiteX44" fmla="*/ 122301 w 546830"/>
                <a:gd name="connsiteY44" fmla="*/ 366998 h 491966"/>
                <a:gd name="connsiteX45" fmla="*/ 122587 w 546830"/>
                <a:gd name="connsiteY45" fmla="*/ 362141 h 491966"/>
                <a:gd name="connsiteX46" fmla="*/ 123063 w 546830"/>
                <a:gd name="connsiteY46" fmla="*/ 354521 h 491966"/>
                <a:gd name="connsiteX47" fmla="*/ 128016 w 546830"/>
                <a:gd name="connsiteY47" fmla="*/ 333851 h 491966"/>
                <a:gd name="connsiteX48" fmla="*/ 137065 w 546830"/>
                <a:gd name="connsiteY48" fmla="*/ 325469 h 491966"/>
                <a:gd name="connsiteX49" fmla="*/ 140494 w 546830"/>
                <a:gd name="connsiteY49" fmla="*/ 322326 h 491966"/>
                <a:gd name="connsiteX50" fmla="*/ 142399 w 546830"/>
                <a:gd name="connsiteY50" fmla="*/ 268319 h 491966"/>
                <a:gd name="connsiteX51" fmla="*/ 135731 w 546830"/>
                <a:gd name="connsiteY51" fmla="*/ 247841 h 491966"/>
                <a:gd name="connsiteX52" fmla="*/ 111157 w 546830"/>
                <a:gd name="connsiteY52" fmla="*/ 232220 h 491966"/>
                <a:gd name="connsiteX53" fmla="*/ 96584 w 546830"/>
                <a:gd name="connsiteY53" fmla="*/ 226314 h 491966"/>
                <a:gd name="connsiteX54" fmla="*/ 86392 w 546830"/>
                <a:gd name="connsiteY54" fmla="*/ 222123 h 491966"/>
                <a:gd name="connsiteX55" fmla="*/ 73057 w 546830"/>
                <a:gd name="connsiteY55" fmla="*/ 218123 h 491966"/>
                <a:gd name="connsiteX56" fmla="*/ 65151 w 546830"/>
                <a:gd name="connsiteY56" fmla="*/ 211360 h 491966"/>
                <a:gd name="connsiteX57" fmla="*/ 50864 w 546830"/>
                <a:gd name="connsiteY57" fmla="*/ 174784 h 491966"/>
                <a:gd name="connsiteX58" fmla="*/ 46958 w 546830"/>
                <a:gd name="connsiteY58" fmla="*/ 164021 h 491966"/>
                <a:gd name="connsiteX59" fmla="*/ 52102 w 546830"/>
                <a:gd name="connsiteY59" fmla="*/ 152876 h 491966"/>
                <a:gd name="connsiteX60" fmla="*/ 39243 w 546830"/>
                <a:gd name="connsiteY60" fmla="*/ 120015 h 491966"/>
                <a:gd name="connsiteX61" fmla="*/ 30099 w 546830"/>
                <a:gd name="connsiteY61" fmla="*/ 101537 h 491966"/>
                <a:gd name="connsiteX62" fmla="*/ 17431 w 546830"/>
                <a:gd name="connsiteY62" fmla="*/ 87058 h 491966"/>
                <a:gd name="connsiteX63" fmla="*/ 0 w 546830"/>
                <a:gd name="connsiteY63" fmla="*/ 68580 h 491966"/>
                <a:gd name="connsiteX64" fmla="*/ 4096 w 546830"/>
                <a:gd name="connsiteY64" fmla="*/ 25337 h 491966"/>
                <a:gd name="connsiteX65" fmla="*/ 4953 w 546830"/>
                <a:gd name="connsiteY65" fmla="*/ 21622 h 491966"/>
                <a:gd name="connsiteX66" fmla="*/ 8287 w 546830"/>
                <a:gd name="connsiteY66" fmla="*/ 6858 h 491966"/>
                <a:gd name="connsiteX67" fmla="*/ 16669 w 546830"/>
                <a:gd name="connsiteY67" fmla="*/ 0 h 491966"/>
                <a:gd name="connsiteX68" fmla="*/ 36100 w 546830"/>
                <a:gd name="connsiteY68" fmla="*/ 95 h 491966"/>
                <a:gd name="connsiteX69" fmla="*/ 53531 w 546830"/>
                <a:gd name="connsiteY69" fmla="*/ 16002 h 491966"/>
                <a:gd name="connsiteX70" fmla="*/ 115919 w 546830"/>
                <a:gd name="connsiteY70" fmla="*/ 85725 h 491966"/>
                <a:gd name="connsiteX71" fmla="*/ 132017 w 546830"/>
                <a:gd name="connsiteY71" fmla="*/ 95726 h 491966"/>
                <a:gd name="connsiteX72" fmla="*/ 236316 w 546830"/>
                <a:gd name="connsiteY72" fmla="*/ 165449 h 491966"/>
                <a:gd name="connsiteX73" fmla="*/ 244221 w 546830"/>
                <a:gd name="connsiteY73" fmla="*/ 171926 h 491966"/>
                <a:gd name="connsiteX74" fmla="*/ 259556 w 546830"/>
                <a:gd name="connsiteY74" fmla="*/ 185547 h 491966"/>
                <a:gd name="connsiteX75" fmla="*/ 249841 w 546830"/>
                <a:gd name="connsiteY75" fmla="*/ 191167 h 491966"/>
                <a:gd name="connsiteX76" fmla="*/ 243364 w 546830"/>
                <a:gd name="connsiteY76" fmla="*/ 205264 h 491966"/>
                <a:gd name="connsiteX77" fmla="*/ 252222 w 546830"/>
                <a:gd name="connsiteY77" fmla="*/ 243459 h 491966"/>
                <a:gd name="connsiteX78" fmla="*/ 273558 w 546830"/>
                <a:gd name="connsiteY78" fmla="*/ 272891 h 491966"/>
                <a:gd name="connsiteX79" fmla="*/ 278130 w 546830"/>
                <a:gd name="connsiteY79" fmla="*/ 275082 h 491966"/>
                <a:gd name="connsiteX80" fmla="*/ 288512 w 546830"/>
                <a:gd name="connsiteY80" fmla="*/ 274320 h 491966"/>
                <a:gd name="connsiteX81" fmla="*/ 294513 w 546830"/>
                <a:gd name="connsiteY81" fmla="*/ 270891 h 491966"/>
                <a:gd name="connsiteX82" fmla="*/ 294704 w 546830"/>
                <a:gd name="connsiteY82" fmla="*/ 269272 h 491966"/>
                <a:gd name="connsiteX83" fmla="*/ 295085 w 546830"/>
                <a:gd name="connsiteY83" fmla="*/ 266605 h 491966"/>
                <a:gd name="connsiteX84" fmla="*/ 332613 w 546830"/>
                <a:gd name="connsiteY84" fmla="*/ 233077 h 491966"/>
                <a:gd name="connsiteX85" fmla="*/ 338709 w 546830"/>
                <a:gd name="connsiteY85" fmla="*/ 229838 h 491966"/>
                <a:gd name="connsiteX86" fmla="*/ 371570 w 546830"/>
                <a:gd name="connsiteY86" fmla="*/ 212503 h 491966"/>
                <a:gd name="connsiteX87" fmla="*/ 385572 w 546830"/>
                <a:gd name="connsiteY87" fmla="*/ 210979 h 491966"/>
                <a:gd name="connsiteX88" fmla="*/ 389477 w 546830"/>
                <a:gd name="connsiteY88" fmla="*/ 210788 h 491966"/>
                <a:gd name="connsiteX89" fmla="*/ 391763 w 546830"/>
                <a:gd name="connsiteY89" fmla="*/ 210693 h 491966"/>
                <a:gd name="connsiteX90" fmla="*/ 422434 w 546830"/>
                <a:gd name="connsiteY90" fmla="*/ 216884 h 491966"/>
                <a:gd name="connsiteX91" fmla="*/ 426911 w 546830"/>
                <a:gd name="connsiteY91" fmla="*/ 217932 h 491966"/>
                <a:gd name="connsiteX92" fmla="*/ 429768 w 546830"/>
                <a:gd name="connsiteY92" fmla="*/ 218694 h 491966"/>
                <a:gd name="connsiteX93" fmla="*/ 481203 w 546830"/>
                <a:gd name="connsiteY93" fmla="*/ 237363 h 491966"/>
                <a:gd name="connsiteX94" fmla="*/ 521875 w 546830"/>
                <a:gd name="connsiteY94" fmla="*/ 292608 h 491966"/>
                <a:gd name="connsiteX95" fmla="*/ 539972 w 546830"/>
                <a:gd name="connsiteY95" fmla="*/ 356997 h 49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546830" h="491966">
                  <a:moveTo>
                    <a:pt x="539972" y="356997"/>
                  </a:moveTo>
                  <a:lnTo>
                    <a:pt x="543497" y="369856"/>
                  </a:lnTo>
                  <a:lnTo>
                    <a:pt x="546450" y="384429"/>
                  </a:lnTo>
                  <a:lnTo>
                    <a:pt x="546640" y="387382"/>
                  </a:lnTo>
                  <a:lnTo>
                    <a:pt x="546830" y="393383"/>
                  </a:lnTo>
                  <a:lnTo>
                    <a:pt x="546450" y="402336"/>
                  </a:lnTo>
                  <a:lnTo>
                    <a:pt x="521208" y="405575"/>
                  </a:lnTo>
                  <a:lnTo>
                    <a:pt x="517684" y="401669"/>
                  </a:lnTo>
                  <a:lnTo>
                    <a:pt x="517303" y="400907"/>
                  </a:lnTo>
                  <a:lnTo>
                    <a:pt x="516636" y="399574"/>
                  </a:lnTo>
                  <a:lnTo>
                    <a:pt x="514255" y="392906"/>
                  </a:lnTo>
                  <a:lnTo>
                    <a:pt x="512350" y="390811"/>
                  </a:lnTo>
                  <a:lnTo>
                    <a:pt x="506159" y="386525"/>
                  </a:lnTo>
                  <a:lnTo>
                    <a:pt x="498253" y="381762"/>
                  </a:lnTo>
                  <a:lnTo>
                    <a:pt x="456533" y="357950"/>
                  </a:lnTo>
                  <a:lnTo>
                    <a:pt x="452819" y="356616"/>
                  </a:lnTo>
                  <a:lnTo>
                    <a:pt x="448723" y="360331"/>
                  </a:lnTo>
                  <a:lnTo>
                    <a:pt x="440722" y="368237"/>
                  </a:lnTo>
                  <a:lnTo>
                    <a:pt x="440817" y="370808"/>
                  </a:lnTo>
                  <a:lnTo>
                    <a:pt x="442722" y="373761"/>
                  </a:lnTo>
                  <a:lnTo>
                    <a:pt x="453295" y="388239"/>
                  </a:lnTo>
                  <a:lnTo>
                    <a:pt x="460343" y="426625"/>
                  </a:lnTo>
                  <a:lnTo>
                    <a:pt x="426244" y="433388"/>
                  </a:lnTo>
                  <a:lnTo>
                    <a:pt x="381858" y="446723"/>
                  </a:lnTo>
                  <a:lnTo>
                    <a:pt x="359950" y="454628"/>
                  </a:lnTo>
                  <a:lnTo>
                    <a:pt x="360331" y="461391"/>
                  </a:lnTo>
                  <a:lnTo>
                    <a:pt x="360712" y="464153"/>
                  </a:lnTo>
                  <a:lnTo>
                    <a:pt x="361188" y="467106"/>
                  </a:lnTo>
                  <a:lnTo>
                    <a:pt x="364236" y="474536"/>
                  </a:lnTo>
                  <a:lnTo>
                    <a:pt x="368903" y="484823"/>
                  </a:lnTo>
                  <a:lnTo>
                    <a:pt x="327565" y="476345"/>
                  </a:lnTo>
                  <a:lnTo>
                    <a:pt x="293846" y="465582"/>
                  </a:lnTo>
                  <a:lnTo>
                    <a:pt x="290798" y="465011"/>
                  </a:lnTo>
                  <a:lnTo>
                    <a:pt x="289941" y="465106"/>
                  </a:lnTo>
                  <a:lnTo>
                    <a:pt x="288703" y="465106"/>
                  </a:lnTo>
                  <a:lnTo>
                    <a:pt x="285083" y="465773"/>
                  </a:lnTo>
                  <a:lnTo>
                    <a:pt x="276035" y="467392"/>
                  </a:lnTo>
                  <a:lnTo>
                    <a:pt x="266795" y="464153"/>
                  </a:lnTo>
                  <a:lnTo>
                    <a:pt x="186023" y="468249"/>
                  </a:lnTo>
                  <a:lnTo>
                    <a:pt x="157258" y="489775"/>
                  </a:lnTo>
                  <a:lnTo>
                    <a:pt x="154686" y="491966"/>
                  </a:lnTo>
                  <a:lnTo>
                    <a:pt x="133731" y="421100"/>
                  </a:lnTo>
                  <a:lnTo>
                    <a:pt x="126587" y="400145"/>
                  </a:lnTo>
                  <a:lnTo>
                    <a:pt x="121253" y="384620"/>
                  </a:lnTo>
                  <a:lnTo>
                    <a:pt x="122301" y="366998"/>
                  </a:lnTo>
                  <a:lnTo>
                    <a:pt x="122587" y="362141"/>
                  </a:lnTo>
                  <a:lnTo>
                    <a:pt x="123063" y="354521"/>
                  </a:lnTo>
                  <a:lnTo>
                    <a:pt x="128016" y="333851"/>
                  </a:lnTo>
                  <a:lnTo>
                    <a:pt x="137065" y="325469"/>
                  </a:lnTo>
                  <a:lnTo>
                    <a:pt x="140494" y="322326"/>
                  </a:lnTo>
                  <a:lnTo>
                    <a:pt x="142399" y="268319"/>
                  </a:lnTo>
                  <a:lnTo>
                    <a:pt x="135731" y="247841"/>
                  </a:lnTo>
                  <a:lnTo>
                    <a:pt x="111157" y="232220"/>
                  </a:lnTo>
                  <a:lnTo>
                    <a:pt x="96584" y="226314"/>
                  </a:lnTo>
                  <a:lnTo>
                    <a:pt x="86392" y="222123"/>
                  </a:lnTo>
                  <a:lnTo>
                    <a:pt x="73057" y="218123"/>
                  </a:lnTo>
                  <a:lnTo>
                    <a:pt x="65151" y="211360"/>
                  </a:lnTo>
                  <a:lnTo>
                    <a:pt x="50864" y="174784"/>
                  </a:lnTo>
                  <a:lnTo>
                    <a:pt x="46958" y="164021"/>
                  </a:lnTo>
                  <a:lnTo>
                    <a:pt x="52102" y="152876"/>
                  </a:lnTo>
                  <a:lnTo>
                    <a:pt x="39243" y="120015"/>
                  </a:lnTo>
                  <a:lnTo>
                    <a:pt x="30099" y="101537"/>
                  </a:lnTo>
                  <a:lnTo>
                    <a:pt x="17431" y="87058"/>
                  </a:lnTo>
                  <a:lnTo>
                    <a:pt x="0" y="68580"/>
                  </a:lnTo>
                  <a:lnTo>
                    <a:pt x="4096" y="25337"/>
                  </a:lnTo>
                  <a:lnTo>
                    <a:pt x="4953" y="21622"/>
                  </a:lnTo>
                  <a:lnTo>
                    <a:pt x="8287" y="6858"/>
                  </a:lnTo>
                  <a:lnTo>
                    <a:pt x="16669" y="0"/>
                  </a:lnTo>
                  <a:lnTo>
                    <a:pt x="36100" y="95"/>
                  </a:lnTo>
                  <a:lnTo>
                    <a:pt x="53531" y="16002"/>
                  </a:lnTo>
                  <a:lnTo>
                    <a:pt x="115919" y="85725"/>
                  </a:lnTo>
                  <a:lnTo>
                    <a:pt x="132017" y="95726"/>
                  </a:lnTo>
                  <a:lnTo>
                    <a:pt x="236316" y="165449"/>
                  </a:lnTo>
                  <a:lnTo>
                    <a:pt x="244221" y="171926"/>
                  </a:lnTo>
                  <a:lnTo>
                    <a:pt x="259556" y="185547"/>
                  </a:lnTo>
                  <a:lnTo>
                    <a:pt x="249841" y="191167"/>
                  </a:lnTo>
                  <a:lnTo>
                    <a:pt x="243364" y="205264"/>
                  </a:lnTo>
                  <a:lnTo>
                    <a:pt x="252222" y="243459"/>
                  </a:lnTo>
                  <a:lnTo>
                    <a:pt x="273558" y="272891"/>
                  </a:lnTo>
                  <a:lnTo>
                    <a:pt x="278130" y="275082"/>
                  </a:lnTo>
                  <a:lnTo>
                    <a:pt x="288512" y="274320"/>
                  </a:lnTo>
                  <a:lnTo>
                    <a:pt x="294513" y="270891"/>
                  </a:lnTo>
                  <a:lnTo>
                    <a:pt x="294704" y="269272"/>
                  </a:lnTo>
                  <a:lnTo>
                    <a:pt x="295085" y="266605"/>
                  </a:lnTo>
                  <a:lnTo>
                    <a:pt x="332613" y="233077"/>
                  </a:lnTo>
                  <a:lnTo>
                    <a:pt x="338709" y="229838"/>
                  </a:lnTo>
                  <a:lnTo>
                    <a:pt x="371570" y="212503"/>
                  </a:lnTo>
                  <a:lnTo>
                    <a:pt x="385572" y="210979"/>
                  </a:lnTo>
                  <a:lnTo>
                    <a:pt x="389477" y="210788"/>
                  </a:lnTo>
                  <a:lnTo>
                    <a:pt x="391763" y="210693"/>
                  </a:lnTo>
                  <a:lnTo>
                    <a:pt x="422434" y="216884"/>
                  </a:lnTo>
                  <a:lnTo>
                    <a:pt x="426911" y="217932"/>
                  </a:lnTo>
                  <a:lnTo>
                    <a:pt x="429768" y="218694"/>
                  </a:lnTo>
                  <a:lnTo>
                    <a:pt x="481203" y="237363"/>
                  </a:lnTo>
                  <a:lnTo>
                    <a:pt x="521875" y="292608"/>
                  </a:lnTo>
                  <a:lnTo>
                    <a:pt x="539972" y="35699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0" name="서울특별시 성북구 정릉4동">
              <a:extLst>
                <a:ext uri="{FF2B5EF4-FFF2-40B4-BE49-F238E27FC236}">
                  <a16:creationId xmlns:a16="http://schemas.microsoft.com/office/drawing/2014/main" id="{67A8F889-FFB8-10A9-3DAE-64D338D608A0}"/>
                </a:ext>
              </a:extLst>
            </p:cNvPr>
            <p:cNvSpPr/>
            <p:nvPr/>
          </p:nvSpPr>
          <p:spPr>
            <a:xfrm>
              <a:off x="6117050" y="2131599"/>
              <a:ext cx="728376" cy="516159"/>
            </a:xfrm>
            <a:custGeom>
              <a:avLst/>
              <a:gdLst>
                <a:gd name="connsiteX0" fmla="*/ 328422 w 728376"/>
                <a:gd name="connsiteY0" fmla="*/ 82296 h 516159"/>
                <a:gd name="connsiteX1" fmla="*/ 329470 w 728376"/>
                <a:gd name="connsiteY1" fmla="*/ 85725 h 516159"/>
                <a:gd name="connsiteX2" fmla="*/ 330994 w 728376"/>
                <a:gd name="connsiteY2" fmla="*/ 91535 h 516159"/>
                <a:gd name="connsiteX3" fmla="*/ 343853 w 728376"/>
                <a:gd name="connsiteY3" fmla="*/ 119253 h 516159"/>
                <a:gd name="connsiteX4" fmla="*/ 344900 w 728376"/>
                <a:gd name="connsiteY4" fmla="*/ 120491 h 516159"/>
                <a:gd name="connsiteX5" fmla="*/ 345948 w 728376"/>
                <a:gd name="connsiteY5" fmla="*/ 120872 h 516159"/>
                <a:gd name="connsiteX6" fmla="*/ 349091 w 728376"/>
                <a:gd name="connsiteY6" fmla="*/ 122015 h 516159"/>
                <a:gd name="connsiteX7" fmla="*/ 352996 w 728376"/>
                <a:gd name="connsiteY7" fmla="*/ 122111 h 516159"/>
                <a:gd name="connsiteX8" fmla="*/ 432530 w 728376"/>
                <a:gd name="connsiteY8" fmla="*/ 175641 h 516159"/>
                <a:gd name="connsiteX9" fmla="*/ 483394 w 728376"/>
                <a:gd name="connsiteY9" fmla="*/ 196786 h 516159"/>
                <a:gd name="connsiteX10" fmla="*/ 494538 w 728376"/>
                <a:gd name="connsiteY10" fmla="*/ 198882 h 516159"/>
                <a:gd name="connsiteX11" fmla="*/ 504349 w 728376"/>
                <a:gd name="connsiteY11" fmla="*/ 202882 h 516159"/>
                <a:gd name="connsiteX12" fmla="*/ 533400 w 728376"/>
                <a:gd name="connsiteY12" fmla="*/ 219837 h 516159"/>
                <a:gd name="connsiteX13" fmla="*/ 568547 w 728376"/>
                <a:gd name="connsiteY13" fmla="*/ 221552 h 516159"/>
                <a:gd name="connsiteX14" fmla="*/ 589026 w 728376"/>
                <a:gd name="connsiteY14" fmla="*/ 227266 h 516159"/>
                <a:gd name="connsiteX15" fmla="*/ 594646 w 728376"/>
                <a:gd name="connsiteY15" fmla="*/ 229457 h 516159"/>
                <a:gd name="connsiteX16" fmla="*/ 593693 w 728376"/>
                <a:gd name="connsiteY16" fmla="*/ 240125 h 516159"/>
                <a:gd name="connsiteX17" fmla="*/ 590455 w 728376"/>
                <a:gd name="connsiteY17" fmla="*/ 247745 h 516159"/>
                <a:gd name="connsiteX18" fmla="*/ 588550 w 728376"/>
                <a:gd name="connsiteY18" fmla="*/ 252222 h 516159"/>
                <a:gd name="connsiteX19" fmla="*/ 587407 w 728376"/>
                <a:gd name="connsiteY19" fmla="*/ 253936 h 516159"/>
                <a:gd name="connsiteX20" fmla="*/ 586740 w 728376"/>
                <a:gd name="connsiteY20" fmla="*/ 254889 h 516159"/>
                <a:gd name="connsiteX21" fmla="*/ 586073 w 728376"/>
                <a:gd name="connsiteY21" fmla="*/ 255461 h 516159"/>
                <a:gd name="connsiteX22" fmla="*/ 585502 w 728376"/>
                <a:gd name="connsiteY22" fmla="*/ 256032 h 516159"/>
                <a:gd name="connsiteX23" fmla="*/ 587883 w 728376"/>
                <a:gd name="connsiteY23" fmla="*/ 281845 h 516159"/>
                <a:gd name="connsiteX24" fmla="*/ 597694 w 728376"/>
                <a:gd name="connsiteY24" fmla="*/ 311753 h 516159"/>
                <a:gd name="connsiteX25" fmla="*/ 605790 w 728376"/>
                <a:gd name="connsiteY25" fmla="*/ 326136 h 516159"/>
                <a:gd name="connsiteX26" fmla="*/ 606933 w 728376"/>
                <a:gd name="connsiteY26" fmla="*/ 326327 h 516159"/>
                <a:gd name="connsiteX27" fmla="*/ 622935 w 728376"/>
                <a:gd name="connsiteY27" fmla="*/ 333565 h 516159"/>
                <a:gd name="connsiteX28" fmla="*/ 659797 w 728376"/>
                <a:gd name="connsiteY28" fmla="*/ 365189 h 516159"/>
                <a:gd name="connsiteX29" fmla="*/ 719328 w 728376"/>
                <a:gd name="connsiteY29" fmla="*/ 380238 h 516159"/>
                <a:gd name="connsiteX30" fmla="*/ 722662 w 728376"/>
                <a:gd name="connsiteY30" fmla="*/ 383381 h 516159"/>
                <a:gd name="connsiteX31" fmla="*/ 728377 w 728376"/>
                <a:gd name="connsiteY31" fmla="*/ 394430 h 516159"/>
                <a:gd name="connsiteX32" fmla="*/ 713518 w 728376"/>
                <a:gd name="connsiteY32" fmla="*/ 416814 h 516159"/>
                <a:gd name="connsiteX33" fmla="*/ 695039 w 728376"/>
                <a:gd name="connsiteY33" fmla="*/ 452342 h 516159"/>
                <a:gd name="connsiteX34" fmla="*/ 668941 w 728376"/>
                <a:gd name="connsiteY34" fmla="*/ 476536 h 516159"/>
                <a:gd name="connsiteX35" fmla="*/ 662369 w 728376"/>
                <a:gd name="connsiteY35" fmla="*/ 489299 h 516159"/>
                <a:gd name="connsiteX36" fmla="*/ 661797 w 728376"/>
                <a:gd name="connsiteY36" fmla="*/ 510445 h 516159"/>
                <a:gd name="connsiteX37" fmla="*/ 642747 w 728376"/>
                <a:gd name="connsiteY37" fmla="*/ 516160 h 516159"/>
                <a:gd name="connsiteX38" fmla="*/ 629984 w 728376"/>
                <a:gd name="connsiteY38" fmla="*/ 511493 h 516159"/>
                <a:gd name="connsiteX39" fmla="*/ 614934 w 728376"/>
                <a:gd name="connsiteY39" fmla="*/ 505873 h 516159"/>
                <a:gd name="connsiteX40" fmla="*/ 596837 w 728376"/>
                <a:gd name="connsiteY40" fmla="*/ 441484 h 516159"/>
                <a:gd name="connsiteX41" fmla="*/ 556165 w 728376"/>
                <a:gd name="connsiteY41" fmla="*/ 386239 h 516159"/>
                <a:gd name="connsiteX42" fmla="*/ 504730 w 728376"/>
                <a:gd name="connsiteY42" fmla="*/ 367570 h 516159"/>
                <a:gd name="connsiteX43" fmla="*/ 501872 w 728376"/>
                <a:gd name="connsiteY43" fmla="*/ 366808 h 516159"/>
                <a:gd name="connsiteX44" fmla="*/ 497396 w 728376"/>
                <a:gd name="connsiteY44" fmla="*/ 365760 h 516159"/>
                <a:gd name="connsiteX45" fmla="*/ 466725 w 728376"/>
                <a:gd name="connsiteY45" fmla="*/ 359569 h 516159"/>
                <a:gd name="connsiteX46" fmla="*/ 464439 w 728376"/>
                <a:gd name="connsiteY46" fmla="*/ 359664 h 516159"/>
                <a:gd name="connsiteX47" fmla="*/ 460534 w 728376"/>
                <a:gd name="connsiteY47" fmla="*/ 359855 h 516159"/>
                <a:gd name="connsiteX48" fmla="*/ 446532 w 728376"/>
                <a:gd name="connsiteY48" fmla="*/ 361378 h 516159"/>
                <a:gd name="connsiteX49" fmla="*/ 413671 w 728376"/>
                <a:gd name="connsiteY49" fmla="*/ 378714 h 516159"/>
                <a:gd name="connsiteX50" fmla="*/ 407575 w 728376"/>
                <a:gd name="connsiteY50" fmla="*/ 381953 h 516159"/>
                <a:gd name="connsiteX51" fmla="*/ 370046 w 728376"/>
                <a:gd name="connsiteY51" fmla="*/ 415481 h 516159"/>
                <a:gd name="connsiteX52" fmla="*/ 369665 w 728376"/>
                <a:gd name="connsiteY52" fmla="*/ 418148 h 516159"/>
                <a:gd name="connsiteX53" fmla="*/ 369475 w 728376"/>
                <a:gd name="connsiteY53" fmla="*/ 419767 h 516159"/>
                <a:gd name="connsiteX54" fmla="*/ 363474 w 728376"/>
                <a:gd name="connsiteY54" fmla="*/ 423196 h 516159"/>
                <a:gd name="connsiteX55" fmla="*/ 353092 w 728376"/>
                <a:gd name="connsiteY55" fmla="*/ 423958 h 516159"/>
                <a:gd name="connsiteX56" fmla="*/ 348520 w 728376"/>
                <a:gd name="connsiteY56" fmla="*/ 421767 h 516159"/>
                <a:gd name="connsiteX57" fmla="*/ 327184 w 728376"/>
                <a:gd name="connsiteY57" fmla="*/ 392335 h 516159"/>
                <a:gd name="connsiteX58" fmla="*/ 318326 w 728376"/>
                <a:gd name="connsiteY58" fmla="*/ 354140 h 516159"/>
                <a:gd name="connsiteX59" fmla="*/ 324803 w 728376"/>
                <a:gd name="connsiteY59" fmla="*/ 340043 h 516159"/>
                <a:gd name="connsiteX60" fmla="*/ 334518 w 728376"/>
                <a:gd name="connsiteY60" fmla="*/ 334423 h 516159"/>
                <a:gd name="connsiteX61" fmla="*/ 319183 w 728376"/>
                <a:gd name="connsiteY61" fmla="*/ 320802 h 516159"/>
                <a:gd name="connsiteX62" fmla="*/ 311277 w 728376"/>
                <a:gd name="connsiteY62" fmla="*/ 314325 h 516159"/>
                <a:gd name="connsiteX63" fmla="*/ 206978 w 728376"/>
                <a:gd name="connsiteY63" fmla="*/ 244602 h 516159"/>
                <a:gd name="connsiteX64" fmla="*/ 190881 w 728376"/>
                <a:gd name="connsiteY64" fmla="*/ 234601 h 516159"/>
                <a:gd name="connsiteX65" fmla="*/ 128492 w 728376"/>
                <a:gd name="connsiteY65" fmla="*/ 164878 h 516159"/>
                <a:gd name="connsiteX66" fmla="*/ 111062 w 728376"/>
                <a:gd name="connsiteY66" fmla="*/ 148971 h 516159"/>
                <a:gd name="connsiteX67" fmla="*/ 91630 w 728376"/>
                <a:gd name="connsiteY67" fmla="*/ 148876 h 516159"/>
                <a:gd name="connsiteX68" fmla="*/ 98298 w 728376"/>
                <a:gd name="connsiteY68" fmla="*/ 143542 h 516159"/>
                <a:gd name="connsiteX69" fmla="*/ 98488 w 728376"/>
                <a:gd name="connsiteY69" fmla="*/ 136207 h 516159"/>
                <a:gd name="connsiteX70" fmla="*/ 90964 w 728376"/>
                <a:gd name="connsiteY70" fmla="*/ 132207 h 516159"/>
                <a:gd name="connsiteX71" fmla="*/ 80677 w 728376"/>
                <a:gd name="connsiteY71" fmla="*/ 133445 h 516159"/>
                <a:gd name="connsiteX72" fmla="*/ 56864 w 728376"/>
                <a:gd name="connsiteY72" fmla="*/ 147352 h 516159"/>
                <a:gd name="connsiteX73" fmla="*/ 28956 w 728376"/>
                <a:gd name="connsiteY73" fmla="*/ 139922 h 516159"/>
                <a:gd name="connsiteX74" fmla="*/ 23146 w 728376"/>
                <a:gd name="connsiteY74" fmla="*/ 132207 h 516159"/>
                <a:gd name="connsiteX75" fmla="*/ 25527 w 728376"/>
                <a:gd name="connsiteY75" fmla="*/ 117443 h 516159"/>
                <a:gd name="connsiteX76" fmla="*/ 0 w 728376"/>
                <a:gd name="connsiteY76" fmla="*/ 93916 h 516159"/>
                <a:gd name="connsiteX77" fmla="*/ 29718 w 728376"/>
                <a:gd name="connsiteY77" fmla="*/ 71437 h 516159"/>
                <a:gd name="connsiteX78" fmla="*/ 62675 w 728376"/>
                <a:gd name="connsiteY78" fmla="*/ 49244 h 516159"/>
                <a:gd name="connsiteX79" fmla="*/ 154400 w 728376"/>
                <a:gd name="connsiteY79" fmla="*/ 2000 h 516159"/>
                <a:gd name="connsiteX80" fmla="*/ 155543 w 728376"/>
                <a:gd name="connsiteY80" fmla="*/ 1810 h 516159"/>
                <a:gd name="connsiteX81" fmla="*/ 173069 w 728376"/>
                <a:gd name="connsiteY81" fmla="*/ 0 h 516159"/>
                <a:gd name="connsiteX82" fmla="*/ 178975 w 728376"/>
                <a:gd name="connsiteY82" fmla="*/ 7144 h 516159"/>
                <a:gd name="connsiteX83" fmla="*/ 183833 w 728376"/>
                <a:gd name="connsiteY83" fmla="*/ 12763 h 516159"/>
                <a:gd name="connsiteX84" fmla="*/ 190881 w 728376"/>
                <a:gd name="connsiteY84" fmla="*/ 20288 h 516159"/>
                <a:gd name="connsiteX85" fmla="*/ 199072 w 728376"/>
                <a:gd name="connsiteY85" fmla="*/ 24860 h 516159"/>
                <a:gd name="connsiteX86" fmla="*/ 303657 w 728376"/>
                <a:gd name="connsiteY86" fmla="*/ 77152 h 516159"/>
                <a:gd name="connsiteX87" fmla="*/ 328422 w 728376"/>
                <a:gd name="connsiteY87" fmla="*/ 82296 h 516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728376" h="516159">
                  <a:moveTo>
                    <a:pt x="328422" y="82296"/>
                  </a:moveTo>
                  <a:lnTo>
                    <a:pt x="329470" y="85725"/>
                  </a:lnTo>
                  <a:lnTo>
                    <a:pt x="330994" y="91535"/>
                  </a:lnTo>
                  <a:lnTo>
                    <a:pt x="343853" y="119253"/>
                  </a:lnTo>
                  <a:lnTo>
                    <a:pt x="344900" y="120491"/>
                  </a:lnTo>
                  <a:lnTo>
                    <a:pt x="345948" y="120872"/>
                  </a:lnTo>
                  <a:lnTo>
                    <a:pt x="349091" y="122015"/>
                  </a:lnTo>
                  <a:lnTo>
                    <a:pt x="352996" y="122111"/>
                  </a:lnTo>
                  <a:lnTo>
                    <a:pt x="432530" y="175641"/>
                  </a:lnTo>
                  <a:lnTo>
                    <a:pt x="483394" y="196786"/>
                  </a:lnTo>
                  <a:lnTo>
                    <a:pt x="494538" y="198882"/>
                  </a:lnTo>
                  <a:lnTo>
                    <a:pt x="504349" y="202882"/>
                  </a:lnTo>
                  <a:lnTo>
                    <a:pt x="533400" y="219837"/>
                  </a:lnTo>
                  <a:lnTo>
                    <a:pt x="568547" y="221552"/>
                  </a:lnTo>
                  <a:lnTo>
                    <a:pt x="589026" y="227266"/>
                  </a:lnTo>
                  <a:lnTo>
                    <a:pt x="594646" y="229457"/>
                  </a:lnTo>
                  <a:lnTo>
                    <a:pt x="593693" y="240125"/>
                  </a:lnTo>
                  <a:lnTo>
                    <a:pt x="590455" y="247745"/>
                  </a:lnTo>
                  <a:lnTo>
                    <a:pt x="588550" y="252222"/>
                  </a:lnTo>
                  <a:lnTo>
                    <a:pt x="587407" y="253936"/>
                  </a:lnTo>
                  <a:lnTo>
                    <a:pt x="586740" y="254889"/>
                  </a:lnTo>
                  <a:lnTo>
                    <a:pt x="586073" y="255461"/>
                  </a:lnTo>
                  <a:lnTo>
                    <a:pt x="585502" y="256032"/>
                  </a:lnTo>
                  <a:lnTo>
                    <a:pt x="587883" y="281845"/>
                  </a:lnTo>
                  <a:lnTo>
                    <a:pt x="597694" y="311753"/>
                  </a:lnTo>
                  <a:lnTo>
                    <a:pt x="605790" y="326136"/>
                  </a:lnTo>
                  <a:lnTo>
                    <a:pt x="606933" y="326327"/>
                  </a:lnTo>
                  <a:lnTo>
                    <a:pt x="622935" y="333565"/>
                  </a:lnTo>
                  <a:lnTo>
                    <a:pt x="659797" y="365189"/>
                  </a:lnTo>
                  <a:lnTo>
                    <a:pt x="719328" y="380238"/>
                  </a:lnTo>
                  <a:lnTo>
                    <a:pt x="722662" y="383381"/>
                  </a:lnTo>
                  <a:lnTo>
                    <a:pt x="728377" y="394430"/>
                  </a:lnTo>
                  <a:lnTo>
                    <a:pt x="713518" y="416814"/>
                  </a:lnTo>
                  <a:lnTo>
                    <a:pt x="695039" y="452342"/>
                  </a:lnTo>
                  <a:lnTo>
                    <a:pt x="668941" y="476536"/>
                  </a:lnTo>
                  <a:lnTo>
                    <a:pt x="662369" y="489299"/>
                  </a:lnTo>
                  <a:lnTo>
                    <a:pt x="661797" y="510445"/>
                  </a:lnTo>
                  <a:lnTo>
                    <a:pt x="642747" y="516160"/>
                  </a:lnTo>
                  <a:lnTo>
                    <a:pt x="629984" y="511493"/>
                  </a:lnTo>
                  <a:lnTo>
                    <a:pt x="614934" y="505873"/>
                  </a:lnTo>
                  <a:lnTo>
                    <a:pt x="596837" y="441484"/>
                  </a:lnTo>
                  <a:lnTo>
                    <a:pt x="556165" y="386239"/>
                  </a:lnTo>
                  <a:lnTo>
                    <a:pt x="504730" y="367570"/>
                  </a:lnTo>
                  <a:lnTo>
                    <a:pt x="501872" y="366808"/>
                  </a:lnTo>
                  <a:lnTo>
                    <a:pt x="497396" y="365760"/>
                  </a:lnTo>
                  <a:lnTo>
                    <a:pt x="466725" y="359569"/>
                  </a:lnTo>
                  <a:lnTo>
                    <a:pt x="464439" y="359664"/>
                  </a:lnTo>
                  <a:lnTo>
                    <a:pt x="460534" y="359855"/>
                  </a:lnTo>
                  <a:lnTo>
                    <a:pt x="446532" y="361378"/>
                  </a:lnTo>
                  <a:lnTo>
                    <a:pt x="413671" y="378714"/>
                  </a:lnTo>
                  <a:lnTo>
                    <a:pt x="407575" y="381953"/>
                  </a:lnTo>
                  <a:lnTo>
                    <a:pt x="370046" y="415481"/>
                  </a:lnTo>
                  <a:lnTo>
                    <a:pt x="369665" y="418148"/>
                  </a:lnTo>
                  <a:lnTo>
                    <a:pt x="369475" y="419767"/>
                  </a:lnTo>
                  <a:lnTo>
                    <a:pt x="363474" y="423196"/>
                  </a:lnTo>
                  <a:lnTo>
                    <a:pt x="353092" y="423958"/>
                  </a:lnTo>
                  <a:lnTo>
                    <a:pt x="348520" y="421767"/>
                  </a:lnTo>
                  <a:lnTo>
                    <a:pt x="327184" y="392335"/>
                  </a:lnTo>
                  <a:lnTo>
                    <a:pt x="318326" y="354140"/>
                  </a:lnTo>
                  <a:lnTo>
                    <a:pt x="324803" y="340043"/>
                  </a:lnTo>
                  <a:lnTo>
                    <a:pt x="334518" y="334423"/>
                  </a:lnTo>
                  <a:lnTo>
                    <a:pt x="319183" y="320802"/>
                  </a:lnTo>
                  <a:lnTo>
                    <a:pt x="311277" y="314325"/>
                  </a:lnTo>
                  <a:lnTo>
                    <a:pt x="206978" y="244602"/>
                  </a:lnTo>
                  <a:lnTo>
                    <a:pt x="190881" y="234601"/>
                  </a:lnTo>
                  <a:lnTo>
                    <a:pt x="128492" y="164878"/>
                  </a:lnTo>
                  <a:lnTo>
                    <a:pt x="111062" y="148971"/>
                  </a:lnTo>
                  <a:lnTo>
                    <a:pt x="91630" y="148876"/>
                  </a:lnTo>
                  <a:lnTo>
                    <a:pt x="98298" y="143542"/>
                  </a:lnTo>
                  <a:lnTo>
                    <a:pt x="98488" y="136207"/>
                  </a:lnTo>
                  <a:lnTo>
                    <a:pt x="90964" y="132207"/>
                  </a:lnTo>
                  <a:lnTo>
                    <a:pt x="80677" y="133445"/>
                  </a:lnTo>
                  <a:lnTo>
                    <a:pt x="56864" y="147352"/>
                  </a:lnTo>
                  <a:lnTo>
                    <a:pt x="28956" y="139922"/>
                  </a:lnTo>
                  <a:lnTo>
                    <a:pt x="23146" y="132207"/>
                  </a:lnTo>
                  <a:lnTo>
                    <a:pt x="25527" y="117443"/>
                  </a:lnTo>
                  <a:lnTo>
                    <a:pt x="0" y="93916"/>
                  </a:lnTo>
                  <a:lnTo>
                    <a:pt x="29718" y="71437"/>
                  </a:lnTo>
                  <a:lnTo>
                    <a:pt x="62675" y="49244"/>
                  </a:lnTo>
                  <a:lnTo>
                    <a:pt x="154400" y="2000"/>
                  </a:lnTo>
                  <a:lnTo>
                    <a:pt x="155543" y="1810"/>
                  </a:lnTo>
                  <a:lnTo>
                    <a:pt x="173069" y="0"/>
                  </a:lnTo>
                  <a:lnTo>
                    <a:pt x="178975" y="7144"/>
                  </a:lnTo>
                  <a:lnTo>
                    <a:pt x="183833" y="12763"/>
                  </a:lnTo>
                  <a:lnTo>
                    <a:pt x="190881" y="20288"/>
                  </a:lnTo>
                  <a:lnTo>
                    <a:pt x="199072" y="24860"/>
                  </a:lnTo>
                  <a:lnTo>
                    <a:pt x="303657" y="77152"/>
                  </a:lnTo>
                  <a:lnTo>
                    <a:pt x="328422" y="8229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1" name="서울특별시 성북구 길음1동">
              <a:extLst>
                <a:ext uri="{FF2B5EF4-FFF2-40B4-BE49-F238E27FC236}">
                  <a16:creationId xmlns:a16="http://schemas.microsoft.com/office/drawing/2014/main" id="{5DCF0D46-D090-81AF-3187-7816FF23441E}"/>
                </a:ext>
              </a:extLst>
            </p:cNvPr>
            <p:cNvSpPr/>
            <p:nvPr/>
          </p:nvSpPr>
          <p:spPr>
            <a:xfrm>
              <a:off x="6830567" y="2523267"/>
              <a:ext cx="209073" cy="242792"/>
            </a:xfrm>
            <a:custGeom>
              <a:avLst/>
              <a:gdLst>
                <a:gd name="connsiteX0" fmla="*/ 137731 w 209073"/>
                <a:gd name="connsiteY0" fmla="*/ 48482 h 242792"/>
                <a:gd name="connsiteX1" fmla="*/ 141446 w 209073"/>
                <a:gd name="connsiteY1" fmla="*/ 66961 h 242792"/>
                <a:gd name="connsiteX2" fmla="*/ 141446 w 209073"/>
                <a:gd name="connsiteY2" fmla="*/ 68104 h 242792"/>
                <a:gd name="connsiteX3" fmla="*/ 154019 w 209073"/>
                <a:gd name="connsiteY3" fmla="*/ 104489 h 242792"/>
                <a:gd name="connsiteX4" fmla="*/ 168973 w 209073"/>
                <a:gd name="connsiteY4" fmla="*/ 147542 h 242792"/>
                <a:gd name="connsiteX5" fmla="*/ 177355 w 209073"/>
                <a:gd name="connsiteY5" fmla="*/ 170402 h 242792"/>
                <a:gd name="connsiteX6" fmla="*/ 184213 w 209073"/>
                <a:gd name="connsiteY6" fmla="*/ 180689 h 242792"/>
                <a:gd name="connsiteX7" fmla="*/ 189833 w 209073"/>
                <a:gd name="connsiteY7" fmla="*/ 189071 h 242792"/>
                <a:gd name="connsiteX8" fmla="*/ 192596 w 209073"/>
                <a:gd name="connsiteY8" fmla="*/ 192881 h 242792"/>
                <a:gd name="connsiteX9" fmla="*/ 193643 w 209073"/>
                <a:gd name="connsiteY9" fmla="*/ 194310 h 242792"/>
                <a:gd name="connsiteX10" fmla="*/ 197072 w 209073"/>
                <a:gd name="connsiteY10" fmla="*/ 198882 h 242792"/>
                <a:gd name="connsiteX11" fmla="*/ 197834 w 209073"/>
                <a:gd name="connsiteY11" fmla="*/ 200025 h 242792"/>
                <a:gd name="connsiteX12" fmla="*/ 199644 w 209073"/>
                <a:gd name="connsiteY12" fmla="*/ 202406 h 242792"/>
                <a:gd name="connsiteX13" fmla="*/ 200406 w 209073"/>
                <a:gd name="connsiteY13" fmla="*/ 203454 h 242792"/>
                <a:gd name="connsiteX14" fmla="*/ 209074 w 209073"/>
                <a:gd name="connsiteY14" fmla="*/ 213550 h 242792"/>
                <a:gd name="connsiteX15" fmla="*/ 130588 w 209073"/>
                <a:gd name="connsiteY15" fmla="*/ 242792 h 242792"/>
                <a:gd name="connsiteX16" fmla="*/ 91630 w 209073"/>
                <a:gd name="connsiteY16" fmla="*/ 228124 h 242792"/>
                <a:gd name="connsiteX17" fmla="*/ 60484 w 209073"/>
                <a:gd name="connsiteY17" fmla="*/ 201644 h 242792"/>
                <a:gd name="connsiteX18" fmla="*/ 35719 w 209073"/>
                <a:gd name="connsiteY18" fmla="*/ 132302 h 242792"/>
                <a:gd name="connsiteX19" fmla="*/ 24098 w 209073"/>
                <a:gd name="connsiteY19" fmla="*/ 90583 h 242792"/>
                <a:gd name="connsiteX20" fmla="*/ 3048 w 209073"/>
                <a:gd name="connsiteY20" fmla="*/ 54673 h 242792"/>
                <a:gd name="connsiteX21" fmla="*/ 0 w 209073"/>
                <a:gd name="connsiteY21" fmla="*/ 25146 h 242792"/>
                <a:gd name="connsiteX22" fmla="*/ 14859 w 209073"/>
                <a:gd name="connsiteY22" fmla="*/ 2762 h 242792"/>
                <a:gd name="connsiteX23" fmla="*/ 34004 w 209073"/>
                <a:gd name="connsiteY23" fmla="*/ 0 h 242792"/>
                <a:gd name="connsiteX24" fmla="*/ 58198 w 209073"/>
                <a:gd name="connsiteY24" fmla="*/ 7048 h 242792"/>
                <a:gd name="connsiteX25" fmla="*/ 87439 w 209073"/>
                <a:gd name="connsiteY25" fmla="*/ 21908 h 242792"/>
                <a:gd name="connsiteX26" fmla="*/ 97155 w 209073"/>
                <a:gd name="connsiteY26" fmla="*/ 30956 h 242792"/>
                <a:gd name="connsiteX27" fmla="*/ 107823 w 209073"/>
                <a:gd name="connsiteY27" fmla="*/ 42481 h 242792"/>
                <a:gd name="connsiteX28" fmla="*/ 109633 w 209073"/>
                <a:gd name="connsiteY28" fmla="*/ 43720 h 242792"/>
                <a:gd name="connsiteX29" fmla="*/ 111919 w 209073"/>
                <a:gd name="connsiteY29" fmla="*/ 44291 h 242792"/>
                <a:gd name="connsiteX30" fmla="*/ 112967 w 209073"/>
                <a:gd name="connsiteY30" fmla="*/ 44577 h 242792"/>
                <a:gd name="connsiteX31" fmla="*/ 137731 w 209073"/>
                <a:gd name="connsiteY31" fmla="*/ 48482 h 24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9073" h="242792">
                  <a:moveTo>
                    <a:pt x="137731" y="48482"/>
                  </a:moveTo>
                  <a:lnTo>
                    <a:pt x="141446" y="66961"/>
                  </a:lnTo>
                  <a:lnTo>
                    <a:pt x="141446" y="68104"/>
                  </a:lnTo>
                  <a:lnTo>
                    <a:pt x="154019" y="104489"/>
                  </a:lnTo>
                  <a:lnTo>
                    <a:pt x="168973" y="147542"/>
                  </a:lnTo>
                  <a:lnTo>
                    <a:pt x="177355" y="170402"/>
                  </a:lnTo>
                  <a:lnTo>
                    <a:pt x="184213" y="180689"/>
                  </a:lnTo>
                  <a:lnTo>
                    <a:pt x="189833" y="189071"/>
                  </a:lnTo>
                  <a:lnTo>
                    <a:pt x="192596" y="192881"/>
                  </a:lnTo>
                  <a:lnTo>
                    <a:pt x="193643" y="194310"/>
                  </a:lnTo>
                  <a:lnTo>
                    <a:pt x="197072" y="198882"/>
                  </a:lnTo>
                  <a:lnTo>
                    <a:pt x="197834" y="200025"/>
                  </a:lnTo>
                  <a:lnTo>
                    <a:pt x="199644" y="202406"/>
                  </a:lnTo>
                  <a:lnTo>
                    <a:pt x="200406" y="203454"/>
                  </a:lnTo>
                  <a:lnTo>
                    <a:pt x="209074" y="213550"/>
                  </a:lnTo>
                  <a:lnTo>
                    <a:pt x="130588" y="242792"/>
                  </a:lnTo>
                  <a:lnTo>
                    <a:pt x="91630" y="228124"/>
                  </a:lnTo>
                  <a:lnTo>
                    <a:pt x="60484" y="201644"/>
                  </a:lnTo>
                  <a:lnTo>
                    <a:pt x="35719" y="132302"/>
                  </a:lnTo>
                  <a:lnTo>
                    <a:pt x="24098" y="90583"/>
                  </a:lnTo>
                  <a:lnTo>
                    <a:pt x="3048" y="54673"/>
                  </a:lnTo>
                  <a:lnTo>
                    <a:pt x="0" y="25146"/>
                  </a:lnTo>
                  <a:lnTo>
                    <a:pt x="14859" y="2762"/>
                  </a:lnTo>
                  <a:lnTo>
                    <a:pt x="34004" y="0"/>
                  </a:lnTo>
                  <a:lnTo>
                    <a:pt x="58198" y="7048"/>
                  </a:lnTo>
                  <a:lnTo>
                    <a:pt x="87439" y="21908"/>
                  </a:lnTo>
                  <a:lnTo>
                    <a:pt x="97155" y="30956"/>
                  </a:lnTo>
                  <a:lnTo>
                    <a:pt x="107823" y="42481"/>
                  </a:lnTo>
                  <a:lnTo>
                    <a:pt x="109633" y="43720"/>
                  </a:lnTo>
                  <a:lnTo>
                    <a:pt x="111919" y="44291"/>
                  </a:lnTo>
                  <a:lnTo>
                    <a:pt x="112967" y="44577"/>
                  </a:lnTo>
                  <a:lnTo>
                    <a:pt x="137731" y="4848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2" name="서울특별시 성북구 길음2동">
              <a:extLst>
                <a:ext uri="{FF2B5EF4-FFF2-40B4-BE49-F238E27FC236}">
                  <a16:creationId xmlns:a16="http://schemas.microsoft.com/office/drawing/2014/main" id="{BA52622F-E4A4-9D4F-2D21-ACBF4BEE9671}"/>
                </a:ext>
              </a:extLst>
            </p:cNvPr>
            <p:cNvSpPr/>
            <p:nvPr/>
          </p:nvSpPr>
          <p:spPr>
            <a:xfrm>
              <a:off x="6972014" y="2566701"/>
              <a:ext cx="180213" cy="170116"/>
            </a:xfrm>
            <a:custGeom>
              <a:avLst/>
              <a:gdLst>
                <a:gd name="connsiteX0" fmla="*/ 140398 w 180213"/>
                <a:gd name="connsiteY0" fmla="*/ 4000 h 170116"/>
                <a:gd name="connsiteX1" fmla="*/ 148209 w 180213"/>
                <a:gd name="connsiteY1" fmla="*/ 62103 h 170116"/>
                <a:gd name="connsiteX2" fmla="*/ 180213 w 180213"/>
                <a:gd name="connsiteY2" fmla="*/ 165163 h 170116"/>
                <a:gd name="connsiteX3" fmla="*/ 144685 w 180213"/>
                <a:gd name="connsiteY3" fmla="*/ 155258 h 170116"/>
                <a:gd name="connsiteX4" fmla="*/ 67628 w 180213"/>
                <a:gd name="connsiteY4" fmla="*/ 170117 h 170116"/>
                <a:gd name="connsiteX5" fmla="*/ 58960 w 180213"/>
                <a:gd name="connsiteY5" fmla="*/ 160020 h 170116"/>
                <a:gd name="connsiteX6" fmla="*/ 58198 w 180213"/>
                <a:gd name="connsiteY6" fmla="*/ 158972 h 170116"/>
                <a:gd name="connsiteX7" fmla="*/ 56388 w 180213"/>
                <a:gd name="connsiteY7" fmla="*/ 156591 h 170116"/>
                <a:gd name="connsiteX8" fmla="*/ 55626 w 180213"/>
                <a:gd name="connsiteY8" fmla="*/ 155448 h 170116"/>
                <a:gd name="connsiteX9" fmla="*/ 52197 w 180213"/>
                <a:gd name="connsiteY9" fmla="*/ 150876 h 170116"/>
                <a:gd name="connsiteX10" fmla="*/ 51149 w 180213"/>
                <a:gd name="connsiteY10" fmla="*/ 149447 h 170116"/>
                <a:gd name="connsiteX11" fmla="*/ 48387 w 180213"/>
                <a:gd name="connsiteY11" fmla="*/ 145637 h 170116"/>
                <a:gd name="connsiteX12" fmla="*/ 42767 w 180213"/>
                <a:gd name="connsiteY12" fmla="*/ 137255 h 170116"/>
                <a:gd name="connsiteX13" fmla="*/ 35909 w 180213"/>
                <a:gd name="connsiteY13" fmla="*/ 126968 h 170116"/>
                <a:gd name="connsiteX14" fmla="*/ 27527 w 180213"/>
                <a:gd name="connsiteY14" fmla="*/ 104108 h 170116"/>
                <a:gd name="connsiteX15" fmla="*/ 12573 w 180213"/>
                <a:gd name="connsiteY15" fmla="*/ 61055 h 170116"/>
                <a:gd name="connsiteX16" fmla="*/ 0 w 180213"/>
                <a:gd name="connsiteY16" fmla="*/ 24670 h 170116"/>
                <a:gd name="connsiteX17" fmla="*/ 0 w 180213"/>
                <a:gd name="connsiteY17" fmla="*/ 23527 h 170116"/>
                <a:gd name="connsiteX18" fmla="*/ 90392 w 180213"/>
                <a:gd name="connsiteY18" fmla="*/ 0 h 170116"/>
                <a:gd name="connsiteX19" fmla="*/ 140398 w 180213"/>
                <a:gd name="connsiteY19" fmla="*/ 4000 h 17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0213" h="170116">
                  <a:moveTo>
                    <a:pt x="140398" y="4000"/>
                  </a:moveTo>
                  <a:lnTo>
                    <a:pt x="148209" y="62103"/>
                  </a:lnTo>
                  <a:lnTo>
                    <a:pt x="180213" y="165163"/>
                  </a:lnTo>
                  <a:lnTo>
                    <a:pt x="144685" y="155258"/>
                  </a:lnTo>
                  <a:lnTo>
                    <a:pt x="67628" y="170117"/>
                  </a:lnTo>
                  <a:lnTo>
                    <a:pt x="58960" y="160020"/>
                  </a:lnTo>
                  <a:lnTo>
                    <a:pt x="58198" y="158972"/>
                  </a:lnTo>
                  <a:lnTo>
                    <a:pt x="56388" y="156591"/>
                  </a:lnTo>
                  <a:lnTo>
                    <a:pt x="55626" y="155448"/>
                  </a:lnTo>
                  <a:lnTo>
                    <a:pt x="52197" y="150876"/>
                  </a:lnTo>
                  <a:lnTo>
                    <a:pt x="51149" y="149447"/>
                  </a:lnTo>
                  <a:lnTo>
                    <a:pt x="48387" y="145637"/>
                  </a:lnTo>
                  <a:lnTo>
                    <a:pt x="42767" y="137255"/>
                  </a:lnTo>
                  <a:lnTo>
                    <a:pt x="35909" y="126968"/>
                  </a:lnTo>
                  <a:lnTo>
                    <a:pt x="27527" y="104108"/>
                  </a:lnTo>
                  <a:lnTo>
                    <a:pt x="12573" y="61055"/>
                  </a:lnTo>
                  <a:lnTo>
                    <a:pt x="0" y="24670"/>
                  </a:lnTo>
                  <a:lnTo>
                    <a:pt x="0" y="23527"/>
                  </a:lnTo>
                  <a:lnTo>
                    <a:pt x="90392" y="0"/>
                  </a:lnTo>
                  <a:lnTo>
                    <a:pt x="140398" y="400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3" name="서울특별시 성북구 월곡1동">
              <a:extLst>
                <a:ext uri="{FF2B5EF4-FFF2-40B4-BE49-F238E27FC236}">
                  <a16:creationId xmlns:a16="http://schemas.microsoft.com/office/drawing/2014/main" id="{B1FF929B-A628-6595-FA8C-9A1840A8BEE4}"/>
                </a:ext>
              </a:extLst>
            </p:cNvPr>
            <p:cNvSpPr/>
            <p:nvPr/>
          </p:nvSpPr>
          <p:spPr>
            <a:xfrm>
              <a:off x="7120223" y="2564034"/>
              <a:ext cx="239077" cy="185261"/>
            </a:xfrm>
            <a:custGeom>
              <a:avLst/>
              <a:gdLst>
                <a:gd name="connsiteX0" fmla="*/ 239078 w 239077"/>
                <a:gd name="connsiteY0" fmla="*/ 23336 h 185261"/>
                <a:gd name="connsiteX1" fmla="*/ 230982 w 239077"/>
                <a:gd name="connsiteY1" fmla="*/ 36767 h 185261"/>
                <a:gd name="connsiteX2" fmla="*/ 229553 w 239077"/>
                <a:gd name="connsiteY2" fmla="*/ 39624 h 185261"/>
                <a:gd name="connsiteX3" fmla="*/ 220123 w 239077"/>
                <a:gd name="connsiteY3" fmla="*/ 63437 h 185261"/>
                <a:gd name="connsiteX4" fmla="*/ 217646 w 239077"/>
                <a:gd name="connsiteY4" fmla="*/ 92773 h 185261"/>
                <a:gd name="connsiteX5" fmla="*/ 181070 w 239077"/>
                <a:gd name="connsiteY5" fmla="*/ 118967 h 185261"/>
                <a:gd name="connsiteX6" fmla="*/ 148876 w 239077"/>
                <a:gd name="connsiteY6" fmla="*/ 134302 h 185261"/>
                <a:gd name="connsiteX7" fmla="*/ 148495 w 239077"/>
                <a:gd name="connsiteY7" fmla="*/ 134017 h 185261"/>
                <a:gd name="connsiteX8" fmla="*/ 143447 w 239077"/>
                <a:gd name="connsiteY8" fmla="*/ 130778 h 185261"/>
                <a:gd name="connsiteX9" fmla="*/ 120587 w 239077"/>
                <a:gd name="connsiteY9" fmla="*/ 122587 h 185261"/>
                <a:gd name="connsiteX10" fmla="*/ 118777 w 239077"/>
                <a:gd name="connsiteY10" fmla="*/ 122206 h 185261"/>
                <a:gd name="connsiteX11" fmla="*/ 117158 w 239077"/>
                <a:gd name="connsiteY11" fmla="*/ 121920 h 185261"/>
                <a:gd name="connsiteX12" fmla="*/ 121825 w 239077"/>
                <a:gd name="connsiteY12" fmla="*/ 141160 h 185261"/>
                <a:gd name="connsiteX13" fmla="*/ 130778 w 239077"/>
                <a:gd name="connsiteY13" fmla="*/ 170021 h 185261"/>
                <a:gd name="connsiteX14" fmla="*/ 147066 w 239077"/>
                <a:gd name="connsiteY14" fmla="*/ 185261 h 185261"/>
                <a:gd name="connsiteX15" fmla="*/ 32004 w 239077"/>
                <a:gd name="connsiteY15" fmla="*/ 167830 h 185261"/>
                <a:gd name="connsiteX16" fmla="*/ 0 w 239077"/>
                <a:gd name="connsiteY16" fmla="*/ 64770 h 185261"/>
                <a:gd name="connsiteX17" fmla="*/ 121349 w 239077"/>
                <a:gd name="connsiteY17" fmla="*/ 0 h 185261"/>
                <a:gd name="connsiteX18" fmla="*/ 124301 w 239077"/>
                <a:gd name="connsiteY18" fmla="*/ 95 h 185261"/>
                <a:gd name="connsiteX19" fmla="*/ 156686 w 239077"/>
                <a:gd name="connsiteY19" fmla="*/ 16669 h 185261"/>
                <a:gd name="connsiteX20" fmla="*/ 183166 w 239077"/>
                <a:gd name="connsiteY20" fmla="*/ 29718 h 185261"/>
                <a:gd name="connsiteX21" fmla="*/ 187547 w 239077"/>
                <a:gd name="connsiteY21" fmla="*/ 30289 h 185261"/>
                <a:gd name="connsiteX22" fmla="*/ 189833 w 239077"/>
                <a:gd name="connsiteY22" fmla="*/ 30575 h 185261"/>
                <a:gd name="connsiteX23" fmla="*/ 193262 w 239077"/>
                <a:gd name="connsiteY23" fmla="*/ 30861 h 185261"/>
                <a:gd name="connsiteX24" fmla="*/ 206407 w 239077"/>
                <a:gd name="connsiteY24" fmla="*/ 31813 h 185261"/>
                <a:gd name="connsiteX25" fmla="*/ 209836 w 239077"/>
                <a:gd name="connsiteY25" fmla="*/ 32004 h 185261"/>
                <a:gd name="connsiteX26" fmla="*/ 239078 w 239077"/>
                <a:gd name="connsiteY26" fmla="*/ 23336 h 18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9077" h="185261">
                  <a:moveTo>
                    <a:pt x="239078" y="23336"/>
                  </a:moveTo>
                  <a:lnTo>
                    <a:pt x="230982" y="36767"/>
                  </a:lnTo>
                  <a:lnTo>
                    <a:pt x="229553" y="39624"/>
                  </a:lnTo>
                  <a:lnTo>
                    <a:pt x="220123" y="63437"/>
                  </a:lnTo>
                  <a:lnTo>
                    <a:pt x="217646" y="92773"/>
                  </a:lnTo>
                  <a:lnTo>
                    <a:pt x="181070" y="118967"/>
                  </a:lnTo>
                  <a:lnTo>
                    <a:pt x="148876" y="134302"/>
                  </a:lnTo>
                  <a:lnTo>
                    <a:pt x="148495" y="134017"/>
                  </a:lnTo>
                  <a:lnTo>
                    <a:pt x="143447" y="130778"/>
                  </a:lnTo>
                  <a:lnTo>
                    <a:pt x="120587" y="122587"/>
                  </a:lnTo>
                  <a:lnTo>
                    <a:pt x="118777" y="122206"/>
                  </a:lnTo>
                  <a:lnTo>
                    <a:pt x="117158" y="121920"/>
                  </a:lnTo>
                  <a:lnTo>
                    <a:pt x="121825" y="141160"/>
                  </a:lnTo>
                  <a:lnTo>
                    <a:pt x="130778" y="170021"/>
                  </a:lnTo>
                  <a:lnTo>
                    <a:pt x="147066" y="185261"/>
                  </a:lnTo>
                  <a:lnTo>
                    <a:pt x="32004" y="167830"/>
                  </a:lnTo>
                  <a:lnTo>
                    <a:pt x="0" y="64770"/>
                  </a:lnTo>
                  <a:lnTo>
                    <a:pt x="121349" y="0"/>
                  </a:lnTo>
                  <a:lnTo>
                    <a:pt x="124301" y="95"/>
                  </a:lnTo>
                  <a:lnTo>
                    <a:pt x="156686" y="16669"/>
                  </a:lnTo>
                  <a:lnTo>
                    <a:pt x="183166" y="29718"/>
                  </a:lnTo>
                  <a:lnTo>
                    <a:pt x="187547" y="30289"/>
                  </a:lnTo>
                  <a:lnTo>
                    <a:pt x="189833" y="30575"/>
                  </a:lnTo>
                  <a:lnTo>
                    <a:pt x="193262" y="30861"/>
                  </a:lnTo>
                  <a:lnTo>
                    <a:pt x="206407" y="31813"/>
                  </a:lnTo>
                  <a:lnTo>
                    <a:pt x="209836" y="32004"/>
                  </a:lnTo>
                  <a:lnTo>
                    <a:pt x="239078" y="233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4" name="서울특별시 성북구 월곡2동">
              <a:extLst>
                <a:ext uri="{FF2B5EF4-FFF2-40B4-BE49-F238E27FC236}">
                  <a16:creationId xmlns:a16="http://schemas.microsoft.com/office/drawing/2014/main" id="{649AE5C4-6FEC-BFC9-4D25-D6A901E3EE7D}"/>
                </a:ext>
              </a:extLst>
            </p:cNvPr>
            <p:cNvSpPr/>
            <p:nvPr/>
          </p:nvSpPr>
          <p:spPr>
            <a:xfrm>
              <a:off x="7237380" y="2587370"/>
              <a:ext cx="281749" cy="283273"/>
            </a:xfrm>
            <a:custGeom>
              <a:avLst/>
              <a:gdLst>
                <a:gd name="connsiteX0" fmla="*/ 155162 w 281749"/>
                <a:gd name="connsiteY0" fmla="*/ 2476 h 283273"/>
                <a:gd name="connsiteX1" fmla="*/ 154210 w 281749"/>
                <a:gd name="connsiteY1" fmla="*/ 30004 h 283273"/>
                <a:gd name="connsiteX2" fmla="*/ 154210 w 281749"/>
                <a:gd name="connsiteY2" fmla="*/ 31528 h 283273"/>
                <a:gd name="connsiteX3" fmla="*/ 154591 w 281749"/>
                <a:gd name="connsiteY3" fmla="*/ 33242 h 283273"/>
                <a:gd name="connsiteX4" fmla="*/ 154877 w 281749"/>
                <a:gd name="connsiteY4" fmla="*/ 33814 h 283273"/>
                <a:gd name="connsiteX5" fmla="*/ 155353 w 281749"/>
                <a:gd name="connsiteY5" fmla="*/ 34671 h 283273"/>
                <a:gd name="connsiteX6" fmla="*/ 176593 w 281749"/>
                <a:gd name="connsiteY6" fmla="*/ 55245 h 283273"/>
                <a:gd name="connsiteX7" fmla="*/ 190119 w 281749"/>
                <a:gd name="connsiteY7" fmla="*/ 65151 h 283273"/>
                <a:gd name="connsiteX8" fmla="*/ 202502 w 281749"/>
                <a:gd name="connsiteY8" fmla="*/ 64675 h 283273"/>
                <a:gd name="connsiteX9" fmla="*/ 206978 w 281749"/>
                <a:gd name="connsiteY9" fmla="*/ 64484 h 283273"/>
                <a:gd name="connsiteX10" fmla="*/ 208407 w 281749"/>
                <a:gd name="connsiteY10" fmla="*/ 64294 h 283273"/>
                <a:gd name="connsiteX11" fmla="*/ 224980 w 281749"/>
                <a:gd name="connsiteY11" fmla="*/ 56959 h 283273"/>
                <a:gd name="connsiteX12" fmla="*/ 240602 w 281749"/>
                <a:gd name="connsiteY12" fmla="*/ 46768 h 283273"/>
                <a:gd name="connsiteX13" fmla="*/ 241554 w 281749"/>
                <a:gd name="connsiteY13" fmla="*/ 44577 h 283273"/>
                <a:gd name="connsiteX14" fmla="*/ 243364 w 281749"/>
                <a:gd name="connsiteY14" fmla="*/ 41434 h 283273"/>
                <a:gd name="connsiteX15" fmla="*/ 243744 w 281749"/>
                <a:gd name="connsiteY15" fmla="*/ 40767 h 283273"/>
                <a:gd name="connsiteX16" fmla="*/ 266509 w 281749"/>
                <a:gd name="connsiteY16" fmla="*/ 26765 h 283273"/>
                <a:gd name="connsiteX17" fmla="*/ 272319 w 281749"/>
                <a:gd name="connsiteY17" fmla="*/ 32195 h 283273"/>
                <a:gd name="connsiteX18" fmla="*/ 281749 w 281749"/>
                <a:gd name="connsiteY18" fmla="*/ 41624 h 283273"/>
                <a:gd name="connsiteX19" fmla="*/ 281749 w 281749"/>
                <a:gd name="connsiteY19" fmla="*/ 42482 h 283273"/>
                <a:gd name="connsiteX20" fmla="*/ 281749 w 281749"/>
                <a:gd name="connsiteY20" fmla="*/ 42958 h 283273"/>
                <a:gd name="connsiteX21" fmla="*/ 281273 w 281749"/>
                <a:gd name="connsiteY21" fmla="*/ 43910 h 283273"/>
                <a:gd name="connsiteX22" fmla="*/ 280416 w 281749"/>
                <a:gd name="connsiteY22" fmla="*/ 45625 h 283273"/>
                <a:gd name="connsiteX23" fmla="*/ 270034 w 281749"/>
                <a:gd name="connsiteY23" fmla="*/ 60198 h 283273"/>
                <a:gd name="connsiteX24" fmla="*/ 250984 w 281749"/>
                <a:gd name="connsiteY24" fmla="*/ 70295 h 283273"/>
                <a:gd name="connsiteX25" fmla="*/ 248221 w 281749"/>
                <a:gd name="connsiteY25" fmla="*/ 82867 h 283273"/>
                <a:gd name="connsiteX26" fmla="*/ 248888 w 281749"/>
                <a:gd name="connsiteY26" fmla="*/ 84201 h 283273"/>
                <a:gd name="connsiteX27" fmla="*/ 249174 w 281749"/>
                <a:gd name="connsiteY27" fmla="*/ 84772 h 283273"/>
                <a:gd name="connsiteX28" fmla="*/ 249841 w 281749"/>
                <a:gd name="connsiteY28" fmla="*/ 85916 h 283273"/>
                <a:gd name="connsiteX29" fmla="*/ 258508 w 281749"/>
                <a:gd name="connsiteY29" fmla="*/ 99346 h 283273"/>
                <a:gd name="connsiteX30" fmla="*/ 261271 w 281749"/>
                <a:gd name="connsiteY30" fmla="*/ 102679 h 283273"/>
                <a:gd name="connsiteX31" fmla="*/ 265747 w 281749"/>
                <a:gd name="connsiteY31" fmla="*/ 106490 h 283273"/>
                <a:gd name="connsiteX32" fmla="*/ 267081 w 281749"/>
                <a:gd name="connsiteY32" fmla="*/ 107633 h 283273"/>
                <a:gd name="connsiteX33" fmla="*/ 268700 w 281749"/>
                <a:gd name="connsiteY33" fmla="*/ 109252 h 283273"/>
                <a:gd name="connsiteX34" fmla="*/ 272986 w 281749"/>
                <a:gd name="connsiteY34" fmla="*/ 114395 h 283273"/>
                <a:gd name="connsiteX35" fmla="*/ 277082 w 281749"/>
                <a:gd name="connsiteY35" fmla="*/ 121349 h 283273"/>
                <a:gd name="connsiteX36" fmla="*/ 278796 w 281749"/>
                <a:gd name="connsiteY36" fmla="*/ 133350 h 283273"/>
                <a:gd name="connsiteX37" fmla="*/ 278511 w 281749"/>
                <a:gd name="connsiteY37" fmla="*/ 155258 h 283273"/>
                <a:gd name="connsiteX38" fmla="*/ 267176 w 281749"/>
                <a:gd name="connsiteY38" fmla="*/ 170879 h 283273"/>
                <a:gd name="connsiteX39" fmla="*/ 262033 w 281749"/>
                <a:gd name="connsiteY39" fmla="*/ 177641 h 283273"/>
                <a:gd name="connsiteX40" fmla="*/ 256222 w 281749"/>
                <a:gd name="connsiteY40" fmla="*/ 178689 h 283273"/>
                <a:gd name="connsiteX41" fmla="*/ 242888 w 281749"/>
                <a:gd name="connsiteY41" fmla="*/ 187071 h 283273"/>
                <a:gd name="connsiteX42" fmla="*/ 204597 w 281749"/>
                <a:gd name="connsiteY42" fmla="*/ 251460 h 283273"/>
                <a:gd name="connsiteX43" fmla="*/ 197453 w 281749"/>
                <a:gd name="connsiteY43" fmla="*/ 267653 h 283273"/>
                <a:gd name="connsiteX44" fmla="*/ 195263 w 281749"/>
                <a:gd name="connsiteY44" fmla="*/ 274415 h 283273"/>
                <a:gd name="connsiteX45" fmla="*/ 120396 w 281749"/>
                <a:gd name="connsiteY45" fmla="*/ 263176 h 283273"/>
                <a:gd name="connsiteX46" fmla="*/ 70295 w 281749"/>
                <a:gd name="connsiteY46" fmla="*/ 283274 h 283273"/>
                <a:gd name="connsiteX47" fmla="*/ 71247 w 281749"/>
                <a:gd name="connsiteY47" fmla="*/ 222218 h 283273"/>
                <a:gd name="connsiteX48" fmla="*/ 71247 w 281749"/>
                <a:gd name="connsiteY48" fmla="*/ 220885 h 283273"/>
                <a:gd name="connsiteX49" fmla="*/ 71151 w 281749"/>
                <a:gd name="connsiteY49" fmla="*/ 217265 h 283273"/>
                <a:gd name="connsiteX50" fmla="*/ 71056 w 281749"/>
                <a:gd name="connsiteY50" fmla="*/ 214979 h 283273"/>
                <a:gd name="connsiteX51" fmla="*/ 69628 w 281749"/>
                <a:gd name="connsiteY51" fmla="*/ 209169 h 283273"/>
                <a:gd name="connsiteX52" fmla="*/ 69152 w 281749"/>
                <a:gd name="connsiteY52" fmla="*/ 207550 h 283273"/>
                <a:gd name="connsiteX53" fmla="*/ 68770 w 281749"/>
                <a:gd name="connsiteY53" fmla="*/ 206502 h 283273"/>
                <a:gd name="connsiteX54" fmla="*/ 67246 w 281749"/>
                <a:gd name="connsiteY54" fmla="*/ 201930 h 283273"/>
                <a:gd name="connsiteX55" fmla="*/ 66008 w 281749"/>
                <a:gd name="connsiteY55" fmla="*/ 199644 h 283273"/>
                <a:gd name="connsiteX56" fmla="*/ 65246 w 281749"/>
                <a:gd name="connsiteY56" fmla="*/ 198025 h 283273"/>
                <a:gd name="connsiteX57" fmla="*/ 63341 w 281749"/>
                <a:gd name="connsiteY57" fmla="*/ 194882 h 283273"/>
                <a:gd name="connsiteX58" fmla="*/ 62484 w 281749"/>
                <a:gd name="connsiteY58" fmla="*/ 193834 h 283273"/>
                <a:gd name="connsiteX59" fmla="*/ 60484 w 281749"/>
                <a:gd name="connsiteY59" fmla="*/ 191262 h 283273"/>
                <a:gd name="connsiteX60" fmla="*/ 56483 w 281749"/>
                <a:gd name="connsiteY60" fmla="*/ 186690 h 283273"/>
                <a:gd name="connsiteX61" fmla="*/ 29908 w 281749"/>
                <a:gd name="connsiteY61" fmla="*/ 161925 h 283273"/>
                <a:gd name="connsiteX62" fmla="*/ 13621 w 281749"/>
                <a:gd name="connsiteY62" fmla="*/ 146685 h 283273"/>
                <a:gd name="connsiteX63" fmla="*/ 4667 w 281749"/>
                <a:gd name="connsiteY63" fmla="*/ 117824 h 283273"/>
                <a:gd name="connsiteX64" fmla="*/ 0 w 281749"/>
                <a:gd name="connsiteY64" fmla="*/ 98584 h 283273"/>
                <a:gd name="connsiteX65" fmla="*/ 1619 w 281749"/>
                <a:gd name="connsiteY65" fmla="*/ 98870 h 283273"/>
                <a:gd name="connsiteX66" fmla="*/ 3429 w 281749"/>
                <a:gd name="connsiteY66" fmla="*/ 99250 h 283273"/>
                <a:gd name="connsiteX67" fmla="*/ 26289 w 281749"/>
                <a:gd name="connsiteY67" fmla="*/ 107442 h 283273"/>
                <a:gd name="connsiteX68" fmla="*/ 31337 w 281749"/>
                <a:gd name="connsiteY68" fmla="*/ 110680 h 283273"/>
                <a:gd name="connsiteX69" fmla="*/ 31718 w 281749"/>
                <a:gd name="connsiteY69" fmla="*/ 110966 h 283273"/>
                <a:gd name="connsiteX70" fmla="*/ 63912 w 281749"/>
                <a:gd name="connsiteY70" fmla="*/ 95631 h 283273"/>
                <a:gd name="connsiteX71" fmla="*/ 100489 w 281749"/>
                <a:gd name="connsiteY71" fmla="*/ 69437 h 283273"/>
                <a:gd name="connsiteX72" fmla="*/ 102965 w 281749"/>
                <a:gd name="connsiteY72" fmla="*/ 40100 h 283273"/>
                <a:gd name="connsiteX73" fmla="*/ 112395 w 281749"/>
                <a:gd name="connsiteY73" fmla="*/ 16288 h 283273"/>
                <a:gd name="connsiteX74" fmla="*/ 113824 w 281749"/>
                <a:gd name="connsiteY74" fmla="*/ 13430 h 283273"/>
                <a:gd name="connsiteX75" fmla="*/ 121920 w 281749"/>
                <a:gd name="connsiteY75" fmla="*/ 0 h 283273"/>
                <a:gd name="connsiteX76" fmla="*/ 139065 w 281749"/>
                <a:gd name="connsiteY76" fmla="*/ 12668 h 283273"/>
                <a:gd name="connsiteX77" fmla="*/ 155162 w 281749"/>
                <a:gd name="connsiteY77" fmla="*/ 2476 h 283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81749" h="283273">
                  <a:moveTo>
                    <a:pt x="155162" y="2476"/>
                  </a:moveTo>
                  <a:lnTo>
                    <a:pt x="154210" y="30004"/>
                  </a:lnTo>
                  <a:lnTo>
                    <a:pt x="154210" y="31528"/>
                  </a:lnTo>
                  <a:lnTo>
                    <a:pt x="154591" y="33242"/>
                  </a:lnTo>
                  <a:lnTo>
                    <a:pt x="154877" y="33814"/>
                  </a:lnTo>
                  <a:lnTo>
                    <a:pt x="155353" y="34671"/>
                  </a:lnTo>
                  <a:lnTo>
                    <a:pt x="176593" y="55245"/>
                  </a:lnTo>
                  <a:lnTo>
                    <a:pt x="190119" y="65151"/>
                  </a:lnTo>
                  <a:lnTo>
                    <a:pt x="202502" y="64675"/>
                  </a:lnTo>
                  <a:lnTo>
                    <a:pt x="206978" y="64484"/>
                  </a:lnTo>
                  <a:lnTo>
                    <a:pt x="208407" y="64294"/>
                  </a:lnTo>
                  <a:lnTo>
                    <a:pt x="224980" y="56959"/>
                  </a:lnTo>
                  <a:lnTo>
                    <a:pt x="240602" y="46768"/>
                  </a:lnTo>
                  <a:lnTo>
                    <a:pt x="241554" y="44577"/>
                  </a:lnTo>
                  <a:lnTo>
                    <a:pt x="243364" y="41434"/>
                  </a:lnTo>
                  <a:lnTo>
                    <a:pt x="243744" y="40767"/>
                  </a:lnTo>
                  <a:lnTo>
                    <a:pt x="266509" y="26765"/>
                  </a:lnTo>
                  <a:lnTo>
                    <a:pt x="272319" y="32195"/>
                  </a:lnTo>
                  <a:lnTo>
                    <a:pt x="281749" y="41624"/>
                  </a:lnTo>
                  <a:lnTo>
                    <a:pt x="281749" y="42482"/>
                  </a:lnTo>
                  <a:lnTo>
                    <a:pt x="281749" y="42958"/>
                  </a:lnTo>
                  <a:lnTo>
                    <a:pt x="281273" y="43910"/>
                  </a:lnTo>
                  <a:lnTo>
                    <a:pt x="280416" y="45625"/>
                  </a:lnTo>
                  <a:lnTo>
                    <a:pt x="270034" y="60198"/>
                  </a:lnTo>
                  <a:lnTo>
                    <a:pt x="250984" y="70295"/>
                  </a:lnTo>
                  <a:lnTo>
                    <a:pt x="248221" y="82867"/>
                  </a:lnTo>
                  <a:lnTo>
                    <a:pt x="248888" y="84201"/>
                  </a:lnTo>
                  <a:lnTo>
                    <a:pt x="249174" y="84772"/>
                  </a:lnTo>
                  <a:lnTo>
                    <a:pt x="249841" y="85916"/>
                  </a:lnTo>
                  <a:lnTo>
                    <a:pt x="258508" y="99346"/>
                  </a:lnTo>
                  <a:lnTo>
                    <a:pt x="261271" y="102679"/>
                  </a:lnTo>
                  <a:lnTo>
                    <a:pt x="265747" y="106490"/>
                  </a:lnTo>
                  <a:lnTo>
                    <a:pt x="267081" y="107633"/>
                  </a:lnTo>
                  <a:lnTo>
                    <a:pt x="268700" y="109252"/>
                  </a:lnTo>
                  <a:lnTo>
                    <a:pt x="272986" y="114395"/>
                  </a:lnTo>
                  <a:lnTo>
                    <a:pt x="277082" y="121349"/>
                  </a:lnTo>
                  <a:lnTo>
                    <a:pt x="278796" y="133350"/>
                  </a:lnTo>
                  <a:lnTo>
                    <a:pt x="278511" y="155258"/>
                  </a:lnTo>
                  <a:lnTo>
                    <a:pt x="267176" y="170879"/>
                  </a:lnTo>
                  <a:lnTo>
                    <a:pt x="262033" y="177641"/>
                  </a:lnTo>
                  <a:lnTo>
                    <a:pt x="256222" y="178689"/>
                  </a:lnTo>
                  <a:lnTo>
                    <a:pt x="242888" y="187071"/>
                  </a:lnTo>
                  <a:lnTo>
                    <a:pt x="204597" y="251460"/>
                  </a:lnTo>
                  <a:lnTo>
                    <a:pt x="197453" y="267653"/>
                  </a:lnTo>
                  <a:lnTo>
                    <a:pt x="195263" y="274415"/>
                  </a:lnTo>
                  <a:lnTo>
                    <a:pt x="120396" y="263176"/>
                  </a:lnTo>
                  <a:lnTo>
                    <a:pt x="70295" y="283274"/>
                  </a:lnTo>
                  <a:lnTo>
                    <a:pt x="71247" y="222218"/>
                  </a:lnTo>
                  <a:lnTo>
                    <a:pt x="71247" y="220885"/>
                  </a:lnTo>
                  <a:lnTo>
                    <a:pt x="71151" y="217265"/>
                  </a:lnTo>
                  <a:lnTo>
                    <a:pt x="71056" y="214979"/>
                  </a:lnTo>
                  <a:lnTo>
                    <a:pt x="69628" y="209169"/>
                  </a:lnTo>
                  <a:lnTo>
                    <a:pt x="69152" y="207550"/>
                  </a:lnTo>
                  <a:lnTo>
                    <a:pt x="68770" y="206502"/>
                  </a:lnTo>
                  <a:lnTo>
                    <a:pt x="67246" y="201930"/>
                  </a:lnTo>
                  <a:lnTo>
                    <a:pt x="66008" y="199644"/>
                  </a:lnTo>
                  <a:lnTo>
                    <a:pt x="65246" y="198025"/>
                  </a:lnTo>
                  <a:lnTo>
                    <a:pt x="63341" y="194882"/>
                  </a:lnTo>
                  <a:lnTo>
                    <a:pt x="62484" y="193834"/>
                  </a:lnTo>
                  <a:lnTo>
                    <a:pt x="60484" y="191262"/>
                  </a:lnTo>
                  <a:lnTo>
                    <a:pt x="56483" y="186690"/>
                  </a:lnTo>
                  <a:lnTo>
                    <a:pt x="29908" y="161925"/>
                  </a:lnTo>
                  <a:lnTo>
                    <a:pt x="13621" y="146685"/>
                  </a:lnTo>
                  <a:lnTo>
                    <a:pt x="4667" y="117824"/>
                  </a:lnTo>
                  <a:lnTo>
                    <a:pt x="0" y="98584"/>
                  </a:lnTo>
                  <a:lnTo>
                    <a:pt x="1619" y="98870"/>
                  </a:lnTo>
                  <a:lnTo>
                    <a:pt x="3429" y="99250"/>
                  </a:lnTo>
                  <a:lnTo>
                    <a:pt x="26289" y="107442"/>
                  </a:lnTo>
                  <a:lnTo>
                    <a:pt x="31337" y="110680"/>
                  </a:lnTo>
                  <a:lnTo>
                    <a:pt x="31718" y="110966"/>
                  </a:lnTo>
                  <a:lnTo>
                    <a:pt x="63912" y="95631"/>
                  </a:lnTo>
                  <a:lnTo>
                    <a:pt x="100489" y="69437"/>
                  </a:lnTo>
                  <a:lnTo>
                    <a:pt x="102965" y="40100"/>
                  </a:lnTo>
                  <a:lnTo>
                    <a:pt x="112395" y="16288"/>
                  </a:lnTo>
                  <a:lnTo>
                    <a:pt x="113824" y="13430"/>
                  </a:lnTo>
                  <a:lnTo>
                    <a:pt x="121920" y="0"/>
                  </a:lnTo>
                  <a:lnTo>
                    <a:pt x="139065" y="12668"/>
                  </a:lnTo>
                  <a:lnTo>
                    <a:pt x="155162" y="247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5" name="서울특별시 성북구 장위1동">
              <a:extLst>
                <a:ext uri="{FF2B5EF4-FFF2-40B4-BE49-F238E27FC236}">
                  <a16:creationId xmlns:a16="http://schemas.microsoft.com/office/drawing/2014/main" id="{F4BAE964-4077-D8BE-727D-B14D622D2BED}"/>
                </a:ext>
              </a:extLst>
            </p:cNvPr>
            <p:cNvSpPr/>
            <p:nvPr/>
          </p:nvSpPr>
          <p:spPr>
            <a:xfrm>
              <a:off x="7241571" y="2423541"/>
              <a:ext cx="240791" cy="176498"/>
            </a:xfrm>
            <a:custGeom>
              <a:avLst/>
              <a:gdLst>
                <a:gd name="connsiteX0" fmla="*/ 240792 w 240791"/>
                <a:gd name="connsiteY0" fmla="*/ 54197 h 176498"/>
                <a:gd name="connsiteX1" fmla="*/ 237268 w 240791"/>
                <a:gd name="connsiteY1" fmla="*/ 56388 h 176498"/>
                <a:gd name="connsiteX2" fmla="*/ 232410 w 240791"/>
                <a:gd name="connsiteY2" fmla="*/ 59531 h 176498"/>
                <a:gd name="connsiteX3" fmla="*/ 225837 w 240791"/>
                <a:gd name="connsiteY3" fmla="*/ 63817 h 176498"/>
                <a:gd name="connsiteX4" fmla="*/ 223838 w 240791"/>
                <a:gd name="connsiteY4" fmla="*/ 65342 h 176498"/>
                <a:gd name="connsiteX5" fmla="*/ 219837 w 240791"/>
                <a:gd name="connsiteY5" fmla="*/ 68580 h 176498"/>
                <a:gd name="connsiteX6" fmla="*/ 217361 w 240791"/>
                <a:gd name="connsiteY6" fmla="*/ 70771 h 176498"/>
                <a:gd name="connsiteX7" fmla="*/ 208883 w 240791"/>
                <a:gd name="connsiteY7" fmla="*/ 78867 h 176498"/>
                <a:gd name="connsiteX8" fmla="*/ 208312 w 240791"/>
                <a:gd name="connsiteY8" fmla="*/ 79534 h 176498"/>
                <a:gd name="connsiteX9" fmla="*/ 207550 w 240791"/>
                <a:gd name="connsiteY9" fmla="*/ 80486 h 176498"/>
                <a:gd name="connsiteX10" fmla="*/ 206502 w 240791"/>
                <a:gd name="connsiteY10" fmla="*/ 81725 h 176498"/>
                <a:gd name="connsiteX11" fmla="*/ 205930 w 240791"/>
                <a:gd name="connsiteY11" fmla="*/ 82582 h 176498"/>
                <a:gd name="connsiteX12" fmla="*/ 204788 w 240791"/>
                <a:gd name="connsiteY12" fmla="*/ 84963 h 176498"/>
                <a:gd name="connsiteX13" fmla="*/ 204216 w 240791"/>
                <a:gd name="connsiteY13" fmla="*/ 88297 h 176498"/>
                <a:gd name="connsiteX14" fmla="*/ 204025 w 240791"/>
                <a:gd name="connsiteY14" fmla="*/ 89630 h 176498"/>
                <a:gd name="connsiteX15" fmla="*/ 204025 w 240791"/>
                <a:gd name="connsiteY15" fmla="*/ 93917 h 176498"/>
                <a:gd name="connsiteX16" fmla="*/ 204406 w 240791"/>
                <a:gd name="connsiteY16" fmla="*/ 97822 h 176498"/>
                <a:gd name="connsiteX17" fmla="*/ 204597 w 240791"/>
                <a:gd name="connsiteY17" fmla="*/ 100203 h 176498"/>
                <a:gd name="connsiteX18" fmla="*/ 205359 w 240791"/>
                <a:gd name="connsiteY18" fmla="*/ 102679 h 176498"/>
                <a:gd name="connsiteX19" fmla="*/ 207836 w 240791"/>
                <a:gd name="connsiteY19" fmla="*/ 107823 h 176498"/>
                <a:gd name="connsiteX20" fmla="*/ 209645 w 240791"/>
                <a:gd name="connsiteY20" fmla="*/ 111442 h 176498"/>
                <a:gd name="connsiteX21" fmla="*/ 210312 w 240791"/>
                <a:gd name="connsiteY21" fmla="*/ 112681 h 176498"/>
                <a:gd name="connsiteX22" fmla="*/ 212121 w 240791"/>
                <a:gd name="connsiteY22" fmla="*/ 116396 h 176498"/>
                <a:gd name="connsiteX23" fmla="*/ 213360 w 240791"/>
                <a:gd name="connsiteY23" fmla="*/ 118777 h 176498"/>
                <a:gd name="connsiteX24" fmla="*/ 215932 w 240791"/>
                <a:gd name="connsiteY24" fmla="*/ 124587 h 176498"/>
                <a:gd name="connsiteX25" fmla="*/ 216312 w 240791"/>
                <a:gd name="connsiteY25" fmla="*/ 125349 h 176498"/>
                <a:gd name="connsiteX26" fmla="*/ 216694 w 240791"/>
                <a:gd name="connsiteY26" fmla="*/ 126301 h 176498"/>
                <a:gd name="connsiteX27" fmla="*/ 213741 w 240791"/>
                <a:gd name="connsiteY27" fmla="*/ 142399 h 176498"/>
                <a:gd name="connsiteX28" fmla="*/ 213170 w 240791"/>
                <a:gd name="connsiteY28" fmla="*/ 144875 h 176498"/>
                <a:gd name="connsiteX29" fmla="*/ 212788 w 240791"/>
                <a:gd name="connsiteY29" fmla="*/ 146113 h 176498"/>
                <a:gd name="connsiteX30" fmla="*/ 203168 w 240791"/>
                <a:gd name="connsiteY30" fmla="*/ 153067 h 176498"/>
                <a:gd name="connsiteX31" fmla="*/ 189166 w 240791"/>
                <a:gd name="connsiteY31" fmla="*/ 159829 h 176498"/>
                <a:gd name="connsiteX32" fmla="*/ 150971 w 240791"/>
                <a:gd name="connsiteY32" fmla="*/ 166306 h 176498"/>
                <a:gd name="connsiteX33" fmla="*/ 134874 w 240791"/>
                <a:gd name="connsiteY33" fmla="*/ 176498 h 176498"/>
                <a:gd name="connsiteX34" fmla="*/ 117729 w 240791"/>
                <a:gd name="connsiteY34" fmla="*/ 163830 h 176498"/>
                <a:gd name="connsiteX35" fmla="*/ 88487 w 240791"/>
                <a:gd name="connsiteY35" fmla="*/ 172498 h 176498"/>
                <a:gd name="connsiteX36" fmla="*/ 85058 w 240791"/>
                <a:gd name="connsiteY36" fmla="*/ 172307 h 176498"/>
                <a:gd name="connsiteX37" fmla="*/ 71914 w 240791"/>
                <a:gd name="connsiteY37" fmla="*/ 171355 h 176498"/>
                <a:gd name="connsiteX38" fmla="*/ 68485 w 240791"/>
                <a:gd name="connsiteY38" fmla="*/ 171069 h 176498"/>
                <a:gd name="connsiteX39" fmla="*/ 66198 w 240791"/>
                <a:gd name="connsiteY39" fmla="*/ 170783 h 176498"/>
                <a:gd name="connsiteX40" fmla="*/ 61817 w 240791"/>
                <a:gd name="connsiteY40" fmla="*/ 170212 h 176498"/>
                <a:gd name="connsiteX41" fmla="*/ 35337 w 240791"/>
                <a:gd name="connsiteY41" fmla="*/ 157163 h 176498"/>
                <a:gd name="connsiteX42" fmla="*/ 2953 w 240791"/>
                <a:gd name="connsiteY42" fmla="*/ 140589 h 176498"/>
                <a:gd name="connsiteX43" fmla="*/ 0 w 240791"/>
                <a:gd name="connsiteY43" fmla="*/ 140494 h 176498"/>
                <a:gd name="connsiteX44" fmla="*/ 36480 w 240791"/>
                <a:gd name="connsiteY44" fmla="*/ 75247 h 176498"/>
                <a:gd name="connsiteX45" fmla="*/ 56007 w 240791"/>
                <a:gd name="connsiteY45" fmla="*/ 81915 h 176498"/>
                <a:gd name="connsiteX46" fmla="*/ 94392 w 240791"/>
                <a:gd name="connsiteY46" fmla="*/ 54197 h 176498"/>
                <a:gd name="connsiteX47" fmla="*/ 107537 w 240791"/>
                <a:gd name="connsiteY47" fmla="*/ 44577 h 176498"/>
                <a:gd name="connsiteX48" fmla="*/ 123444 w 240791"/>
                <a:gd name="connsiteY48" fmla="*/ 32956 h 176498"/>
                <a:gd name="connsiteX49" fmla="*/ 124301 w 240791"/>
                <a:gd name="connsiteY49" fmla="*/ 32385 h 176498"/>
                <a:gd name="connsiteX50" fmla="*/ 134969 w 240791"/>
                <a:gd name="connsiteY50" fmla="*/ 20288 h 176498"/>
                <a:gd name="connsiteX51" fmla="*/ 137350 w 240791"/>
                <a:gd name="connsiteY51" fmla="*/ 17526 h 176498"/>
                <a:gd name="connsiteX52" fmla="*/ 138208 w 240791"/>
                <a:gd name="connsiteY52" fmla="*/ 16573 h 176498"/>
                <a:gd name="connsiteX53" fmla="*/ 162687 w 240791"/>
                <a:gd name="connsiteY53" fmla="*/ 31051 h 176498"/>
                <a:gd name="connsiteX54" fmla="*/ 165259 w 240791"/>
                <a:gd name="connsiteY54" fmla="*/ 32575 h 176498"/>
                <a:gd name="connsiteX55" fmla="*/ 166306 w 240791"/>
                <a:gd name="connsiteY55" fmla="*/ 33147 h 176498"/>
                <a:gd name="connsiteX56" fmla="*/ 169640 w 240791"/>
                <a:gd name="connsiteY56" fmla="*/ 35147 h 176498"/>
                <a:gd name="connsiteX57" fmla="*/ 174498 w 240791"/>
                <a:gd name="connsiteY57" fmla="*/ 38005 h 176498"/>
                <a:gd name="connsiteX58" fmla="*/ 178689 w 240791"/>
                <a:gd name="connsiteY58" fmla="*/ 30289 h 176498"/>
                <a:gd name="connsiteX59" fmla="*/ 180213 w 240791"/>
                <a:gd name="connsiteY59" fmla="*/ 27527 h 176498"/>
                <a:gd name="connsiteX60" fmla="*/ 182118 w 240791"/>
                <a:gd name="connsiteY60" fmla="*/ 25527 h 176498"/>
                <a:gd name="connsiteX61" fmla="*/ 184118 w 240791"/>
                <a:gd name="connsiteY61" fmla="*/ 23527 h 176498"/>
                <a:gd name="connsiteX62" fmla="*/ 188214 w 240791"/>
                <a:gd name="connsiteY62" fmla="*/ 20860 h 176498"/>
                <a:gd name="connsiteX63" fmla="*/ 221646 w 240791"/>
                <a:gd name="connsiteY63" fmla="*/ 0 h 176498"/>
                <a:gd name="connsiteX64" fmla="*/ 222218 w 240791"/>
                <a:gd name="connsiteY64" fmla="*/ 571 h 176498"/>
                <a:gd name="connsiteX65" fmla="*/ 224790 w 240791"/>
                <a:gd name="connsiteY65" fmla="*/ 3048 h 176498"/>
                <a:gd name="connsiteX66" fmla="*/ 240792 w 240791"/>
                <a:gd name="connsiteY66" fmla="*/ 54197 h 17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791" h="176498">
                  <a:moveTo>
                    <a:pt x="240792" y="54197"/>
                  </a:moveTo>
                  <a:lnTo>
                    <a:pt x="237268" y="56388"/>
                  </a:lnTo>
                  <a:lnTo>
                    <a:pt x="232410" y="59531"/>
                  </a:lnTo>
                  <a:lnTo>
                    <a:pt x="225837" y="63817"/>
                  </a:lnTo>
                  <a:lnTo>
                    <a:pt x="223838" y="65342"/>
                  </a:lnTo>
                  <a:lnTo>
                    <a:pt x="219837" y="68580"/>
                  </a:lnTo>
                  <a:lnTo>
                    <a:pt x="217361" y="70771"/>
                  </a:lnTo>
                  <a:lnTo>
                    <a:pt x="208883" y="78867"/>
                  </a:lnTo>
                  <a:lnTo>
                    <a:pt x="208312" y="79534"/>
                  </a:lnTo>
                  <a:lnTo>
                    <a:pt x="207550" y="80486"/>
                  </a:lnTo>
                  <a:lnTo>
                    <a:pt x="206502" y="81725"/>
                  </a:lnTo>
                  <a:lnTo>
                    <a:pt x="205930" y="82582"/>
                  </a:lnTo>
                  <a:lnTo>
                    <a:pt x="204788" y="84963"/>
                  </a:lnTo>
                  <a:lnTo>
                    <a:pt x="204216" y="88297"/>
                  </a:lnTo>
                  <a:lnTo>
                    <a:pt x="204025" y="89630"/>
                  </a:lnTo>
                  <a:lnTo>
                    <a:pt x="204025" y="93917"/>
                  </a:lnTo>
                  <a:lnTo>
                    <a:pt x="204406" y="97822"/>
                  </a:lnTo>
                  <a:lnTo>
                    <a:pt x="204597" y="100203"/>
                  </a:lnTo>
                  <a:lnTo>
                    <a:pt x="205359" y="102679"/>
                  </a:lnTo>
                  <a:lnTo>
                    <a:pt x="207836" y="107823"/>
                  </a:lnTo>
                  <a:lnTo>
                    <a:pt x="209645" y="111442"/>
                  </a:lnTo>
                  <a:lnTo>
                    <a:pt x="210312" y="112681"/>
                  </a:lnTo>
                  <a:lnTo>
                    <a:pt x="212121" y="116396"/>
                  </a:lnTo>
                  <a:lnTo>
                    <a:pt x="213360" y="118777"/>
                  </a:lnTo>
                  <a:lnTo>
                    <a:pt x="215932" y="124587"/>
                  </a:lnTo>
                  <a:lnTo>
                    <a:pt x="216312" y="125349"/>
                  </a:lnTo>
                  <a:lnTo>
                    <a:pt x="216694" y="126301"/>
                  </a:lnTo>
                  <a:lnTo>
                    <a:pt x="213741" y="142399"/>
                  </a:lnTo>
                  <a:lnTo>
                    <a:pt x="213170" y="144875"/>
                  </a:lnTo>
                  <a:lnTo>
                    <a:pt x="212788" y="146113"/>
                  </a:lnTo>
                  <a:lnTo>
                    <a:pt x="203168" y="153067"/>
                  </a:lnTo>
                  <a:lnTo>
                    <a:pt x="189166" y="159829"/>
                  </a:lnTo>
                  <a:lnTo>
                    <a:pt x="150971" y="166306"/>
                  </a:lnTo>
                  <a:lnTo>
                    <a:pt x="134874" y="176498"/>
                  </a:lnTo>
                  <a:lnTo>
                    <a:pt x="117729" y="163830"/>
                  </a:lnTo>
                  <a:lnTo>
                    <a:pt x="88487" y="172498"/>
                  </a:lnTo>
                  <a:lnTo>
                    <a:pt x="85058" y="172307"/>
                  </a:lnTo>
                  <a:lnTo>
                    <a:pt x="71914" y="171355"/>
                  </a:lnTo>
                  <a:lnTo>
                    <a:pt x="68485" y="171069"/>
                  </a:lnTo>
                  <a:lnTo>
                    <a:pt x="66198" y="170783"/>
                  </a:lnTo>
                  <a:lnTo>
                    <a:pt x="61817" y="170212"/>
                  </a:lnTo>
                  <a:lnTo>
                    <a:pt x="35337" y="157163"/>
                  </a:lnTo>
                  <a:lnTo>
                    <a:pt x="2953" y="140589"/>
                  </a:lnTo>
                  <a:lnTo>
                    <a:pt x="0" y="140494"/>
                  </a:lnTo>
                  <a:lnTo>
                    <a:pt x="36480" y="75247"/>
                  </a:lnTo>
                  <a:lnTo>
                    <a:pt x="56007" y="81915"/>
                  </a:lnTo>
                  <a:lnTo>
                    <a:pt x="94392" y="54197"/>
                  </a:lnTo>
                  <a:lnTo>
                    <a:pt x="107537" y="44577"/>
                  </a:lnTo>
                  <a:lnTo>
                    <a:pt x="123444" y="32956"/>
                  </a:lnTo>
                  <a:lnTo>
                    <a:pt x="124301" y="32385"/>
                  </a:lnTo>
                  <a:lnTo>
                    <a:pt x="134969" y="20288"/>
                  </a:lnTo>
                  <a:lnTo>
                    <a:pt x="137350" y="17526"/>
                  </a:lnTo>
                  <a:lnTo>
                    <a:pt x="138208" y="16573"/>
                  </a:lnTo>
                  <a:lnTo>
                    <a:pt x="162687" y="31051"/>
                  </a:lnTo>
                  <a:lnTo>
                    <a:pt x="165259" y="32575"/>
                  </a:lnTo>
                  <a:lnTo>
                    <a:pt x="166306" y="33147"/>
                  </a:lnTo>
                  <a:lnTo>
                    <a:pt x="169640" y="35147"/>
                  </a:lnTo>
                  <a:lnTo>
                    <a:pt x="174498" y="38005"/>
                  </a:lnTo>
                  <a:lnTo>
                    <a:pt x="178689" y="30289"/>
                  </a:lnTo>
                  <a:lnTo>
                    <a:pt x="180213" y="27527"/>
                  </a:lnTo>
                  <a:lnTo>
                    <a:pt x="182118" y="25527"/>
                  </a:lnTo>
                  <a:lnTo>
                    <a:pt x="184118" y="23527"/>
                  </a:lnTo>
                  <a:lnTo>
                    <a:pt x="188214" y="20860"/>
                  </a:lnTo>
                  <a:lnTo>
                    <a:pt x="221646" y="0"/>
                  </a:lnTo>
                  <a:lnTo>
                    <a:pt x="222218" y="571"/>
                  </a:lnTo>
                  <a:lnTo>
                    <a:pt x="224790" y="3048"/>
                  </a:lnTo>
                  <a:lnTo>
                    <a:pt x="240792" y="5419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6" name="서울특별시 성북구 장위2동">
              <a:extLst>
                <a:ext uri="{FF2B5EF4-FFF2-40B4-BE49-F238E27FC236}">
                  <a16:creationId xmlns:a16="http://schemas.microsoft.com/office/drawing/2014/main" id="{BF7569C9-BA10-5CDD-2385-2BAD7008C63F}"/>
                </a:ext>
              </a:extLst>
            </p:cNvPr>
            <p:cNvSpPr/>
            <p:nvPr/>
          </p:nvSpPr>
          <p:spPr>
            <a:xfrm>
              <a:off x="7391590" y="2477738"/>
              <a:ext cx="277177" cy="174783"/>
            </a:xfrm>
            <a:custGeom>
              <a:avLst/>
              <a:gdLst>
                <a:gd name="connsiteX0" fmla="*/ 277177 w 277177"/>
                <a:gd name="connsiteY0" fmla="*/ 84677 h 174783"/>
                <a:gd name="connsiteX1" fmla="*/ 115824 w 277177"/>
                <a:gd name="connsiteY1" fmla="*/ 169831 h 174783"/>
                <a:gd name="connsiteX2" fmla="*/ 126206 w 277177"/>
                <a:gd name="connsiteY2" fmla="*/ 155257 h 174783"/>
                <a:gd name="connsiteX3" fmla="*/ 127063 w 277177"/>
                <a:gd name="connsiteY3" fmla="*/ 153543 h 174783"/>
                <a:gd name="connsiteX4" fmla="*/ 127539 w 277177"/>
                <a:gd name="connsiteY4" fmla="*/ 152590 h 174783"/>
                <a:gd name="connsiteX5" fmla="*/ 127539 w 277177"/>
                <a:gd name="connsiteY5" fmla="*/ 152114 h 174783"/>
                <a:gd name="connsiteX6" fmla="*/ 127539 w 277177"/>
                <a:gd name="connsiteY6" fmla="*/ 151257 h 174783"/>
                <a:gd name="connsiteX7" fmla="*/ 118110 w 277177"/>
                <a:gd name="connsiteY7" fmla="*/ 141827 h 174783"/>
                <a:gd name="connsiteX8" fmla="*/ 112300 w 277177"/>
                <a:gd name="connsiteY8" fmla="*/ 136398 h 174783"/>
                <a:gd name="connsiteX9" fmla="*/ 89535 w 277177"/>
                <a:gd name="connsiteY9" fmla="*/ 150400 h 174783"/>
                <a:gd name="connsiteX10" fmla="*/ 89154 w 277177"/>
                <a:gd name="connsiteY10" fmla="*/ 151067 h 174783"/>
                <a:gd name="connsiteX11" fmla="*/ 87344 w 277177"/>
                <a:gd name="connsiteY11" fmla="*/ 154210 h 174783"/>
                <a:gd name="connsiteX12" fmla="*/ 86392 w 277177"/>
                <a:gd name="connsiteY12" fmla="*/ 156400 h 174783"/>
                <a:gd name="connsiteX13" fmla="*/ 70771 w 277177"/>
                <a:gd name="connsiteY13" fmla="*/ 166592 h 174783"/>
                <a:gd name="connsiteX14" fmla="*/ 54197 w 277177"/>
                <a:gd name="connsiteY14" fmla="*/ 173926 h 174783"/>
                <a:gd name="connsiteX15" fmla="*/ 52768 w 277177"/>
                <a:gd name="connsiteY15" fmla="*/ 174117 h 174783"/>
                <a:gd name="connsiteX16" fmla="*/ 48292 w 277177"/>
                <a:gd name="connsiteY16" fmla="*/ 174307 h 174783"/>
                <a:gd name="connsiteX17" fmla="*/ 35909 w 277177"/>
                <a:gd name="connsiteY17" fmla="*/ 174784 h 174783"/>
                <a:gd name="connsiteX18" fmla="*/ 22384 w 277177"/>
                <a:gd name="connsiteY18" fmla="*/ 164878 h 174783"/>
                <a:gd name="connsiteX19" fmla="*/ 1143 w 277177"/>
                <a:gd name="connsiteY19" fmla="*/ 144304 h 174783"/>
                <a:gd name="connsiteX20" fmla="*/ 667 w 277177"/>
                <a:gd name="connsiteY20" fmla="*/ 143446 h 174783"/>
                <a:gd name="connsiteX21" fmla="*/ 381 w 277177"/>
                <a:gd name="connsiteY21" fmla="*/ 142875 h 174783"/>
                <a:gd name="connsiteX22" fmla="*/ 0 w 277177"/>
                <a:gd name="connsiteY22" fmla="*/ 141160 h 174783"/>
                <a:gd name="connsiteX23" fmla="*/ 0 w 277177"/>
                <a:gd name="connsiteY23" fmla="*/ 139636 h 174783"/>
                <a:gd name="connsiteX24" fmla="*/ 952 w 277177"/>
                <a:gd name="connsiteY24" fmla="*/ 112109 h 174783"/>
                <a:gd name="connsiteX25" fmla="*/ 39148 w 277177"/>
                <a:gd name="connsiteY25" fmla="*/ 105632 h 174783"/>
                <a:gd name="connsiteX26" fmla="*/ 53149 w 277177"/>
                <a:gd name="connsiteY26" fmla="*/ 98869 h 174783"/>
                <a:gd name="connsiteX27" fmla="*/ 62769 w 277177"/>
                <a:gd name="connsiteY27" fmla="*/ 91916 h 174783"/>
                <a:gd name="connsiteX28" fmla="*/ 63151 w 277177"/>
                <a:gd name="connsiteY28" fmla="*/ 90678 h 174783"/>
                <a:gd name="connsiteX29" fmla="*/ 63722 w 277177"/>
                <a:gd name="connsiteY29" fmla="*/ 88201 h 174783"/>
                <a:gd name="connsiteX30" fmla="*/ 66675 w 277177"/>
                <a:gd name="connsiteY30" fmla="*/ 72104 h 174783"/>
                <a:gd name="connsiteX31" fmla="*/ 66294 w 277177"/>
                <a:gd name="connsiteY31" fmla="*/ 71152 h 174783"/>
                <a:gd name="connsiteX32" fmla="*/ 65913 w 277177"/>
                <a:gd name="connsiteY32" fmla="*/ 70390 h 174783"/>
                <a:gd name="connsiteX33" fmla="*/ 63341 w 277177"/>
                <a:gd name="connsiteY33" fmla="*/ 64579 h 174783"/>
                <a:gd name="connsiteX34" fmla="*/ 62103 w 277177"/>
                <a:gd name="connsiteY34" fmla="*/ 62198 h 174783"/>
                <a:gd name="connsiteX35" fmla="*/ 60293 w 277177"/>
                <a:gd name="connsiteY35" fmla="*/ 58483 h 174783"/>
                <a:gd name="connsiteX36" fmla="*/ 59627 w 277177"/>
                <a:gd name="connsiteY36" fmla="*/ 57245 h 174783"/>
                <a:gd name="connsiteX37" fmla="*/ 57817 w 277177"/>
                <a:gd name="connsiteY37" fmla="*/ 53626 h 174783"/>
                <a:gd name="connsiteX38" fmla="*/ 55340 w 277177"/>
                <a:gd name="connsiteY38" fmla="*/ 48482 h 174783"/>
                <a:gd name="connsiteX39" fmla="*/ 54578 w 277177"/>
                <a:gd name="connsiteY39" fmla="*/ 46006 h 174783"/>
                <a:gd name="connsiteX40" fmla="*/ 54387 w 277177"/>
                <a:gd name="connsiteY40" fmla="*/ 43625 h 174783"/>
                <a:gd name="connsiteX41" fmla="*/ 54007 w 277177"/>
                <a:gd name="connsiteY41" fmla="*/ 39719 h 174783"/>
                <a:gd name="connsiteX42" fmla="*/ 54007 w 277177"/>
                <a:gd name="connsiteY42" fmla="*/ 35433 h 174783"/>
                <a:gd name="connsiteX43" fmla="*/ 54197 w 277177"/>
                <a:gd name="connsiteY43" fmla="*/ 34100 h 174783"/>
                <a:gd name="connsiteX44" fmla="*/ 54769 w 277177"/>
                <a:gd name="connsiteY44" fmla="*/ 30766 h 174783"/>
                <a:gd name="connsiteX45" fmla="*/ 55912 w 277177"/>
                <a:gd name="connsiteY45" fmla="*/ 28384 h 174783"/>
                <a:gd name="connsiteX46" fmla="*/ 56483 w 277177"/>
                <a:gd name="connsiteY46" fmla="*/ 27527 h 174783"/>
                <a:gd name="connsiteX47" fmla="*/ 57531 w 277177"/>
                <a:gd name="connsiteY47" fmla="*/ 26289 h 174783"/>
                <a:gd name="connsiteX48" fmla="*/ 58293 w 277177"/>
                <a:gd name="connsiteY48" fmla="*/ 25336 h 174783"/>
                <a:gd name="connsiteX49" fmla="*/ 58864 w 277177"/>
                <a:gd name="connsiteY49" fmla="*/ 24670 h 174783"/>
                <a:gd name="connsiteX50" fmla="*/ 67342 w 277177"/>
                <a:gd name="connsiteY50" fmla="*/ 16573 h 174783"/>
                <a:gd name="connsiteX51" fmla="*/ 69818 w 277177"/>
                <a:gd name="connsiteY51" fmla="*/ 14383 h 174783"/>
                <a:gd name="connsiteX52" fmla="*/ 73819 w 277177"/>
                <a:gd name="connsiteY52" fmla="*/ 11144 h 174783"/>
                <a:gd name="connsiteX53" fmla="*/ 75819 w 277177"/>
                <a:gd name="connsiteY53" fmla="*/ 9620 h 174783"/>
                <a:gd name="connsiteX54" fmla="*/ 82391 w 277177"/>
                <a:gd name="connsiteY54" fmla="*/ 5334 h 174783"/>
                <a:gd name="connsiteX55" fmla="*/ 87249 w 277177"/>
                <a:gd name="connsiteY55" fmla="*/ 2191 h 174783"/>
                <a:gd name="connsiteX56" fmla="*/ 90773 w 277177"/>
                <a:gd name="connsiteY56" fmla="*/ 0 h 174783"/>
                <a:gd name="connsiteX57" fmla="*/ 167164 w 277177"/>
                <a:gd name="connsiteY57" fmla="*/ 44672 h 174783"/>
                <a:gd name="connsiteX58" fmla="*/ 175070 w 277177"/>
                <a:gd name="connsiteY58" fmla="*/ 40862 h 174783"/>
                <a:gd name="connsiteX59" fmla="*/ 182880 w 277177"/>
                <a:gd name="connsiteY59" fmla="*/ 47054 h 174783"/>
                <a:gd name="connsiteX60" fmla="*/ 203073 w 277177"/>
                <a:gd name="connsiteY60" fmla="*/ 64770 h 174783"/>
                <a:gd name="connsiteX61" fmla="*/ 216122 w 277177"/>
                <a:gd name="connsiteY61" fmla="*/ 77343 h 174783"/>
                <a:gd name="connsiteX62" fmla="*/ 228219 w 277177"/>
                <a:gd name="connsiteY62" fmla="*/ 88963 h 174783"/>
                <a:gd name="connsiteX63" fmla="*/ 232886 w 277177"/>
                <a:gd name="connsiteY63" fmla="*/ 93154 h 174783"/>
                <a:gd name="connsiteX64" fmla="*/ 277177 w 277177"/>
                <a:gd name="connsiteY64" fmla="*/ 84677 h 17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77177" h="174783">
                  <a:moveTo>
                    <a:pt x="277177" y="84677"/>
                  </a:moveTo>
                  <a:lnTo>
                    <a:pt x="115824" y="169831"/>
                  </a:lnTo>
                  <a:lnTo>
                    <a:pt x="126206" y="155257"/>
                  </a:lnTo>
                  <a:lnTo>
                    <a:pt x="127063" y="153543"/>
                  </a:lnTo>
                  <a:lnTo>
                    <a:pt x="127539" y="152590"/>
                  </a:lnTo>
                  <a:lnTo>
                    <a:pt x="127539" y="152114"/>
                  </a:lnTo>
                  <a:lnTo>
                    <a:pt x="127539" y="151257"/>
                  </a:lnTo>
                  <a:lnTo>
                    <a:pt x="118110" y="141827"/>
                  </a:lnTo>
                  <a:lnTo>
                    <a:pt x="112300" y="136398"/>
                  </a:lnTo>
                  <a:lnTo>
                    <a:pt x="89535" y="150400"/>
                  </a:lnTo>
                  <a:lnTo>
                    <a:pt x="89154" y="151067"/>
                  </a:lnTo>
                  <a:lnTo>
                    <a:pt x="87344" y="154210"/>
                  </a:lnTo>
                  <a:lnTo>
                    <a:pt x="86392" y="156400"/>
                  </a:lnTo>
                  <a:lnTo>
                    <a:pt x="70771" y="166592"/>
                  </a:lnTo>
                  <a:lnTo>
                    <a:pt x="54197" y="173926"/>
                  </a:lnTo>
                  <a:lnTo>
                    <a:pt x="52768" y="174117"/>
                  </a:lnTo>
                  <a:lnTo>
                    <a:pt x="48292" y="174307"/>
                  </a:lnTo>
                  <a:lnTo>
                    <a:pt x="35909" y="174784"/>
                  </a:lnTo>
                  <a:lnTo>
                    <a:pt x="22384" y="164878"/>
                  </a:lnTo>
                  <a:lnTo>
                    <a:pt x="1143" y="144304"/>
                  </a:lnTo>
                  <a:lnTo>
                    <a:pt x="667" y="143446"/>
                  </a:lnTo>
                  <a:lnTo>
                    <a:pt x="381" y="142875"/>
                  </a:lnTo>
                  <a:lnTo>
                    <a:pt x="0" y="141160"/>
                  </a:lnTo>
                  <a:lnTo>
                    <a:pt x="0" y="139636"/>
                  </a:lnTo>
                  <a:lnTo>
                    <a:pt x="952" y="112109"/>
                  </a:lnTo>
                  <a:lnTo>
                    <a:pt x="39148" y="105632"/>
                  </a:lnTo>
                  <a:lnTo>
                    <a:pt x="53149" y="98869"/>
                  </a:lnTo>
                  <a:lnTo>
                    <a:pt x="62769" y="91916"/>
                  </a:lnTo>
                  <a:lnTo>
                    <a:pt x="63151" y="90678"/>
                  </a:lnTo>
                  <a:lnTo>
                    <a:pt x="63722" y="88201"/>
                  </a:lnTo>
                  <a:lnTo>
                    <a:pt x="66675" y="72104"/>
                  </a:lnTo>
                  <a:lnTo>
                    <a:pt x="66294" y="71152"/>
                  </a:lnTo>
                  <a:lnTo>
                    <a:pt x="65913" y="70390"/>
                  </a:lnTo>
                  <a:lnTo>
                    <a:pt x="63341" y="64579"/>
                  </a:lnTo>
                  <a:lnTo>
                    <a:pt x="62103" y="62198"/>
                  </a:lnTo>
                  <a:lnTo>
                    <a:pt x="60293" y="58483"/>
                  </a:lnTo>
                  <a:lnTo>
                    <a:pt x="59627" y="57245"/>
                  </a:lnTo>
                  <a:lnTo>
                    <a:pt x="57817" y="53626"/>
                  </a:lnTo>
                  <a:lnTo>
                    <a:pt x="55340" y="48482"/>
                  </a:lnTo>
                  <a:lnTo>
                    <a:pt x="54578" y="46006"/>
                  </a:lnTo>
                  <a:lnTo>
                    <a:pt x="54387" y="43625"/>
                  </a:lnTo>
                  <a:lnTo>
                    <a:pt x="54007" y="39719"/>
                  </a:lnTo>
                  <a:lnTo>
                    <a:pt x="54007" y="35433"/>
                  </a:lnTo>
                  <a:lnTo>
                    <a:pt x="54197" y="34100"/>
                  </a:lnTo>
                  <a:lnTo>
                    <a:pt x="54769" y="30766"/>
                  </a:lnTo>
                  <a:lnTo>
                    <a:pt x="55912" y="28384"/>
                  </a:lnTo>
                  <a:lnTo>
                    <a:pt x="56483" y="27527"/>
                  </a:lnTo>
                  <a:lnTo>
                    <a:pt x="57531" y="26289"/>
                  </a:lnTo>
                  <a:lnTo>
                    <a:pt x="58293" y="25336"/>
                  </a:lnTo>
                  <a:lnTo>
                    <a:pt x="58864" y="24670"/>
                  </a:lnTo>
                  <a:lnTo>
                    <a:pt x="67342" y="16573"/>
                  </a:lnTo>
                  <a:lnTo>
                    <a:pt x="69818" y="14383"/>
                  </a:lnTo>
                  <a:lnTo>
                    <a:pt x="73819" y="11144"/>
                  </a:lnTo>
                  <a:lnTo>
                    <a:pt x="75819" y="9620"/>
                  </a:lnTo>
                  <a:lnTo>
                    <a:pt x="82391" y="5334"/>
                  </a:lnTo>
                  <a:lnTo>
                    <a:pt x="87249" y="2191"/>
                  </a:lnTo>
                  <a:lnTo>
                    <a:pt x="90773" y="0"/>
                  </a:lnTo>
                  <a:lnTo>
                    <a:pt x="167164" y="44672"/>
                  </a:lnTo>
                  <a:lnTo>
                    <a:pt x="175070" y="40862"/>
                  </a:lnTo>
                  <a:lnTo>
                    <a:pt x="182880" y="47054"/>
                  </a:lnTo>
                  <a:lnTo>
                    <a:pt x="203073" y="64770"/>
                  </a:lnTo>
                  <a:lnTo>
                    <a:pt x="216122" y="77343"/>
                  </a:lnTo>
                  <a:lnTo>
                    <a:pt x="228219" y="88963"/>
                  </a:lnTo>
                  <a:lnTo>
                    <a:pt x="232886" y="93154"/>
                  </a:lnTo>
                  <a:lnTo>
                    <a:pt x="277177" y="8467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7" name="서울특별시 성북구 장위3동">
              <a:extLst>
                <a:ext uri="{FF2B5EF4-FFF2-40B4-BE49-F238E27FC236}">
                  <a16:creationId xmlns:a16="http://schemas.microsoft.com/office/drawing/2014/main" id="{22C77514-CF25-B35D-70B0-5894C44D5E0C}"/>
                </a:ext>
              </a:extLst>
            </p:cNvPr>
            <p:cNvSpPr/>
            <p:nvPr/>
          </p:nvSpPr>
          <p:spPr>
            <a:xfrm>
              <a:off x="7379779" y="2351627"/>
              <a:ext cx="329278" cy="219265"/>
            </a:xfrm>
            <a:custGeom>
              <a:avLst/>
              <a:gdLst>
                <a:gd name="connsiteX0" fmla="*/ 329279 w 329278"/>
                <a:gd name="connsiteY0" fmla="*/ 182785 h 219265"/>
                <a:gd name="connsiteX1" fmla="*/ 288988 w 329278"/>
                <a:gd name="connsiteY1" fmla="*/ 210788 h 219265"/>
                <a:gd name="connsiteX2" fmla="*/ 244697 w 329278"/>
                <a:gd name="connsiteY2" fmla="*/ 219266 h 219265"/>
                <a:gd name="connsiteX3" fmla="*/ 240030 w 329278"/>
                <a:gd name="connsiteY3" fmla="*/ 215075 h 219265"/>
                <a:gd name="connsiteX4" fmla="*/ 227933 w 329278"/>
                <a:gd name="connsiteY4" fmla="*/ 203454 h 219265"/>
                <a:gd name="connsiteX5" fmla="*/ 214884 w 329278"/>
                <a:gd name="connsiteY5" fmla="*/ 190881 h 219265"/>
                <a:gd name="connsiteX6" fmla="*/ 194690 w 329278"/>
                <a:gd name="connsiteY6" fmla="*/ 173165 h 219265"/>
                <a:gd name="connsiteX7" fmla="*/ 186880 w 329278"/>
                <a:gd name="connsiteY7" fmla="*/ 166973 h 219265"/>
                <a:gd name="connsiteX8" fmla="*/ 178975 w 329278"/>
                <a:gd name="connsiteY8" fmla="*/ 170783 h 219265"/>
                <a:gd name="connsiteX9" fmla="*/ 102584 w 329278"/>
                <a:gd name="connsiteY9" fmla="*/ 126111 h 219265"/>
                <a:gd name="connsiteX10" fmla="*/ 86582 w 329278"/>
                <a:gd name="connsiteY10" fmla="*/ 74962 h 219265"/>
                <a:gd name="connsiteX11" fmla="*/ 84010 w 329278"/>
                <a:gd name="connsiteY11" fmla="*/ 72485 h 219265"/>
                <a:gd name="connsiteX12" fmla="*/ 83439 w 329278"/>
                <a:gd name="connsiteY12" fmla="*/ 71914 h 219265"/>
                <a:gd name="connsiteX13" fmla="*/ 50006 w 329278"/>
                <a:gd name="connsiteY13" fmla="*/ 92774 h 219265"/>
                <a:gd name="connsiteX14" fmla="*/ 45910 w 329278"/>
                <a:gd name="connsiteY14" fmla="*/ 95441 h 219265"/>
                <a:gd name="connsiteX15" fmla="*/ 43910 w 329278"/>
                <a:gd name="connsiteY15" fmla="*/ 97441 h 219265"/>
                <a:gd name="connsiteX16" fmla="*/ 42005 w 329278"/>
                <a:gd name="connsiteY16" fmla="*/ 99441 h 219265"/>
                <a:gd name="connsiteX17" fmla="*/ 40481 w 329278"/>
                <a:gd name="connsiteY17" fmla="*/ 102203 h 219265"/>
                <a:gd name="connsiteX18" fmla="*/ 36290 w 329278"/>
                <a:gd name="connsiteY18" fmla="*/ 109918 h 219265"/>
                <a:gd name="connsiteX19" fmla="*/ 31432 w 329278"/>
                <a:gd name="connsiteY19" fmla="*/ 107061 h 219265"/>
                <a:gd name="connsiteX20" fmla="*/ 28098 w 329278"/>
                <a:gd name="connsiteY20" fmla="*/ 105061 h 219265"/>
                <a:gd name="connsiteX21" fmla="*/ 27051 w 329278"/>
                <a:gd name="connsiteY21" fmla="*/ 104489 h 219265"/>
                <a:gd name="connsiteX22" fmla="*/ 24479 w 329278"/>
                <a:gd name="connsiteY22" fmla="*/ 102965 h 219265"/>
                <a:gd name="connsiteX23" fmla="*/ 0 w 329278"/>
                <a:gd name="connsiteY23" fmla="*/ 88487 h 219265"/>
                <a:gd name="connsiteX24" fmla="*/ 57912 w 329278"/>
                <a:gd name="connsiteY24" fmla="*/ 21908 h 219265"/>
                <a:gd name="connsiteX25" fmla="*/ 95345 w 329278"/>
                <a:gd name="connsiteY25" fmla="*/ 0 h 219265"/>
                <a:gd name="connsiteX26" fmla="*/ 115633 w 329278"/>
                <a:gd name="connsiteY26" fmla="*/ 21431 h 219265"/>
                <a:gd name="connsiteX27" fmla="*/ 134874 w 329278"/>
                <a:gd name="connsiteY27" fmla="*/ 42291 h 219265"/>
                <a:gd name="connsiteX28" fmla="*/ 144875 w 329278"/>
                <a:gd name="connsiteY28" fmla="*/ 52673 h 219265"/>
                <a:gd name="connsiteX29" fmla="*/ 156305 w 329278"/>
                <a:gd name="connsiteY29" fmla="*/ 63913 h 219265"/>
                <a:gd name="connsiteX30" fmla="*/ 163163 w 329278"/>
                <a:gd name="connsiteY30" fmla="*/ 69818 h 219265"/>
                <a:gd name="connsiteX31" fmla="*/ 165259 w 329278"/>
                <a:gd name="connsiteY31" fmla="*/ 71628 h 219265"/>
                <a:gd name="connsiteX32" fmla="*/ 167354 w 329278"/>
                <a:gd name="connsiteY32" fmla="*/ 73342 h 219265"/>
                <a:gd name="connsiteX33" fmla="*/ 171831 w 329278"/>
                <a:gd name="connsiteY33" fmla="*/ 77153 h 219265"/>
                <a:gd name="connsiteX34" fmla="*/ 220789 w 329278"/>
                <a:gd name="connsiteY34" fmla="*/ 114491 h 219265"/>
                <a:gd name="connsiteX35" fmla="*/ 287845 w 329278"/>
                <a:gd name="connsiteY35" fmla="*/ 159163 h 219265"/>
                <a:gd name="connsiteX36" fmla="*/ 293370 w 329278"/>
                <a:gd name="connsiteY36" fmla="*/ 171926 h 219265"/>
                <a:gd name="connsiteX37" fmla="*/ 299180 w 329278"/>
                <a:gd name="connsiteY37" fmla="*/ 175070 h 219265"/>
                <a:gd name="connsiteX38" fmla="*/ 303371 w 329278"/>
                <a:gd name="connsiteY38" fmla="*/ 177355 h 219265"/>
                <a:gd name="connsiteX39" fmla="*/ 304323 w 329278"/>
                <a:gd name="connsiteY39" fmla="*/ 177832 h 219265"/>
                <a:gd name="connsiteX40" fmla="*/ 307943 w 329278"/>
                <a:gd name="connsiteY40" fmla="*/ 179642 h 219265"/>
                <a:gd name="connsiteX41" fmla="*/ 313372 w 329278"/>
                <a:gd name="connsiteY41" fmla="*/ 182213 h 219265"/>
                <a:gd name="connsiteX42" fmla="*/ 316896 w 329278"/>
                <a:gd name="connsiteY42" fmla="*/ 183071 h 219265"/>
                <a:gd name="connsiteX43" fmla="*/ 320707 w 329278"/>
                <a:gd name="connsiteY43" fmla="*/ 183833 h 219265"/>
                <a:gd name="connsiteX44" fmla="*/ 326612 w 329278"/>
                <a:gd name="connsiteY44" fmla="*/ 183356 h 219265"/>
                <a:gd name="connsiteX45" fmla="*/ 329279 w 329278"/>
                <a:gd name="connsiteY45" fmla="*/ 182785 h 21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29278" h="219265">
                  <a:moveTo>
                    <a:pt x="329279" y="182785"/>
                  </a:moveTo>
                  <a:lnTo>
                    <a:pt x="288988" y="210788"/>
                  </a:lnTo>
                  <a:lnTo>
                    <a:pt x="244697" y="219266"/>
                  </a:lnTo>
                  <a:lnTo>
                    <a:pt x="240030" y="215075"/>
                  </a:lnTo>
                  <a:lnTo>
                    <a:pt x="227933" y="203454"/>
                  </a:lnTo>
                  <a:lnTo>
                    <a:pt x="214884" y="190881"/>
                  </a:lnTo>
                  <a:lnTo>
                    <a:pt x="194690" y="173165"/>
                  </a:lnTo>
                  <a:lnTo>
                    <a:pt x="186880" y="166973"/>
                  </a:lnTo>
                  <a:lnTo>
                    <a:pt x="178975" y="170783"/>
                  </a:lnTo>
                  <a:lnTo>
                    <a:pt x="102584" y="126111"/>
                  </a:lnTo>
                  <a:lnTo>
                    <a:pt x="86582" y="74962"/>
                  </a:lnTo>
                  <a:lnTo>
                    <a:pt x="84010" y="72485"/>
                  </a:lnTo>
                  <a:lnTo>
                    <a:pt x="83439" y="71914"/>
                  </a:lnTo>
                  <a:lnTo>
                    <a:pt x="50006" y="92774"/>
                  </a:lnTo>
                  <a:lnTo>
                    <a:pt x="45910" y="95441"/>
                  </a:lnTo>
                  <a:lnTo>
                    <a:pt x="43910" y="97441"/>
                  </a:lnTo>
                  <a:lnTo>
                    <a:pt x="42005" y="99441"/>
                  </a:lnTo>
                  <a:lnTo>
                    <a:pt x="40481" y="102203"/>
                  </a:lnTo>
                  <a:lnTo>
                    <a:pt x="36290" y="109918"/>
                  </a:lnTo>
                  <a:lnTo>
                    <a:pt x="31432" y="107061"/>
                  </a:lnTo>
                  <a:lnTo>
                    <a:pt x="28098" y="105061"/>
                  </a:lnTo>
                  <a:lnTo>
                    <a:pt x="27051" y="104489"/>
                  </a:lnTo>
                  <a:lnTo>
                    <a:pt x="24479" y="102965"/>
                  </a:lnTo>
                  <a:lnTo>
                    <a:pt x="0" y="88487"/>
                  </a:lnTo>
                  <a:lnTo>
                    <a:pt x="57912" y="21908"/>
                  </a:lnTo>
                  <a:lnTo>
                    <a:pt x="95345" y="0"/>
                  </a:lnTo>
                  <a:lnTo>
                    <a:pt x="115633" y="21431"/>
                  </a:lnTo>
                  <a:lnTo>
                    <a:pt x="134874" y="42291"/>
                  </a:lnTo>
                  <a:lnTo>
                    <a:pt x="144875" y="52673"/>
                  </a:lnTo>
                  <a:lnTo>
                    <a:pt x="156305" y="63913"/>
                  </a:lnTo>
                  <a:lnTo>
                    <a:pt x="163163" y="69818"/>
                  </a:lnTo>
                  <a:lnTo>
                    <a:pt x="165259" y="71628"/>
                  </a:lnTo>
                  <a:lnTo>
                    <a:pt x="167354" y="73342"/>
                  </a:lnTo>
                  <a:lnTo>
                    <a:pt x="171831" y="77153"/>
                  </a:lnTo>
                  <a:lnTo>
                    <a:pt x="220789" y="114491"/>
                  </a:lnTo>
                  <a:lnTo>
                    <a:pt x="287845" y="159163"/>
                  </a:lnTo>
                  <a:lnTo>
                    <a:pt x="293370" y="171926"/>
                  </a:lnTo>
                  <a:lnTo>
                    <a:pt x="299180" y="175070"/>
                  </a:lnTo>
                  <a:lnTo>
                    <a:pt x="303371" y="177355"/>
                  </a:lnTo>
                  <a:lnTo>
                    <a:pt x="304323" y="177832"/>
                  </a:lnTo>
                  <a:lnTo>
                    <a:pt x="307943" y="179642"/>
                  </a:lnTo>
                  <a:lnTo>
                    <a:pt x="313372" y="182213"/>
                  </a:lnTo>
                  <a:lnTo>
                    <a:pt x="316896" y="183071"/>
                  </a:lnTo>
                  <a:lnTo>
                    <a:pt x="320707" y="183833"/>
                  </a:lnTo>
                  <a:lnTo>
                    <a:pt x="326612" y="183356"/>
                  </a:lnTo>
                  <a:lnTo>
                    <a:pt x="329279" y="18278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8" name="서울특별시 성북구 성북동">
              <a:extLst>
                <a:ext uri="{FF2B5EF4-FFF2-40B4-BE49-F238E27FC236}">
                  <a16:creationId xmlns:a16="http://schemas.microsoft.com/office/drawing/2014/main" id="{5F6D53E2-CE0A-D615-8780-1DDC5A0348E9}"/>
                </a:ext>
              </a:extLst>
            </p:cNvPr>
            <p:cNvSpPr/>
            <p:nvPr/>
          </p:nvSpPr>
          <p:spPr>
            <a:xfrm>
              <a:off x="6234683" y="2744628"/>
              <a:ext cx="574643" cy="268700"/>
            </a:xfrm>
            <a:custGeom>
              <a:avLst/>
              <a:gdLst>
                <a:gd name="connsiteX0" fmla="*/ 326231 w 574643"/>
                <a:gd name="connsiteY0" fmla="*/ 20669 h 268700"/>
                <a:gd name="connsiteX1" fmla="*/ 330613 w 574643"/>
                <a:gd name="connsiteY1" fmla="*/ 19526 h 268700"/>
                <a:gd name="connsiteX2" fmla="*/ 345853 w 574643"/>
                <a:gd name="connsiteY2" fmla="*/ 19907 h 268700"/>
                <a:gd name="connsiteX3" fmla="*/ 351282 w 574643"/>
                <a:gd name="connsiteY3" fmla="*/ 22670 h 268700"/>
                <a:gd name="connsiteX4" fmla="*/ 351663 w 574643"/>
                <a:gd name="connsiteY4" fmla="*/ 23146 h 268700"/>
                <a:gd name="connsiteX5" fmla="*/ 354997 w 574643"/>
                <a:gd name="connsiteY5" fmla="*/ 27146 h 268700"/>
                <a:gd name="connsiteX6" fmla="*/ 387287 w 574643"/>
                <a:gd name="connsiteY6" fmla="*/ 69914 h 268700"/>
                <a:gd name="connsiteX7" fmla="*/ 387477 w 574643"/>
                <a:gd name="connsiteY7" fmla="*/ 86868 h 268700"/>
                <a:gd name="connsiteX8" fmla="*/ 419386 w 574643"/>
                <a:gd name="connsiteY8" fmla="*/ 108395 h 268700"/>
                <a:gd name="connsiteX9" fmla="*/ 441579 w 574643"/>
                <a:gd name="connsiteY9" fmla="*/ 110109 h 268700"/>
                <a:gd name="connsiteX10" fmla="*/ 460153 w 574643"/>
                <a:gd name="connsiteY10" fmla="*/ 111633 h 268700"/>
                <a:gd name="connsiteX11" fmla="*/ 465582 w 574643"/>
                <a:gd name="connsiteY11" fmla="*/ 113443 h 268700"/>
                <a:gd name="connsiteX12" fmla="*/ 476536 w 574643"/>
                <a:gd name="connsiteY12" fmla="*/ 122587 h 268700"/>
                <a:gd name="connsiteX13" fmla="*/ 481108 w 574643"/>
                <a:gd name="connsiteY13" fmla="*/ 130397 h 268700"/>
                <a:gd name="connsiteX14" fmla="*/ 486823 w 574643"/>
                <a:gd name="connsiteY14" fmla="*/ 147542 h 268700"/>
                <a:gd name="connsiteX15" fmla="*/ 488347 w 574643"/>
                <a:gd name="connsiteY15" fmla="*/ 156686 h 268700"/>
                <a:gd name="connsiteX16" fmla="*/ 486918 w 574643"/>
                <a:gd name="connsiteY16" fmla="*/ 174593 h 268700"/>
                <a:gd name="connsiteX17" fmla="*/ 482537 w 574643"/>
                <a:gd name="connsiteY17" fmla="*/ 181832 h 268700"/>
                <a:gd name="connsiteX18" fmla="*/ 481965 w 574643"/>
                <a:gd name="connsiteY18" fmla="*/ 182309 h 268700"/>
                <a:gd name="connsiteX19" fmla="*/ 476155 w 574643"/>
                <a:gd name="connsiteY19" fmla="*/ 185452 h 268700"/>
                <a:gd name="connsiteX20" fmla="*/ 473678 w 574643"/>
                <a:gd name="connsiteY20" fmla="*/ 186309 h 268700"/>
                <a:gd name="connsiteX21" fmla="*/ 473012 w 574643"/>
                <a:gd name="connsiteY21" fmla="*/ 186595 h 268700"/>
                <a:gd name="connsiteX22" fmla="*/ 469963 w 574643"/>
                <a:gd name="connsiteY22" fmla="*/ 190405 h 268700"/>
                <a:gd name="connsiteX23" fmla="*/ 469582 w 574643"/>
                <a:gd name="connsiteY23" fmla="*/ 190786 h 268700"/>
                <a:gd name="connsiteX24" fmla="*/ 465201 w 574643"/>
                <a:gd name="connsiteY24" fmla="*/ 197453 h 268700"/>
                <a:gd name="connsiteX25" fmla="*/ 469963 w 574643"/>
                <a:gd name="connsiteY25" fmla="*/ 201549 h 268700"/>
                <a:gd name="connsiteX26" fmla="*/ 507016 w 574643"/>
                <a:gd name="connsiteY26" fmla="*/ 193739 h 268700"/>
                <a:gd name="connsiteX27" fmla="*/ 543497 w 574643"/>
                <a:gd name="connsiteY27" fmla="*/ 159258 h 268700"/>
                <a:gd name="connsiteX28" fmla="*/ 574643 w 574643"/>
                <a:gd name="connsiteY28" fmla="*/ 198406 h 268700"/>
                <a:gd name="connsiteX29" fmla="*/ 460343 w 574643"/>
                <a:gd name="connsiteY29" fmla="*/ 254699 h 268700"/>
                <a:gd name="connsiteX30" fmla="*/ 446722 w 574643"/>
                <a:gd name="connsiteY30" fmla="*/ 260604 h 268700"/>
                <a:gd name="connsiteX31" fmla="*/ 425672 w 574643"/>
                <a:gd name="connsiteY31" fmla="*/ 268700 h 268700"/>
                <a:gd name="connsiteX32" fmla="*/ 410242 w 574643"/>
                <a:gd name="connsiteY32" fmla="*/ 268319 h 268700"/>
                <a:gd name="connsiteX33" fmla="*/ 396240 w 574643"/>
                <a:gd name="connsiteY33" fmla="*/ 260985 h 268700"/>
                <a:gd name="connsiteX34" fmla="*/ 378238 w 574643"/>
                <a:gd name="connsiteY34" fmla="*/ 248222 h 268700"/>
                <a:gd name="connsiteX35" fmla="*/ 377476 w 574643"/>
                <a:gd name="connsiteY35" fmla="*/ 247364 h 268700"/>
                <a:gd name="connsiteX36" fmla="*/ 376619 w 574643"/>
                <a:gd name="connsiteY36" fmla="*/ 246507 h 268700"/>
                <a:gd name="connsiteX37" fmla="*/ 364236 w 574643"/>
                <a:gd name="connsiteY37" fmla="*/ 229267 h 268700"/>
                <a:gd name="connsiteX38" fmla="*/ 364998 w 574643"/>
                <a:gd name="connsiteY38" fmla="*/ 220218 h 268700"/>
                <a:gd name="connsiteX39" fmla="*/ 366617 w 574643"/>
                <a:gd name="connsiteY39" fmla="*/ 215551 h 268700"/>
                <a:gd name="connsiteX40" fmla="*/ 368903 w 574643"/>
                <a:gd name="connsiteY40" fmla="*/ 208502 h 268700"/>
                <a:gd name="connsiteX41" fmla="*/ 364712 w 574643"/>
                <a:gd name="connsiteY41" fmla="*/ 199358 h 268700"/>
                <a:gd name="connsiteX42" fmla="*/ 362903 w 574643"/>
                <a:gd name="connsiteY42" fmla="*/ 196882 h 268700"/>
                <a:gd name="connsiteX43" fmla="*/ 362521 w 574643"/>
                <a:gd name="connsiteY43" fmla="*/ 196406 h 268700"/>
                <a:gd name="connsiteX44" fmla="*/ 351282 w 574643"/>
                <a:gd name="connsiteY44" fmla="*/ 187738 h 268700"/>
                <a:gd name="connsiteX45" fmla="*/ 348425 w 574643"/>
                <a:gd name="connsiteY45" fmla="*/ 186785 h 268700"/>
                <a:gd name="connsiteX46" fmla="*/ 345567 w 574643"/>
                <a:gd name="connsiteY46" fmla="*/ 186690 h 268700"/>
                <a:gd name="connsiteX47" fmla="*/ 322802 w 574643"/>
                <a:gd name="connsiteY47" fmla="*/ 188214 h 268700"/>
                <a:gd name="connsiteX48" fmla="*/ 315563 w 574643"/>
                <a:gd name="connsiteY48" fmla="*/ 186309 h 268700"/>
                <a:gd name="connsiteX49" fmla="*/ 311468 w 574643"/>
                <a:gd name="connsiteY49" fmla="*/ 185547 h 268700"/>
                <a:gd name="connsiteX50" fmla="*/ 307562 w 574643"/>
                <a:gd name="connsiteY50" fmla="*/ 185738 h 268700"/>
                <a:gd name="connsiteX51" fmla="*/ 137255 w 574643"/>
                <a:gd name="connsiteY51" fmla="*/ 207454 h 268700"/>
                <a:gd name="connsiteX52" fmla="*/ 136112 w 574643"/>
                <a:gd name="connsiteY52" fmla="*/ 205835 h 268700"/>
                <a:gd name="connsiteX53" fmla="*/ 143446 w 574643"/>
                <a:gd name="connsiteY53" fmla="*/ 198596 h 268700"/>
                <a:gd name="connsiteX54" fmla="*/ 136779 w 574643"/>
                <a:gd name="connsiteY54" fmla="*/ 195739 h 268700"/>
                <a:gd name="connsiteX55" fmla="*/ 130493 w 574643"/>
                <a:gd name="connsiteY55" fmla="*/ 192977 h 268700"/>
                <a:gd name="connsiteX56" fmla="*/ 108109 w 574643"/>
                <a:gd name="connsiteY56" fmla="*/ 190405 h 268700"/>
                <a:gd name="connsiteX57" fmla="*/ 89059 w 574643"/>
                <a:gd name="connsiteY57" fmla="*/ 185738 h 268700"/>
                <a:gd name="connsiteX58" fmla="*/ 76010 w 574643"/>
                <a:gd name="connsiteY58" fmla="*/ 180499 h 268700"/>
                <a:gd name="connsiteX59" fmla="*/ 68199 w 574643"/>
                <a:gd name="connsiteY59" fmla="*/ 176689 h 268700"/>
                <a:gd name="connsiteX60" fmla="*/ 67437 w 574643"/>
                <a:gd name="connsiteY60" fmla="*/ 176308 h 268700"/>
                <a:gd name="connsiteX61" fmla="*/ 66389 w 574643"/>
                <a:gd name="connsiteY61" fmla="*/ 175736 h 268700"/>
                <a:gd name="connsiteX62" fmla="*/ 56483 w 574643"/>
                <a:gd name="connsiteY62" fmla="*/ 170783 h 268700"/>
                <a:gd name="connsiteX63" fmla="*/ 49149 w 574643"/>
                <a:gd name="connsiteY63" fmla="*/ 166211 h 268700"/>
                <a:gd name="connsiteX64" fmla="*/ 44387 w 574643"/>
                <a:gd name="connsiteY64" fmla="*/ 163068 h 268700"/>
                <a:gd name="connsiteX65" fmla="*/ 41720 w 574643"/>
                <a:gd name="connsiteY65" fmla="*/ 161354 h 268700"/>
                <a:gd name="connsiteX66" fmla="*/ 32766 w 574643"/>
                <a:gd name="connsiteY66" fmla="*/ 152210 h 268700"/>
                <a:gd name="connsiteX67" fmla="*/ 20384 w 574643"/>
                <a:gd name="connsiteY67" fmla="*/ 139351 h 268700"/>
                <a:gd name="connsiteX68" fmla="*/ 19717 w 574643"/>
                <a:gd name="connsiteY68" fmla="*/ 138589 h 268700"/>
                <a:gd name="connsiteX69" fmla="*/ 14192 w 574643"/>
                <a:gd name="connsiteY69" fmla="*/ 132302 h 268700"/>
                <a:gd name="connsiteX70" fmla="*/ 11430 w 574643"/>
                <a:gd name="connsiteY70" fmla="*/ 129064 h 268700"/>
                <a:gd name="connsiteX71" fmla="*/ 8096 w 574643"/>
                <a:gd name="connsiteY71" fmla="*/ 125254 h 268700"/>
                <a:gd name="connsiteX72" fmla="*/ 0 w 574643"/>
                <a:gd name="connsiteY72" fmla="*/ 101251 h 268700"/>
                <a:gd name="connsiteX73" fmla="*/ 0 w 574643"/>
                <a:gd name="connsiteY73" fmla="*/ 85439 h 268700"/>
                <a:gd name="connsiteX74" fmla="*/ 0 w 574643"/>
                <a:gd name="connsiteY74" fmla="*/ 65342 h 268700"/>
                <a:gd name="connsiteX75" fmla="*/ 12002 w 574643"/>
                <a:gd name="connsiteY75" fmla="*/ 62865 h 268700"/>
                <a:gd name="connsiteX76" fmla="*/ 20098 w 574643"/>
                <a:gd name="connsiteY76" fmla="*/ 61151 h 268700"/>
                <a:gd name="connsiteX77" fmla="*/ 21050 w 574643"/>
                <a:gd name="connsiteY77" fmla="*/ 60960 h 268700"/>
                <a:gd name="connsiteX78" fmla="*/ 24194 w 574643"/>
                <a:gd name="connsiteY78" fmla="*/ 60865 h 268700"/>
                <a:gd name="connsiteX79" fmla="*/ 60579 w 574643"/>
                <a:gd name="connsiteY79" fmla="*/ 60008 h 268700"/>
                <a:gd name="connsiteX80" fmla="*/ 87154 w 574643"/>
                <a:gd name="connsiteY80" fmla="*/ 48387 h 268700"/>
                <a:gd name="connsiteX81" fmla="*/ 112014 w 574643"/>
                <a:gd name="connsiteY81" fmla="*/ 27813 h 268700"/>
                <a:gd name="connsiteX82" fmla="*/ 114586 w 574643"/>
                <a:gd name="connsiteY82" fmla="*/ 25622 h 268700"/>
                <a:gd name="connsiteX83" fmla="*/ 143351 w 574643"/>
                <a:gd name="connsiteY83" fmla="*/ 4096 h 268700"/>
                <a:gd name="connsiteX84" fmla="*/ 224123 w 574643"/>
                <a:gd name="connsiteY84" fmla="*/ 0 h 268700"/>
                <a:gd name="connsiteX85" fmla="*/ 233363 w 574643"/>
                <a:gd name="connsiteY85" fmla="*/ 3239 h 268700"/>
                <a:gd name="connsiteX86" fmla="*/ 242411 w 574643"/>
                <a:gd name="connsiteY86" fmla="*/ 1619 h 268700"/>
                <a:gd name="connsiteX87" fmla="*/ 246031 w 574643"/>
                <a:gd name="connsiteY87" fmla="*/ 953 h 268700"/>
                <a:gd name="connsiteX88" fmla="*/ 247269 w 574643"/>
                <a:gd name="connsiteY88" fmla="*/ 953 h 268700"/>
                <a:gd name="connsiteX89" fmla="*/ 248126 w 574643"/>
                <a:gd name="connsiteY89" fmla="*/ 857 h 268700"/>
                <a:gd name="connsiteX90" fmla="*/ 251174 w 574643"/>
                <a:gd name="connsiteY90" fmla="*/ 1429 h 268700"/>
                <a:gd name="connsiteX91" fmla="*/ 284893 w 574643"/>
                <a:gd name="connsiteY91" fmla="*/ 12192 h 268700"/>
                <a:gd name="connsiteX92" fmla="*/ 326231 w 574643"/>
                <a:gd name="connsiteY92" fmla="*/ 20669 h 26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4643" h="268700">
                  <a:moveTo>
                    <a:pt x="326231" y="20669"/>
                  </a:moveTo>
                  <a:lnTo>
                    <a:pt x="330613" y="19526"/>
                  </a:lnTo>
                  <a:lnTo>
                    <a:pt x="345853" y="19907"/>
                  </a:lnTo>
                  <a:lnTo>
                    <a:pt x="351282" y="22670"/>
                  </a:lnTo>
                  <a:lnTo>
                    <a:pt x="351663" y="23146"/>
                  </a:lnTo>
                  <a:lnTo>
                    <a:pt x="354997" y="27146"/>
                  </a:lnTo>
                  <a:lnTo>
                    <a:pt x="387287" y="69914"/>
                  </a:lnTo>
                  <a:lnTo>
                    <a:pt x="387477" y="86868"/>
                  </a:lnTo>
                  <a:lnTo>
                    <a:pt x="419386" y="108395"/>
                  </a:lnTo>
                  <a:lnTo>
                    <a:pt x="441579" y="110109"/>
                  </a:lnTo>
                  <a:lnTo>
                    <a:pt x="460153" y="111633"/>
                  </a:lnTo>
                  <a:lnTo>
                    <a:pt x="465582" y="113443"/>
                  </a:lnTo>
                  <a:lnTo>
                    <a:pt x="476536" y="122587"/>
                  </a:lnTo>
                  <a:lnTo>
                    <a:pt x="481108" y="130397"/>
                  </a:lnTo>
                  <a:lnTo>
                    <a:pt x="486823" y="147542"/>
                  </a:lnTo>
                  <a:lnTo>
                    <a:pt x="488347" y="156686"/>
                  </a:lnTo>
                  <a:lnTo>
                    <a:pt x="486918" y="174593"/>
                  </a:lnTo>
                  <a:lnTo>
                    <a:pt x="482537" y="181832"/>
                  </a:lnTo>
                  <a:lnTo>
                    <a:pt x="481965" y="182309"/>
                  </a:lnTo>
                  <a:lnTo>
                    <a:pt x="476155" y="185452"/>
                  </a:lnTo>
                  <a:lnTo>
                    <a:pt x="473678" y="186309"/>
                  </a:lnTo>
                  <a:lnTo>
                    <a:pt x="473012" y="186595"/>
                  </a:lnTo>
                  <a:lnTo>
                    <a:pt x="469963" y="190405"/>
                  </a:lnTo>
                  <a:lnTo>
                    <a:pt x="469582" y="190786"/>
                  </a:lnTo>
                  <a:lnTo>
                    <a:pt x="465201" y="197453"/>
                  </a:lnTo>
                  <a:lnTo>
                    <a:pt x="469963" y="201549"/>
                  </a:lnTo>
                  <a:lnTo>
                    <a:pt x="507016" y="193739"/>
                  </a:lnTo>
                  <a:lnTo>
                    <a:pt x="543497" y="159258"/>
                  </a:lnTo>
                  <a:lnTo>
                    <a:pt x="574643" y="198406"/>
                  </a:lnTo>
                  <a:lnTo>
                    <a:pt x="460343" y="254699"/>
                  </a:lnTo>
                  <a:lnTo>
                    <a:pt x="446722" y="260604"/>
                  </a:lnTo>
                  <a:lnTo>
                    <a:pt x="425672" y="268700"/>
                  </a:lnTo>
                  <a:lnTo>
                    <a:pt x="410242" y="268319"/>
                  </a:lnTo>
                  <a:lnTo>
                    <a:pt x="396240" y="260985"/>
                  </a:lnTo>
                  <a:lnTo>
                    <a:pt x="378238" y="248222"/>
                  </a:lnTo>
                  <a:lnTo>
                    <a:pt x="377476" y="247364"/>
                  </a:lnTo>
                  <a:lnTo>
                    <a:pt x="376619" y="246507"/>
                  </a:lnTo>
                  <a:lnTo>
                    <a:pt x="364236" y="229267"/>
                  </a:lnTo>
                  <a:lnTo>
                    <a:pt x="364998" y="220218"/>
                  </a:lnTo>
                  <a:lnTo>
                    <a:pt x="366617" y="215551"/>
                  </a:lnTo>
                  <a:lnTo>
                    <a:pt x="368903" y="208502"/>
                  </a:lnTo>
                  <a:lnTo>
                    <a:pt x="364712" y="199358"/>
                  </a:lnTo>
                  <a:lnTo>
                    <a:pt x="362903" y="196882"/>
                  </a:lnTo>
                  <a:lnTo>
                    <a:pt x="362521" y="196406"/>
                  </a:lnTo>
                  <a:lnTo>
                    <a:pt x="351282" y="187738"/>
                  </a:lnTo>
                  <a:lnTo>
                    <a:pt x="348425" y="186785"/>
                  </a:lnTo>
                  <a:lnTo>
                    <a:pt x="345567" y="186690"/>
                  </a:lnTo>
                  <a:lnTo>
                    <a:pt x="322802" y="188214"/>
                  </a:lnTo>
                  <a:lnTo>
                    <a:pt x="315563" y="186309"/>
                  </a:lnTo>
                  <a:lnTo>
                    <a:pt x="311468" y="185547"/>
                  </a:lnTo>
                  <a:lnTo>
                    <a:pt x="307562" y="185738"/>
                  </a:lnTo>
                  <a:lnTo>
                    <a:pt x="137255" y="207454"/>
                  </a:lnTo>
                  <a:lnTo>
                    <a:pt x="136112" y="205835"/>
                  </a:lnTo>
                  <a:lnTo>
                    <a:pt x="143446" y="198596"/>
                  </a:lnTo>
                  <a:lnTo>
                    <a:pt x="136779" y="195739"/>
                  </a:lnTo>
                  <a:lnTo>
                    <a:pt x="130493" y="192977"/>
                  </a:lnTo>
                  <a:lnTo>
                    <a:pt x="108109" y="190405"/>
                  </a:lnTo>
                  <a:lnTo>
                    <a:pt x="89059" y="185738"/>
                  </a:lnTo>
                  <a:lnTo>
                    <a:pt x="76010" y="180499"/>
                  </a:lnTo>
                  <a:lnTo>
                    <a:pt x="68199" y="176689"/>
                  </a:lnTo>
                  <a:lnTo>
                    <a:pt x="67437" y="176308"/>
                  </a:lnTo>
                  <a:lnTo>
                    <a:pt x="66389" y="175736"/>
                  </a:lnTo>
                  <a:lnTo>
                    <a:pt x="56483" y="170783"/>
                  </a:lnTo>
                  <a:lnTo>
                    <a:pt x="49149" y="166211"/>
                  </a:lnTo>
                  <a:lnTo>
                    <a:pt x="44387" y="163068"/>
                  </a:lnTo>
                  <a:lnTo>
                    <a:pt x="41720" y="161354"/>
                  </a:lnTo>
                  <a:lnTo>
                    <a:pt x="32766" y="152210"/>
                  </a:lnTo>
                  <a:lnTo>
                    <a:pt x="20384" y="139351"/>
                  </a:lnTo>
                  <a:lnTo>
                    <a:pt x="19717" y="138589"/>
                  </a:lnTo>
                  <a:lnTo>
                    <a:pt x="14192" y="132302"/>
                  </a:lnTo>
                  <a:lnTo>
                    <a:pt x="11430" y="129064"/>
                  </a:lnTo>
                  <a:lnTo>
                    <a:pt x="8096" y="125254"/>
                  </a:lnTo>
                  <a:lnTo>
                    <a:pt x="0" y="101251"/>
                  </a:lnTo>
                  <a:lnTo>
                    <a:pt x="0" y="85439"/>
                  </a:lnTo>
                  <a:lnTo>
                    <a:pt x="0" y="65342"/>
                  </a:lnTo>
                  <a:lnTo>
                    <a:pt x="12002" y="62865"/>
                  </a:lnTo>
                  <a:lnTo>
                    <a:pt x="20098" y="61151"/>
                  </a:lnTo>
                  <a:lnTo>
                    <a:pt x="21050" y="60960"/>
                  </a:lnTo>
                  <a:lnTo>
                    <a:pt x="24194" y="60865"/>
                  </a:lnTo>
                  <a:lnTo>
                    <a:pt x="60579" y="60008"/>
                  </a:lnTo>
                  <a:lnTo>
                    <a:pt x="87154" y="48387"/>
                  </a:lnTo>
                  <a:lnTo>
                    <a:pt x="112014" y="27813"/>
                  </a:lnTo>
                  <a:lnTo>
                    <a:pt x="114586" y="25622"/>
                  </a:lnTo>
                  <a:lnTo>
                    <a:pt x="143351" y="4096"/>
                  </a:lnTo>
                  <a:lnTo>
                    <a:pt x="224123" y="0"/>
                  </a:lnTo>
                  <a:lnTo>
                    <a:pt x="233363" y="3239"/>
                  </a:lnTo>
                  <a:lnTo>
                    <a:pt x="242411" y="1619"/>
                  </a:lnTo>
                  <a:lnTo>
                    <a:pt x="246031" y="953"/>
                  </a:lnTo>
                  <a:lnTo>
                    <a:pt x="247269" y="953"/>
                  </a:lnTo>
                  <a:lnTo>
                    <a:pt x="248126" y="857"/>
                  </a:lnTo>
                  <a:lnTo>
                    <a:pt x="251174" y="1429"/>
                  </a:lnTo>
                  <a:lnTo>
                    <a:pt x="284893" y="12192"/>
                  </a:lnTo>
                  <a:lnTo>
                    <a:pt x="326231" y="2066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9" name="서울특별시 성북구 삼선동">
              <a:extLst>
                <a:ext uri="{FF2B5EF4-FFF2-40B4-BE49-F238E27FC236}">
                  <a16:creationId xmlns:a16="http://schemas.microsoft.com/office/drawing/2014/main" id="{F5D08293-923E-CB64-BF35-85A3463341F2}"/>
                </a:ext>
              </a:extLst>
            </p:cNvPr>
            <p:cNvSpPr/>
            <p:nvPr/>
          </p:nvSpPr>
          <p:spPr>
            <a:xfrm>
              <a:off x="6644354" y="2931890"/>
              <a:ext cx="268319" cy="221361"/>
            </a:xfrm>
            <a:custGeom>
              <a:avLst/>
              <a:gdLst>
                <a:gd name="connsiteX0" fmla="*/ 268319 w 268319"/>
                <a:gd name="connsiteY0" fmla="*/ 65151 h 221361"/>
                <a:gd name="connsiteX1" fmla="*/ 264890 w 268319"/>
                <a:gd name="connsiteY1" fmla="*/ 67913 h 221361"/>
                <a:gd name="connsiteX2" fmla="*/ 238030 w 268319"/>
                <a:gd name="connsiteY2" fmla="*/ 89440 h 221361"/>
                <a:gd name="connsiteX3" fmla="*/ 224028 w 268319"/>
                <a:gd name="connsiteY3" fmla="*/ 100679 h 221361"/>
                <a:gd name="connsiteX4" fmla="*/ 190786 w 268319"/>
                <a:gd name="connsiteY4" fmla="*/ 142780 h 221361"/>
                <a:gd name="connsiteX5" fmla="*/ 190405 w 268319"/>
                <a:gd name="connsiteY5" fmla="*/ 143828 h 221361"/>
                <a:gd name="connsiteX6" fmla="*/ 190786 w 268319"/>
                <a:gd name="connsiteY6" fmla="*/ 184785 h 221361"/>
                <a:gd name="connsiteX7" fmla="*/ 175260 w 268319"/>
                <a:gd name="connsiteY7" fmla="*/ 194215 h 221361"/>
                <a:gd name="connsiteX8" fmla="*/ 162401 w 268319"/>
                <a:gd name="connsiteY8" fmla="*/ 199073 h 221361"/>
                <a:gd name="connsiteX9" fmla="*/ 156591 w 268319"/>
                <a:gd name="connsiteY9" fmla="*/ 201263 h 221361"/>
                <a:gd name="connsiteX10" fmla="*/ 144875 w 268319"/>
                <a:gd name="connsiteY10" fmla="*/ 197929 h 221361"/>
                <a:gd name="connsiteX11" fmla="*/ 114490 w 268319"/>
                <a:gd name="connsiteY11" fmla="*/ 219075 h 221361"/>
                <a:gd name="connsiteX12" fmla="*/ 105156 w 268319"/>
                <a:gd name="connsiteY12" fmla="*/ 221361 h 221361"/>
                <a:gd name="connsiteX13" fmla="*/ 84772 w 268319"/>
                <a:gd name="connsiteY13" fmla="*/ 216979 h 221361"/>
                <a:gd name="connsiteX14" fmla="*/ 57436 w 268319"/>
                <a:gd name="connsiteY14" fmla="*/ 167069 h 221361"/>
                <a:gd name="connsiteX15" fmla="*/ 57912 w 268319"/>
                <a:gd name="connsiteY15" fmla="*/ 164211 h 221361"/>
                <a:gd name="connsiteX16" fmla="*/ 54197 w 268319"/>
                <a:gd name="connsiteY16" fmla="*/ 151638 h 221361"/>
                <a:gd name="connsiteX17" fmla="*/ 42863 w 268319"/>
                <a:gd name="connsiteY17" fmla="*/ 114109 h 221361"/>
                <a:gd name="connsiteX18" fmla="*/ 32099 w 268319"/>
                <a:gd name="connsiteY18" fmla="*/ 99917 h 221361"/>
                <a:gd name="connsiteX19" fmla="*/ 28480 w 268319"/>
                <a:gd name="connsiteY19" fmla="*/ 99441 h 221361"/>
                <a:gd name="connsiteX20" fmla="*/ 26194 w 268319"/>
                <a:gd name="connsiteY20" fmla="*/ 99155 h 221361"/>
                <a:gd name="connsiteX21" fmla="*/ 24955 w 268319"/>
                <a:gd name="connsiteY21" fmla="*/ 98965 h 221361"/>
                <a:gd name="connsiteX22" fmla="*/ 17431 w 268319"/>
                <a:gd name="connsiteY22" fmla="*/ 99250 h 221361"/>
                <a:gd name="connsiteX23" fmla="*/ 9811 w 268319"/>
                <a:gd name="connsiteY23" fmla="*/ 98488 h 221361"/>
                <a:gd name="connsiteX24" fmla="*/ 8096 w 268319"/>
                <a:gd name="connsiteY24" fmla="*/ 98393 h 221361"/>
                <a:gd name="connsiteX25" fmla="*/ 2476 w 268319"/>
                <a:gd name="connsiteY25" fmla="*/ 96679 h 221361"/>
                <a:gd name="connsiteX26" fmla="*/ 0 w 268319"/>
                <a:gd name="connsiteY26" fmla="*/ 93059 h 221361"/>
                <a:gd name="connsiteX27" fmla="*/ 381 w 268319"/>
                <a:gd name="connsiteY27" fmla="*/ 85344 h 221361"/>
                <a:gd name="connsiteX28" fmla="*/ 381 w 268319"/>
                <a:gd name="connsiteY28" fmla="*/ 84296 h 221361"/>
                <a:gd name="connsiteX29" fmla="*/ 571 w 268319"/>
                <a:gd name="connsiteY29" fmla="*/ 81058 h 221361"/>
                <a:gd name="connsiteX30" fmla="*/ 16002 w 268319"/>
                <a:gd name="connsiteY30" fmla="*/ 81439 h 221361"/>
                <a:gd name="connsiteX31" fmla="*/ 37052 w 268319"/>
                <a:gd name="connsiteY31" fmla="*/ 73342 h 221361"/>
                <a:gd name="connsiteX32" fmla="*/ 50673 w 268319"/>
                <a:gd name="connsiteY32" fmla="*/ 67437 h 221361"/>
                <a:gd name="connsiteX33" fmla="*/ 164973 w 268319"/>
                <a:gd name="connsiteY33" fmla="*/ 11144 h 221361"/>
                <a:gd name="connsiteX34" fmla="*/ 167164 w 268319"/>
                <a:gd name="connsiteY34" fmla="*/ 10001 h 221361"/>
                <a:gd name="connsiteX35" fmla="*/ 174688 w 268319"/>
                <a:gd name="connsiteY35" fmla="*/ 5905 h 221361"/>
                <a:gd name="connsiteX36" fmla="*/ 178975 w 268319"/>
                <a:gd name="connsiteY36" fmla="*/ 4382 h 221361"/>
                <a:gd name="connsiteX37" fmla="*/ 179832 w 268319"/>
                <a:gd name="connsiteY37" fmla="*/ 4096 h 221361"/>
                <a:gd name="connsiteX38" fmla="*/ 185833 w 268319"/>
                <a:gd name="connsiteY38" fmla="*/ 2000 h 221361"/>
                <a:gd name="connsiteX39" fmla="*/ 196405 w 268319"/>
                <a:gd name="connsiteY39" fmla="*/ 857 h 221361"/>
                <a:gd name="connsiteX40" fmla="*/ 204121 w 268319"/>
                <a:gd name="connsiteY40" fmla="*/ 95 h 221361"/>
                <a:gd name="connsiteX41" fmla="*/ 223838 w 268319"/>
                <a:gd name="connsiteY41" fmla="*/ 0 h 221361"/>
                <a:gd name="connsiteX42" fmla="*/ 225171 w 268319"/>
                <a:gd name="connsiteY42" fmla="*/ 5810 h 221361"/>
                <a:gd name="connsiteX43" fmla="*/ 226314 w 268319"/>
                <a:gd name="connsiteY43" fmla="*/ 10858 h 221361"/>
                <a:gd name="connsiteX44" fmla="*/ 227362 w 268319"/>
                <a:gd name="connsiteY44" fmla="*/ 15621 h 221361"/>
                <a:gd name="connsiteX45" fmla="*/ 228505 w 268319"/>
                <a:gd name="connsiteY45" fmla="*/ 21050 h 221361"/>
                <a:gd name="connsiteX46" fmla="*/ 229457 w 268319"/>
                <a:gd name="connsiteY46" fmla="*/ 25146 h 221361"/>
                <a:gd name="connsiteX47" fmla="*/ 230219 w 268319"/>
                <a:gd name="connsiteY47" fmla="*/ 28575 h 221361"/>
                <a:gd name="connsiteX48" fmla="*/ 232029 w 268319"/>
                <a:gd name="connsiteY48" fmla="*/ 36100 h 221361"/>
                <a:gd name="connsiteX49" fmla="*/ 232600 w 268319"/>
                <a:gd name="connsiteY49" fmla="*/ 37433 h 221361"/>
                <a:gd name="connsiteX50" fmla="*/ 234124 w 268319"/>
                <a:gd name="connsiteY50" fmla="*/ 38671 h 221361"/>
                <a:gd name="connsiteX51" fmla="*/ 245269 w 268319"/>
                <a:gd name="connsiteY51" fmla="*/ 47530 h 221361"/>
                <a:gd name="connsiteX52" fmla="*/ 245745 w 268319"/>
                <a:gd name="connsiteY52" fmla="*/ 48006 h 221361"/>
                <a:gd name="connsiteX53" fmla="*/ 247174 w 268319"/>
                <a:gd name="connsiteY53" fmla="*/ 49054 h 221361"/>
                <a:gd name="connsiteX54" fmla="*/ 250507 w 268319"/>
                <a:gd name="connsiteY54" fmla="*/ 51625 h 221361"/>
                <a:gd name="connsiteX55" fmla="*/ 261842 w 268319"/>
                <a:gd name="connsiteY55" fmla="*/ 60198 h 221361"/>
                <a:gd name="connsiteX56" fmla="*/ 268319 w 268319"/>
                <a:gd name="connsiteY56" fmla="*/ 65151 h 22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68319" h="221361">
                  <a:moveTo>
                    <a:pt x="268319" y="65151"/>
                  </a:moveTo>
                  <a:lnTo>
                    <a:pt x="264890" y="67913"/>
                  </a:lnTo>
                  <a:lnTo>
                    <a:pt x="238030" y="89440"/>
                  </a:lnTo>
                  <a:lnTo>
                    <a:pt x="224028" y="100679"/>
                  </a:lnTo>
                  <a:lnTo>
                    <a:pt x="190786" y="142780"/>
                  </a:lnTo>
                  <a:lnTo>
                    <a:pt x="190405" y="143828"/>
                  </a:lnTo>
                  <a:lnTo>
                    <a:pt x="190786" y="184785"/>
                  </a:lnTo>
                  <a:lnTo>
                    <a:pt x="175260" y="194215"/>
                  </a:lnTo>
                  <a:lnTo>
                    <a:pt x="162401" y="199073"/>
                  </a:lnTo>
                  <a:lnTo>
                    <a:pt x="156591" y="201263"/>
                  </a:lnTo>
                  <a:lnTo>
                    <a:pt x="144875" y="197929"/>
                  </a:lnTo>
                  <a:lnTo>
                    <a:pt x="114490" y="219075"/>
                  </a:lnTo>
                  <a:lnTo>
                    <a:pt x="105156" y="221361"/>
                  </a:lnTo>
                  <a:lnTo>
                    <a:pt x="84772" y="216979"/>
                  </a:lnTo>
                  <a:lnTo>
                    <a:pt x="57436" y="167069"/>
                  </a:lnTo>
                  <a:lnTo>
                    <a:pt x="57912" y="164211"/>
                  </a:lnTo>
                  <a:lnTo>
                    <a:pt x="54197" y="151638"/>
                  </a:lnTo>
                  <a:lnTo>
                    <a:pt x="42863" y="114109"/>
                  </a:lnTo>
                  <a:lnTo>
                    <a:pt x="32099" y="99917"/>
                  </a:lnTo>
                  <a:lnTo>
                    <a:pt x="28480" y="99441"/>
                  </a:lnTo>
                  <a:lnTo>
                    <a:pt x="26194" y="99155"/>
                  </a:lnTo>
                  <a:lnTo>
                    <a:pt x="24955" y="98965"/>
                  </a:lnTo>
                  <a:lnTo>
                    <a:pt x="17431" y="99250"/>
                  </a:lnTo>
                  <a:lnTo>
                    <a:pt x="9811" y="98488"/>
                  </a:lnTo>
                  <a:lnTo>
                    <a:pt x="8096" y="98393"/>
                  </a:lnTo>
                  <a:lnTo>
                    <a:pt x="2476" y="96679"/>
                  </a:lnTo>
                  <a:lnTo>
                    <a:pt x="0" y="93059"/>
                  </a:lnTo>
                  <a:lnTo>
                    <a:pt x="381" y="85344"/>
                  </a:lnTo>
                  <a:lnTo>
                    <a:pt x="381" y="84296"/>
                  </a:lnTo>
                  <a:lnTo>
                    <a:pt x="571" y="81058"/>
                  </a:lnTo>
                  <a:lnTo>
                    <a:pt x="16002" y="81439"/>
                  </a:lnTo>
                  <a:lnTo>
                    <a:pt x="37052" y="73342"/>
                  </a:lnTo>
                  <a:lnTo>
                    <a:pt x="50673" y="67437"/>
                  </a:lnTo>
                  <a:lnTo>
                    <a:pt x="164973" y="11144"/>
                  </a:lnTo>
                  <a:lnTo>
                    <a:pt x="167164" y="10001"/>
                  </a:lnTo>
                  <a:lnTo>
                    <a:pt x="174688" y="5905"/>
                  </a:lnTo>
                  <a:lnTo>
                    <a:pt x="178975" y="4382"/>
                  </a:lnTo>
                  <a:lnTo>
                    <a:pt x="179832" y="4096"/>
                  </a:lnTo>
                  <a:lnTo>
                    <a:pt x="185833" y="2000"/>
                  </a:lnTo>
                  <a:lnTo>
                    <a:pt x="196405" y="857"/>
                  </a:lnTo>
                  <a:lnTo>
                    <a:pt x="204121" y="95"/>
                  </a:lnTo>
                  <a:lnTo>
                    <a:pt x="223838" y="0"/>
                  </a:lnTo>
                  <a:lnTo>
                    <a:pt x="225171" y="5810"/>
                  </a:lnTo>
                  <a:lnTo>
                    <a:pt x="226314" y="10858"/>
                  </a:lnTo>
                  <a:lnTo>
                    <a:pt x="227362" y="15621"/>
                  </a:lnTo>
                  <a:lnTo>
                    <a:pt x="228505" y="21050"/>
                  </a:lnTo>
                  <a:lnTo>
                    <a:pt x="229457" y="25146"/>
                  </a:lnTo>
                  <a:lnTo>
                    <a:pt x="230219" y="28575"/>
                  </a:lnTo>
                  <a:lnTo>
                    <a:pt x="232029" y="36100"/>
                  </a:lnTo>
                  <a:lnTo>
                    <a:pt x="232600" y="37433"/>
                  </a:lnTo>
                  <a:lnTo>
                    <a:pt x="234124" y="38671"/>
                  </a:lnTo>
                  <a:lnTo>
                    <a:pt x="245269" y="47530"/>
                  </a:lnTo>
                  <a:lnTo>
                    <a:pt x="245745" y="48006"/>
                  </a:lnTo>
                  <a:lnTo>
                    <a:pt x="247174" y="49054"/>
                  </a:lnTo>
                  <a:lnTo>
                    <a:pt x="250507" y="51625"/>
                  </a:lnTo>
                  <a:lnTo>
                    <a:pt x="261842" y="60198"/>
                  </a:lnTo>
                  <a:lnTo>
                    <a:pt x="268319" y="6515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0" name="서울특별시 성북구 동선동">
              <a:extLst>
                <a:ext uri="{FF2B5EF4-FFF2-40B4-BE49-F238E27FC236}">
                  <a16:creationId xmlns:a16="http://schemas.microsoft.com/office/drawing/2014/main" id="{B042D04F-E1B7-D776-1DF3-4F051F705CE0}"/>
                </a:ext>
              </a:extLst>
            </p:cNvPr>
            <p:cNvSpPr/>
            <p:nvPr/>
          </p:nvSpPr>
          <p:spPr>
            <a:xfrm>
              <a:off x="6778180" y="2823305"/>
              <a:ext cx="243840" cy="173735"/>
            </a:xfrm>
            <a:custGeom>
              <a:avLst/>
              <a:gdLst>
                <a:gd name="connsiteX0" fmla="*/ 148209 w 243840"/>
                <a:gd name="connsiteY0" fmla="*/ 20383 h 173735"/>
                <a:gd name="connsiteX1" fmla="*/ 180118 w 243840"/>
                <a:gd name="connsiteY1" fmla="*/ 23717 h 173735"/>
                <a:gd name="connsiteX2" fmla="*/ 188976 w 243840"/>
                <a:gd name="connsiteY2" fmla="*/ 25908 h 173735"/>
                <a:gd name="connsiteX3" fmla="*/ 190976 w 243840"/>
                <a:gd name="connsiteY3" fmla="*/ 32766 h 173735"/>
                <a:gd name="connsiteX4" fmla="*/ 199168 w 243840"/>
                <a:gd name="connsiteY4" fmla="*/ 49149 h 173735"/>
                <a:gd name="connsiteX5" fmla="*/ 199835 w 243840"/>
                <a:gd name="connsiteY5" fmla="*/ 50292 h 173735"/>
                <a:gd name="connsiteX6" fmla="*/ 234601 w 243840"/>
                <a:gd name="connsiteY6" fmla="*/ 74485 h 173735"/>
                <a:gd name="connsiteX7" fmla="*/ 240125 w 243840"/>
                <a:gd name="connsiteY7" fmla="*/ 77057 h 173735"/>
                <a:gd name="connsiteX8" fmla="*/ 243840 w 243840"/>
                <a:gd name="connsiteY8" fmla="*/ 77629 h 173735"/>
                <a:gd name="connsiteX9" fmla="*/ 234220 w 243840"/>
                <a:gd name="connsiteY9" fmla="*/ 87725 h 173735"/>
                <a:gd name="connsiteX10" fmla="*/ 223647 w 243840"/>
                <a:gd name="connsiteY10" fmla="*/ 106966 h 173735"/>
                <a:gd name="connsiteX11" fmla="*/ 222885 w 243840"/>
                <a:gd name="connsiteY11" fmla="*/ 109061 h 173735"/>
                <a:gd name="connsiteX12" fmla="*/ 221933 w 243840"/>
                <a:gd name="connsiteY12" fmla="*/ 111728 h 173735"/>
                <a:gd name="connsiteX13" fmla="*/ 220504 w 243840"/>
                <a:gd name="connsiteY13" fmla="*/ 129921 h 173735"/>
                <a:gd name="connsiteX14" fmla="*/ 220885 w 243840"/>
                <a:gd name="connsiteY14" fmla="*/ 135064 h 173735"/>
                <a:gd name="connsiteX15" fmla="*/ 191643 w 243840"/>
                <a:gd name="connsiteY15" fmla="*/ 169259 h 173735"/>
                <a:gd name="connsiteX16" fmla="*/ 187738 w 243840"/>
                <a:gd name="connsiteY16" fmla="*/ 168783 h 173735"/>
                <a:gd name="connsiteX17" fmla="*/ 182785 w 243840"/>
                <a:gd name="connsiteY17" fmla="*/ 168116 h 173735"/>
                <a:gd name="connsiteX18" fmla="*/ 177355 w 243840"/>
                <a:gd name="connsiteY18" fmla="*/ 167354 h 173735"/>
                <a:gd name="connsiteX19" fmla="*/ 156496 w 243840"/>
                <a:gd name="connsiteY19" fmla="*/ 164497 h 173735"/>
                <a:gd name="connsiteX20" fmla="*/ 147161 w 243840"/>
                <a:gd name="connsiteY20" fmla="*/ 163259 h 173735"/>
                <a:gd name="connsiteX21" fmla="*/ 134493 w 243840"/>
                <a:gd name="connsiteY21" fmla="*/ 173736 h 173735"/>
                <a:gd name="connsiteX22" fmla="*/ 128016 w 243840"/>
                <a:gd name="connsiteY22" fmla="*/ 168783 h 173735"/>
                <a:gd name="connsiteX23" fmla="*/ 116681 w 243840"/>
                <a:gd name="connsiteY23" fmla="*/ 160210 h 173735"/>
                <a:gd name="connsiteX24" fmla="*/ 113347 w 243840"/>
                <a:gd name="connsiteY24" fmla="*/ 157639 h 173735"/>
                <a:gd name="connsiteX25" fmla="*/ 111919 w 243840"/>
                <a:gd name="connsiteY25" fmla="*/ 156591 h 173735"/>
                <a:gd name="connsiteX26" fmla="*/ 111443 w 243840"/>
                <a:gd name="connsiteY26" fmla="*/ 156115 h 173735"/>
                <a:gd name="connsiteX27" fmla="*/ 100298 w 243840"/>
                <a:gd name="connsiteY27" fmla="*/ 147256 h 173735"/>
                <a:gd name="connsiteX28" fmla="*/ 98774 w 243840"/>
                <a:gd name="connsiteY28" fmla="*/ 146018 h 173735"/>
                <a:gd name="connsiteX29" fmla="*/ 98203 w 243840"/>
                <a:gd name="connsiteY29" fmla="*/ 144685 h 173735"/>
                <a:gd name="connsiteX30" fmla="*/ 96393 w 243840"/>
                <a:gd name="connsiteY30" fmla="*/ 137160 h 173735"/>
                <a:gd name="connsiteX31" fmla="*/ 95631 w 243840"/>
                <a:gd name="connsiteY31" fmla="*/ 133731 h 173735"/>
                <a:gd name="connsiteX32" fmla="*/ 94679 w 243840"/>
                <a:gd name="connsiteY32" fmla="*/ 129635 h 173735"/>
                <a:gd name="connsiteX33" fmla="*/ 93536 w 243840"/>
                <a:gd name="connsiteY33" fmla="*/ 124206 h 173735"/>
                <a:gd name="connsiteX34" fmla="*/ 92488 w 243840"/>
                <a:gd name="connsiteY34" fmla="*/ 119443 h 173735"/>
                <a:gd name="connsiteX35" fmla="*/ 91345 w 243840"/>
                <a:gd name="connsiteY35" fmla="*/ 114395 h 173735"/>
                <a:gd name="connsiteX36" fmla="*/ 90011 w 243840"/>
                <a:gd name="connsiteY36" fmla="*/ 108585 h 173735"/>
                <a:gd name="connsiteX37" fmla="*/ 70295 w 243840"/>
                <a:gd name="connsiteY37" fmla="*/ 108680 h 173735"/>
                <a:gd name="connsiteX38" fmla="*/ 62579 w 243840"/>
                <a:gd name="connsiteY38" fmla="*/ 109442 h 173735"/>
                <a:gd name="connsiteX39" fmla="*/ 52006 w 243840"/>
                <a:gd name="connsiteY39" fmla="*/ 110585 h 173735"/>
                <a:gd name="connsiteX40" fmla="*/ 46006 w 243840"/>
                <a:gd name="connsiteY40" fmla="*/ 112681 h 173735"/>
                <a:gd name="connsiteX41" fmla="*/ 45148 w 243840"/>
                <a:gd name="connsiteY41" fmla="*/ 112967 h 173735"/>
                <a:gd name="connsiteX42" fmla="*/ 40862 w 243840"/>
                <a:gd name="connsiteY42" fmla="*/ 114490 h 173735"/>
                <a:gd name="connsiteX43" fmla="*/ 33338 w 243840"/>
                <a:gd name="connsiteY43" fmla="*/ 118586 h 173735"/>
                <a:gd name="connsiteX44" fmla="*/ 31147 w 243840"/>
                <a:gd name="connsiteY44" fmla="*/ 119729 h 173735"/>
                <a:gd name="connsiteX45" fmla="*/ 0 w 243840"/>
                <a:gd name="connsiteY45" fmla="*/ 80581 h 173735"/>
                <a:gd name="connsiteX46" fmla="*/ 34100 w 243840"/>
                <a:gd name="connsiteY46" fmla="*/ 57626 h 173735"/>
                <a:gd name="connsiteX47" fmla="*/ 27622 w 243840"/>
                <a:gd name="connsiteY47" fmla="*/ 47530 h 173735"/>
                <a:gd name="connsiteX48" fmla="*/ 20384 w 243840"/>
                <a:gd name="connsiteY48" fmla="*/ 31337 h 173735"/>
                <a:gd name="connsiteX49" fmla="*/ 24384 w 243840"/>
                <a:gd name="connsiteY49" fmla="*/ 3715 h 173735"/>
                <a:gd name="connsiteX50" fmla="*/ 32576 w 243840"/>
                <a:gd name="connsiteY50" fmla="*/ 2762 h 173735"/>
                <a:gd name="connsiteX51" fmla="*/ 44863 w 243840"/>
                <a:gd name="connsiteY51" fmla="*/ 1429 h 173735"/>
                <a:gd name="connsiteX52" fmla="*/ 63627 w 243840"/>
                <a:gd name="connsiteY52" fmla="*/ 0 h 173735"/>
                <a:gd name="connsiteX53" fmla="*/ 83534 w 243840"/>
                <a:gd name="connsiteY53" fmla="*/ 27718 h 173735"/>
                <a:gd name="connsiteX54" fmla="*/ 121253 w 243840"/>
                <a:gd name="connsiteY54" fmla="*/ 27242 h 173735"/>
                <a:gd name="connsiteX55" fmla="*/ 144018 w 243840"/>
                <a:gd name="connsiteY55" fmla="*/ 23622 h 173735"/>
                <a:gd name="connsiteX56" fmla="*/ 148209 w 243840"/>
                <a:gd name="connsiteY56" fmla="*/ 20383 h 17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3840" h="173735">
                  <a:moveTo>
                    <a:pt x="148209" y="20383"/>
                  </a:moveTo>
                  <a:lnTo>
                    <a:pt x="180118" y="23717"/>
                  </a:lnTo>
                  <a:lnTo>
                    <a:pt x="188976" y="25908"/>
                  </a:lnTo>
                  <a:lnTo>
                    <a:pt x="190976" y="32766"/>
                  </a:lnTo>
                  <a:lnTo>
                    <a:pt x="199168" y="49149"/>
                  </a:lnTo>
                  <a:lnTo>
                    <a:pt x="199835" y="50292"/>
                  </a:lnTo>
                  <a:lnTo>
                    <a:pt x="234601" y="74485"/>
                  </a:lnTo>
                  <a:lnTo>
                    <a:pt x="240125" y="77057"/>
                  </a:lnTo>
                  <a:lnTo>
                    <a:pt x="243840" y="77629"/>
                  </a:lnTo>
                  <a:lnTo>
                    <a:pt x="234220" y="87725"/>
                  </a:lnTo>
                  <a:lnTo>
                    <a:pt x="223647" y="106966"/>
                  </a:lnTo>
                  <a:lnTo>
                    <a:pt x="222885" y="109061"/>
                  </a:lnTo>
                  <a:lnTo>
                    <a:pt x="221933" y="111728"/>
                  </a:lnTo>
                  <a:lnTo>
                    <a:pt x="220504" y="129921"/>
                  </a:lnTo>
                  <a:lnTo>
                    <a:pt x="220885" y="135064"/>
                  </a:lnTo>
                  <a:lnTo>
                    <a:pt x="191643" y="169259"/>
                  </a:lnTo>
                  <a:lnTo>
                    <a:pt x="187738" y="168783"/>
                  </a:lnTo>
                  <a:lnTo>
                    <a:pt x="182785" y="168116"/>
                  </a:lnTo>
                  <a:lnTo>
                    <a:pt x="177355" y="167354"/>
                  </a:lnTo>
                  <a:lnTo>
                    <a:pt x="156496" y="164497"/>
                  </a:lnTo>
                  <a:lnTo>
                    <a:pt x="147161" y="163259"/>
                  </a:lnTo>
                  <a:lnTo>
                    <a:pt x="134493" y="173736"/>
                  </a:lnTo>
                  <a:lnTo>
                    <a:pt x="128016" y="168783"/>
                  </a:lnTo>
                  <a:lnTo>
                    <a:pt x="116681" y="160210"/>
                  </a:lnTo>
                  <a:lnTo>
                    <a:pt x="113347" y="157639"/>
                  </a:lnTo>
                  <a:lnTo>
                    <a:pt x="111919" y="156591"/>
                  </a:lnTo>
                  <a:lnTo>
                    <a:pt x="111443" y="156115"/>
                  </a:lnTo>
                  <a:lnTo>
                    <a:pt x="100298" y="147256"/>
                  </a:lnTo>
                  <a:lnTo>
                    <a:pt x="98774" y="146018"/>
                  </a:lnTo>
                  <a:lnTo>
                    <a:pt x="98203" y="144685"/>
                  </a:lnTo>
                  <a:lnTo>
                    <a:pt x="96393" y="137160"/>
                  </a:lnTo>
                  <a:lnTo>
                    <a:pt x="95631" y="133731"/>
                  </a:lnTo>
                  <a:lnTo>
                    <a:pt x="94679" y="129635"/>
                  </a:lnTo>
                  <a:lnTo>
                    <a:pt x="93536" y="124206"/>
                  </a:lnTo>
                  <a:lnTo>
                    <a:pt x="92488" y="119443"/>
                  </a:lnTo>
                  <a:lnTo>
                    <a:pt x="91345" y="114395"/>
                  </a:lnTo>
                  <a:lnTo>
                    <a:pt x="90011" y="108585"/>
                  </a:lnTo>
                  <a:lnTo>
                    <a:pt x="70295" y="108680"/>
                  </a:lnTo>
                  <a:lnTo>
                    <a:pt x="62579" y="109442"/>
                  </a:lnTo>
                  <a:lnTo>
                    <a:pt x="52006" y="110585"/>
                  </a:lnTo>
                  <a:lnTo>
                    <a:pt x="46006" y="112681"/>
                  </a:lnTo>
                  <a:lnTo>
                    <a:pt x="45148" y="112967"/>
                  </a:lnTo>
                  <a:lnTo>
                    <a:pt x="40862" y="114490"/>
                  </a:lnTo>
                  <a:lnTo>
                    <a:pt x="33338" y="118586"/>
                  </a:lnTo>
                  <a:lnTo>
                    <a:pt x="31147" y="119729"/>
                  </a:lnTo>
                  <a:lnTo>
                    <a:pt x="0" y="80581"/>
                  </a:lnTo>
                  <a:lnTo>
                    <a:pt x="34100" y="57626"/>
                  </a:lnTo>
                  <a:lnTo>
                    <a:pt x="27622" y="47530"/>
                  </a:lnTo>
                  <a:lnTo>
                    <a:pt x="20384" y="31337"/>
                  </a:lnTo>
                  <a:lnTo>
                    <a:pt x="24384" y="3715"/>
                  </a:lnTo>
                  <a:lnTo>
                    <a:pt x="32576" y="2762"/>
                  </a:lnTo>
                  <a:lnTo>
                    <a:pt x="44863" y="1429"/>
                  </a:lnTo>
                  <a:lnTo>
                    <a:pt x="63627" y="0"/>
                  </a:lnTo>
                  <a:lnTo>
                    <a:pt x="83534" y="27718"/>
                  </a:lnTo>
                  <a:lnTo>
                    <a:pt x="121253" y="27242"/>
                  </a:lnTo>
                  <a:lnTo>
                    <a:pt x="144018" y="23622"/>
                  </a:lnTo>
                  <a:lnTo>
                    <a:pt x="148209" y="203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1" name="서울특별시 성북구 종암동">
              <a:extLst>
                <a:ext uri="{FF2B5EF4-FFF2-40B4-BE49-F238E27FC236}">
                  <a16:creationId xmlns:a16="http://schemas.microsoft.com/office/drawing/2014/main" id="{FDEA88C5-9203-8392-9B05-7E8FB7675633}"/>
                </a:ext>
              </a:extLst>
            </p:cNvPr>
            <p:cNvSpPr/>
            <p:nvPr/>
          </p:nvSpPr>
          <p:spPr>
            <a:xfrm>
              <a:off x="7022020" y="2721959"/>
              <a:ext cx="286607" cy="233552"/>
            </a:xfrm>
            <a:custGeom>
              <a:avLst/>
              <a:gdLst>
                <a:gd name="connsiteX0" fmla="*/ 130207 w 286607"/>
                <a:gd name="connsiteY0" fmla="*/ 9906 h 233552"/>
                <a:gd name="connsiteX1" fmla="*/ 245268 w 286607"/>
                <a:gd name="connsiteY1" fmla="*/ 27337 h 233552"/>
                <a:gd name="connsiteX2" fmla="*/ 271844 w 286607"/>
                <a:gd name="connsiteY2" fmla="*/ 52102 h 233552"/>
                <a:gd name="connsiteX3" fmla="*/ 275844 w 286607"/>
                <a:gd name="connsiteY3" fmla="*/ 56674 h 233552"/>
                <a:gd name="connsiteX4" fmla="*/ 277844 w 286607"/>
                <a:gd name="connsiteY4" fmla="*/ 59246 h 233552"/>
                <a:gd name="connsiteX5" fmla="*/ 278701 w 286607"/>
                <a:gd name="connsiteY5" fmla="*/ 60293 h 233552"/>
                <a:gd name="connsiteX6" fmla="*/ 280606 w 286607"/>
                <a:gd name="connsiteY6" fmla="*/ 63436 h 233552"/>
                <a:gd name="connsiteX7" fmla="*/ 281369 w 286607"/>
                <a:gd name="connsiteY7" fmla="*/ 65056 h 233552"/>
                <a:gd name="connsiteX8" fmla="*/ 282607 w 286607"/>
                <a:gd name="connsiteY8" fmla="*/ 67342 h 233552"/>
                <a:gd name="connsiteX9" fmla="*/ 284131 w 286607"/>
                <a:gd name="connsiteY9" fmla="*/ 71914 h 233552"/>
                <a:gd name="connsiteX10" fmla="*/ 284512 w 286607"/>
                <a:gd name="connsiteY10" fmla="*/ 72961 h 233552"/>
                <a:gd name="connsiteX11" fmla="*/ 284988 w 286607"/>
                <a:gd name="connsiteY11" fmla="*/ 74581 h 233552"/>
                <a:gd name="connsiteX12" fmla="*/ 286417 w 286607"/>
                <a:gd name="connsiteY12" fmla="*/ 80391 h 233552"/>
                <a:gd name="connsiteX13" fmla="*/ 286512 w 286607"/>
                <a:gd name="connsiteY13" fmla="*/ 82677 h 233552"/>
                <a:gd name="connsiteX14" fmla="*/ 286607 w 286607"/>
                <a:gd name="connsiteY14" fmla="*/ 86296 h 233552"/>
                <a:gd name="connsiteX15" fmla="*/ 286607 w 286607"/>
                <a:gd name="connsiteY15" fmla="*/ 87630 h 233552"/>
                <a:gd name="connsiteX16" fmla="*/ 285655 w 286607"/>
                <a:gd name="connsiteY16" fmla="*/ 148685 h 233552"/>
                <a:gd name="connsiteX17" fmla="*/ 255079 w 286607"/>
                <a:gd name="connsiteY17" fmla="*/ 230791 h 233552"/>
                <a:gd name="connsiteX18" fmla="*/ 208407 w 286607"/>
                <a:gd name="connsiteY18" fmla="*/ 231267 h 233552"/>
                <a:gd name="connsiteX19" fmla="*/ 208502 w 286607"/>
                <a:gd name="connsiteY19" fmla="*/ 229457 h 233552"/>
                <a:gd name="connsiteX20" fmla="*/ 206121 w 286607"/>
                <a:gd name="connsiteY20" fmla="*/ 224695 h 233552"/>
                <a:gd name="connsiteX21" fmla="*/ 198216 w 286607"/>
                <a:gd name="connsiteY21" fmla="*/ 213169 h 233552"/>
                <a:gd name="connsiteX22" fmla="*/ 191167 w 286607"/>
                <a:gd name="connsiteY22" fmla="*/ 207550 h 233552"/>
                <a:gd name="connsiteX23" fmla="*/ 187452 w 286607"/>
                <a:gd name="connsiteY23" fmla="*/ 208788 h 233552"/>
                <a:gd name="connsiteX24" fmla="*/ 183833 w 286607"/>
                <a:gd name="connsiteY24" fmla="*/ 209931 h 233552"/>
                <a:gd name="connsiteX25" fmla="*/ 176784 w 286607"/>
                <a:gd name="connsiteY25" fmla="*/ 213741 h 233552"/>
                <a:gd name="connsiteX26" fmla="*/ 169735 w 286607"/>
                <a:gd name="connsiteY26" fmla="*/ 217646 h 233552"/>
                <a:gd name="connsiteX27" fmla="*/ 167926 w 286607"/>
                <a:gd name="connsiteY27" fmla="*/ 218694 h 233552"/>
                <a:gd name="connsiteX28" fmla="*/ 162401 w 286607"/>
                <a:gd name="connsiteY28" fmla="*/ 221361 h 233552"/>
                <a:gd name="connsiteX29" fmla="*/ 154876 w 286607"/>
                <a:gd name="connsiteY29" fmla="*/ 224695 h 233552"/>
                <a:gd name="connsiteX30" fmla="*/ 150876 w 286607"/>
                <a:gd name="connsiteY30" fmla="*/ 226314 h 233552"/>
                <a:gd name="connsiteX31" fmla="*/ 149257 w 286607"/>
                <a:gd name="connsiteY31" fmla="*/ 226981 h 233552"/>
                <a:gd name="connsiteX32" fmla="*/ 127540 w 286607"/>
                <a:gd name="connsiteY32" fmla="*/ 233077 h 233552"/>
                <a:gd name="connsiteX33" fmla="*/ 123635 w 286607"/>
                <a:gd name="connsiteY33" fmla="*/ 233553 h 233552"/>
                <a:gd name="connsiteX34" fmla="*/ 95440 w 286607"/>
                <a:gd name="connsiteY34" fmla="*/ 231172 h 233552"/>
                <a:gd name="connsiteX35" fmla="*/ 0 w 286607"/>
                <a:gd name="connsiteY35" fmla="*/ 178975 h 233552"/>
                <a:gd name="connsiteX36" fmla="*/ 6191 w 286607"/>
                <a:gd name="connsiteY36" fmla="*/ 172212 h 233552"/>
                <a:gd name="connsiteX37" fmla="*/ 12859 w 286607"/>
                <a:gd name="connsiteY37" fmla="*/ 164973 h 233552"/>
                <a:gd name="connsiteX38" fmla="*/ 18002 w 286607"/>
                <a:gd name="connsiteY38" fmla="*/ 139065 h 233552"/>
                <a:gd name="connsiteX39" fmla="*/ 16669 w 286607"/>
                <a:gd name="connsiteY39" fmla="*/ 131731 h 233552"/>
                <a:gd name="connsiteX40" fmla="*/ 19336 w 286607"/>
                <a:gd name="connsiteY40" fmla="*/ 114967 h 233552"/>
                <a:gd name="connsiteX41" fmla="*/ 23717 w 286607"/>
                <a:gd name="connsiteY41" fmla="*/ 91345 h 233552"/>
                <a:gd name="connsiteX42" fmla="*/ 32385 w 286607"/>
                <a:gd name="connsiteY42" fmla="*/ 68866 h 233552"/>
                <a:gd name="connsiteX43" fmla="*/ 38481 w 286607"/>
                <a:gd name="connsiteY43" fmla="*/ 58864 h 233552"/>
                <a:gd name="connsiteX44" fmla="*/ 76295 w 286607"/>
                <a:gd name="connsiteY44" fmla="*/ 17717 h 233552"/>
                <a:gd name="connsiteX45" fmla="*/ 94679 w 286607"/>
                <a:gd name="connsiteY45" fmla="*/ 0 h 233552"/>
                <a:gd name="connsiteX46" fmla="*/ 130207 w 286607"/>
                <a:gd name="connsiteY46" fmla="*/ 9906 h 23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86607" h="233552">
                  <a:moveTo>
                    <a:pt x="130207" y="9906"/>
                  </a:moveTo>
                  <a:lnTo>
                    <a:pt x="245268" y="27337"/>
                  </a:lnTo>
                  <a:lnTo>
                    <a:pt x="271844" y="52102"/>
                  </a:lnTo>
                  <a:lnTo>
                    <a:pt x="275844" y="56674"/>
                  </a:lnTo>
                  <a:lnTo>
                    <a:pt x="277844" y="59246"/>
                  </a:lnTo>
                  <a:lnTo>
                    <a:pt x="278701" y="60293"/>
                  </a:lnTo>
                  <a:lnTo>
                    <a:pt x="280606" y="63436"/>
                  </a:lnTo>
                  <a:lnTo>
                    <a:pt x="281369" y="65056"/>
                  </a:lnTo>
                  <a:lnTo>
                    <a:pt x="282607" y="67342"/>
                  </a:lnTo>
                  <a:lnTo>
                    <a:pt x="284131" y="71914"/>
                  </a:lnTo>
                  <a:lnTo>
                    <a:pt x="284512" y="72961"/>
                  </a:lnTo>
                  <a:lnTo>
                    <a:pt x="284988" y="74581"/>
                  </a:lnTo>
                  <a:lnTo>
                    <a:pt x="286417" y="80391"/>
                  </a:lnTo>
                  <a:lnTo>
                    <a:pt x="286512" y="82677"/>
                  </a:lnTo>
                  <a:lnTo>
                    <a:pt x="286607" y="86296"/>
                  </a:lnTo>
                  <a:lnTo>
                    <a:pt x="286607" y="87630"/>
                  </a:lnTo>
                  <a:lnTo>
                    <a:pt x="285655" y="148685"/>
                  </a:lnTo>
                  <a:lnTo>
                    <a:pt x="255079" y="230791"/>
                  </a:lnTo>
                  <a:lnTo>
                    <a:pt x="208407" y="231267"/>
                  </a:lnTo>
                  <a:lnTo>
                    <a:pt x="208502" y="229457"/>
                  </a:lnTo>
                  <a:lnTo>
                    <a:pt x="206121" y="224695"/>
                  </a:lnTo>
                  <a:lnTo>
                    <a:pt x="198216" y="213169"/>
                  </a:lnTo>
                  <a:lnTo>
                    <a:pt x="191167" y="207550"/>
                  </a:lnTo>
                  <a:lnTo>
                    <a:pt x="187452" y="208788"/>
                  </a:lnTo>
                  <a:lnTo>
                    <a:pt x="183833" y="209931"/>
                  </a:lnTo>
                  <a:lnTo>
                    <a:pt x="176784" y="213741"/>
                  </a:lnTo>
                  <a:lnTo>
                    <a:pt x="169735" y="217646"/>
                  </a:lnTo>
                  <a:lnTo>
                    <a:pt x="167926" y="218694"/>
                  </a:lnTo>
                  <a:lnTo>
                    <a:pt x="162401" y="221361"/>
                  </a:lnTo>
                  <a:lnTo>
                    <a:pt x="154876" y="224695"/>
                  </a:lnTo>
                  <a:lnTo>
                    <a:pt x="150876" y="226314"/>
                  </a:lnTo>
                  <a:lnTo>
                    <a:pt x="149257" y="226981"/>
                  </a:lnTo>
                  <a:lnTo>
                    <a:pt x="127540" y="233077"/>
                  </a:lnTo>
                  <a:lnTo>
                    <a:pt x="123635" y="233553"/>
                  </a:lnTo>
                  <a:lnTo>
                    <a:pt x="95440" y="231172"/>
                  </a:lnTo>
                  <a:lnTo>
                    <a:pt x="0" y="178975"/>
                  </a:lnTo>
                  <a:lnTo>
                    <a:pt x="6191" y="172212"/>
                  </a:lnTo>
                  <a:lnTo>
                    <a:pt x="12859" y="164973"/>
                  </a:lnTo>
                  <a:lnTo>
                    <a:pt x="18002" y="139065"/>
                  </a:lnTo>
                  <a:lnTo>
                    <a:pt x="16669" y="131731"/>
                  </a:lnTo>
                  <a:lnTo>
                    <a:pt x="19336" y="114967"/>
                  </a:lnTo>
                  <a:lnTo>
                    <a:pt x="23717" y="91345"/>
                  </a:lnTo>
                  <a:lnTo>
                    <a:pt x="32385" y="68866"/>
                  </a:lnTo>
                  <a:lnTo>
                    <a:pt x="38481" y="58864"/>
                  </a:lnTo>
                  <a:lnTo>
                    <a:pt x="76295" y="17717"/>
                  </a:lnTo>
                  <a:lnTo>
                    <a:pt x="94679" y="0"/>
                  </a:lnTo>
                  <a:lnTo>
                    <a:pt x="130207" y="99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2" name="서울특별시 성북구 석관동">
              <a:extLst>
                <a:ext uri="{FF2B5EF4-FFF2-40B4-BE49-F238E27FC236}">
                  <a16:creationId xmlns:a16="http://schemas.microsoft.com/office/drawing/2014/main" id="{53336624-E7F9-E709-3305-BDBA79167558}"/>
                </a:ext>
              </a:extLst>
            </p:cNvPr>
            <p:cNvSpPr/>
            <p:nvPr/>
          </p:nvSpPr>
          <p:spPr>
            <a:xfrm>
              <a:off x="7485602" y="2497740"/>
              <a:ext cx="383476" cy="297561"/>
            </a:xfrm>
            <a:custGeom>
              <a:avLst/>
              <a:gdLst>
                <a:gd name="connsiteX0" fmla="*/ 377761 w 383476"/>
                <a:gd name="connsiteY0" fmla="*/ 13430 h 297561"/>
                <a:gd name="connsiteX1" fmla="*/ 378714 w 383476"/>
                <a:gd name="connsiteY1" fmla="*/ 37910 h 297561"/>
                <a:gd name="connsiteX2" fmla="*/ 383477 w 383476"/>
                <a:gd name="connsiteY2" fmla="*/ 173260 h 297561"/>
                <a:gd name="connsiteX3" fmla="*/ 340614 w 383476"/>
                <a:gd name="connsiteY3" fmla="*/ 127540 h 297561"/>
                <a:gd name="connsiteX4" fmla="*/ 331851 w 383476"/>
                <a:gd name="connsiteY4" fmla="*/ 127635 h 297561"/>
                <a:gd name="connsiteX5" fmla="*/ 326707 w 383476"/>
                <a:gd name="connsiteY5" fmla="*/ 127730 h 297561"/>
                <a:gd name="connsiteX6" fmla="*/ 329374 w 383476"/>
                <a:gd name="connsiteY6" fmla="*/ 172212 h 297561"/>
                <a:gd name="connsiteX7" fmla="*/ 317849 w 383476"/>
                <a:gd name="connsiteY7" fmla="*/ 178784 h 297561"/>
                <a:gd name="connsiteX8" fmla="*/ 284226 w 383476"/>
                <a:gd name="connsiteY8" fmla="*/ 191262 h 297561"/>
                <a:gd name="connsiteX9" fmla="*/ 261175 w 383476"/>
                <a:gd name="connsiteY9" fmla="*/ 190214 h 297561"/>
                <a:gd name="connsiteX10" fmla="*/ 213360 w 383476"/>
                <a:gd name="connsiteY10" fmla="*/ 200978 h 297561"/>
                <a:gd name="connsiteX11" fmla="*/ 209835 w 383476"/>
                <a:gd name="connsiteY11" fmla="*/ 203645 h 297561"/>
                <a:gd name="connsiteX12" fmla="*/ 201263 w 383476"/>
                <a:gd name="connsiteY12" fmla="*/ 212789 h 297561"/>
                <a:gd name="connsiteX13" fmla="*/ 185071 w 383476"/>
                <a:gd name="connsiteY13" fmla="*/ 232029 h 297561"/>
                <a:gd name="connsiteX14" fmla="*/ 171831 w 383476"/>
                <a:gd name="connsiteY14" fmla="*/ 258699 h 297561"/>
                <a:gd name="connsiteX15" fmla="*/ 121253 w 383476"/>
                <a:gd name="connsiteY15" fmla="*/ 274034 h 297561"/>
                <a:gd name="connsiteX16" fmla="*/ 26575 w 383476"/>
                <a:gd name="connsiteY16" fmla="*/ 297561 h 297561"/>
                <a:gd name="connsiteX17" fmla="*/ 13811 w 383476"/>
                <a:gd name="connsiteY17" fmla="*/ 267271 h 297561"/>
                <a:gd name="connsiteX18" fmla="*/ 18955 w 383476"/>
                <a:gd name="connsiteY18" fmla="*/ 260509 h 297561"/>
                <a:gd name="connsiteX19" fmla="*/ 30289 w 383476"/>
                <a:gd name="connsiteY19" fmla="*/ 244888 h 297561"/>
                <a:gd name="connsiteX20" fmla="*/ 30575 w 383476"/>
                <a:gd name="connsiteY20" fmla="*/ 222980 h 297561"/>
                <a:gd name="connsiteX21" fmla="*/ 28860 w 383476"/>
                <a:gd name="connsiteY21" fmla="*/ 210979 h 297561"/>
                <a:gd name="connsiteX22" fmla="*/ 24765 w 383476"/>
                <a:gd name="connsiteY22" fmla="*/ 204025 h 297561"/>
                <a:gd name="connsiteX23" fmla="*/ 20478 w 383476"/>
                <a:gd name="connsiteY23" fmla="*/ 198882 h 297561"/>
                <a:gd name="connsiteX24" fmla="*/ 18859 w 383476"/>
                <a:gd name="connsiteY24" fmla="*/ 197263 h 297561"/>
                <a:gd name="connsiteX25" fmla="*/ 17526 w 383476"/>
                <a:gd name="connsiteY25" fmla="*/ 196120 h 297561"/>
                <a:gd name="connsiteX26" fmla="*/ 13049 w 383476"/>
                <a:gd name="connsiteY26" fmla="*/ 192310 h 297561"/>
                <a:gd name="connsiteX27" fmla="*/ 10287 w 383476"/>
                <a:gd name="connsiteY27" fmla="*/ 188976 h 297561"/>
                <a:gd name="connsiteX28" fmla="*/ 1619 w 383476"/>
                <a:gd name="connsiteY28" fmla="*/ 175546 h 297561"/>
                <a:gd name="connsiteX29" fmla="*/ 952 w 383476"/>
                <a:gd name="connsiteY29" fmla="*/ 174403 h 297561"/>
                <a:gd name="connsiteX30" fmla="*/ 667 w 383476"/>
                <a:gd name="connsiteY30" fmla="*/ 173831 h 297561"/>
                <a:gd name="connsiteX31" fmla="*/ 0 w 383476"/>
                <a:gd name="connsiteY31" fmla="*/ 172498 h 297561"/>
                <a:gd name="connsiteX32" fmla="*/ 2762 w 383476"/>
                <a:gd name="connsiteY32" fmla="*/ 159925 h 297561"/>
                <a:gd name="connsiteX33" fmla="*/ 21812 w 383476"/>
                <a:gd name="connsiteY33" fmla="*/ 149828 h 297561"/>
                <a:gd name="connsiteX34" fmla="*/ 183166 w 383476"/>
                <a:gd name="connsiteY34" fmla="*/ 64675 h 297561"/>
                <a:gd name="connsiteX35" fmla="*/ 223456 w 383476"/>
                <a:gd name="connsiteY35" fmla="*/ 36671 h 297561"/>
                <a:gd name="connsiteX36" fmla="*/ 259270 w 383476"/>
                <a:gd name="connsiteY36" fmla="*/ 38957 h 297561"/>
                <a:gd name="connsiteX37" fmla="*/ 278796 w 383476"/>
                <a:gd name="connsiteY37" fmla="*/ 37814 h 297561"/>
                <a:gd name="connsiteX38" fmla="*/ 280701 w 383476"/>
                <a:gd name="connsiteY38" fmla="*/ 37433 h 297561"/>
                <a:gd name="connsiteX39" fmla="*/ 311468 w 383476"/>
                <a:gd name="connsiteY39" fmla="*/ 20765 h 297561"/>
                <a:gd name="connsiteX40" fmla="*/ 316230 w 383476"/>
                <a:gd name="connsiteY40" fmla="*/ 16859 h 297561"/>
                <a:gd name="connsiteX41" fmla="*/ 316230 w 383476"/>
                <a:gd name="connsiteY41" fmla="*/ 15050 h 297561"/>
                <a:gd name="connsiteX42" fmla="*/ 316135 w 383476"/>
                <a:gd name="connsiteY42" fmla="*/ 14478 h 297561"/>
                <a:gd name="connsiteX43" fmla="*/ 373856 w 383476"/>
                <a:gd name="connsiteY43" fmla="*/ 0 h 297561"/>
                <a:gd name="connsiteX44" fmla="*/ 377761 w 383476"/>
                <a:gd name="connsiteY44" fmla="*/ 13430 h 297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83476" h="297561">
                  <a:moveTo>
                    <a:pt x="377761" y="13430"/>
                  </a:moveTo>
                  <a:lnTo>
                    <a:pt x="378714" y="37910"/>
                  </a:lnTo>
                  <a:lnTo>
                    <a:pt x="383477" y="173260"/>
                  </a:lnTo>
                  <a:lnTo>
                    <a:pt x="340614" y="127540"/>
                  </a:lnTo>
                  <a:lnTo>
                    <a:pt x="331851" y="127635"/>
                  </a:lnTo>
                  <a:lnTo>
                    <a:pt x="326707" y="127730"/>
                  </a:lnTo>
                  <a:lnTo>
                    <a:pt x="329374" y="172212"/>
                  </a:lnTo>
                  <a:lnTo>
                    <a:pt x="317849" y="178784"/>
                  </a:lnTo>
                  <a:lnTo>
                    <a:pt x="284226" y="191262"/>
                  </a:lnTo>
                  <a:lnTo>
                    <a:pt x="261175" y="190214"/>
                  </a:lnTo>
                  <a:lnTo>
                    <a:pt x="213360" y="200978"/>
                  </a:lnTo>
                  <a:lnTo>
                    <a:pt x="209835" y="203645"/>
                  </a:lnTo>
                  <a:lnTo>
                    <a:pt x="201263" y="212789"/>
                  </a:lnTo>
                  <a:lnTo>
                    <a:pt x="185071" y="232029"/>
                  </a:lnTo>
                  <a:lnTo>
                    <a:pt x="171831" y="258699"/>
                  </a:lnTo>
                  <a:lnTo>
                    <a:pt x="121253" y="274034"/>
                  </a:lnTo>
                  <a:lnTo>
                    <a:pt x="26575" y="297561"/>
                  </a:lnTo>
                  <a:lnTo>
                    <a:pt x="13811" y="267271"/>
                  </a:lnTo>
                  <a:lnTo>
                    <a:pt x="18955" y="260509"/>
                  </a:lnTo>
                  <a:lnTo>
                    <a:pt x="30289" y="244888"/>
                  </a:lnTo>
                  <a:lnTo>
                    <a:pt x="30575" y="222980"/>
                  </a:lnTo>
                  <a:lnTo>
                    <a:pt x="28860" y="210979"/>
                  </a:lnTo>
                  <a:lnTo>
                    <a:pt x="24765" y="204025"/>
                  </a:lnTo>
                  <a:lnTo>
                    <a:pt x="20478" y="198882"/>
                  </a:lnTo>
                  <a:lnTo>
                    <a:pt x="18859" y="197263"/>
                  </a:lnTo>
                  <a:lnTo>
                    <a:pt x="17526" y="196120"/>
                  </a:lnTo>
                  <a:lnTo>
                    <a:pt x="13049" y="192310"/>
                  </a:lnTo>
                  <a:lnTo>
                    <a:pt x="10287" y="188976"/>
                  </a:lnTo>
                  <a:lnTo>
                    <a:pt x="1619" y="175546"/>
                  </a:lnTo>
                  <a:lnTo>
                    <a:pt x="952" y="174403"/>
                  </a:lnTo>
                  <a:lnTo>
                    <a:pt x="667" y="173831"/>
                  </a:lnTo>
                  <a:lnTo>
                    <a:pt x="0" y="172498"/>
                  </a:lnTo>
                  <a:lnTo>
                    <a:pt x="2762" y="159925"/>
                  </a:lnTo>
                  <a:lnTo>
                    <a:pt x="21812" y="149828"/>
                  </a:lnTo>
                  <a:lnTo>
                    <a:pt x="183166" y="64675"/>
                  </a:lnTo>
                  <a:lnTo>
                    <a:pt x="223456" y="36671"/>
                  </a:lnTo>
                  <a:lnTo>
                    <a:pt x="259270" y="38957"/>
                  </a:lnTo>
                  <a:lnTo>
                    <a:pt x="278796" y="37814"/>
                  </a:lnTo>
                  <a:lnTo>
                    <a:pt x="280701" y="37433"/>
                  </a:lnTo>
                  <a:lnTo>
                    <a:pt x="311468" y="20765"/>
                  </a:lnTo>
                  <a:lnTo>
                    <a:pt x="316230" y="16859"/>
                  </a:lnTo>
                  <a:lnTo>
                    <a:pt x="316230" y="15050"/>
                  </a:lnTo>
                  <a:lnTo>
                    <a:pt x="316135" y="14478"/>
                  </a:lnTo>
                  <a:lnTo>
                    <a:pt x="373856" y="0"/>
                  </a:lnTo>
                  <a:lnTo>
                    <a:pt x="377761" y="134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0" name="서울특별시 강북구">
            <a:extLst>
              <a:ext uri="{FF2B5EF4-FFF2-40B4-BE49-F238E27FC236}">
                <a16:creationId xmlns:a16="http://schemas.microsoft.com/office/drawing/2014/main" id="{87398C7F-8C4E-4133-0B0E-7D9E2A7C07AF}"/>
              </a:ext>
            </a:extLst>
          </p:cNvPr>
          <p:cNvGrpSpPr/>
          <p:nvPr/>
        </p:nvGrpSpPr>
        <p:grpSpPr>
          <a:xfrm>
            <a:off x="5468086" y="1434698"/>
            <a:ext cx="737242" cy="1000570"/>
            <a:chOff x="6196298" y="1249394"/>
            <a:chExt cx="1278825" cy="1379410"/>
          </a:xfrm>
          <a:solidFill>
            <a:srgbClr val="007BFF"/>
          </a:solidFill>
        </p:grpSpPr>
        <p:sp>
          <p:nvSpPr>
            <p:cNvPr id="800" name="서울특별시 강북구 번1동">
              <a:extLst>
                <a:ext uri="{FF2B5EF4-FFF2-40B4-BE49-F238E27FC236}">
                  <a16:creationId xmlns:a16="http://schemas.microsoft.com/office/drawing/2014/main" id="{8D19B1AB-3D3F-E62C-9CE5-950372FC8530}"/>
                </a:ext>
              </a:extLst>
            </p:cNvPr>
            <p:cNvSpPr/>
            <p:nvPr/>
          </p:nvSpPr>
          <p:spPr>
            <a:xfrm>
              <a:off x="6990492" y="2017585"/>
              <a:ext cx="275939" cy="162115"/>
            </a:xfrm>
            <a:custGeom>
              <a:avLst/>
              <a:gdLst>
                <a:gd name="connsiteX0" fmla="*/ 238982 w 275939"/>
                <a:gd name="connsiteY0" fmla="*/ 108204 h 162115"/>
                <a:gd name="connsiteX1" fmla="*/ 275939 w 275939"/>
                <a:gd name="connsiteY1" fmla="*/ 162115 h 162115"/>
                <a:gd name="connsiteX2" fmla="*/ 265462 w 275939"/>
                <a:gd name="connsiteY2" fmla="*/ 160211 h 162115"/>
                <a:gd name="connsiteX3" fmla="*/ 256889 w 275939"/>
                <a:gd name="connsiteY3" fmla="*/ 158782 h 162115"/>
                <a:gd name="connsiteX4" fmla="*/ 254317 w 275939"/>
                <a:gd name="connsiteY4" fmla="*/ 158210 h 162115"/>
                <a:gd name="connsiteX5" fmla="*/ 230600 w 275939"/>
                <a:gd name="connsiteY5" fmla="*/ 152019 h 162115"/>
                <a:gd name="connsiteX6" fmla="*/ 228505 w 275939"/>
                <a:gd name="connsiteY6" fmla="*/ 151448 h 162115"/>
                <a:gd name="connsiteX7" fmla="*/ 227171 w 275939"/>
                <a:gd name="connsiteY7" fmla="*/ 151067 h 162115"/>
                <a:gd name="connsiteX8" fmla="*/ 226504 w 275939"/>
                <a:gd name="connsiteY8" fmla="*/ 150686 h 162115"/>
                <a:gd name="connsiteX9" fmla="*/ 225647 w 275939"/>
                <a:gd name="connsiteY9" fmla="*/ 150209 h 162115"/>
                <a:gd name="connsiteX10" fmla="*/ 224314 w 275939"/>
                <a:gd name="connsiteY10" fmla="*/ 149447 h 162115"/>
                <a:gd name="connsiteX11" fmla="*/ 223742 w 275939"/>
                <a:gd name="connsiteY11" fmla="*/ 149162 h 162115"/>
                <a:gd name="connsiteX12" fmla="*/ 209740 w 275939"/>
                <a:gd name="connsiteY12" fmla="*/ 141065 h 162115"/>
                <a:gd name="connsiteX13" fmla="*/ 203644 w 275939"/>
                <a:gd name="connsiteY13" fmla="*/ 137541 h 162115"/>
                <a:gd name="connsiteX14" fmla="*/ 199930 w 275939"/>
                <a:gd name="connsiteY14" fmla="*/ 135922 h 162115"/>
                <a:gd name="connsiteX15" fmla="*/ 199358 w 275939"/>
                <a:gd name="connsiteY15" fmla="*/ 135636 h 162115"/>
                <a:gd name="connsiteX16" fmla="*/ 195644 w 275939"/>
                <a:gd name="connsiteY16" fmla="*/ 135065 h 162115"/>
                <a:gd name="connsiteX17" fmla="*/ 192119 w 275939"/>
                <a:gd name="connsiteY17" fmla="*/ 134969 h 162115"/>
                <a:gd name="connsiteX18" fmla="*/ 191548 w 275939"/>
                <a:gd name="connsiteY18" fmla="*/ 134969 h 162115"/>
                <a:gd name="connsiteX19" fmla="*/ 187452 w 275939"/>
                <a:gd name="connsiteY19" fmla="*/ 135160 h 162115"/>
                <a:gd name="connsiteX20" fmla="*/ 154019 w 275939"/>
                <a:gd name="connsiteY20" fmla="*/ 137255 h 162115"/>
                <a:gd name="connsiteX21" fmla="*/ 149923 w 275939"/>
                <a:gd name="connsiteY21" fmla="*/ 137541 h 162115"/>
                <a:gd name="connsiteX22" fmla="*/ 145447 w 275939"/>
                <a:gd name="connsiteY22" fmla="*/ 137827 h 162115"/>
                <a:gd name="connsiteX23" fmla="*/ 76771 w 275939"/>
                <a:gd name="connsiteY23" fmla="*/ 143065 h 162115"/>
                <a:gd name="connsiteX24" fmla="*/ 0 w 275939"/>
                <a:gd name="connsiteY24" fmla="*/ 148685 h 162115"/>
                <a:gd name="connsiteX25" fmla="*/ 5905 w 275939"/>
                <a:gd name="connsiteY25" fmla="*/ 122682 h 162115"/>
                <a:gd name="connsiteX26" fmla="*/ 37052 w 275939"/>
                <a:gd name="connsiteY26" fmla="*/ 98012 h 162115"/>
                <a:gd name="connsiteX27" fmla="*/ 137350 w 275939"/>
                <a:gd name="connsiteY27" fmla="*/ 0 h 162115"/>
                <a:gd name="connsiteX28" fmla="*/ 144971 w 275939"/>
                <a:gd name="connsiteY28" fmla="*/ 4191 h 162115"/>
                <a:gd name="connsiteX29" fmla="*/ 153067 w 275939"/>
                <a:gd name="connsiteY29" fmla="*/ 9239 h 162115"/>
                <a:gd name="connsiteX30" fmla="*/ 154686 w 275939"/>
                <a:gd name="connsiteY30" fmla="*/ 10287 h 162115"/>
                <a:gd name="connsiteX31" fmla="*/ 163735 w 275939"/>
                <a:gd name="connsiteY31" fmla="*/ 16669 h 162115"/>
                <a:gd name="connsiteX32" fmla="*/ 170688 w 275939"/>
                <a:gd name="connsiteY32" fmla="*/ 22193 h 162115"/>
                <a:gd name="connsiteX33" fmla="*/ 175069 w 275939"/>
                <a:gd name="connsiteY33" fmla="*/ 27813 h 162115"/>
                <a:gd name="connsiteX34" fmla="*/ 175451 w 275939"/>
                <a:gd name="connsiteY34" fmla="*/ 28385 h 162115"/>
                <a:gd name="connsiteX35" fmla="*/ 176879 w 275939"/>
                <a:gd name="connsiteY35" fmla="*/ 30671 h 162115"/>
                <a:gd name="connsiteX36" fmla="*/ 179356 w 275939"/>
                <a:gd name="connsiteY36" fmla="*/ 34671 h 162115"/>
                <a:gd name="connsiteX37" fmla="*/ 182023 w 275939"/>
                <a:gd name="connsiteY37" fmla="*/ 40291 h 162115"/>
                <a:gd name="connsiteX38" fmla="*/ 186595 w 275939"/>
                <a:gd name="connsiteY38" fmla="*/ 49911 h 162115"/>
                <a:gd name="connsiteX39" fmla="*/ 187071 w 275939"/>
                <a:gd name="connsiteY39" fmla="*/ 51149 h 162115"/>
                <a:gd name="connsiteX40" fmla="*/ 187452 w 275939"/>
                <a:gd name="connsiteY40" fmla="*/ 51911 h 162115"/>
                <a:gd name="connsiteX41" fmla="*/ 191929 w 275939"/>
                <a:gd name="connsiteY41" fmla="*/ 62865 h 162115"/>
                <a:gd name="connsiteX42" fmla="*/ 192691 w 275939"/>
                <a:gd name="connsiteY42" fmla="*/ 64770 h 162115"/>
                <a:gd name="connsiteX43" fmla="*/ 194215 w 275939"/>
                <a:gd name="connsiteY43" fmla="*/ 68390 h 162115"/>
                <a:gd name="connsiteX44" fmla="*/ 195262 w 275939"/>
                <a:gd name="connsiteY44" fmla="*/ 70771 h 162115"/>
                <a:gd name="connsiteX45" fmla="*/ 199072 w 275939"/>
                <a:gd name="connsiteY45" fmla="*/ 79819 h 162115"/>
                <a:gd name="connsiteX46" fmla="*/ 199644 w 275939"/>
                <a:gd name="connsiteY46" fmla="*/ 81058 h 162115"/>
                <a:gd name="connsiteX47" fmla="*/ 200311 w 275939"/>
                <a:gd name="connsiteY47" fmla="*/ 82582 h 162115"/>
                <a:gd name="connsiteX48" fmla="*/ 201263 w 275939"/>
                <a:gd name="connsiteY48" fmla="*/ 84773 h 162115"/>
                <a:gd name="connsiteX49" fmla="*/ 203835 w 275939"/>
                <a:gd name="connsiteY49" fmla="*/ 90678 h 162115"/>
                <a:gd name="connsiteX50" fmla="*/ 206121 w 275939"/>
                <a:gd name="connsiteY50" fmla="*/ 93726 h 162115"/>
                <a:gd name="connsiteX51" fmla="*/ 207168 w 275939"/>
                <a:gd name="connsiteY51" fmla="*/ 95250 h 162115"/>
                <a:gd name="connsiteX52" fmla="*/ 212217 w 275939"/>
                <a:gd name="connsiteY52" fmla="*/ 99346 h 162115"/>
                <a:gd name="connsiteX53" fmla="*/ 221933 w 275939"/>
                <a:gd name="connsiteY53" fmla="*/ 103632 h 162115"/>
                <a:gd name="connsiteX54" fmla="*/ 222504 w 275939"/>
                <a:gd name="connsiteY54" fmla="*/ 103918 h 162115"/>
                <a:gd name="connsiteX55" fmla="*/ 225552 w 275939"/>
                <a:gd name="connsiteY55" fmla="*/ 104680 h 162115"/>
                <a:gd name="connsiteX56" fmla="*/ 228886 w 275939"/>
                <a:gd name="connsiteY56" fmla="*/ 105442 h 162115"/>
                <a:gd name="connsiteX57" fmla="*/ 232696 w 275939"/>
                <a:gd name="connsiteY57" fmla="*/ 106394 h 162115"/>
                <a:gd name="connsiteX58" fmla="*/ 238982 w 275939"/>
                <a:gd name="connsiteY58" fmla="*/ 108204 h 16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75939" h="162115">
                  <a:moveTo>
                    <a:pt x="238982" y="108204"/>
                  </a:moveTo>
                  <a:lnTo>
                    <a:pt x="275939" y="162115"/>
                  </a:lnTo>
                  <a:lnTo>
                    <a:pt x="265462" y="160211"/>
                  </a:lnTo>
                  <a:lnTo>
                    <a:pt x="256889" y="158782"/>
                  </a:lnTo>
                  <a:lnTo>
                    <a:pt x="254317" y="158210"/>
                  </a:lnTo>
                  <a:lnTo>
                    <a:pt x="230600" y="152019"/>
                  </a:lnTo>
                  <a:lnTo>
                    <a:pt x="228505" y="151448"/>
                  </a:lnTo>
                  <a:lnTo>
                    <a:pt x="227171" y="151067"/>
                  </a:lnTo>
                  <a:lnTo>
                    <a:pt x="226504" y="150686"/>
                  </a:lnTo>
                  <a:lnTo>
                    <a:pt x="225647" y="150209"/>
                  </a:lnTo>
                  <a:lnTo>
                    <a:pt x="224314" y="149447"/>
                  </a:lnTo>
                  <a:lnTo>
                    <a:pt x="223742" y="149162"/>
                  </a:lnTo>
                  <a:lnTo>
                    <a:pt x="209740" y="141065"/>
                  </a:lnTo>
                  <a:lnTo>
                    <a:pt x="203644" y="137541"/>
                  </a:lnTo>
                  <a:lnTo>
                    <a:pt x="199930" y="135922"/>
                  </a:lnTo>
                  <a:lnTo>
                    <a:pt x="199358" y="135636"/>
                  </a:lnTo>
                  <a:lnTo>
                    <a:pt x="195644" y="135065"/>
                  </a:lnTo>
                  <a:lnTo>
                    <a:pt x="192119" y="134969"/>
                  </a:lnTo>
                  <a:lnTo>
                    <a:pt x="191548" y="134969"/>
                  </a:lnTo>
                  <a:lnTo>
                    <a:pt x="187452" y="135160"/>
                  </a:lnTo>
                  <a:lnTo>
                    <a:pt x="154019" y="137255"/>
                  </a:lnTo>
                  <a:lnTo>
                    <a:pt x="149923" y="137541"/>
                  </a:lnTo>
                  <a:lnTo>
                    <a:pt x="145447" y="137827"/>
                  </a:lnTo>
                  <a:lnTo>
                    <a:pt x="76771" y="143065"/>
                  </a:lnTo>
                  <a:lnTo>
                    <a:pt x="0" y="148685"/>
                  </a:lnTo>
                  <a:lnTo>
                    <a:pt x="5905" y="122682"/>
                  </a:lnTo>
                  <a:lnTo>
                    <a:pt x="37052" y="98012"/>
                  </a:lnTo>
                  <a:lnTo>
                    <a:pt x="137350" y="0"/>
                  </a:lnTo>
                  <a:lnTo>
                    <a:pt x="144971" y="4191"/>
                  </a:lnTo>
                  <a:lnTo>
                    <a:pt x="153067" y="9239"/>
                  </a:lnTo>
                  <a:lnTo>
                    <a:pt x="154686" y="10287"/>
                  </a:lnTo>
                  <a:lnTo>
                    <a:pt x="163735" y="16669"/>
                  </a:lnTo>
                  <a:lnTo>
                    <a:pt x="170688" y="22193"/>
                  </a:lnTo>
                  <a:lnTo>
                    <a:pt x="175069" y="27813"/>
                  </a:lnTo>
                  <a:lnTo>
                    <a:pt x="175451" y="28385"/>
                  </a:lnTo>
                  <a:lnTo>
                    <a:pt x="176879" y="30671"/>
                  </a:lnTo>
                  <a:lnTo>
                    <a:pt x="179356" y="34671"/>
                  </a:lnTo>
                  <a:lnTo>
                    <a:pt x="182023" y="40291"/>
                  </a:lnTo>
                  <a:lnTo>
                    <a:pt x="186595" y="49911"/>
                  </a:lnTo>
                  <a:lnTo>
                    <a:pt x="187071" y="51149"/>
                  </a:lnTo>
                  <a:lnTo>
                    <a:pt x="187452" y="51911"/>
                  </a:lnTo>
                  <a:lnTo>
                    <a:pt x="191929" y="62865"/>
                  </a:lnTo>
                  <a:lnTo>
                    <a:pt x="192691" y="64770"/>
                  </a:lnTo>
                  <a:lnTo>
                    <a:pt x="194215" y="68390"/>
                  </a:lnTo>
                  <a:lnTo>
                    <a:pt x="195262" y="70771"/>
                  </a:lnTo>
                  <a:lnTo>
                    <a:pt x="199072" y="79819"/>
                  </a:lnTo>
                  <a:lnTo>
                    <a:pt x="199644" y="81058"/>
                  </a:lnTo>
                  <a:lnTo>
                    <a:pt x="200311" y="82582"/>
                  </a:lnTo>
                  <a:lnTo>
                    <a:pt x="201263" y="84773"/>
                  </a:lnTo>
                  <a:lnTo>
                    <a:pt x="203835" y="90678"/>
                  </a:lnTo>
                  <a:lnTo>
                    <a:pt x="206121" y="93726"/>
                  </a:lnTo>
                  <a:lnTo>
                    <a:pt x="207168" y="95250"/>
                  </a:lnTo>
                  <a:lnTo>
                    <a:pt x="212217" y="99346"/>
                  </a:lnTo>
                  <a:lnTo>
                    <a:pt x="221933" y="103632"/>
                  </a:lnTo>
                  <a:lnTo>
                    <a:pt x="222504" y="103918"/>
                  </a:lnTo>
                  <a:lnTo>
                    <a:pt x="225552" y="104680"/>
                  </a:lnTo>
                  <a:lnTo>
                    <a:pt x="228886" y="105442"/>
                  </a:lnTo>
                  <a:lnTo>
                    <a:pt x="232696" y="106394"/>
                  </a:lnTo>
                  <a:lnTo>
                    <a:pt x="238982" y="10820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1" name="서울특별시 강북구 번2동">
              <a:extLst>
                <a:ext uri="{FF2B5EF4-FFF2-40B4-BE49-F238E27FC236}">
                  <a16:creationId xmlns:a16="http://schemas.microsoft.com/office/drawing/2014/main" id="{FEE6CC02-F922-B25D-51AE-BF2E748333FA}"/>
                </a:ext>
              </a:extLst>
            </p:cNvPr>
            <p:cNvSpPr/>
            <p:nvPr/>
          </p:nvSpPr>
          <p:spPr>
            <a:xfrm>
              <a:off x="7067264" y="2152554"/>
              <a:ext cx="262413" cy="280130"/>
            </a:xfrm>
            <a:custGeom>
              <a:avLst/>
              <a:gdLst>
                <a:gd name="connsiteX0" fmla="*/ 199168 w 262413"/>
                <a:gd name="connsiteY0" fmla="*/ 27146 h 280130"/>
                <a:gd name="connsiteX1" fmla="*/ 253651 w 262413"/>
                <a:gd name="connsiteY1" fmla="*/ 74867 h 280130"/>
                <a:gd name="connsiteX2" fmla="*/ 262414 w 262413"/>
                <a:gd name="connsiteY2" fmla="*/ 80105 h 280130"/>
                <a:gd name="connsiteX3" fmla="*/ 254317 w 262413"/>
                <a:gd name="connsiteY3" fmla="*/ 87344 h 280130"/>
                <a:gd name="connsiteX4" fmla="*/ 238030 w 262413"/>
                <a:gd name="connsiteY4" fmla="*/ 101822 h 280130"/>
                <a:gd name="connsiteX5" fmla="*/ 223171 w 262413"/>
                <a:gd name="connsiteY5" fmla="*/ 114490 h 280130"/>
                <a:gd name="connsiteX6" fmla="*/ 215551 w 262413"/>
                <a:gd name="connsiteY6" fmla="*/ 120872 h 280130"/>
                <a:gd name="connsiteX7" fmla="*/ 205454 w 262413"/>
                <a:gd name="connsiteY7" fmla="*/ 129254 h 280130"/>
                <a:gd name="connsiteX8" fmla="*/ 199072 w 262413"/>
                <a:gd name="connsiteY8" fmla="*/ 134302 h 280130"/>
                <a:gd name="connsiteX9" fmla="*/ 170593 w 262413"/>
                <a:gd name="connsiteY9" fmla="*/ 158306 h 280130"/>
                <a:gd name="connsiteX10" fmla="*/ 170117 w 262413"/>
                <a:gd name="connsiteY10" fmla="*/ 158782 h 280130"/>
                <a:gd name="connsiteX11" fmla="*/ 169068 w 262413"/>
                <a:gd name="connsiteY11" fmla="*/ 160115 h 280130"/>
                <a:gd name="connsiteX12" fmla="*/ 167640 w 262413"/>
                <a:gd name="connsiteY12" fmla="*/ 162782 h 280130"/>
                <a:gd name="connsiteX13" fmla="*/ 167545 w 262413"/>
                <a:gd name="connsiteY13" fmla="*/ 165259 h 280130"/>
                <a:gd name="connsiteX14" fmla="*/ 168212 w 262413"/>
                <a:gd name="connsiteY14" fmla="*/ 167164 h 280130"/>
                <a:gd name="connsiteX15" fmla="*/ 168497 w 262413"/>
                <a:gd name="connsiteY15" fmla="*/ 167926 h 280130"/>
                <a:gd name="connsiteX16" fmla="*/ 172593 w 262413"/>
                <a:gd name="connsiteY16" fmla="*/ 178403 h 280130"/>
                <a:gd name="connsiteX17" fmla="*/ 181070 w 262413"/>
                <a:gd name="connsiteY17" fmla="*/ 200215 h 280130"/>
                <a:gd name="connsiteX18" fmla="*/ 183261 w 262413"/>
                <a:gd name="connsiteY18" fmla="*/ 210788 h 280130"/>
                <a:gd name="connsiteX19" fmla="*/ 183833 w 262413"/>
                <a:gd name="connsiteY19" fmla="*/ 214027 h 280130"/>
                <a:gd name="connsiteX20" fmla="*/ 184594 w 262413"/>
                <a:gd name="connsiteY20" fmla="*/ 219265 h 280130"/>
                <a:gd name="connsiteX21" fmla="*/ 183356 w 262413"/>
                <a:gd name="connsiteY21" fmla="*/ 249365 h 280130"/>
                <a:gd name="connsiteX22" fmla="*/ 183071 w 262413"/>
                <a:gd name="connsiteY22" fmla="*/ 251841 h 280130"/>
                <a:gd name="connsiteX23" fmla="*/ 182880 w 262413"/>
                <a:gd name="connsiteY23" fmla="*/ 254032 h 280130"/>
                <a:gd name="connsiteX24" fmla="*/ 178308 w 262413"/>
                <a:gd name="connsiteY24" fmla="*/ 265271 h 280130"/>
                <a:gd name="connsiteX25" fmla="*/ 169259 w 262413"/>
                <a:gd name="connsiteY25" fmla="*/ 280130 h 280130"/>
                <a:gd name="connsiteX26" fmla="*/ 130874 w 262413"/>
                <a:gd name="connsiteY26" fmla="*/ 262509 h 280130"/>
                <a:gd name="connsiteX27" fmla="*/ 128492 w 262413"/>
                <a:gd name="connsiteY27" fmla="*/ 260890 h 280130"/>
                <a:gd name="connsiteX28" fmla="*/ 126587 w 262413"/>
                <a:gd name="connsiteY28" fmla="*/ 259652 h 280130"/>
                <a:gd name="connsiteX29" fmla="*/ 114967 w 262413"/>
                <a:gd name="connsiteY29" fmla="*/ 234220 h 280130"/>
                <a:gd name="connsiteX30" fmla="*/ 92488 w 262413"/>
                <a:gd name="connsiteY30" fmla="*/ 179546 h 280130"/>
                <a:gd name="connsiteX31" fmla="*/ 92678 w 262413"/>
                <a:gd name="connsiteY31" fmla="*/ 179070 h 280130"/>
                <a:gd name="connsiteX32" fmla="*/ 95917 w 262413"/>
                <a:gd name="connsiteY32" fmla="*/ 172022 h 280130"/>
                <a:gd name="connsiteX33" fmla="*/ 96107 w 262413"/>
                <a:gd name="connsiteY33" fmla="*/ 168497 h 280130"/>
                <a:gd name="connsiteX34" fmla="*/ 95345 w 262413"/>
                <a:gd name="connsiteY34" fmla="*/ 164782 h 280130"/>
                <a:gd name="connsiteX35" fmla="*/ 89154 w 262413"/>
                <a:gd name="connsiteY35" fmla="*/ 141065 h 280130"/>
                <a:gd name="connsiteX36" fmla="*/ 83725 w 262413"/>
                <a:gd name="connsiteY36" fmla="*/ 134207 h 280130"/>
                <a:gd name="connsiteX37" fmla="*/ 79057 w 262413"/>
                <a:gd name="connsiteY37" fmla="*/ 131064 h 280130"/>
                <a:gd name="connsiteX38" fmla="*/ 71247 w 262413"/>
                <a:gd name="connsiteY38" fmla="*/ 123635 h 280130"/>
                <a:gd name="connsiteX39" fmla="*/ 69437 w 262413"/>
                <a:gd name="connsiteY39" fmla="*/ 121539 h 280130"/>
                <a:gd name="connsiteX40" fmla="*/ 69056 w 262413"/>
                <a:gd name="connsiteY40" fmla="*/ 121158 h 280130"/>
                <a:gd name="connsiteX41" fmla="*/ 45911 w 262413"/>
                <a:gd name="connsiteY41" fmla="*/ 88202 h 280130"/>
                <a:gd name="connsiteX42" fmla="*/ 42291 w 262413"/>
                <a:gd name="connsiteY42" fmla="*/ 82582 h 280130"/>
                <a:gd name="connsiteX43" fmla="*/ 41148 w 262413"/>
                <a:gd name="connsiteY43" fmla="*/ 80581 h 280130"/>
                <a:gd name="connsiteX44" fmla="*/ 27527 w 262413"/>
                <a:gd name="connsiteY44" fmla="*/ 42863 h 280130"/>
                <a:gd name="connsiteX45" fmla="*/ 1429 w 262413"/>
                <a:gd name="connsiteY45" fmla="*/ 34576 h 280130"/>
                <a:gd name="connsiteX46" fmla="*/ 0 w 262413"/>
                <a:gd name="connsiteY46" fmla="*/ 8096 h 280130"/>
                <a:gd name="connsiteX47" fmla="*/ 68675 w 262413"/>
                <a:gd name="connsiteY47" fmla="*/ 2858 h 280130"/>
                <a:gd name="connsiteX48" fmla="*/ 73152 w 262413"/>
                <a:gd name="connsiteY48" fmla="*/ 2572 h 280130"/>
                <a:gd name="connsiteX49" fmla="*/ 77248 w 262413"/>
                <a:gd name="connsiteY49" fmla="*/ 2286 h 280130"/>
                <a:gd name="connsiteX50" fmla="*/ 110681 w 262413"/>
                <a:gd name="connsiteY50" fmla="*/ 191 h 280130"/>
                <a:gd name="connsiteX51" fmla="*/ 114776 w 262413"/>
                <a:gd name="connsiteY51" fmla="*/ 0 h 280130"/>
                <a:gd name="connsiteX52" fmla="*/ 115348 w 262413"/>
                <a:gd name="connsiteY52" fmla="*/ 0 h 280130"/>
                <a:gd name="connsiteX53" fmla="*/ 118872 w 262413"/>
                <a:gd name="connsiteY53" fmla="*/ 95 h 280130"/>
                <a:gd name="connsiteX54" fmla="*/ 122587 w 262413"/>
                <a:gd name="connsiteY54" fmla="*/ 667 h 280130"/>
                <a:gd name="connsiteX55" fmla="*/ 123158 w 262413"/>
                <a:gd name="connsiteY55" fmla="*/ 952 h 280130"/>
                <a:gd name="connsiteX56" fmla="*/ 126873 w 262413"/>
                <a:gd name="connsiteY56" fmla="*/ 2572 h 280130"/>
                <a:gd name="connsiteX57" fmla="*/ 132969 w 262413"/>
                <a:gd name="connsiteY57" fmla="*/ 6096 h 280130"/>
                <a:gd name="connsiteX58" fmla="*/ 146971 w 262413"/>
                <a:gd name="connsiteY58" fmla="*/ 14192 h 280130"/>
                <a:gd name="connsiteX59" fmla="*/ 147542 w 262413"/>
                <a:gd name="connsiteY59" fmla="*/ 14478 h 280130"/>
                <a:gd name="connsiteX60" fmla="*/ 148876 w 262413"/>
                <a:gd name="connsiteY60" fmla="*/ 15240 h 280130"/>
                <a:gd name="connsiteX61" fmla="*/ 149733 w 262413"/>
                <a:gd name="connsiteY61" fmla="*/ 15716 h 280130"/>
                <a:gd name="connsiteX62" fmla="*/ 150400 w 262413"/>
                <a:gd name="connsiteY62" fmla="*/ 16097 h 280130"/>
                <a:gd name="connsiteX63" fmla="*/ 151733 w 262413"/>
                <a:gd name="connsiteY63" fmla="*/ 16478 h 280130"/>
                <a:gd name="connsiteX64" fmla="*/ 153829 w 262413"/>
                <a:gd name="connsiteY64" fmla="*/ 17050 h 280130"/>
                <a:gd name="connsiteX65" fmla="*/ 177546 w 262413"/>
                <a:gd name="connsiteY65" fmla="*/ 23241 h 280130"/>
                <a:gd name="connsiteX66" fmla="*/ 180118 w 262413"/>
                <a:gd name="connsiteY66" fmla="*/ 23813 h 280130"/>
                <a:gd name="connsiteX67" fmla="*/ 188691 w 262413"/>
                <a:gd name="connsiteY67" fmla="*/ 25241 h 280130"/>
                <a:gd name="connsiteX68" fmla="*/ 199168 w 262413"/>
                <a:gd name="connsiteY68" fmla="*/ 27146 h 2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62413" h="280130">
                  <a:moveTo>
                    <a:pt x="199168" y="27146"/>
                  </a:moveTo>
                  <a:lnTo>
                    <a:pt x="253651" y="74867"/>
                  </a:lnTo>
                  <a:lnTo>
                    <a:pt x="262414" y="80105"/>
                  </a:lnTo>
                  <a:lnTo>
                    <a:pt x="254317" y="87344"/>
                  </a:lnTo>
                  <a:lnTo>
                    <a:pt x="238030" y="101822"/>
                  </a:lnTo>
                  <a:lnTo>
                    <a:pt x="223171" y="114490"/>
                  </a:lnTo>
                  <a:lnTo>
                    <a:pt x="215551" y="120872"/>
                  </a:lnTo>
                  <a:lnTo>
                    <a:pt x="205454" y="129254"/>
                  </a:lnTo>
                  <a:lnTo>
                    <a:pt x="199072" y="134302"/>
                  </a:lnTo>
                  <a:lnTo>
                    <a:pt x="170593" y="158306"/>
                  </a:lnTo>
                  <a:lnTo>
                    <a:pt x="170117" y="158782"/>
                  </a:lnTo>
                  <a:lnTo>
                    <a:pt x="169068" y="160115"/>
                  </a:lnTo>
                  <a:lnTo>
                    <a:pt x="167640" y="162782"/>
                  </a:lnTo>
                  <a:lnTo>
                    <a:pt x="167545" y="165259"/>
                  </a:lnTo>
                  <a:lnTo>
                    <a:pt x="168212" y="167164"/>
                  </a:lnTo>
                  <a:lnTo>
                    <a:pt x="168497" y="167926"/>
                  </a:lnTo>
                  <a:lnTo>
                    <a:pt x="172593" y="178403"/>
                  </a:lnTo>
                  <a:lnTo>
                    <a:pt x="181070" y="200215"/>
                  </a:lnTo>
                  <a:lnTo>
                    <a:pt x="183261" y="210788"/>
                  </a:lnTo>
                  <a:lnTo>
                    <a:pt x="183833" y="214027"/>
                  </a:lnTo>
                  <a:lnTo>
                    <a:pt x="184594" y="219265"/>
                  </a:lnTo>
                  <a:lnTo>
                    <a:pt x="183356" y="249365"/>
                  </a:lnTo>
                  <a:lnTo>
                    <a:pt x="183071" y="251841"/>
                  </a:lnTo>
                  <a:lnTo>
                    <a:pt x="182880" y="254032"/>
                  </a:lnTo>
                  <a:lnTo>
                    <a:pt x="178308" y="265271"/>
                  </a:lnTo>
                  <a:lnTo>
                    <a:pt x="169259" y="280130"/>
                  </a:lnTo>
                  <a:lnTo>
                    <a:pt x="130874" y="262509"/>
                  </a:lnTo>
                  <a:lnTo>
                    <a:pt x="128492" y="260890"/>
                  </a:lnTo>
                  <a:lnTo>
                    <a:pt x="126587" y="259652"/>
                  </a:lnTo>
                  <a:lnTo>
                    <a:pt x="114967" y="234220"/>
                  </a:lnTo>
                  <a:lnTo>
                    <a:pt x="92488" y="179546"/>
                  </a:lnTo>
                  <a:lnTo>
                    <a:pt x="92678" y="179070"/>
                  </a:lnTo>
                  <a:lnTo>
                    <a:pt x="95917" y="172022"/>
                  </a:lnTo>
                  <a:lnTo>
                    <a:pt x="96107" y="168497"/>
                  </a:lnTo>
                  <a:lnTo>
                    <a:pt x="95345" y="164782"/>
                  </a:lnTo>
                  <a:lnTo>
                    <a:pt x="89154" y="141065"/>
                  </a:lnTo>
                  <a:lnTo>
                    <a:pt x="83725" y="134207"/>
                  </a:lnTo>
                  <a:lnTo>
                    <a:pt x="79057" y="131064"/>
                  </a:lnTo>
                  <a:lnTo>
                    <a:pt x="71247" y="123635"/>
                  </a:lnTo>
                  <a:lnTo>
                    <a:pt x="69437" y="121539"/>
                  </a:lnTo>
                  <a:lnTo>
                    <a:pt x="69056" y="121158"/>
                  </a:lnTo>
                  <a:lnTo>
                    <a:pt x="45911" y="88202"/>
                  </a:lnTo>
                  <a:lnTo>
                    <a:pt x="42291" y="82582"/>
                  </a:lnTo>
                  <a:lnTo>
                    <a:pt x="41148" y="80581"/>
                  </a:lnTo>
                  <a:lnTo>
                    <a:pt x="27527" y="42863"/>
                  </a:lnTo>
                  <a:lnTo>
                    <a:pt x="1429" y="34576"/>
                  </a:lnTo>
                  <a:lnTo>
                    <a:pt x="0" y="8096"/>
                  </a:lnTo>
                  <a:lnTo>
                    <a:pt x="68675" y="2858"/>
                  </a:lnTo>
                  <a:lnTo>
                    <a:pt x="73152" y="2572"/>
                  </a:lnTo>
                  <a:lnTo>
                    <a:pt x="77248" y="2286"/>
                  </a:lnTo>
                  <a:lnTo>
                    <a:pt x="110681" y="191"/>
                  </a:lnTo>
                  <a:lnTo>
                    <a:pt x="114776" y="0"/>
                  </a:lnTo>
                  <a:lnTo>
                    <a:pt x="115348" y="0"/>
                  </a:lnTo>
                  <a:lnTo>
                    <a:pt x="118872" y="95"/>
                  </a:lnTo>
                  <a:lnTo>
                    <a:pt x="122587" y="667"/>
                  </a:lnTo>
                  <a:lnTo>
                    <a:pt x="123158" y="952"/>
                  </a:lnTo>
                  <a:lnTo>
                    <a:pt x="126873" y="2572"/>
                  </a:lnTo>
                  <a:lnTo>
                    <a:pt x="132969" y="6096"/>
                  </a:lnTo>
                  <a:lnTo>
                    <a:pt x="146971" y="14192"/>
                  </a:lnTo>
                  <a:lnTo>
                    <a:pt x="147542" y="14478"/>
                  </a:lnTo>
                  <a:lnTo>
                    <a:pt x="148876" y="15240"/>
                  </a:lnTo>
                  <a:lnTo>
                    <a:pt x="149733" y="15716"/>
                  </a:lnTo>
                  <a:lnTo>
                    <a:pt x="150400" y="16097"/>
                  </a:lnTo>
                  <a:lnTo>
                    <a:pt x="151733" y="16478"/>
                  </a:lnTo>
                  <a:lnTo>
                    <a:pt x="153829" y="17050"/>
                  </a:lnTo>
                  <a:lnTo>
                    <a:pt x="177546" y="23241"/>
                  </a:lnTo>
                  <a:lnTo>
                    <a:pt x="180118" y="23813"/>
                  </a:lnTo>
                  <a:lnTo>
                    <a:pt x="188691" y="25241"/>
                  </a:lnTo>
                  <a:lnTo>
                    <a:pt x="199168" y="2714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2" name="서울특별시 강북구 번3동">
              <a:extLst>
                <a:ext uri="{FF2B5EF4-FFF2-40B4-BE49-F238E27FC236}">
                  <a16:creationId xmlns:a16="http://schemas.microsoft.com/office/drawing/2014/main" id="{FC5C3850-9916-E0C8-2475-71C4D5627AC7}"/>
                </a:ext>
              </a:extLst>
            </p:cNvPr>
            <p:cNvSpPr/>
            <p:nvPr/>
          </p:nvSpPr>
          <p:spPr>
            <a:xfrm>
              <a:off x="7234808" y="2232659"/>
              <a:ext cx="240315" cy="272795"/>
            </a:xfrm>
            <a:custGeom>
              <a:avLst/>
              <a:gdLst>
                <a:gd name="connsiteX0" fmla="*/ 240316 w 240315"/>
                <a:gd name="connsiteY0" fmla="*/ 118967 h 272795"/>
                <a:gd name="connsiteX1" fmla="*/ 202882 w 240315"/>
                <a:gd name="connsiteY1" fmla="*/ 140875 h 272795"/>
                <a:gd name="connsiteX2" fmla="*/ 144971 w 240315"/>
                <a:gd name="connsiteY2" fmla="*/ 207454 h 272795"/>
                <a:gd name="connsiteX3" fmla="*/ 144113 w 240315"/>
                <a:gd name="connsiteY3" fmla="*/ 208407 h 272795"/>
                <a:gd name="connsiteX4" fmla="*/ 141732 w 240315"/>
                <a:gd name="connsiteY4" fmla="*/ 211169 h 272795"/>
                <a:gd name="connsiteX5" fmla="*/ 131064 w 240315"/>
                <a:gd name="connsiteY5" fmla="*/ 223266 h 272795"/>
                <a:gd name="connsiteX6" fmla="*/ 130207 w 240315"/>
                <a:gd name="connsiteY6" fmla="*/ 223838 h 272795"/>
                <a:gd name="connsiteX7" fmla="*/ 114300 w 240315"/>
                <a:gd name="connsiteY7" fmla="*/ 235458 h 272795"/>
                <a:gd name="connsiteX8" fmla="*/ 101155 w 240315"/>
                <a:gd name="connsiteY8" fmla="*/ 245078 h 272795"/>
                <a:gd name="connsiteX9" fmla="*/ 62770 w 240315"/>
                <a:gd name="connsiteY9" fmla="*/ 272796 h 272795"/>
                <a:gd name="connsiteX10" fmla="*/ 43243 w 240315"/>
                <a:gd name="connsiteY10" fmla="*/ 266129 h 272795"/>
                <a:gd name="connsiteX11" fmla="*/ 39338 w 240315"/>
                <a:gd name="connsiteY11" fmla="*/ 264986 h 272795"/>
                <a:gd name="connsiteX12" fmla="*/ 36290 w 240315"/>
                <a:gd name="connsiteY12" fmla="*/ 263843 h 272795"/>
                <a:gd name="connsiteX13" fmla="*/ 35909 w 240315"/>
                <a:gd name="connsiteY13" fmla="*/ 263271 h 272795"/>
                <a:gd name="connsiteX14" fmla="*/ 34766 w 240315"/>
                <a:gd name="connsiteY14" fmla="*/ 261842 h 272795"/>
                <a:gd name="connsiteX15" fmla="*/ 31909 w 240315"/>
                <a:gd name="connsiteY15" fmla="*/ 246221 h 272795"/>
                <a:gd name="connsiteX16" fmla="*/ 31814 w 240315"/>
                <a:gd name="connsiteY16" fmla="*/ 244126 h 272795"/>
                <a:gd name="connsiteX17" fmla="*/ 31814 w 240315"/>
                <a:gd name="connsiteY17" fmla="*/ 242602 h 272795"/>
                <a:gd name="connsiteX18" fmla="*/ 32290 w 240315"/>
                <a:gd name="connsiteY18" fmla="*/ 238792 h 272795"/>
                <a:gd name="connsiteX19" fmla="*/ 32671 w 240315"/>
                <a:gd name="connsiteY19" fmla="*/ 236125 h 272795"/>
                <a:gd name="connsiteX20" fmla="*/ 33528 w 240315"/>
                <a:gd name="connsiteY20" fmla="*/ 230600 h 272795"/>
                <a:gd name="connsiteX21" fmla="*/ 35052 w 240315"/>
                <a:gd name="connsiteY21" fmla="*/ 225362 h 272795"/>
                <a:gd name="connsiteX22" fmla="*/ 35814 w 240315"/>
                <a:gd name="connsiteY22" fmla="*/ 222599 h 272795"/>
                <a:gd name="connsiteX23" fmla="*/ 36005 w 240315"/>
                <a:gd name="connsiteY23" fmla="*/ 221933 h 272795"/>
                <a:gd name="connsiteX24" fmla="*/ 38386 w 240315"/>
                <a:gd name="connsiteY24" fmla="*/ 219170 h 272795"/>
                <a:gd name="connsiteX25" fmla="*/ 39243 w 240315"/>
                <a:gd name="connsiteY25" fmla="*/ 216599 h 272795"/>
                <a:gd name="connsiteX26" fmla="*/ 37338 w 240315"/>
                <a:gd name="connsiteY26" fmla="*/ 208883 h 272795"/>
                <a:gd name="connsiteX27" fmla="*/ 21241 w 240315"/>
                <a:gd name="connsiteY27" fmla="*/ 203835 h 272795"/>
                <a:gd name="connsiteX28" fmla="*/ 1714 w 240315"/>
                <a:gd name="connsiteY28" fmla="*/ 200025 h 272795"/>
                <a:gd name="connsiteX29" fmla="*/ 10763 w 240315"/>
                <a:gd name="connsiteY29" fmla="*/ 185166 h 272795"/>
                <a:gd name="connsiteX30" fmla="*/ 15335 w 240315"/>
                <a:gd name="connsiteY30" fmla="*/ 173927 h 272795"/>
                <a:gd name="connsiteX31" fmla="*/ 15526 w 240315"/>
                <a:gd name="connsiteY31" fmla="*/ 171736 h 272795"/>
                <a:gd name="connsiteX32" fmla="*/ 15811 w 240315"/>
                <a:gd name="connsiteY32" fmla="*/ 169259 h 272795"/>
                <a:gd name="connsiteX33" fmla="*/ 17050 w 240315"/>
                <a:gd name="connsiteY33" fmla="*/ 139160 h 272795"/>
                <a:gd name="connsiteX34" fmla="*/ 16288 w 240315"/>
                <a:gd name="connsiteY34" fmla="*/ 133922 h 272795"/>
                <a:gd name="connsiteX35" fmla="*/ 15716 w 240315"/>
                <a:gd name="connsiteY35" fmla="*/ 130683 h 272795"/>
                <a:gd name="connsiteX36" fmla="*/ 13525 w 240315"/>
                <a:gd name="connsiteY36" fmla="*/ 120110 h 272795"/>
                <a:gd name="connsiteX37" fmla="*/ 5049 w 240315"/>
                <a:gd name="connsiteY37" fmla="*/ 98298 h 272795"/>
                <a:gd name="connsiteX38" fmla="*/ 952 w 240315"/>
                <a:gd name="connsiteY38" fmla="*/ 87821 h 272795"/>
                <a:gd name="connsiteX39" fmla="*/ 667 w 240315"/>
                <a:gd name="connsiteY39" fmla="*/ 87058 h 272795"/>
                <a:gd name="connsiteX40" fmla="*/ 0 w 240315"/>
                <a:gd name="connsiteY40" fmla="*/ 85154 h 272795"/>
                <a:gd name="connsiteX41" fmla="*/ 95 w 240315"/>
                <a:gd name="connsiteY41" fmla="*/ 82677 h 272795"/>
                <a:gd name="connsiteX42" fmla="*/ 1524 w 240315"/>
                <a:gd name="connsiteY42" fmla="*/ 80010 h 272795"/>
                <a:gd name="connsiteX43" fmla="*/ 2572 w 240315"/>
                <a:gd name="connsiteY43" fmla="*/ 78677 h 272795"/>
                <a:gd name="connsiteX44" fmla="*/ 3048 w 240315"/>
                <a:gd name="connsiteY44" fmla="*/ 78200 h 272795"/>
                <a:gd name="connsiteX45" fmla="*/ 31528 w 240315"/>
                <a:gd name="connsiteY45" fmla="*/ 54197 h 272795"/>
                <a:gd name="connsiteX46" fmla="*/ 37909 w 240315"/>
                <a:gd name="connsiteY46" fmla="*/ 49149 h 272795"/>
                <a:gd name="connsiteX47" fmla="*/ 48006 w 240315"/>
                <a:gd name="connsiteY47" fmla="*/ 40767 h 272795"/>
                <a:gd name="connsiteX48" fmla="*/ 55626 w 240315"/>
                <a:gd name="connsiteY48" fmla="*/ 34385 h 272795"/>
                <a:gd name="connsiteX49" fmla="*/ 70485 w 240315"/>
                <a:gd name="connsiteY49" fmla="*/ 21717 h 272795"/>
                <a:gd name="connsiteX50" fmla="*/ 86773 w 240315"/>
                <a:gd name="connsiteY50" fmla="*/ 7239 h 272795"/>
                <a:gd name="connsiteX51" fmla="*/ 94869 w 240315"/>
                <a:gd name="connsiteY51" fmla="*/ 0 h 272795"/>
                <a:gd name="connsiteX52" fmla="*/ 98298 w 240315"/>
                <a:gd name="connsiteY52" fmla="*/ 2096 h 272795"/>
                <a:gd name="connsiteX53" fmla="*/ 111728 w 240315"/>
                <a:gd name="connsiteY53" fmla="*/ 10097 h 272795"/>
                <a:gd name="connsiteX54" fmla="*/ 170974 w 240315"/>
                <a:gd name="connsiteY54" fmla="*/ 52578 h 272795"/>
                <a:gd name="connsiteX55" fmla="*/ 208693 w 240315"/>
                <a:gd name="connsiteY55" fmla="*/ 82010 h 272795"/>
                <a:gd name="connsiteX56" fmla="*/ 240316 w 240315"/>
                <a:gd name="connsiteY56" fmla="*/ 118967 h 27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0315" h="272795">
                  <a:moveTo>
                    <a:pt x="240316" y="118967"/>
                  </a:moveTo>
                  <a:lnTo>
                    <a:pt x="202882" y="140875"/>
                  </a:lnTo>
                  <a:lnTo>
                    <a:pt x="144971" y="207454"/>
                  </a:lnTo>
                  <a:lnTo>
                    <a:pt x="144113" y="208407"/>
                  </a:lnTo>
                  <a:lnTo>
                    <a:pt x="141732" y="211169"/>
                  </a:lnTo>
                  <a:lnTo>
                    <a:pt x="131064" y="223266"/>
                  </a:lnTo>
                  <a:lnTo>
                    <a:pt x="130207" y="223838"/>
                  </a:lnTo>
                  <a:lnTo>
                    <a:pt x="114300" y="235458"/>
                  </a:lnTo>
                  <a:lnTo>
                    <a:pt x="101155" y="245078"/>
                  </a:lnTo>
                  <a:lnTo>
                    <a:pt x="62770" y="272796"/>
                  </a:lnTo>
                  <a:lnTo>
                    <a:pt x="43243" y="266129"/>
                  </a:lnTo>
                  <a:lnTo>
                    <a:pt x="39338" y="264986"/>
                  </a:lnTo>
                  <a:lnTo>
                    <a:pt x="36290" y="263843"/>
                  </a:lnTo>
                  <a:lnTo>
                    <a:pt x="35909" y="263271"/>
                  </a:lnTo>
                  <a:lnTo>
                    <a:pt x="34766" y="261842"/>
                  </a:lnTo>
                  <a:lnTo>
                    <a:pt x="31909" y="246221"/>
                  </a:lnTo>
                  <a:lnTo>
                    <a:pt x="31814" y="244126"/>
                  </a:lnTo>
                  <a:lnTo>
                    <a:pt x="31814" y="242602"/>
                  </a:lnTo>
                  <a:lnTo>
                    <a:pt x="32290" y="238792"/>
                  </a:lnTo>
                  <a:lnTo>
                    <a:pt x="32671" y="236125"/>
                  </a:lnTo>
                  <a:lnTo>
                    <a:pt x="33528" y="230600"/>
                  </a:lnTo>
                  <a:lnTo>
                    <a:pt x="35052" y="225362"/>
                  </a:lnTo>
                  <a:lnTo>
                    <a:pt x="35814" y="222599"/>
                  </a:lnTo>
                  <a:lnTo>
                    <a:pt x="36005" y="221933"/>
                  </a:lnTo>
                  <a:lnTo>
                    <a:pt x="38386" y="219170"/>
                  </a:lnTo>
                  <a:lnTo>
                    <a:pt x="39243" y="216599"/>
                  </a:lnTo>
                  <a:lnTo>
                    <a:pt x="37338" y="208883"/>
                  </a:lnTo>
                  <a:lnTo>
                    <a:pt x="21241" y="203835"/>
                  </a:lnTo>
                  <a:lnTo>
                    <a:pt x="1714" y="200025"/>
                  </a:lnTo>
                  <a:lnTo>
                    <a:pt x="10763" y="185166"/>
                  </a:lnTo>
                  <a:lnTo>
                    <a:pt x="15335" y="173927"/>
                  </a:lnTo>
                  <a:lnTo>
                    <a:pt x="15526" y="171736"/>
                  </a:lnTo>
                  <a:lnTo>
                    <a:pt x="15811" y="169259"/>
                  </a:lnTo>
                  <a:lnTo>
                    <a:pt x="17050" y="139160"/>
                  </a:lnTo>
                  <a:lnTo>
                    <a:pt x="16288" y="133922"/>
                  </a:lnTo>
                  <a:lnTo>
                    <a:pt x="15716" y="130683"/>
                  </a:lnTo>
                  <a:lnTo>
                    <a:pt x="13525" y="120110"/>
                  </a:lnTo>
                  <a:lnTo>
                    <a:pt x="5049" y="98298"/>
                  </a:lnTo>
                  <a:lnTo>
                    <a:pt x="952" y="87821"/>
                  </a:lnTo>
                  <a:lnTo>
                    <a:pt x="667" y="87058"/>
                  </a:lnTo>
                  <a:lnTo>
                    <a:pt x="0" y="85154"/>
                  </a:lnTo>
                  <a:lnTo>
                    <a:pt x="95" y="82677"/>
                  </a:lnTo>
                  <a:lnTo>
                    <a:pt x="1524" y="80010"/>
                  </a:lnTo>
                  <a:lnTo>
                    <a:pt x="2572" y="78677"/>
                  </a:lnTo>
                  <a:lnTo>
                    <a:pt x="3048" y="78200"/>
                  </a:lnTo>
                  <a:lnTo>
                    <a:pt x="31528" y="54197"/>
                  </a:lnTo>
                  <a:lnTo>
                    <a:pt x="37909" y="49149"/>
                  </a:lnTo>
                  <a:lnTo>
                    <a:pt x="48006" y="40767"/>
                  </a:lnTo>
                  <a:lnTo>
                    <a:pt x="55626" y="34385"/>
                  </a:lnTo>
                  <a:lnTo>
                    <a:pt x="70485" y="21717"/>
                  </a:lnTo>
                  <a:lnTo>
                    <a:pt x="86773" y="7239"/>
                  </a:lnTo>
                  <a:lnTo>
                    <a:pt x="94869" y="0"/>
                  </a:lnTo>
                  <a:lnTo>
                    <a:pt x="98298" y="2096"/>
                  </a:lnTo>
                  <a:lnTo>
                    <a:pt x="111728" y="10097"/>
                  </a:lnTo>
                  <a:lnTo>
                    <a:pt x="170974" y="52578"/>
                  </a:lnTo>
                  <a:lnTo>
                    <a:pt x="208693" y="82010"/>
                  </a:lnTo>
                  <a:lnTo>
                    <a:pt x="240316" y="1189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서울특별시 강북구 수유1동">
              <a:extLst>
                <a:ext uri="{FF2B5EF4-FFF2-40B4-BE49-F238E27FC236}">
                  <a16:creationId xmlns:a16="http://schemas.microsoft.com/office/drawing/2014/main" id="{5642B73B-3A46-B99D-B9E5-BF99A815BD48}"/>
                </a:ext>
              </a:extLst>
            </p:cNvPr>
            <p:cNvSpPr/>
            <p:nvPr/>
          </p:nvSpPr>
          <p:spPr>
            <a:xfrm>
              <a:off x="6445472" y="2166270"/>
              <a:ext cx="548258" cy="185165"/>
            </a:xfrm>
            <a:custGeom>
              <a:avLst/>
              <a:gdLst>
                <a:gd name="connsiteX0" fmla="*/ 532924 w 548258"/>
                <a:gd name="connsiteY0" fmla="*/ 78295 h 185165"/>
                <a:gd name="connsiteX1" fmla="*/ 508349 w 548258"/>
                <a:gd name="connsiteY1" fmla="*/ 82201 h 185165"/>
                <a:gd name="connsiteX2" fmla="*/ 445484 w 548258"/>
                <a:gd name="connsiteY2" fmla="*/ 97060 h 185165"/>
                <a:gd name="connsiteX3" fmla="*/ 411289 w 548258"/>
                <a:gd name="connsiteY3" fmla="*/ 130397 h 185165"/>
                <a:gd name="connsiteX4" fmla="*/ 306229 w 548258"/>
                <a:gd name="connsiteY4" fmla="*/ 170688 h 185165"/>
                <a:gd name="connsiteX5" fmla="*/ 290322 w 548258"/>
                <a:gd name="connsiteY5" fmla="*/ 174212 h 185165"/>
                <a:gd name="connsiteX6" fmla="*/ 272415 w 548258"/>
                <a:gd name="connsiteY6" fmla="*/ 175831 h 185165"/>
                <a:gd name="connsiteX7" fmla="*/ 265081 w 548258"/>
                <a:gd name="connsiteY7" fmla="*/ 174498 h 185165"/>
                <a:gd name="connsiteX8" fmla="*/ 262223 w 548258"/>
                <a:gd name="connsiteY8" fmla="*/ 173927 h 185165"/>
                <a:gd name="connsiteX9" fmla="*/ 252794 w 548258"/>
                <a:gd name="connsiteY9" fmla="*/ 173069 h 185165"/>
                <a:gd name="connsiteX10" fmla="*/ 240792 w 548258"/>
                <a:gd name="connsiteY10" fmla="*/ 172688 h 185165"/>
                <a:gd name="connsiteX11" fmla="*/ 222028 w 548258"/>
                <a:gd name="connsiteY11" fmla="*/ 177451 h 185165"/>
                <a:gd name="connsiteX12" fmla="*/ 204978 w 548258"/>
                <a:gd name="connsiteY12" fmla="*/ 185166 h 185165"/>
                <a:gd name="connsiteX13" fmla="*/ 175927 w 548258"/>
                <a:gd name="connsiteY13" fmla="*/ 168211 h 185165"/>
                <a:gd name="connsiteX14" fmla="*/ 166116 w 548258"/>
                <a:gd name="connsiteY14" fmla="*/ 164211 h 185165"/>
                <a:gd name="connsiteX15" fmla="*/ 154972 w 548258"/>
                <a:gd name="connsiteY15" fmla="*/ 162115 h 185165"/>
                <a:gd name="connsiteX16" fmla="*/ 104108 w 548258"/>
                <a:gd name="connsiteY16" fmla="*/ 140970 h 185165"/>
                <a:gd name="connsiteX17" fmla="*/ 24574 w 548258"/>
                <a:gd name="connsiteY17" fmla="*/ 87440 h 185165"/>
                <a:gd name="connsiteX18" fmla="*/ 20669 w 548258"/>
                <a:gd name="connsiteY18" fmla="*/ 87344 h 185165"/>
                <a:gd name="connsiteX19" fmla="*/ 17526 w 548258"/>
                <a:gd name="connsiteY19" fmla="*/ 86201 h 185165"/>
                <a:gd name="connsiteX20" fmla="*/ 16478 w 548258"/>
                <a:gd name="connsiteY20" fmla="*/ 85820 h 185165"/>
                <a:gd name="connsiteX21" fmla="*/ 15430 w 548258"/>
                <a:gd name="connsiteY21" fmla="*/ 84582 h 185165"/>
                <a:gd name="connsiteX22" fmla="*/ 2572 w 548258"/>
                <a:gd name="connsiteY22" fmla="*/ 56864 h 185165"/>
                <a:gd name="connsiteX23" fmla="*/ 1048 w 548258"/>
                <a:gd name="connsiteY23" fmla="*/ 51054 h 185165"/>
                <a:gd name="connsiteX24" fmla="*/ 0 w 548258"/>
                <a:gd name="connsiteY24" fmla="*/ 47625 h 185165"/>
                <a:gd name="connsiteX25" fmla="*/ 80105 w 548258"/>
                <a:gd name="connsiteY25" fmla="*/ 47244 h 185165"/>
                <a:gd name="connsiteX26" fmla="*/ 130016 w 548258"/>
                <a:gd name="connsiteY26" fmla="*/ 46291 h 185165"/>
                <a:gd name="connsiteX27" fmla="*/ 170497 w 548258"/>
                <a:gd name="connsiteY27" fmla="*/ 42958 h 185165"/>
                <a:gd name="connsiteX28" fmla="*/ 179165 w 548258"/>
                <a:gd name="connsiteY28" fmla="*/ 41815 h 185165"/>
                <a:gd name="connsiteX29" fmla="*/ 270700 w 548258"/>
                <a:gd name="connsiteY29" fmla="*/ 29718 h 185165"/>
                <a:gd name="connsiteX30" fmla="*/ 321373 w 548258"/>
                <a:gd name="connsiteY30" fmla="*/ 22384 h 185165"/>
                <a:gd name="connsiteX31" fmla="*/ 335756 w 548258"/>
                <a:gd name="connsiteY31" fmla="*/ 19717 h 185165"/>
                <a:gd name="connsiteX32" fmla="*/ 341566 w 548258"/>
                <a:gd name="connsiteY32" fmla="*/ 18669 h 185165"/>
                <a:gd name="connsiteX33" fmla="*/ 350330 w 548258"/>
                <a:gd name="connsiteY33" fmla="*/ 17621 h 185165"/>
                <a:gd name="connsiteX34" fmla="*/ 361760 w 548258"/>
                <a:gd name="connsiteY34" fmla="*/ 16288 h 185165"/>
                <a:gd name="connsiteX35" fmla="*/ 363950 w 548258"/>
                <a:gd name="connsiteY35" fmla="*/ 16097 h 185165"/>
                <a:gd name="connsiteX36" fmla="*/ 387858 w 548258"/>
                <a:gd name="connsiteY36" fmla="*/ 13621 h 185165"/>
                <a:gd name="connsiteX37" fmla="*/ 389572 w 548258"/>
                <a:gd name="connsiteY37" fmla="*/ 13430 h 185165"/>
                <a:gd name="connsiteX38" fmla="*/ 396049 w 548258"/>
                <a:gd name="connsiteY38" fmla="*/ 12764 h 185165"/>
                <a:gd name="connsiteX39" fmla="*/ 471773 w 548258"/>
                <a:gd name="connsiteY39" fmla="*/ 5524 h 185165"/>
                <a:gd name="connsiteX40" fmla="*/ 499205 w 548258"/>
                <a:gd name="connsiteY40" fmla="*/ 2953 h 185165"/>
                <a:gd name="connsiteX41" fmla="*/ 521398 w 548258"/>
                <a:gd name="connsiteY41" fmla="*/ 1524 h 185165"/>
                <a:gd name="connsiteX42" fmla="*/ 531876 w 548258"/>
                <a:gd name="connsiteY42" fmla="*/ 857 h 185165"/>
                <a:gd name="connsiteX43" fmla="*/ 545021 w 548258"/>
                <a:gd name="connsiteY43" fmla="*/ 0 h 185165"/>
                <a:gd name="connsiteX44" fmla="*/ 548259 w 548258"/>
                <a:gd name="connsiteY44" fmla="*/ 25622 h 185165"/>
                <a:gd name="connsiteX45" fmla="*/ 532924 w 548258"/>
                <a:gd name="connsiteY45" fmla="*/ 78295 h 185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48258" h="185165">
                  <a:moveTo>
                    <a:pt x="532924" y="78295"/>
                  </a:moveTo>
                  <a:lnTo>
                    <a:pt x="508349" y="82201"/>
                  </a:lnTo>
                  <a:lnTo>
                    <a:pt x="445484" y="97060"/>
                  </a:lnTo>
                  <a:lnTo>
                    <a:pt x="411289" y="130397"/>
                  </a:lnTo>
                  <a:lnTo>
                    <a:pt x="306229" y="170688"/>
                  </a:lnTo>
                  <a:lnTo>
                    <a:pt x="290322" y="174212"/>
                  </a:lnTo>
                  <a:lnTo>
                    <a:pt x="272415" y="175831"/>
                  </a:lnTo>
                  <a:lnTo>
                    <a:pt x="265081" y="174498"/>
                  </a:lnTo>
                  <a:lnTo>
                    <a:pt x="262223" y="173927"/>
                  </a:lnTo>
                  <a:lnTo>
                    <a:pt x="252794" y="173069"/>
                  </a:lnTo>
                  <a:lnTo>
                    <a:pt x="240792" y="172688"/>
                  </a:lnTo>
                  <a:lnTo>
                    <a:pt x="222028" y="177451"/>
                  </a:lnTo>
                  <a:lnTo>
                    <a:pt x="204978" y="185166"/>
                  </a:lnTo>
                  <a:lnTo>
                    <a:pt x="175927" y="168211"/>
                  </a:lnTo>
                  <a:lnTo>
                    <a:pt x="166116" y="164211"/>
                  </a:lnTo>
                  <a:lnTo>
                    <a:pt x="154972" y="162115"/>
                  </a:lnTo>
                  <a:lnTo>
                    <a:pt x="104108" y="140970"/>
                  </a:lnTo>
                  <a:lnTo>
                    <a:pt x="24574" y="87440"/>
                  </a:lnTo>
                  <a:lnTo>
                    <a:pt x="20669" y="87344"/>
                  </a:lnTo>
                  <a:lnTo>
                    <a:pt x="17526" y="86201"/>
                  </a:lnTo>
                  <a:lnTo>
                    <a:pt x="16478" y="85820"/>
                  </a:lnTo>
                  <a:lnTo>
                    <a:pt x="15430" y="84582"/>
                  </a:lnTo>
                  <a:lnTo>
                    <a:pt x="2572" y="56864"/>
                  </a:lnTo>
                  <a:lnTo>
                    <a:pt x="1048" y="51054"/>
                  </a:lnTo>
                  <a:lnTo>
                    <a:pt x="0" y="47625"/>
                  </a:lnTo>
                  <a:lnTo>
                    <a:pt x="80105" y="47244"/>
                  </a:lnTo>
                  <a:lnTo>
                    <a:pt x="130016" y="46291"/>
                  </a:lnTo>
                  <a:lnTo>
                    <a:pt x="170497" y="42958"/>
                  </a:lnTo>
                  <a:lnTo>
                    <a:pt x="179165" y="41815"/>
                  </a:lnTo>
                  <a:lnTo>
                    <a:pt x="270700" y="29718"/>
                  </a:lnTo>
                  <a:lnTo>
                    <a:pt x="321373" y="22384"/>
                  </a:lnTo>
                  <a:lnTo>
                    <a:pt x="335756" y="19717"/>
                  </a:lnTo>
                  <a:lnTo>
                    <a:pt x="341566" y="18669"/>
                  </a:lnTo>
                  <a:lnTo>
                    <a:pt x="350330" y="17621"/>
                  </a:lnTo>
                  <a:lnTo>
                    <a:pt x="361760" y="16288"/>
                  </a:lnTo>
                  <a:lnTo>
                    <a:pt x="363950" y="16097"/>
                  </a:lnTo>
                  <a:lnTo>
                    <a:pt x="387858" y="13621"/>
                  </a:lnTo>
                  <a:lnTo>
                    <a:pt x="389572" y="13430"/>
                  </a:lnTo>
                  <a:lnTo>
                    <a:pt x="396049" y="12764"/>
                  </a:lnTo>
                  <a:lnTo>
                    <a:pt x="471773" y="5524"/>
                  </a:lnTo>
                  <a:lnTo>
                    <a:pt x="499205" y="2953"/>
                  </a:lnTo>
                  <a:lnTo>
                    <a:pt x="521398" y="1524"/>
                  </a:lnTo>
                  <a:lnTo>
                    <a:pt x="531876" y="857"/>
                  </a:lnTo>
                  <a:lnTo>
                    <a:pt x="545021" y="0"/>
                  </a:lnTo>
                  <a:lnTo>
                    <a:pt x="548259" y="25622"/>
                  </a:lnTo>
                  <a:lnTo>
                    <a:pt x="532924" y="782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서울특별시 강북구 수유2동">
              <a:extLst>
                <a:ext uri="{FF2B5EF4-FFF2-40B4-BE49-F238E27FC236}">
                  <a16:creationId xmlns:a16="http://schemas.microsoft.com/office/drawing/2014/main" id="{4D283621-C0E3-D589-1EC6-F4E41867CF40}"/>
                </a:ext>
              </a:extLst>
            </p:cNvPr>
            <p:cNvSpPr/>
            <p:nvPr/>
          </p:nvSpPr>
          <p:spPr>
            <a:xfrm>
              <a:off x="6820852" y="1904237"/>
              <a:ext cx="204025" cy="150304"/>
            </a:xfrm>
            <a:custGeom>
              <a:avLst/>
              <a:gdLst>
                <a:gd name="connsiteX0" fmla="*/ 31147 w 204025"/>
                <a:gd name="connsiteY0" fmla="*/ 95 h 150304"/>
                <a:gd name="connsiteX1" fmla="*/ 44291 w 204025"/>
                <a:gd name="connsiteY1" fmla="*/ 3715 h 150304"/>
                <a:gd name="connsiteX2" fmla="*/ 56197 w 204025"/>
                <a:gd name="connsiteY2" fmla="*/ 6858 h 150304"/>
                <a:gd name="connsiteX3" fmla="*/ 64484 w 204025"/>
                <a:gd name="connsiteY3" fmla="*/ 8382 h 150304"/>
                <a:gd name="connsiteX4" fmla="*/ 67628 w 204025"/>
                <a:gd name="connsiteY4" fmla="*/ 8668 h 150304"/>
                <a:gd name="connsiteX5" fmla="*/ 70580 w 204025"/>
                <a:gd name="connsiteY5" fmla="*/ 8954 h 150304"/>
                <a:gd name="connsiteX6" fmla="*/ 73723 w 204025"/>
                <a:gd name="connsiteY6" fmla="*/ 8954 h 150304"/>
                <a:gd name="connsiteX7" fmla="*/ 78010 w 204025"/>
                <a:gd name="connsiteY7" fmla="*/ 8954 h 150304"/>
                <a:gd name="connsiteX8" fmla="*/ 84772 w 204025"/>
                <a:gd name="connsiteY8" fmla="*/ 7906 h 150304"/>
                <a:gd name="connsiteX9" fmla="*/ 88678 w 204025"/>
                <a:gd name="connsiteY9" fmla="*/ 7239 h 150304"/>
                <a:gd name="connsiteX10" fmla="*/ 90106 w 204025"/>
                <a:gd name="connsiteY10" fmla="*/ 6953 h 150304"/>
                <a:gd name="connsiteX11" fmla="*/ 91154 w 204025"/>
                <a:gd name="connsiteY11" fmla="*/ 6763 h 150304"/>
                <a:gd name="connsiteX12" fmla="*/ 95821 w 204025"/>
                <a:gd name="connsiteY12" fmla="*/ 5525 h 150304"/>
                <a:gd name="connsiteX13" fmla="*/ 105346 w 204025"/>
                <a:gd name="connsiteY13" fmla="*/ 3048 h 150304"/>
                <a:gd name="connsiteX14" fmla="*/ 109823 w 204025"/>
                <a:gd name="connsiteY14" fmla="*/ 1715 h 150304"/>
                <a:gd name="connsiteX15" fmla="*/ 114776 w 204025"/>
                <a:gd name="connsiteY15" fmla="*/ 667 h 150304"/>
                <a:gd name="connsiteX16" fmla="*/ 119444 w 204025"/>
                <a:gd name="connsiteY16" fmla="*/ 476 h 150304"/>
                <a:gd name="connsiteX17" fmla="*/ 120682 w 204025"/>
                <a:gd name="connsiteY17" fmla="*/ 381 h 150304"/>
                <a:gd name="connsiteX18" fmla="*/ 124587 w 204025"/>
                <a:gd name="connsiteY18" fmla="*/ 857 h 150304"/>
                <a:gd name="connsiteX19" fmla="*/ 125825 w 204025"/>
                <a:gd name="connsiteY19" fmla="*/ 952 h 150304"/>
                <a:gd name="connsiteX20" fmla="*/ 131254 w 204025"/>
                <a:gd name="connsiteY20" fmla="*/ 1619 h 150304"/>
                <a:gd name="connsiteX21" fmla="*/ 134398 w 204025"/>
                <a:gd name="connsiteY21" fmla="*/ 2572 h 150304"/>
                <a:gd name="connsiteX22" fmla="*/ 194310 w 204025"/>
                <a:gd name="connsiteY22" fmla="*/ 30861 h 150304"/>
                <a:gd name="connsiteX23" fmla="*/ 197263 w 204025"/>
                <a:gd name="connsiteY23" fmla="*/ 33909 h 150304"/>
                <a:gd name="connsiteX24" fmla="*/ 204025 w 204025"/>
                <a:gd name="connsiteY24" fmla="*/ 45434 h 150304"/>
                <a:gd name="connsiteX25" fmla="*/ 185261 w 204025"/>
                <a:gd name="connsiteY25" fmla="*/ 68104 h 150304"/>
                <a:gd name="connsiteX26" fmla="*/ 182689 w 204025"/>
                <a:gd name="connsiteY26" fmla="*/ 85725 h 150304"/>
                <a:gd name="connsiteX27" fmla="*/ 182213 w 204025"/>
                <a:gd name="connsiteY27" fmla="*/ 98393 h 150304"/>
                <a:gd name="connsiteX28" fmla="*/ 125539 w 204025"/>
                <a:gd name="connsiteY28" fmla="*/ 139351 h 150304"/>
                <a:gd name="connsiteX29" fmla="*/ 120491 w 204025"/>
                <a:gd name="connsiteY29" fmla="*/ 142399 h 150304"/>
                <a:gd name="connsiteX30" fmla="*/ 118681 w 204025"/>
                <a:gd name="connsiteY30" fmla="*/ 142970 h 150304"/>
                <a:gd name="connsiteX31" fmla="*/ 114395 w 204025"/>
                <a:gd name="connsiteY31" fmla="*/ 144494 h 150304"/>
                <a:gd name="connsiteX32" fmla="*/ 108109 w 204025"/>
                <a:gd name="connsiteY32" fmla="*/ 145447 h 150304"/>
                <a:gd name="connsiteX33" fmla="*/ 107061 w 204025"/>
                <a:gd name="connsiteY33" fmla="*/ 145542 h 150304"/>
                <a:gd name="connsiteX34" fmla="*/ 70390 w 204025"/>
                <a:gd name="connsiteY34" fmla="*/ 149066 h 150304"/>
                <a:gd name="connsiteX35" fmla="*/ 54673 w 204025"/>
                <a:gd name="connsiteY35" fmla="*/ 150304 h 150304"/>
                <a:gd name="connsiteX36" fmla="*/ 36766 w 204025"/>
                <a:gd name="connsiteY36" fmla="*/ 87058 h 150304"/>
                <a:gd name="connsiteX37" fmla="*/ 0 w 204025"/>
                <a:gd name="connsiteY37" fmla="*/ 952 h 150304"/>
                <a:gd name="connsiteX38" fmla="*/ 23241 w 204025"/>
                <a:gd name="connsiteY38" fmla="*/ 0 h 150304"/>
                <a:gd name="connsiteX39" fmla="*/ 31147 w 204025"/>
                <a:gd name="connsiteY39" fmla="*/ 95 h 1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04025" h="150304">
                  <a:moveTo>
                    <a:pt x="31147" y="95"/>
                  </a:moveTo>
                  <a:lnTo>
                    <a:pt x="44291" y="3715"/>
                  </a:lnTo>
                  <a:lnTo>
                    <a:pt x="56197" y="6858"/>
                  </a:lnTo>
                  <a:lnTo>
                    <a:pt x="64484" y="8382"/>
                  </a:lnTo>
                  <a:lnTo>
                    <a:pt x="67628" y="8668"/>
                  </a:lnTo>
                  <a:lnTo>
                    <a:pt x="70580" y="8954"/>
                  </a:lnTo>
                  <a:lnTo>
                    <a:pt x="73723" y="8954"/>
                  </a:lnTo>
                  <a:lnTo>
                    <a:pt x="78010" y="8954"/>
                  </a:lnTo>
                  <a:lnTo>
                    <a:pt x="84772" y="7906"/>
                  </a:lnTo>
                  <a:lnTo>
                    <a:pt x="88678" y="7239"/>
                  </a:lnTo>
                  <a:lnTo>
                    <a:pt x="90106" y="6953"/>
                  </a:lnTo>
                  <a:lnTo>
                    <a:pt x="91154" y="6763"/>
                  </a:lnTo>
                  <a:lnTo>
                    <a:pt x="95821" y="5525"/>
                  </a:lnTo>
                  <a:lnTo>
                    <a:pt x="105346" y="3048"/>
                  </a:lnTo>
                  <a:lnTo>
                    <a:pt x="109823" y="1715"/>
                  </a:lnTo>
                  <a:lnTo>
                    <a:pt x="114776" y="667"/>
                  </a:lnTo>
                  <a:lnTo>
                    <a:pt x="119444" y="476"/>
                  </a:lnTo>
                  <a:lnTo>
                    <a:pt x="120682" y="381"/>
                  </a:lnTo>
                  <a:lnTo>
                    <a:pt x="124587" y="857"/>
                  </a:lnTo>
                  <a:lnTo>
                    <a:pt x="125825" y="952"/>
                  </a:lnTo>
                  <a:lnTo>
                    <a:pt x="131254" y="1619"/>
                  </a:lnTo>
                  <a:lnTo>
                    <a:pt x="134398" y="2572"/>
                  </a:lnTo>
                  <a:lnTo>
                    <a:pt x="194310" y="30861"/>
                  </a:lnTo>
                  <a:lnTo>
                    <a:pt x="197263" y="33909"/>
                  </a:lnTo>
                  <a:lnTo>
                    <a:pt x="204025" y="45434"/>
                  </a:lnTo>
                  <a:lnTo>
                    <a:pt x="185261" y="68104"/>
                  </a:lnTo>
                  <a:lnTo>
                    <a:pt x="182689" y="85725"/>
                  </a:lnTo>
                  <a:lnTo>
                    <a:pt x="182213" y="98393"/>
                  </a:lnTo>
                  <a:lnTo>
                    <a:pt x="125539" y="139351"/>
                  </a:lnTo>
                  <a:lnTo>
                    <a:pt x="120491" y="142399"/>
                  </a:lnTo>
                  <a:lnTo>
                    <a:pt x="118681" y="142970"/>
                  </a:lnTo>
                  <a:lnTo>
                    <a:pt x="114395" y="144494"/>
                  </a:lnTo>
                  <a:lnTo>
                    <a:pt x="108109" y="145447"/>
                  </a:lnTo>
                  <a:lnTo>
                    <a:pt x="107061" y="145542"/>
                  </a:lnTo>
                  <a:lnTo>
                    <a:pt x="70390" y="149066"/>
                  </a:lnTo>
                  <a:lnTo>
                    <a:pt x="54673" y="150304"/>
                  </a:lnTo>
                  <a:lnTo>
                    <a:pt x="36766" y="87058"/>
                  </a:lnTo>
                  <a:lnTo>
                    <a:pt x="0" y="952"/>
                  </a:lnTo>
                  <a:lnTo>
                    <a:pt x="23241" y="0"/>
                  </a:lnTo>
                  <a:lnTo>
                    <a:pt x="31147" y="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5" name="서울특별시 강북구 수유3동">
              <a:extLst>
                <a:ext uri="{FF2B5EF4-FFF2-40B4-BE49-F238E27FC236}">
                  <a16:creationId xmlns:a16="http://schemas.microsoft.com/office/drawing/2014/main" id="{0E211CAB-D7EF-697D-D5CC-9AE36AFABC86}"/>
                </a:ext>
              </a:extLst>
            </p:cNvPr>
            <p:cNvSpPr/>
            <p:nvPr/>
          </p:nvSpPr>
          <p:spPr>
            <a:xfrm>
              <a:off x="6875525" y="1949672"/>
              <a:ext cx="252317" cy="200406"/>
            </a:xfrm>
            <a:custGeom>
              <a:avLst/>
              <a:gdLst>
                <a:gd name="connsiteX0" fmla="*/ 252317 w 252317"/>
                <a:gd name="connsiteY0" fmla="*/ 67913 h 200406"/>
                <a:gd name="connsiteX1" fmla="*/ 152019 w 252317"/>
                <a:gd name="connsiteY1" fmla="*/ 165925 h 200406"/>
                <a:gd name="connsiteX2" fmla="*/ 120872 w 252317"/>
                <a:gd name="connsiteY2" fmla="*/ 190595 h 200406"/>
                <a:gd name="connsiteX3" fmla="*/ 108395 w 252317"/>
                <a:gd name="connsiteY3" fmla="*/ 187928 h 200406"/>
                <a:gd name="connsiteX4" fmla="*/ 102394 w 252317"/>
                <a:gd name="connsiteY4" fmla="*/ 187261 h 200406"/>
                <a:gd name="connsiteX5" fmla="*/ 99536 w 252317"/>
                <a:gd name="connsiteY5" fmla="*/ 187166 h 200406"/>
                <a:gd name="connsiteX6" fmla="*/ 94012 w 252317"/>
                <a:gd name="connsiteY6" fmla="*/ 187071 h 200406"/>
                <a:gd name="connsiteX7" fmla="*/ 88297 w 252317"/>
                <a:gd name="connsiteY7" fmla="*/ 187452 h 200406"/>
                <a:gd name="connsiteX8" fmla="*/ 83534 w 252317"/>
                <a:gd name="connsiteY8" fmla="*/ 188309 h 200406"/>
                <a:gd name="connsiteX9" fmla="*/ 82868 w 252317"/>
                <a:gd name="connsiteY9" fmla="*/ 188500 h 200406"/>
                <a:gd name="connsiteX10" fmla="*/ 80581 w 252317"/>
                <a:gd name="connsiteY10" fmla="*/ 189071 h 200406"/>
                <a:gd name="connsiteX11" fmla="*/ 76010 w 252317"/>
                <a:gd name="connsiteY11" fmla="*/ 190309 h 200406"/>
                <a:gd name="connsiteX12" fmla="*/ 66770 w 252317"/>
                <a:gd name="connsiteY12" fmla="*/ 193167 h 200406"/>
                <a:gd name="connsiteX13" fmla="*/ 66104 w 252317"/>
                <a:gd name="connsiteY13" fmla="*/ 193357 h 200406"/>
                <a:gd name="connsiteX14" fmla="*/ 53340 w 252317"/>
                <a:gd name="connsiteY14" fmla="*/ 197644 h 200406"/>
                <a:gd name="connsiteX15" fmla="*/ 52388 w 252317"/>
                <a:gd name="connsiteY15" fmla="*/ 198120 h 200406"/>
                <a:gd name="connsiteX16" fmla="*/ 49435 w 252317"/>
                <a:gd name="connsiteY16" fmla="*/ 199453 h 200406"/>
                <a:gd name="connsiteX17" fmla="*/ 47149 w 252317"/>
                <a:gd name="connsiteY17" fmla="*/ 200406 h 200406"/>
                <a:gd name="connsiteX18" fmla="*/ 4858 w 252317"/>
                <a:gd name="connsiteY18" fmla="*/ 169354 h 200406"/>
                <a:gd name="connsiteX19" fmla="*/ 0 w 252317"/>
                <a:gd name="connsiteY19" fmla="*/ 104870 h 200406"/>
                <a:gd name="connsiteX20" fmla="*/ 15716 w 252317"/>
                <a:gd name="connsiteY20" fmla="*/ 103632 h 200406"/>
                <a:gd name="connsiteX21" fmla="*/ 52388 w 252317"/>
                <a:gd name="connsiteY21" fmla="*/ 100108 h 200406"/>
                <a:gd name="connsiteX22" fmla="*/ 53435 w 252317"/>
                <a:gd name="connsiteY22" fmla="*/ 100013 h 200406"/>
                <a:gd name="connsiteX23" fmla="*/ 59722 w 252317"/>
                <a:gd name="connsiteY23" fmla="*/ 99060 h 200406"/>
                <a:gd name="connsiteX24" fmla="*/ 64008 w 252317"/>
                <a:gd name="connsiteY24" fmla="*/ 97536 h 200406"/>
                <a:gd name="connsiteX25" fmla="*/ 65818 w 252317"/>
                <a:gd name="connsiteY25" fmla="*/ 96965 h 200406"/>
                <a:gd name="connsiteX26" fmla="*/ 70866 w 252317"/>
                <a:gd name="connsiteY26" fmla="*/ 93917 h 200406"/>
                <a:gd name="connsiteX27" fmla="*/ 127540 w 252317"/>
                <a:gd name="connsiteY27" fmla="*/ 52959 h 200406"/>
                <a:gd name="connsiteX28" fmla="*/ 128016 w 252317"/>
                <a:gd name="connsiteY28" fmla="*/ 40291 h 200406"/>
                <a:gd name="connsiteX29" fmla="*/ 130588 w 252317"/>
                <a:gd name="connsiteY29" fmla="*/ 22669 h 200406"/>
                <a:gd name="connsiteX30" fmla="*/ 149352 w 252317"/>
                <a:gd name="connsiteY30" fmla="*/ 0 h 200406"/>
                <a:gd name="connsiteX31" fmla="*/ 155543 w 252317"/>
                <a:gd name="connsiteY31" fmla="*/ 9430 h 200406"/>
                <a:gd name="connsiteX32" fmla="*/ 158115 w 252317"/>
                <a:gd name="connsiteY32" fmla="*/ 12859 h 200406"/>
                <a:gd name="connsiteX33" fmla="*/ 158591 w 252317"/>
                <a:gd name="connsiteY33" fmla="*/ 13335 h 200406"/>
                <a:gd name="connsiteX34" fmla="*/ 163259 w 252317"/>
                <a:gd name="connsiteY34" fmla="*/ 15907 h 200406"/>
                <a:gd name="connsiteX35" fmla="*/ 166306 w 252317"/>
                <a:gd name="connsiteY35" fmla="*/ 17526 h 200406"/>
                <a:gd name="connsiteX36" fmla="*/ 167640 w 252317"/>
                <a:gd name="connsiteY36" fmla="*/ 18193 h 200406"/>
                <a:gd name="connsiteX37" fmla="*/ 175546 w 252317"/>
                <a:gd name="connsiteY37" fmla="*/ 22098 h 200406"/>
                <a:gd name="connsiteX38" fmla="*/ 176403 w 252317"/>
                <a:gd name="connsiteY38" fmla="*/ 22479 h 200406"/>
                <a:gd name="connsiteX39" fmla="*/ 184309 w 252317"/>
                <a:gd name="connsiteY39" fmla="*/ 25622 h 200406"/>
                <a:gd name="connsiteX40" fmla="*/ 187643 w 252317"/>
                <a:gd name="connsiteY40" fmla="*/ 26860 h 200406"/>
                <a:gd name="connsiteX41" fmla="*/ 199454 w 252317"/>
                <a:gd name="connsiteY41" fmla="*/ 33623 h 200406"/>
                <a:gd name="connsiteX42" fmla="*/ 232220 w 252317"/>
                <a:gd name="connsiteY42" fmla="*/ 53721 h 200406"/>
                <a:gd name="connsiteX43" fmla="*/ 232981 w 252317"/>
                <a:gd name="connsiteY43" fmla="*/ 54197 h 200406"/>
                <a:gd name="connsiteX44" fmla="*/ 236029 w 252317"/>
                <a:gd name="connsiteY44" fmla="*/ 56197 h 200406"/>
                <a:gd name="connsiteX45" fmla="*/ 239554 w 252317"/>
                <a:gd name="connsiteY45" fmla="*/ 58483 h 200406"/>
                <a:gd name="connsiteX46" fmla="*/ 248221 w 252317"/>
                <a:gd name="connsiteY46" fmla="*/ 64294 h 200406"/>
                <a:gd name="connsiteX47" fmla="*/ 252317 w 252317"/>
                <a:gd name="connsiteY47" fmla="*/ 67913 h 20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52317" h="200406">
                  <a:moveTo>
                    <a:pt x="252317" y="67913"/>
                  </a:moveTo>
                  <a:lnTo>
                    <a:pt x="152019" y="165925"/>
                  </a:lnTo>
                  <a:lnTo>
                    <a:pt x="120872" y="190595"/>
                  </a:lnTo>
                  <a:lnTo>
                    <a:pt x="108395" y="187928"/>
                  </a:lnTo>
                  <a:lnTo>
                    <a:pt x="102394" y="187261"/>
                  </a:lnTo>
                  <a:lnTo>
                    <a:pt x="99536" y="187166"/>
                  </a:lnTo>
                  <a:lnTo>
                    <a:pt x="94012" y="187071"/>
                  </a:lnTo>
                  <a:lnTo>
                    <a:pt x="88297" y="187452"/>
                  </a:lnTo>
                  <a:lnTo>
                    <a:pt x="83534" y="188309"/>
                  </a:lnTo>
                  <a:lnTo>
                    <a:pt x="82868" y="188500"/>
                  </a:lnTo>
                  <a:lnTo>
                    <a:pt x="80581" y="189071"/>
                  </a:lnTo>
                  <a:lnTo>
                    <a:pt x="76010" y="190309"/>
                  </a:lnTo>
                  <a:lnTo>
                    <a:pt x="66770" y="193167"/>
                  </a:lnTo>
                  <a:lnTo>
                    <a:pt x="66104" y="193357"/>
                  </a:lnTo>
                  <a:lnTo>
                    <a:pt x="53340" y="197644"/>
                  </a:lnTo>
                  <a:lnTo>
                    <a:pt x="52388" y="198120"/>
                  </a:lnTo>
                  <a:lnTo>
                    <a:pt x="49435" y="199453"/>
                  </a:lnTo>
                  <a:lnTo>
                    <a:pt x="47149" y="200406"/>
                  </a:lnTo>
                  <a:lnTo>
                    <a:pt x="4858" y="169354"/>
                  </a:lnTo>
                  <a:lnTo>
                    <a:pt x="0" y="104870"/>
                  </a:lnTo>
                  <a:lnTo>
                    <a:pt x="15716" y="103632"/>
                  </a:lnTo>
                  <a:lnTo>
                    <a:pt x="52388" y="100108"/>
                  </a:lnTo>
                  <a:lnTo>
                    <a:pt x="53435" y="100013"/>
                  </a:lnTo>
                  <a:lnTo>
                    <a:pt x="59722" y="99060"/>
                  </a:lnTo>
                  <a:lnTo>
                    <a:pt x="64008" y="97536"/>
                  </a:lnTo>
                  <a:lnTo>
                    <a:pt x="65818" y="96965"/>
                  </a:lnTo>
                  <a:lnTo>
                    <a:pt x="70866" y="93917"/>
                  </a:lnTo>
                  <a:lnTo>
                    <a:pt x="127540" y="52959"/>
                  </a:lnTo>
                  <a:lnTo>
                    <a:pt x="128016" y="40291"/>
                  </a:lnTo>
                  <a:lnTo>
                    <a:pt x="130588" y="22669"/>
                  </a:lnTo>
                  <a:lnTo>
                    <a:pt x="149352" y="0"/>
                  </a:lnTo>
                  <a:lnTo>
                    <a:pt x="155543" y="9430"/>
                  </a:lnTo>
                  <a:lnTo>
                    <a:pt x="158115" y="12859"/>
                  </a:lnTo>
                  <a:lnTo>
                    <a:pt x="158591" y="13335"/>
                  </a:lnTo>
                  <a:lnTo>
                    <a:pt x="163259" y="15907"/>
                  </a:lnTo>
                  <a:lnTo>
                    <a:pt x="166306" y="17526"/>
                  </a:lnTo>
                  <a:lnTo>
                    <a:pt x="167640" y="18193"/>
                  </a:lnTo>
                  <a:lnTo>
                    <a:pt x="175546" y="22098"/>
                  </a:lnTo>
                  <a:lnTo>
                    <a:pt x="176403" y="22479"/>
                  </a:lnTo>
                  <a:lnTo>
                    <a:pt x="184309" y="25622"/>
                  </a:lnTo>
                  <a:lnTo>
                    <a:pt x="187643" y="26860"/>
                  </a:lnTo>
                  <a:lnTo>
                    <a:pt x="199454" y="33623"/>
                  </a:lnTo>
                  <a:lnTo>
                    <a:pt x="232220" y="53721"/>
                  </a:lnTo>
                  <a:lnTo>
                    <a:pt x="232981" y="54197"/>
                  </a:lnTo>
                  <a:lnTo>
                    <a:pt x="236029" y="56197"/>
                  </a:lnTo>
                  <a:lnTo>
                    <a:pt x="239554" y="58483"/>
                  </a:lnTo>
                  <a:lnTo>
                    <a:pt x="248221" y="64294"/>
                  </a:lnTo>
                  <a:lnTo>
                    <a:pt x="252317" y="679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6" name="서울특별시 강북구 삼양동">
              <a:extLst>
                <a:ext uri="{FF2B5EF4-FFF2-40B4-BE49-F238E27FC236}">
                  <a16:creationId xmlns:a16="http://schemas.microsoft.com/office/drawing/2014/main" id="{C9AF7208-2009-B87B-6E2E-2BF6B028D418}"/>
                </a:ext>
              </a:extLst>
            </p:cNvPr>
            <p:cNvSpPr/>
            <p:nvPr/>
          </p:nvSpPr>
          <p:spPr>
            <a:xfrm>
              <a:off x="6650450" y="2244566"/>
              <a:ext cx="327945" cy="213360"/>
            </a:xfrm>
            <a:custGeom>
              <a:avLst/>
              <a:gdLst>
                <a:gd name="connsiteX0" fmla="*/ 317373 w 327945"/>
                <a:gd name="connsiteY0" fmla="*/ 93440 h 213360"/>
                <a:gd name="connsiteX1" fmla="*/ 252127 w 327945"/>
                <a:gd name="connsiteY1" fmla="*/ 99155 h 213360"/>
                <a:gd name="connsiteX2" fmla="*/ 252698 w 327945"/>
                <a:gd name="connsiteY2" fmla="*/ 103918 h 213360"/>
                <a:gd name="connsiteX3" fmla="*/ 253270 w 327945"/>
                <a:gd name="connsiteY3" fmla="*/ 108871 h 213360"/>
                <a:gd name="connsiteX4" fmla="*/ 254984 w 327945"/>
                <a:gd name="connsiteY4" fmla="*/ 114110 h 213360"/>
                <a:gd name="connsiteX5" fmla="*/ 255270 w 327945"/>
                <a:gd name="connsiteY5" fmla="*/ 115062 h 213360"/>
                <a:gd name="connsiteX6" fmla="*/ 256985 w 327945"/>
                <a:gd name="connsiteY6" fmla="*/ 119348 h 213360"/>
                <a:gd name="connsiteX7" fmla="*/ 259747 w 327945"/>
                <a:gd name="connsiteY7" fmla="*/ 123539 h 213360"/>
                <a:gd name="connsiteX8" fmla="*/ 291751 w 327945"/>
                <a:gd name="connsiteY8" fmla="*/ 169450 h 213360"/>
                <a:gd name="connsiteX9" fmla="*/ 300704 w 327945"/>
                <a:gd name="connsiteY9" fmla="*/ 196977 h 213360"/>
                <a:gd name="connsiteX10" fmla="*/ 286226 w 327945"/>
                <a:gd name="connsiteY10" fmla="*/ 192500 h 213360"/>
                <a:gd name="connsiteX11" fmla="*/ 281750 w 327945"/>
                <a:gd name="connsiteY11" fmla="*/ 191834 h 213360"/>
                <a:gd name="connsiteX12" fmla="*/ 268891 w 327945"/>
                <a:gd name="connsiteY12" fmla="*/ 189738 h 213360"/>
                <a:gd name="connsiteX13" fmla="*/ 266795 w 327945"/>
                <a:gd name="connsiteY13" fmla="*/ 189452 h 213360"/>
                <a:gd name="connsiteX14" fmla="*/ 261747 w 327945"/>
                <a:gd name="connsiteY14" fmla="*/ 188976 h 213360"/>
                <a:gd name="connsiteX15" fmla="*/ 259842 w 327945"/>
                <a:gd name="connsiteY15" fmla="*/ 188881 h 213360"/>
                <a:gd name="connsiteX16" fmla="*/ 240506 w 327945"/>
                <a:gd name="connsiteY16" fmla="*/ 187166 h 213360"/>
                <a:gd name="connsiteX17" fmla="*/ 190310 w 327945"/>
                <a:gd name="connsiteY17" fmla="*/ 183737 h 213360"/>
                <a:gd name="connsiteX18" fmla="*/ 188309 w 327945"/>
                <a:gd name="connsiteY18" fmla="*/ 183642 h 213360"/>
                <a:gd name="connsiteX19" fmla="*/ 187357 w 327945"/>
                <a:gd name="connsiteY19" fmla="*/ 183547 h 213360"/>
                <a:gd name="connsiteX20" fmla="*/ 184690 w 327945"/>
                <a:gd name="connsiteY20" fmla="*/ 183452 h 213360"/>
                <a:gd name="connsiteX21" fmla="*/ 179451 w 327945"/>
                <a:gd name="connsiteY21" fmla="*/ 183166 h 213360"/>
                <a:gd name="connsiteX22" fmla="*/ 161163 w 327945"/>
                <a:gd name="connsiteY22" fmla="*/ 183261 h 213360"/>
                <a:gd name="connsiteX23" fmla="*/ 73533 w 327945"/>
                <a:gd name="connsiteY23" fmla="*/ 213360 h 213360"/>
                <a:gd name="connsiteX24" fmla="*/ 72390 w 327945"/>
                <a:gd name="connsiteY24" fmla="*/ 213170 h 213360"/>
                <a:gd name="connsiteX25" fmla="*/ 64294 w 327945"/>
                <a:gd name="connsiteY25" fmla="*/ 198787 h 213360"/>
                <a:gd name="connsiteX26" fmla="*/ 54483 w 327945"/>
                <a:gd name="connsiteY26" fmla="*/ 168878 h 213360"/>
                <a:gd name="connsiteX27" fmla="*/ 52102 w 327945"/>
                <a:gd name="connsiteY27" fmla="*/ 143066 h 213360"/>
                <a:gd name="connsiteX28" fmla="*/ 52673 w 327945"/>
                <a:gd name="connsiteY28" fmla="*/ 142494 h 213360"/>
                <a:gd name="connsiteX29" fmla="*/ 53340 w 327945"/>
                <a:gd name="connsiteY29" fmla="*/ 141923 h 213360"/>
                <a:gd name="connsiteX30" fmla="*/ 54007 w 327945"/>
                <a:gd name="connsiteY30" fmla="*/ 140970 h 213360"/>
                <a:gd name="connsiteX31" fmla="*/ 55150 w 327945"/>
                <a:gd name="connsiteY31" fmla="*/ 139256 h 213360"/>
                <a:gd name="connsiteX32" fmla="*/ 57055 w 327945"/>
                <a:gd name="connsiteY32" fmla="*/ 134779 h 213360"/>
                <a:gd name="connsiteX33" fmla="*/ 60293 w 327945"/>
                <a:gd name="connsiteY33" fmla="*/ 127159 h 213360"/>
                <a:gd name="connsiteX34" fmla="*/ 61246 w 327945"/>
                <a:gd name="connsiteY34" fmla="*/ 116491 h 213360"/>
                <a:gd name="connsiteX35" fmla="*/ 55626 w 327945"/>
                <a:gd name="connsiteY35" fmla="*/ 114300 h 213360"/>
                <a:gd name="connsiteX36" fmla="*/ 35147 w 327945"/>
                <a:gd name="connsiteY36" fmla="*/ 108585 h 213360"/>
                <a:gd name="connsiteX37" fmla="*/ 0 w 327945"/>
                <a:gd name="connsiteY37" fmla="*/ 106871 h 213360"/>
                <a:gd name="connsiteX38" fmla="*/ 17050 w 327945"/>
                <a:gd name="connsiteY38" fmla="*/ 99155 h 213360"/>
                <a:gd name="connsiteX39" fmla="*/ 35814 w 327945"/>
                <a:gd name="connsiteY39" fmla="*/ 94393 h 213360"/>
                <a:gd name="connsiteX40" fmla="*/ 47816 w 327945"/>
                <a:gd name="connsiteY40" fmla="*/ 94774 h 213360"/>
                <a:gd name="connsiteX41" fmla="*/ 57245 w 327945"/>
                <a:gd name="connsiteY41" fmla="*/ 95631 h 213360"/>
                <a:gd name="connsiteX42" fmla="*/ 60103 w 327945"/>
                <a:gd name="connsiteY42" fmla="*/ 96203 h 213360"/>
                <a:gd name="connsiteX43" fmla="*/ 67437 w 327945"/>
                <a:gd name="connsiteY43" fmla="*/ 97536 h 213360"/>
                <a:gd name="connsiteX44" fmla="*/ 85344 w 327945"/>
                <a:gd name="connsiteY44" fmla="*/ 95917 h 213360"/>
                <a:gd name="connsiteX45" fmla="*/ 101251 w 327945"/>
                <a:gd name="connsiteY45" fmla="*/ 92393 h 213360"/>
                <a:gd name="connsiteX46" fmla="*/ 206312 w 327945"/>
                <a:gd name="connsiteY46" fmla="*/ 52102 h 213360"/>
                <a:gd name="connsiteX47" fmla="*/ 240506 w 327945"/>
                <a:gd name="connsiteY47" fmla="*/ 18764 h 213360"/>
                <a:gd name="connsiteX48" fmla="*/ 303371 w 327945"/>
                <a:gd name="connsiteY48" fmla="*/ 3905 h 213360"/>
                <a:gd name="connsiteX49" fmla="*/ 327946 w 327945"/>
                <a:gd name="connsiteY49" fmla="*/ 0 h 213360"/>
                <a:gd name="connsiteX50" fmla="*/ 296513 w 327945"/>
                <a:gd name="connsiteY50" fmla="*/ 21908 h 213360"/>
                <a:gd name="connsiteX51" fmla="*/ 317373 w 327945"/>
                <a:gd name="connsiteY51" fmla="*/ 9344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27945" h="213360">
                  <a:moveTo>
                    <a:pt x="317373" y="93440"/>
                  </a:moveTo>
                  <a:lnTo>
                    <a:pt x="252127" y="99155"/>
                  </a:lnTo>
                  <a:lnTo>
                    <a:pt x="252698" y="103918"/>
                  </a:lnTo>
                  <a:lnTo>
                    <a:pt x="253270" y="108871"/>
                  </a:lnTo>
                  <a:lnTo>
                    <a:pt x="254984" y="114110"/>
                  </a:lnTo>
                  <a:lnTo>
                    <a:pt x="255270" y="115062"/>
                  </a:lnTo>
                  <a:lnTo>
                    <a:pt x="256985" y="119348"/>
                  </a:lnTo>
                  <a:lnTo>
                    <a:pt x="259747" y="123539"/>
                  </a:lnTo>
                  <a:lnTo>
                    <a:pt x="291751" y="169450"/>
                  </a:lnTo>
                  <a:lnTo>
                    <a:pt x="300704" y="196977"/>
                  </a:lnTo>
                  <a:lnTo>
                    <a:pt x="286226" y="192500"/>
                  </a:lnTo>
                  <a:lnTo>
                    <a:pt x="281750" y="191834"/>
                  </a:lnTo>
                  <a:lnTo>
                    <a:pt x="268891" y="189738"/>
                  </a:lnTo>
                  <a:lnTo>
                    <a:pt x="266795" y="189452"/>
                  </a:lnTo>
                  <a:lnTo>
                    <a:pt x="261747" y="188976"/>
                  </a:lnTo>
                  <a:lnTo>
                    <a:pt x="259842" y="188881"/>
                  </a:lnTo>
                  <a:lnTo>
                    <a:pt x="240506" y="187166"/>
                  </a:lnTo>
                  <a:lnTo>
                    <a:pt x="190310" y="183737"/>
                  </a:lnTo>
                  <a:lnTo>
                    <a:pt x="188309" y="183642"/>
                  </a:lnTo>
                  <a:lnTo>
                    <a:pt x="187357" y="183547"/>
                  </a:lnTo>
                  <a:lnTo>
                    <a:pt x="184690" y="183452"/>
                  </a:lnTo>
                  <a:lnTo>
                    <a:pt x="179451" y="183166"/>
                  </a:lnTo>
                  <a:lnTo>
                    <a:pt x="161163" y="183261"/>
                  </a:lnTo>
                  <a:lnTo>
                    <a:pt x="73533" y="213360"/>
                  </a:lnTo>
                  <a:lnTo>
                    <a:pt x="72390" y="213170"/>
                  </a:lnTo>
                  <a:lnTo>
                    <a:pt x="64294" y="198787"/>
                  </a:lnTo>
                  <a:lnTo>
                    <a:pt x="54483" y="168878"/>
                  </a:lnTo>
                  <a:lnTo>
                    <a:pt x="52102" y="143066"/>
                  </a:lnTo>
                  <a:lnTo>
                    <a:pt x="52673" y="142494"/>
                  </a:lnTo>
                  <a:lnTo>
                    <a:pt x="53340" y="141923"/>
                  </a:lnTo>
                  <a:lnTo>
                    <a:pt x="54007" y="140970"/>
                  </a:lnTo>
                  <a:lnTo>
                    <a:pt x="55150" y="139256"/>
                  </a:lnTo>
                  <a:lnTo>
                    <a:pt x="57055" y="134779"/>
                  </a:lnTo>
                  <a:lnTo>
                    <a:pt x="60293" y="127159"/>
                  </a:lnTo>
                  <a:lnTo>
                    <a:pt x="61246" y="116491"/>
                  </a:lnTo>
                  <a:lnTo>
                    <a:pt x="55626" y="114300"/>
                  </a:lnTo>
                  <a:lnTo>
                    <a:pt x="35147" y="108585"/>
                  </a:lnTo>
                  <a:lnTo>
                    <a:pt x="0" y="106871"/>
                  </a:lnTo>
                  <a:lnTo>
                    <a:pt x="17050" y="99155"/>
                  </a:lnTo>
                  <a:lnTo>
                    <a:pt x="35814" y="94393"/>
                  </a:lnTo>
                  <a:lnTo>
                    <a:pt x="47816" y="94774"/>
                  </a:lnTo>
                  <a:lnTo>
                    <a:pt x="57245" y="95631"/>
                  </a:lnTo>
                  <a:lnTo>
                    <a:pt x="60103" y="96203"/>
                  </a:lnTo>
                  <a:lnTo>
                    <a:pt x="67437" y="97536"/>
                  </a:lnTo>
                  <a:lnTo>
                    <a:pt x="85344" y="95917"/>
                  </a:lnTo>
                  <a:lnTo>
                    <a:pt x="101251" y="92393"/>
                  </a:lnTo>
                  <a:lnTo>
                    <a:pt x="206312" y="52102"/>
                  </a:lnTo>
                  <a:lnTo>
                    <a:pt x="240506" y="18764"/>
                  </a:lnTo>
                  <a:lnTo>
                    <a:pt x="303371" y="3905"/>
                  </a:lnTo>
                  <a:lnTo>
                    <a:pt x="327946" y="0"/>
                  </a:lnTo>
                  <a:lnTo>
                    <a:pt x="296513" y="21908"/>
                  </a:lnTo>
                  <a:lnTo>
                    <a:pt x="317373" y="9344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7" name="서울특별시 강북구 미아동">
              <a:extLst>
                <a:ext uri="{FF2B5EF4-FFF2-40B4-BE49-F238E27FC236}">
                  <a16:creationId xmlns:a16="http://schemas.microsoft.com/office/drawing/2014/main" id="{5F79F1C5-2ADA-A7ED-B156-BFC8CA8F82F3}"/>
                </a:ext>
              </a:extLst>
            </p:cNvPr>
            <p:cNvSpPr/>
            <p:nvPr/>
          </p:nvSpPr>
          <p:spPr>
            <a:xfrm>
              <a:off x="6946963" y="2160650"/>
              <a:ext cx="216408" cy="217741"/>
            </a:xfrm>
            <a:custGeom>
              <a:avLst/>
              <a:gdLst>
                <a:gd name="connsiteX0" fmla="*/ 212788 w 216408"/>
                <a:gd name="connsiteY0" fmla="*/ 171450 h 217741"/>
                <a:gd name="connsiteX1" fmla="*/ 208407 w 216408"/>
                <a:gd name="connsiteY1" fmla="*/ 168116 h 217741"/>
                <a:gd name="connsiteX2" fmla="*/ 109538 w 216408"/>
                <a:gd name="connsiteY2" fmla="*/ 190500 h 217741"/>
                <a:gd name="connsiteX3" fmla="*/ 90678 w 216408"/>
                <a:gd name="connsiteY3" fmla="*/ 204692 h 217741"/>
                <a:gd name="connsiteX4" fmla="*/ 36576 w 216408"/>
                <a:gd name="connsiteY4" fmla="*/ 217742 h 217741"/>
                <a:gd name="connsiteX5" fmla="*/ 30004 w 216408"/>
                <a:gd name="connsiteY5" fmla="*/ 201835 h 217741"/>
                <a:gd name="connsiteX6" fmla="*/ 27146 w 216408"/>
                <a:gd name="connsiteY6" fmla="*/ 194691 h 217741"/>
                <a:gd name="connsiteX7" fmla="*/ 22003 w 216408"/>
                <a:gd name="connsiteY7" fmla="*/ 180594 h 217741"/>
                <a:gd name="connsiteX8" fmla="*/ 20860 w 216408"/>
                <a:gd name="connsiteY8" fmla="*/ 177356 h 217741"/>
                <a:gd name="connsiteX9" fmla="*/ 0 w 216408"/>
                <a:gd name="connsiteY9" fmla="*/ 105823 h 217741"/>
                <a:gd name="connsiteX10" fmla="*/ 31433 w 216408"/>
                <a:gd name="connsiteY10" fmla="*/ 83915 h 217741"/>
                <a:gd name="connsiteX11" fmla="*/ 46768 w 216408"/>
                <a:gd name="connsiteY11" fmla="*/ 31242 h 217741"/>
                <a:gd name="connsiteX12" fmla="*/ 43529 w 216408"/>
                <a:gd name="connsiteY12" fmla="*/ 5620 h 217741"/>
                <a:gd name="connsiteX13" fmla="*/ 120301 w 216408"/>
                <a:gd name="connsiteY13" fmla="*/ 0 h 217741"/>
                <a:gd name="connsiteX14" fmla="*/ 121729 w 216408"/>
                <a:gd name="connsiteY14" fmla="*/ 26479 h 217741"/>
                <a:gd name="connsiteX15" fmla="*/ 147828 w 216408"/>
                <a:gd name="connsiteY15" fmla="*/ 34766 h 217741"/>
                <a:gd name="connsiteX16" fmla="*/ 161449 w 216408"/>
                <a:gd name="connsiteY16" fmla="*/ 72485 h 217741"/>
                <a:gd name="connsiteX17" fmla="*/ 162592 w 216408"/>
                <a:gd name="connsiteY17" fmla="*/ 74486 h 217741"/>
                <a:gd name="connsiteX18" fmla="*/ 166211 w 216408"/>
                <a:gd name="connsiteY18" fmla="*/ 80105 h 217741"/>
                <a:gd name="connsiteX19" fmla="*/ 189357 w 216408"/>
                <a:gd name="connsiteY19" fmla="*/ 113062 h 217741"/>
                <a:gd name="connsiteX20" fmla="*/ 189738 w 216408"/>
                <a:gd name="connsiteY20" fmla="*/ 113443 h 217741"/>
                <a:gd name="connsiteX21" fmla="*/ 191548 w 216408"/>
                <a:gd name="connsiteY21" fmla="*/ 115538 h 217741"/>
                <a:gd name="connsiteX22" fmla="*/ 199358 w 216408"/>
                <a:gd name="connsiteY22" fmla="*/ 122968 h 217741"/>
                <a:gd name="connsiteX23" fmla="*/ 204026 w 216408"/>
                <a:gd name="connsiteY23" fmla="*/ 126111 h 217741"/>
                <a:gd name="connsiteX24" fmla="*/ 209455 w 216408"/>
                <a:gd name="connsiteY24" fmla="*/ 132969 h 217741"/>
                <a:gd name="connsiteX25" fmla="*/ 215646 w 216408"/>
                <a:gd name="connsiteY25" fmla="*/ 156686 h 217741"/>
                <a:gd name="connsiteX26" fmla="*/ 216408 w 216408"/>
                <a:gd name="connsiteY26" fmla="*/ 160401 h 217741"/>
                <a:gd name="connsiteX27" fmla="*/ 216217 w 216408"/>
                <a:gd name="connsiteY27" fmla="*/ 163925 h 217741"/>
                <a:gd name="connsiteX28" fmla="*/ 212979 w 216408"/>
                <a:gd name="connsiteY28" fmla="*/ 170974 h 217741"/>
                <a:gd name="connsiteX29" fmla="*/ 212788 w 216408"/>
                <a:gd name="connsiteY29" fmla="*/ 171450 h 217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6408" h="217741">
                  <a:moveTo>
                    <a:pt x="212788" y="171450"/>
                  </a:moveTo>
                  <a:lnTo>
                    <a:pt x="208407" y="168116"/>
                  </a:lnTo>
                  <a:lnTo>
                    <a:pt x="109538" y="190500"/>
                  </a:lnTo>
                  <a:lnTo>
                    <a:pt x="90678" y="204692"/>
                  </a:lnTo>
                  <a:lnTo>
                    <a:pt x="36576" y="217742"/>
                  </a:lnTo>
                  <a:lnTo>
                    <a:pt x="30004" y="201835"/>
                  </a:lnTo>
                  <a:lnTo>
                    <a:pt x="27146" y="194691"/>
                  </a:lnTo>
                  <a:lnTo>
                    <a:pt x="22003" y="180594"/>
                  </a:lnTo>
                  <a:lnTo>
                    <a:pt x="20860" y="177356"/>
                  </a:lnTo>
                  <a:lnTo>
                    <a:pt x="0" y="105823"/>
                  </a:lnTo>
                  <a:lnTo>
                    <a:pt x="31433" y="83915"/>
                  </a:lnTo>
                  <a:lnTo>
                    <a:pt x="46768" y="31242"/>
                  </a:lnTo>
                  <a:lnTo>
                    <a:pt x="43529" y="5620"/>
                  </a:lnTo>
                  <a:lnTo>
                    <a:pt x="120301" y="0"/>
                  </a:lnTo>
                  <a:lnTo>
                    <a:pt x="121729" y="26479"/>
                  </a:lnTo>
                  <a:lnTo>
                    <a:pt x="147828" y="34766"/>
                  </a:lnTo>
                  <a:lnTo>
                    <a:pt x="161449" y="72485"/>
                  </a:lnTo>
                  <a:lnTo>
                    <a:pt x="162592" y="74486"/>
                  </a:lnTo>
                  <a:lnTo>
                    <a:pt x="166211" y="80105"/>
                  </a:lnTo>
                  <a:lnTo>
                    <a:pt x="189357" y="113062"/>
                  </a:lnTo>
                  <a:lnTo>
                    <a:pt x="189738" y="113443"/>
                  </a:lnTo>
                  <a:lnTo>
                    <a:pt x="191548" y="115538"/>
                  </a:lnTo>
                  <a:lnTo>
                    <a:pt x="199358" y="122968"/>
                  </a:lnTo>
                  <a:lnTo>
                    <a:pt x="204026" y="126111"/>
                  </a:lnTo>
                  <a:lnTo>
                    <a:pt x="209455" y="132969"/>
                  </a:lnTo>
                  <a:lnTo>
                    <a:pt x="215646" y="156686"/>
                  </a:lnTo>
                  <a:lnTo>
                    <a:pt x="216408" y="160401"/>
                  </a:lnTo>
                  <a:lnTo>
                    <a:pt x="216217" y="163925"/>
                  </a:lnTo>
                  <a:lnTo>
                    <a:pt x="212979" y="170974"/>
                  </a:lnTo>
                  <a:lnTo>
                    <a:pt x="212788" y="17145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08" name="서울특별시 강북구 송중동">
              <a:extLst>
                <a:ext uri="{FF2B5EF4-FFF2-40B4-BE49-F238E27FC236}">
                  <a16:creationId xmlns:a16="http://schemas.microsoft.com/office/drawing/2014/main" id="{263F4B15-0934-48C0-ABF9-D9A8D80EE294}"/>
                </a:ext>
              </a:extLst>
            </p:cNvPr>
            <p:cNvSpPr/>
            <p:nvPr/>
          </p:nvSpPr>
          <p:spPr>
            <a:xfrm>
              <a:off x="7056500" y="2328767"/>
              <a:ext cx="221551" cy="300037"/>
            </a:xfrm>
            <a:custGeom>
              <a:avLst/>
              <a:gdLst>
                <a:gd name="connsiteX0" fmla="*/ 103251 w 221551"/>
                <a:gd name="connsiteY0" fmla="*/ 3334 h 300037"/>
                <a:gd name="connsiteX1" fmla="*/ 125730 w 221551"/>
                <a:gd name="connsiteY1" fmla="*/ 58007 h 300037"/>
                <a:gd name="connsiteX2" fmla="*/ 137351 w 221551"/>
                <a:gd name="connsiteY2" fmla="*/ 83439 h 300037"/>
                <a:gd name="connsiteX3" fmla="*/ 139256 w 221551"/>
                <a:gd name="connsiteY3" fmla="*/ 84677 h 300037"/>
                <a:gd name="connsiteX4" fmla="*/ 141637 w 221551"/>
                <a:gd name="connsiteY4" fmla="*/ 86296 h 300037"/>
                <a:gd name="connsiteX5" fmla="*/ 180022 w 221551"/>
                <a:gd name="connsiteY5" fmla="*/ 103918 h 300037"/>
                <a:gd name="connsiteX6" fmla="*/ 199549 w 221551"/>
                <a:gd name="connsiteY6" fmla="*/ 107728 h 300037"/>
                <a:gd name="connsiteX7" fmla="*/ 215646 w 221551"/>
                <a:gd name="connsiteY7" fmla="*/ 112776 h 300037"/>
                <a:gd name="connsiteX8" fmla="*/ 217551 w 221551"/>
                <a:gd name="connsiteY8" fmla="*/ 120491 h 300037"/>
                <a:gd name="connsiteX9" fmla="*/ 216694 w 221551"/>
                <a:gd name="connsiteY9" fmla="*/ 123063 h 300037"/>
                <a:gd name="connsiteX10" fmla="*/ 214313 w 221551"/>
                <a:gd name="connsiteY10" fmla="*/ 125825 h 300037"/>
                <a:gd name="connsiteX11" fmla="*/ 214122 w 221551"/>
                <a:gd name="connsiteY11" fmla="*/ 126492 h 300037"/>
                <a:gd name="connsiteX12" fmla="*/ 213360 w 221551"/>
                <a:gd name="connsiteY12" fmla="*/ 129254 h 300037"/>
                <a:gd name="connsiteX13" fmla="*/ 211836 w 221551"/>
                <a:gd name="connsiteY13" fmla="*/ 134493 h 300037"/>
                <a:gd name="connsiteX14" fmla="*/ 210979 w 221551"/>
                <a:gd name="connsiteY14" fmla="*/ 140017 h 300037"/>
                <a:gd name="connsiteX15" fmla="*/ 210598 w 221551"/>
                <a:gd name="connsiteY15" fmla="*/ 142684 h 300037"/>
                <a:gd name="connsiteX16" fmla="*/ 210122 w 221551"/>
                <a:gd name="connsiteY16" fmla="*/ 146494 h 300037"/>
                <a:gd name="connsiteX17" fmla="*/ 210122 w 221551"/>
                <a:gd name="connsiteY17" fmla="*/ 148018 h 300037"/>
                <a:gd name="connsiteX18" fmla="*/ 210217 w 221551"/>
                <a:gd name="connsiteY18" fmla="*/ 150114 h 300037"/>
                <a:gd name="connsiteX19" fmla="*/ 213075 w 221551"/>
                <a:gd name="connsiteY19" fmla="*/ 165735 h 300037"/>
                <a:gd name="connsiteX20" fmla="*/ 214217 w 221551"/>
                <a:gd name="connsiteY20" fmla="*/ 167164 h 300037"/>
                <a:gd name="connsiteX21" fmla="*/ 214598 w 221551"/>
                <a:gd name="connsiteY21" fmla="*/ 167735 h 300037"/>
                <a:gd name="connsiteX22" fmla="*/ 217646 w 221551"/>
                <a:gd name="connsiteY22" fmla="*/ 168878 h 300037"/>
                <a:gd name="connsiteX23" fmla="*/ 221551 w 221551"/>
                <a:gd name="connsiteY23" fmla="*/ 170021 h 300037"/>
                <a:gd name="connsiteX24" fmla="*/ 185071 w 221551"/>
                <a:gd name="connsiteY24" fmla="*/ 235267 h 300037"/>
                <a:gd name="connsiteX25" fmla="*/ 63722 w 221551"/>
                <a:gd name="connsiteY25" fmla="*/ 300038 h 300037"/>
                <a:gd name="connsiteX26" fmla="*/ 55912 w 221551"/>
                <a:gd name="connsiteY26" fmla="*/ 241935 h 300037"/>
                <a:gd name="connsiteX27" fmla="*/ 55245 w 221551"/>
                <a:gd name="connsiteY27" fmla="*/ 196215 h 300037"/>
                <a:gd name="connsiteX28" fmla="*/ 54102 w 221551"/>
                <a:gd name="connsiteY28" fmla="*/ 172498 h 300037"/>
                <a:gd name="connsiteX29" fmla="*/ 53340 w 221551"/>
                <a:gd name="connsiteY29" fmla="*/ 160496 h 300037"/>
                <a:gd name="connsiteX30" fmla="*/ 52769 w 221551"/>
                <a:gd name="connsiteY30" fmla="*/ 155257 h 300037"/>
                <a:gd name="connsiteX31" fmla="*/ 36862 w 221551"/>
                <a:gd name="connsiteY31" fmla="*/ 115157 h 300037"/>
                <a:gd name="connsiteX32" fmla="*/ 0 w 221551"/>
                <a:gd name="connsiteY32" fmla="*/ 22384 h 300037"/>
                <a:gd name="connsiteX33" fmla="*/ 98870 w 221551"/>
                <a:gd name="connsiteY33" fmla="*/ 0 h 300037"/>
                <a:gd name="connsiteX34" fmla="*/ 103251 w 221551"/>
                <a:gd name="connsiteY34" fmla="*/ 3334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1551" h="300037">
                  <a:moveTo>
                    <a:pt x="103251" y="3334"/>
                  </a:moveTo>
                  <a:lnTo>
                    <a:pt x="125730" y="58007"/>
                  </a:lnTo>
                  <a:lnTo>
                    <a:pt x="137351" y="83439"/>
                  </a:lnTo>
                  <a:lnTo>
                    <a:pt x="139256" y="84677"/>
                  </a:lnTo>
                  <a:lnTo>
                    <a:pt x="141637" y="86296"/>
                  </a:lnTo>
                  <a:lnTo>
                    <a:pt x="180022" y="103918"/>
                  </a:lnTo>
                  <a:lnTo>
                    <a:pt x="199549" y="107728"/>
                  </a:lnTo>
                  <a:lnTo>
                    <a:pt x="215646" y="112776"/>
                  </a:lnTo>
                  <a:lnTo>
                    <a:pt x="217551" y="120491"/>
                  </a:lnTo>
                  <a:lnTo>
                    <a:pt x="216694" y="123063"/>
                  </a:lnTo>
                  <a:lnTo>
                    <a:pt x="214313" y="125825"/>
                  </a:lnTo>
                  <a:lnTo>
                    <a:pt x="214122" y="126492"/>
                  </a:lnTo>
                  <a:lnTo>
                    <a:pt x="213360" y="129254"/>
                  </a:lnTo>
                  <a:lnTo>
                    <a:pt x="211836" y="134493"/>
                  </a:lnTo>
                  <a:lnTo>
                    <a:pt x="210979" y="140017"/>
                  </a:lnTo>
                  <a:lnTo>
                    <a:pt x="210598" y="142684"/>
                  </a:lnTo>
                  <a:lnTo>
                    <a:pt x="210122" y="146494"/>
                  </a:lnTo>
                  <a:lnTo>
                    <a:pt x="210122" y="148018"/>
                  </a:lnTo>
                  <a:lnTo>
                    <a:pt x="210217" y="150114"/>
                  </a:lnTo>
                  <a:lnTo>
                    <a:pt x="213075" y="165735"/>
                  </a:lnTo>
                  <a:lnTo>
                    <a:pt x="214217" y="167164"/>
                  </a:lnTo>
                  <a:lnTo>
                    <a:pt x="214598" y="167735"/>
                  </a:lnTo>
                  <a:lnTo>
                    <a:pt x="217646" y="168878"/>
                  </a:lnTo>
                  <a:lnTo>
                    <a:pt x="221551" y="170021"/>
                  </a:lnTo>
                  <a:lnTo>
                    <a:pt x="185071" y="235267"/>
                  </a:lnTo>
                  <a:lnTo>
                    <a:pt x="63722" y="300038"/>
                  </a:lnTo>
                  <a:lnTo>
                    <a:pt x="55912" y="241935"/>
                  </a:lnTo>
                  <a:lnTo>
                    <a:pt x="55245" y="196215"/>
                  </a:lnTo>
                  <a:lnTo>
                    <a:pt x="54102" y="172498"/>
                  </a:lnTo>
                  <a:lnTo>
                    <a:pt x="53340" y="160496"/>
                  </a:lnTo>
                  <a:lnTo>
                    <a:pt x="52769" y="155257"/>
                  </a:lnTo>
                  <a:lnTo>
                    <a:pt x="36862" y="115157"/>
                  </a:lnTo>
                  <a:lnTo>
                    <a:pt x="0" y="22384"/>
                  </a:lnTo>
                  <a:lnTo>
                    <a:pt x="98870" y="0"/>
                  </a:lnTo>
                  <a:lnTo>
                    <a:pt x="103251" y="333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9" name="서울특별시 강북구 송천동">
              <a:extLst>
                <a:ext uri="{FF2B5EF4-FFF2-40B4-BE49-F238E27FC236}">
                  <a16:creationId xmlns:a16="http://schemas.microsoft.com/office/drawing/2014/main" id="{98FB7664-BE94-7DA7-A996-3B1785BA8179}"/>
                </a:ext>
              </a:extLst>
            </p:cNvPr>
            <p:cNvSpPr/>
            <p:nvPr/>
          </p:nvSpPr>
          <p:spPr>
            <a:xfrm>
              <a:off x="6902576" y="2338006"/>
              <a:ext cx="209835" cy="252221"/>
            </a:xfrm>
            <a:custGeom>
              <a:avLst/>
              <a:gdLst>
                <a:gd name="connsiteX0" fmla="*/ 153924 w 209835"/>
                <a:gd name="connsiteY0" fmla="*/ 13144 h 252221"/>
                <a:gd name="connsiteX1" fmla="*/ 190786 w 209835"/>
                <a:gd name="connsiteY1" fmla="*/ 105918 h 252221"/>
                <a:gd name="connsiteX2" fmla="*/ 206693 w 209835"/>
                <a:gd name="connsiteY2" fmla="*/ 146018 h 252221"/>
                <a:gd name="connsiteX3" fmla="*/ 207264 w 209835"/>
                <a:gd name="connsiteY3" fmla="*/ 151257 h 252221"/>
                <a:gd name="connsiteX4" fmla="*/ 208026 w 209835"/>
                <a:gd name="connsiteY4" fmla="*/ 163259 h 252221"/>
                <a:gd name="connsiteX5" fmla="*/ 209169 w 209835"/>
                <a:gd name="connsiteY5" fmla="*/ 186976 h 252221"/>
                <a:gd name="connsiteX6" fmla="*/ 209836 w 209835"/>
                <a:gd name="connsiteY6" fmla="*/ 232696 h 252221"/>
                <a:gd name="connsiteX7" fmla="*/ 159829 w 209835"/>
                <a:gd name="connsiteY7" fmla="*/ 228695 h 252221"/>
                <a:gd name="connsiteX8" fmla="*/ 69437 w 209835"/>
                <a:gd name="connsiteY8" fmla="*/ 252222 h 252221"/>
                <a:gd name="connsiteX9" fmla="*/ 65722 w 209835"/>
                <a:gd name="connsiteY9" fmla="*/ 233743 h 252221"/>
                <a:gd name="connsiteX10" fmla="*/ 69056 w 209835"/>
                <a:gd name="connsiteY10" fmla="*/ 193548 h 252221"/>
                <a:gd name="connsiteX11" fmla="*/ 69056 w 209835"/>
                <a:gd name="connsiteY11" fmla="*/ 178689 h 252221"/>
                <a:gd name="connsiteX12" fmla="*/ 68771 w 209835"/>
                <a:gd name="connsiteY12" fmla="*/ 174974 h 252221"/>
                <a:gd name="connsiteX13" fmla="*/ 66961 w 209835"/>
                <a:gd name="connsiteY13" fmla="*/ 168211 h 252221"/>
                <a:gd name="connsiteX14" fmla="*/ 62960 w 209835"/>
                <a:gd name="connsiteY14" fmla="*/ 153257 h 252221"/>
                <a:gd name="connsiteX15" fmla="*/ 61722 w 209835"/>
                <a:gd name="connsiteY15" fmla="*/ 148971 h 252221"/>
                <a:gd name="connsiteX16" fmla="*/ 48578 w 209835"/>
                <a:gd name="connsiteY16" fmla="*/ 103537 h 252221"/>
                <a:gd name="connsiteX17" fmla="*/ 39624 w 209835"/>
                <a:gd name="connsiteY17" fmla="*/ 76009 h 252221"/>
                <a:gd name="connsiteX18" fmla="*/ 7620 w 209835"/>
                <a:gd name="connsiteY18" fmla="*/ 30099 h 252221"/>
                <a:gd name="connsiteX19" fmla="*/ 4858 w 209835"/>
                <a:gd name="connsiteY19" fmla="*/ 25908 h 252221"/>
                <a:gd name="connsiteX20" fmla="*/ 3143 w 209835"/>
                <a:gd name="connsiteY20" fmla="*/ 21622 h 252221"/>
                <a:gd name="connsiteX21" fmla="*/ 2858 w 209835"/>
                <a:gd name="connsiteY21" fmla="*/ 20669 h 252221"/>
                <a:gd name="connsiteX22" fmla="*/ 1143 w 209835"/>
                <a:gd name="connsiteY22" fmla="*/ 15430 h 252221"/>
                <a:gd name="connsiteX23" fmla="*/ 571 w 209835"/>
                <a:gd name="connsiteY23" fmla="*/ 10477 h 252221"/>
                <a:gd name="connsiteX24" fmla="*/ 0 w 209835"/>
                <a:gd name="connsiteY24" fmla="*/ 5715 h 252221"/>
                <a:gd name="connsiteX25" fmla="*/ 65246 w 209835"/>
                <a:gd name="connsiteY25" fmla="*/ 0 h 252221"/>
                <a:gd name="connsiteX26" fmla="*/ 66389 w 209835"/>
                <a:gd name="connsiteY26" fmla="*/ 3238 h 252221"/>
                <a:gd name="connsiteX27" fmla="*/ 71533 w 209835"/>
                <a:gd name="connsiteY27" fmla="*/ 17335 h 252221"/>
                <a:gd name="connsiteX28" fmla="*/ 74390 w 209835"/>
                <a:gd name="connsiteY28" fmla="*/ 24479 h 252221"/>
                <a:gd name="connsiteX29" fmla="*/ 80963 w 209835"/>
                <a:gd name="connsiteY29" fmla="*/ 40386 h 252221"/>
                <a:gd name="connsiteX30" fmla="*/ 135064 w 209835"/>
                <a:gd name="connsiteY30" fmla="*/ 27337 h 252221"/>
                <a:gd name="connsiteX31" fmla="*/ 153924 w 209835"/>
                <a:gd name="connsiteY31" fmla="*/ 13144 h 25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9835" h="252221">
                  <a:moveTo>
                    <a:pt x="153924" y="13144"/>
                  </a:moveTo>
                  <a:lnTo>
                    <a:pt x="190786" y="105918"/>
                  </a:lnTo>
                  <a:lnTo>
                    <a:pt x="206693" y="146018"/>
                  </a:lnTo>
                  <a:lnTo>
                    <a:pt x="207264" y="151257"/>
                  </a:lnTo>
                  <a:lnTo>
                    <a:pt x="208026" y="163259"/>
                  </a:lnTo>
                  <a:lnTo>
                    <a:pt x="209169" y="186976"/>
                  </a:lnTo>
                  <a:lnTo>
                    <a:pt x="209836" y="232696"/>
                  </a:lnTo>
                  <a:lnTo>
                    <a:pt x="159829" y="228695"/>
                  </a:lnTo>
                  <a:lnTo>
                    <a:pt x="69437" y="252222"/>
                  </a:lnTo>
                  <a:lnTo>
                    <a:pt x="65722" y="233743"/>
                  </a:lnTo>
                  <a:lnTo>
                    <a:pt x="69056" y="193548"/>
                  </a:lnTo>
                  <a:lnTo>
                    <a:pt x="69056" y="178689"/>
                  </a:lnTo>
                  <a:lnTo>
                    <a:pt x="68771" y="174974"/>
                  </a:lnTo>
                  <a:lnTo>
                    <a:pt x="66961" y="168211"/>
                  </a:lnTo>
                  <a:lnTo>
                    <a:pt x="62960" y="153257"/>
                  </a:lnTo>
                  <a:lnTo>
                    <a:pt x="61722" y="148971"/>
                  </a:lnTo>
                  <a:lnTo>
                    <a:pt x="48578" y="103537"/>
                  </a:lnTo>
                  <a:lnTo>
                    <a:pt x="39624" y="76009"/>
                  </a:lnTo>
                  <a:lnTo>
                    <a:pt x="7620" y="30099"/>
                  </a:lnTo>
                  <a:lnTo>
                    <a:pt x="4858" y="25908"/>
                  </a:lnTo>
                  <a:lnTo>
                    <a:pt x="3143" y="21622"/>
                  </a:lnTo>
                  <a:lnTo>
                    <a:pt x="2858" y="20669"/>
                  </a:lnTo>
                  <a:lnTo>
                    <a:pt x="1143" y="15430"/>
                  </a:lnTo>
                  <a:lnTo>
                    <a:pt x="571" y="10477"/>
                  </a:lnTo>
                  <a:lnTo>
                    <a:pt x="0" y="5715"/>
                  </a:lnTo>
                  <a:lnTo>
                    <a:pt x="65246" y="0"/>
                  </a:lnTo>
                  <a:lnTo>
                    <a:pt x="66389" y="3238"/>
                  </a:lnTo>
                  <a:lnTo>
                    <a:pt x="71533" y="17335"/>
                  </a:lnTo>
                  <a:lnTo>
                    <a:pt x="74390" y="24479"/>
                  </a:lnTo>
                  <a:lnTo>
                    <a:pt x="80963" y="40386"/>
                  </a:lnTo>
                  <a:lnTo>
                    <a:pt x="135064" y="27337"/>
                  </a:lnTo>
                  <a:lnTo>
                    <a:pt x="153924" y="131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0" name="서울특별시 강북구 삼각산동">
              <a:extLst>
                <a:ext uri="{FF2B5EF4-FFF2-40B4-BE49-F238E27FC236}">
                  <a16:creationId xmlns:a16="http://schemas.microsoft.com/office/drawing/2014/main" id="{03263D67-D583-7527-0AE2-4568DDC573D8}"/>
                </a:ext>
              </a:extLst>
            </p:cNvPr>
            <p:cNvSpPr/>
            <p:nvPr/>
          </p:nvSpPr>
          <p:spPr>
            <a:xfrm>
              <a:off x="6723983" y="2427732"/>
              <a:ext cx="247650" cy="144017"/>
            </a:xfrm>
            <a:custGeom>
              <a:avLst/>
              <a:gdLst>
                <a:gd name="connsiteX0" fmla="*/ 227171 w 247650"/>
                <a:gd name="connsiteY0" fmla="*/ 13811 h 144017"/>
                <a:gd name="connsiteX1" fmla="*/ 240316 w 247650"/>
                <a:gd name="connsiteY1" fmla="*/ 59246 h 144017"/>
                <a:gd name="connsiteX2" fmla="*/ 241554 w 247650"/>
                <a:gd name="connsiteY2" fmla="*/ 63532 h 144017"/>
                <a:gd name="connsiteX3" fmla="*/ 245554 w 247650"/>
                <a:gd name="connsiteY3" fmla="*/ 78486 h 144017"/>
                <a:gd name="connsiteX4" fmla="*/ 247364 w 247650"/>
                <a:gd name="connsiteY4" fmla="*/ 85249 h 144017"/>
                <a:gd name="connsiteX5" fmla="*/ 247650 w 247650"/>
                <a:gd name="connsiteY5" fmla="*/ 88963 h 144017"/>
                <a:gd name="connsiteX6" fmla="*/ 247650 w 247650"/>
                <a:gd name="connsiteY6" fmla="*/ 103822 h 144017"/>
                <a:gd name="connsiteX7" fmla="*/ 244316 w 247650"/>
                <a:gd name="connsiteY7" fmla="*/ 144018 h 144017"/>
                <a:gd name="connsiteX8" fmla="*/ 219551 w 247650"/>
                <a:gd name="connsiteY8" fmla="*/ 140113 h 144017"/>
                <a:gd name="connsiteX9" fmla="*/ 218504 w 247650"/>
                <a:gd name="connsiteY9" fmla="*/ 139827 h 144017"/>
                <a:gd name="connsiteX10" fmla="*/ 216218 w 247650"/>
                <a:gd name="connsiteY10" fmla="*/ 139255 h 144017"/>
                <a:gd name="connsiteX11" fmla="*/ 214408 w 247650"/>
                <a:gd name="connsiteY11" fmla="*/ 138017 h 144017"/>
                <a:gd name="connsiteX12" fmla="*/ 203740 w 247650"/>
                <a:gd name="connsiteY12" fmla="*/ 126492 h 144017"/>
                <a:gd name="connsiteX13" fmla="*/ 194024 w 247650"/>
                <a:gd name="connsiteY13" fmla="*/ 117443 h 144017"/>
                <a:gd name="connsiteX14" fmla="*/ 164783 w 247650"/>
                <a:gd name="connsiteY14" fmla="*/ 102584 h 144017"/>
                <a:gd name="connsiteX15" fmla="*/ 140589 w 247650"/>
                <a:gd name="connsiteY15" fmla="*/ 95536 h 144017"/>
                <a:gd name="connsiteX16" fmla="*/ 121444 w 247650"/>
                <a:gd name="connsiteY16" fmla="*/ 98298 h 144017"/>
                <a:gd name="connsiteX17" fmla="*/ 115729 w 247650"/>
                <a:gd name="connsiteY17" fmla="*/ 87249 h 144017"/>
                <a:gd name="connsiteX18" fmla="*/ 112395 w 247650"/>
                <a:gd name="connsiteY18" fmla="*/ 84106 h 144017"/>
                <a:gd name="connsiteX19" fmla="*/ 52864 w 247650"/>
                <a:gd name="connsiteY19" fmla="*/ 69056 h 144017"/>
                <a:gd name="connsiteX20" fmla="*/ 16002 w 247650"/>
                <a:gd name="connsiteY20" fmla="*/ 37433 h 144017"/>
                <a:gd name="connsiteX21" fmla="*/ 0 w 247650"/>
                <a:gd name="connsiteY21" fmla="*/ 30194 h 144017"/>
                <a:gd name="connsiteX22" fmla="*/ 87630 w 247650"/>
                <a:gd name="connsiteY22" fmla="*/ 95 h 144017"/>
                <a:gd name="connsiteX23" fmla="*/ 105918 w 247650"/>
                <a:gd name="connsiteY23" fmla="*/ 0 h 144017"/>
                <a:gd name="connsiteX24" fmla="*/ 111157 w 247650"/>
                <a:gd name="connsiteY24" fmla="*/ 286 h 144017"/>
                <a:gd name="connsiteX25" fmla="*/ 113824 w 247650"/>
                <a:gd name="connsiteY25" fmla="*/ 381 h 144017"/>
                <a:gd name="connsiteX26" fmla="*/ 114776 w 247650"/>
                <a:gd name="connsiteY26" fmla="*/ 476 h 144017"/>
                <a:gd name="connsiteX27" fmla="*/ 116777 w 247650"/>
                <a:gd name="connsiteY27" fmla="*/ 571 h 144017"/>
                <a:gd name="connsiteX28" fmla="*/ 166973 w 247650"/>
                <a:gd name="connsiteY28" fmla="*/ 4000 h 144017"/>
                <a:gd name="connsiteX29" fmla="*/ 186309 w 247650"/>
                <a:gd name="connsiteY29" fmla="*/ 5715 h 144017"/>
                <a:gd name="connsiteX30" fmla="*/ 188214 w 247650"/>
                <a:gd name="connsiteY30" fmla="*/ 5810 h 144017"/>
                <a:gd name="connsiteX31" fmla="*/ 193262 w 247650"/>
                <a:gd name="connsiteY31" fmla="*/ 6286 h 144017"/>
                <a:gd name="connsiteX32" fmla="*/ 195358 w 247650"/>
                <a:gd name="connsiteY32" fmla="*/ 6572 h 144017"/>
                <a:gd name="connsiteX33" fmla="*/ 208217 w 247650"/>
                <a:gd name="connsiteY33" fmla="*/ 8668 h 144017"/>
                <a:gd name="connsiteX34" fmla="*/ 212693 w 247650"/>
                <a:gd name="connsiteY34" fmla="*/ 9334 h 144017"/>
                <a:gd name="connsiteX35" fmla="*/ 227171 w 247650"/>
                <a:gd name="connsiteY35" fmla="*/ 13811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7650" h="144017">
                  <a:moveTo>
                    <a:pt x="227171" y="13811"/>
                  </a:moveTo>
                  <a:lnTo>
                    <a:pt x="240316" y="59246"/>
                  </a:lnTo>
                  <a:lnTo>
                    <a:pt x="241554" y="63532"/>
                  </a:lnTo>
                  <a:lnTo>
                    <a:pt x="245554" y="78486"/>
                  </a:lnTo>
                  <a:lnTo>
                    <a:pt x="247364" y="85249"/>
                  </a:lnTo>
                  <a:lnTo>
                    <a:pt x="247650" y="88963"/>
                  </a:lnTo>
                  <a:lnTo>
                    <a:pt x="247650" y="103822"/>
                  </a:lnTo>
                  <a:lnTo>
                    <a:pt x="244316" y="144018"/>
                  </a:lnTo>
                  <a:lnTo>
                    <a:pt x="219551" y="140113"/>
                  </a:lnTo>
                  <a:lnTo>
                    <a:pt x="218504" y="139827"/>
                  </a:lnTo>
                  <a:lnTo>
                    <a:pt x="216218" y="139255"/>
                  </a:lnTo>
                  <a:lnTo>
                    <a:pt x="214408" y="138017"/>
                  </a:lnTo>
                  <a:lnTo>
                    <a:pt x="203740" y="126492"/>
                  </a:lnTo>
                  <a:lnTo>
                    <a:pt x="194024" y="117443"/>
                  </a:lnTo>
                  <a:lnTo>
                    <a:pt x="164783" y="102584"/>
                  </a:lnTo>
                  <a:lnTo>
                    <a:pt x="140589" y="95536"/>
                  </a:lnTo>
                  <a:lnTo>
                    <a:pt x="121444" y="98298"/>
                  </a:lnTo>
                  <a:lnTo>
                    <a:pt x="115729" y="87249"/>
                  </a:lnTo>
                  <a:lnTo>
                    <a:pt x="112395" y="84106"/>
                  </a:lnTo>
                  <a:lnTo>
                    <a:pt x="52864" y="69056"/>
                  </a:lnTo>
                  <a:lnTo>
                    <a:pt x="16002" y="37433"/>
                  </a:lnTo>
                  <a:lnTo>
                    <a:pt x="0" y="30194"/>
                  </a:lnTo>
                  <a:lnTo>
                    <a:pt x="87630" y="95"/>
                  </a:lnTo>
                  <a:lnTo>
                    <a:pt x="105918" y="0"/>
                  </a:lnTo>
                  <a:lnTo>
                    <a:pt x="111157" y="286"/>
                  </a:lnTo>
                  <a:lnTo>
                    <a:pt x="113824" y="381"/>
                  </a:lnTo>
                  <a:lnTo>
                    <a:pt x="114776" y="476"/>
                  </a:lnTo>
                  <a:lnTo>
                    <a:pt x="116777" y="571"/>
                  </a:lnTo>
                  <a:lnTo>
                    <a:pt x="166973" y="4000"/>
                  </a:lnTo>
                  <a:lnTo>
                    <a:pt x="186309" y="5715"/>
                  </a:lnTo>
                  <a:lnTo>
                    <a:pt x="188214" y="5810"/>
                  </a:lnTo>
                  <a:lnTo>
                    <a:pt x="193262" y="6286"/>
                  </a:lnTo>
                  <a:lnTo>
                    <a:pt x="195358" y="6572"/>
                  </a:lnTo>
                  <a:lnTo>
                    <a:pt x="208217" y="8668"/>
                  </a:lnTo>
                  <a:lnTo>
                    <a:pt x="212693" y="9334"/>
                  </a:lnTo>
                  <a:lnTo>
                    <a:pt x="227171" y="138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1" name="서울특별시 강북구 우이동">
              <a:extLst>
                <a:ext uri="{FF2B5EF4-FFF2-40B4-BE49-F238E27FC236}">
                  <a16:creationId xmlns:a16="http://schemas.microsoft.com/office/drawing/2014/main" id="{BDA2F49C-AAFC-AA9C-6DFE-1E3DB5AAE2B2}"/>
                </a:ext>
              </a:extLst>
            </p:cNvPr>
            <p:cNvSpPr/>
            <p:nvPr/>
          </p:nvSpPr>
          <p:spPr>
            <a:xfrm>
              <a:off x="6196298" y="1249394"/>
              <a:ext cx="708279" cy="843248"/>
            </a:xfrm>
            <a:custGeom>
              <a:avLst/>
              <a:gdLst>
                <a:gd name="connsiteX0" fmla="*/ 522922 w 708279"/>
                <a:gd name="connsiteY0" fmla="*/ 10001 h 843248"/>
                <a:gd name="connsiteX1" fmla="*/ 525018 w 708279"/>
                <a:gd name="connsiteY1" fmla="*/ 71247 h 843248"/>
                <a:gd name="connsiteX2" fmla="*/ 560451 w 708279"/>
                <a:gd name="connsiteY2" fmla="*/ 103156 h 843248"/>
                <a:gd name="connsiteX3" fmla="*/ 561975 w 708279"/>
                <a:gd name="connsiteY3" fmla="*/ 103156 h 843248"/>
                <a:gd name="connsiteX4" fmla="*/ 562832 w 708279"/>
                <a:gd name="connsiteY4" fmla="*/ 103156 h 843248"/>
                <a:gd name="connsiteX5" fmla="*/ 564166 w 708279"/>
                <a:gd name="connsiteY5" fmla="*/ 103251 h 843248"/>
                <a:gd name="connsiteX6" fmla="*/ 567214 w 708279"/>
                <a:gd name="connsiteY6" fmla="*/ 103727 h 843248"/>
                <a:gd name="connsiteX7" fmla="*/ 589312 w 708279"/>
                <a:gd name="connsiteY7" fmla="*/ 107347 h 843248"/>
                <a:gd name="connsiteX8" fmla="*/ 589788 w 708279"/>
                <a:gd name="connsiteY8" fmla="*/ 107537 h 843248"/>
                <a:gd name="connsiteX9" fmla="*/ 590550 w 708279"/>
                <a:gd name="connsiteY9" fmla="*/ 108490 h 843248"/>
                <a:gd name="connsiteX10" fmla="*/ 604171 w 708279"/>
                <a:gd name="connsiteY10" fmla="*/ 129826 h 843248"/>
                <a:gd name="connsiteX11" fmla="*/ 612172 w 708279"/>
                <a:gd name="connsiteY11" fmla="*/ 144875 h 843248"/>
                <a:gd name="connsiteX12" fmla="*/ 615791 w 708279"/>
                <a:gd name="connsiteY12" fmla="*/ 159163 h 843248"/>
                <a:gd name="connsiteX13" fmla="*/ 623983 w 708279"/>
                <a:gd name="connsiteY13" fmla="*/ 178689 h 843248"/>
                <a:gd name="connsiteX14" fmla="*/ 628555 w 708279"/>
                <a:gd name="connsiteY14" fmla="*/ 185166 h 843248"/>
                <a:gd name="connsiteX15" fmla="*/ 636937 w 708279"/>
                <a:gd name="connsiteY15" fmla="*/ 196310 h 843248"/>
                <a:gd name="connsiteX16" fmla="*/ 641318 w 708279"/>
                <a:gd name="connsiteY16" fmla="*/ 199168 h 843248"/>
                <a:gd name="connsiteX17" fmla="*/ 657892 w 708279"/>
                <a:gd name="connsiteY17" fmla="*/ 213551 h 843248"/>
                <a:gd name="connsiteX18" fmla="*/ 674084 w 708279"/>
                <a:gd name="connsiteY18" fmla="*/ 227743 h 843248"/>
                <a:gd name="connsiteX19" fmla="*/ 686562 w 708279"/>
                <a:gd name="connsiteY19" fmla="*/ 242983 h 843248"/>
                <a:gd name="connsiteX20" fmla="*/ 687800 w 708279"/>
                <a:gd name="connsiteY20" fmla="*/ 244507 h 843248"/>
                <a:gd name="connsiteX21" fmla="*/ 706850 w 708279"/>
                <a:gd name="connsiteY21" fmla="*/ 274606 h 843248"/>
                <a:gd name="connsiteX22" fmla="*/ 708279 w 708279"/>
                <a:gd name="connsiteY22" fmla="*/ 276797 h 843248"/>
                <a:gd name="connsiteX23" fmla="*/ 707517 w 708279"/>
                <a:gd name="connsiteY23" fmla="*/ 282512 h 843248"/>
                <a:gd name="connsiteX24" fmla="*/ 706850 w 708279"/>
                <a:gd name="connsiteY24" fmla="*/ 286988 h 843248"/>
                <a:gd name="connsiteX25" fmla="*/ 701802 w 708279"/>
                <a:gd name="connsiteY25" fmla="*/ 298228 h 843248"/>
                <a:gd name="connsiteX26" fmla="*/ 692182 w 708279"/>
                <a:gd name="connsiteY26" fmla="*/ 307277 h 843248"/>
                <a:gd name="connsiteX27" fmla="*/ 679418 w 708279"/>
                <a:gd name="connsiteY27" fmla="*/ 314230 h 843248"/>
                <a:gd name="connsiteX28" fmla="*/ 672751 w 708279"/>
                <a:gd name="connsiteY28" fmla="*/ 320421 h 843248"/>
                <a:gd name="connsiteX29" fmla="*/ 659511 w 708279"/>
                <a:gd name="connsiteY29" fmla="*/ 332899 h 843248"/>
                <a:gd name="connsiteX30" fmla="*/ 656463 w 708279"/>
                <a:gd name="connsiteY30" fmla="*/ 335947 h 843248"/>
                <a:gd name="connsiteX31" fmla="*/ 653891 w 708279"/>
                <a:gd name="connsiteY31" fmla="*/ 342424 h 843248"/>
                <a:gd name="connsiteX32" fmla="*/ 652558 w 708279"/>
                <a:gd name="connsiteY32" fmla="*/ 345567 h 843248"/>
                <a:gd name="connsiteX33" fmla="*/ 651891 w 708279"/>
                <a:gd name="connsiteY33" fmla="*/ 351473 h 843248"/>
                <a:gd name="connsiteX34" fmla="*/ 652463 w 708279"/>
                <a:gd name="connsiteY34" fmla="*/ 389096 h 843248"/>
                <a:gd name="connsiteX35" fmla="*/ 652653 w 708279"/>
                <a:gd name="connsiteY35" fmla="*/ 394240 h 843248"/>
                <a:gd name="connsiteX36" fmla="*/ 668750 w 708279"/>
                <a:gd name="connsiteY36" fmla="*/ 428816 h 843248"/>
                <a:gd name="connsiteX37" fmla="*/ 659892 w 708279"/>
                <a:gd name="connsiteY37" fmla="*/ 431197 h 843248"/>
                <a:gd name="connsiteX38" fmla="*/ 647510 w 708279"/>
                <a:gd name="connsiteY38" fmla="*/ 428530 h 843248"/>
                <a:gd name="connsiteX39" fmla="*/ 637794 w 708279"/>
                <a:gd name="connsiteY39" fmla="*/ 441198 h 843248"/>
                <a:gd name="connsiteX40" fmla="*/ 631412 w 708279"/>
                <a:gd name="connsiteY40" fmla="*/ 459296 h 843248"/>
                <a:gd name="connsiteX41" fmla="*/ 622554 w 708279"/>
                <a:gd name="connsiteY41" fmla="*/ 484918 h 843248"/>
                <a:gd name="connsiteX42" fmla="*/ 602171 w 708279"/>
                <a:gd name="connsiteY42" fmla="*/ 578644 h 843248"/>
                <a:gd name="connsiteX43" fmla="*/ 600361 w 708279"/>
                <a:gd name="connsiteY43" fmla="*/ 588836 h 843248"/>
                <a:gd name="connsiteX44" fmla="*/ 600075 w 708279"/>
                <a:gd name="connsiteY44" fmla="*/ 594074 h 843248"/>
                <a:gd name="connsiteX45" fmla="*/ 600170 w 708279"/>
                <a:gd name="connsiteY45" fmla="*/ 598361 h 843248"/>
                <a:gd name="connsiteX46" fmla="*/ 601789 w 708279"/>
                <a:gd name="connsiteY46" fmla="*/ 605219 h 843248"/>
                <a:gd name="connsiteX47" fmla="*/ 602742 w 708279"/>
                <a:gd name="connsiteY47" fmla="*/ 609029 h 843248"/>
                <a:gd name="connsiteX48" fmla="*/ 606362 w 708279"/>
                <a:gd name="connsiteY48" fmla="*/ 617315 h 843248"/>
                <a:gd name="connsiteX49" fmla="*/ 606647 w 708279"/>
                <a:gd name="connsiteY49" fmla="*/ 617792 h 843248"/>
                <a:gd name="connsiteX50" fmla="*/ 612743 w 708279"/>
                <a:gd name="connsiteY50" fmla="*/ 630650 h 843248"/>
                <a:gd name="connsiteX51" fmla="*/ 648176 w 708279"/>
                <a:gd name="connsiteY51" fmla="*/ 651129 h 843248"/>
                <a:gd name="connsiteX52" fmla="*/ 649796 w 708279"/>
                <a:gd name="connsiteY52" fmla="*/ 651986 h 843248"/>
                <a:gd name="connsiteX53" fmla="*/ 651510 w 708279"/>
                <a:gd name="connsiteY53" fmla="*/ 652939 h 843248"/>
                <a:gd name="connsiteX54" fmla="*/ 655701 w 708279"/>
                <a:gd name="connsiteY54" fmla="*/ 654939 h 843248"/>
                <a:gd name="connsiteX55" fmla="*/ 647795 w 708279"/>
                <a:gd name="connsiteY55" fmla="*/ 654844 h 843248"/>
                <a:gd name="connsiteX56" fmla="*/ 624554 w 708279"/>
                <a:gd name="connsiteY56" fmla="*/ 655796 h 843248"/>
                <a:gd name="connsiteX57" fmla="*/ 661321 w 708279"/>
                <a:gd name="connsiteY57" fmla="*/ 741902 h 843248"/>
                <a:gd name="connsiteX58" fmla="*/ 565880 w 708279"/>
                <a:gd name="connsiteY58" fmla="*/ 728758 h 843248"/>
                <a:gd name="connsiteX59" fmla="*/ 505682 w 708279"/>
                <a:gd name="connsiteY59" fmla="*/ 729520 h 843248"/>
                <a:gd name="connsiteX60" fmla="*/ 486251 w 708279"/>
                <a:gd name="connsiteY60" fmla="*/ 733235 h 843248"/>
                <a:gd name="connsiteX61" fmla="*/ 455486 w 708279"/>
                <a:gd name="connsiteY61" fmla="*/ 740855 h 843248"/>
                <a:gd name="connsiteX62" fmla="*/ 450342 w 708279"/>
                <a:gd name="connsiteY62" fmla="*/ 744474 h 843248"/>
                <a:gd name="connsiteX63" fmla="*/ 446437 w 708279"/>
                <a:gd name="connsiteY63" fmla="*/ 747141 h 843248"/>
                <a:gd name="connsiteX64" fmla="*/ 438245 w 708279"/>
                <a:gd name="connsiteY64" fmla="*/ 753047 h 843248"/>
                <a:gd name="connsiteX65" fmla="*/ 435293 w 708279"/>
                <a:gd name="connsiteY65" fmla="*/ 755237 h 843248"/>
                <a:gd name="connsiteX66" fmla="*/ 430625 w 708279"/>
                <a:gd name="connsiteY66" fmla="*/ 758666 h 843248"/>
                <a:gd name="connsiteX67" fmla="*/ 406622 w 708279"/>
                <a:gd name="connsiteY67" fmla="*/ 781812 h 843248"/>
                <a:gd name="connsiteX68" fmla="*/ 382810 w 708279"/>
                <a:gd name="connsiteY68" fmla="*/ 807149 h 843248"/>
                <a:gd name="connsiteX69" fmla="*/ 340519 w 708279"/>
                <a:gd name="connsiteY69" fmla="*/ 827818 h 843248"/>
                <a:gd name="connsiteX70" fmla="*/ 317373 w 708279"/>
                <a:gd name="connsiteY70" fmla="*/ 838581 h 843248"/>
                <a:gd name="connsiteX71" fmla="*/ 313372 w 708279"/>
                <a:gd name="connsiteY71" fmla="*/ 840105 h 843248"/>
                <a:gd name="connsiteX72" fmla="*/ 309277 w 708279"/>
                <a:gd name="connsiteY72" fmla="*/ 840867 h 843248"/>
                <a:gd name="connsiteX73" fmla="*/ 279463 w 708279"/>
                <a:gd name="connsiteY73" fmla="*/ 843248 h 843248"/>
                <a:gd name="connsiteX74" fmla="*/ 218694 w 708279"/>
                <a:gd name="connsiteY74" fmla="*/ 843153 h 843248"/>
                <a:gd name="connsiteX75" fmla="*/ 177927 w 708279"/>
                <a:gd name="connsiteY75" fmla="*/ 829818 h 843248"/>
                <a:gd name="connsiteX76" fmla="*/ 162687 w 708279"/>
                <a:gd name="connsiteY76" fmla="*/ 823913 h 843248"/>
                <a:gd name="connsiteX77" fmla="*/ 125444 w 708279"/>
                <a:gd name="connsiteY77" fmla="*/ 808101 h 843248"/>
                <a:gd name="connsiteX78" fmla="*/ 116872 w 708279"/>
                <a:gd name="connsiteY78" fmla="*/ 809625 h 843248"/>
                <a:gd name="connsiteX79" fmla="*/ 87249 w 708279"/>
                <a:gd name="connsiteY79" fmla="*/ 787908 h 843248"/>
                <a:gd name="connsiteX80" fmla="*/ 84582 w 708279"/>
                <a:gd name="connsiteY80" fmla="*/ 785336 h 843248"/>
                <a:gd name="connsiteX81" fmla="*/ 83344 w 708279"/>
                <a:gd name="connsiteY81" fmla="*/ 783908 h 843248"/>
                <a:gd name="connsiteX82" fmla="*/ 82105 w 708279"/>
                <a:gd name="connsiteY82" fmla="*/ 782574 h 843248"/>
                <a:gd name="connsiteX83" fmla="*/ 81058 w 708279"/>
                <a:gd name="connsiteY83" fmla="*/ 781336 h 843248"/>
                <a:gd name="connsiteX84" fmla="*/ 80391 w 708279"/>
                <a:gd name="connsiteY84" fmla="*/ 780574 h 843248"/>
                <a:gd name="connsiteX85" fmla="*/ 69247 w 708279"/>
                <a:gd name="connsiteY85" fmla="*/ 754761 h 843248"/>
                <a:gd name="connsiteX86" fmla="*/ 68866 w 708279"/>
                <a:gd name="connsiteY86" fmla="*/ 753809 h 843248"/>
                <a:gd name="connsiteX87" fmla="*/ 68771 w 708279"/>
                <a:gd name="connsiteY87" fmla="*/ 752856 h 843248"/>
                <a:gd name="connsiteX88" fmla="*/ 70295 w 708279"/>
                <a:gd name="connsiteY88" fmla="*/ 751046 h 843248"/>
                <a:gd name="connsiteX89" fmla="*/ 72580 w 708279"/>
                <a:gd name="connsiteY89" fmla="*/ 748570 h 843248"/>
                <a:gd name="connsiteX90" fmla="*/ 75533 w 708279"/>
                <a:gd name="connsiteY90" fmla="*/ 746760 h 843248"/>
                <a:gd name="connsiteX91" fmla="*/ 78105 w 708279"/>
                <a:gd name="connsiteY91" fmla="*/ 745236 h 843248"/>
                <a:gd name="connsiteX92" fmla="*/ 86201 w 708279"/>
                <a:gd name="connsiteY92" fmla="*/ 738854 h 843248"/>
                <a:gd name="connsiteX93" fmla="*/ 96679 w 708279"/>
                <a:gd name="connsiteY93" fmla="*/ 720090 h 843248"/>
                <a:gd name="connsiteX94" fmla="*/ 99631 w 708279"/>
                <a:gd name="connsiteY94" fmla="*/ 714375 h 843248"/>
                <a:gd name="connsiteX95" fmla="*/ 100013 w 708279"/>
                <a:gd name="connsiteY95" fmla="*/ 712946 h 843248"/>
                <a:gd name="connsiteX96" fmla="*/ 100013 w 708279"/>
                <a:gd name="connsiteY96" fmla="*/ 711422 h 843248"/>
                <a:gd name="connsiteX97" fmla="*/ 94202 w 708279"/>
                <a:gd name="connsiteY97" fmla="*/ 684752 h 843248"/>
                <a:gd name="connsiteX98" fmla="*/ 93726 w 708279"/>
                <a:gd name="connsiteY98" fmla="*/ 683133 h 843248"/>
                <a:gd name="connsiteX99" fmla="*/ 77153 w 708279"/>
                <a:gd name="connsiteY99" fmla="*/ 642557 h 843248"/>
                <a:gd name="connsiteX100" fmla="*/ 75819 w 708279"/>
                <a:gd name="connsiteY100" fmla="*/ 640366 h 843248"/>
                <a:gd name="connsiteX101" fmla="*/ 73723 w 708279"/>
                <a:gd name="connsiteY101" fmla="*/ 638175 h 843248"/>
                <a:gd name="connsiteX102" fmla="*/ 50673 w 708279"/>
                <a:gd name="connsiteY102" fmla="*/ 615029 h 843248"/>
                <a:gd name="connsiteX103" fmla="*/ 48006 w 708279"/>
                <a:gd name="connsiteY103" fmla="*/ 612743 h 843248"/>
                <a:gd name="connsiteX104" fmla="*/ 28004 w 708279"/>
                <a:gd name="connsiteY104" fmla="*/ 586073 h 843248"/>
                <a:gd name="connsiteX105" fmla="*/ 4667 w 708279"/>
                <a:gd name="connsiteY105" fmla="*/ 551783 h 843248"/>
                <a:gd name="connsiteX106" fmla="*/ 3524 w 708279"/>
                <a:gd name="connsiteY106" fmla="*/ 550069 h 843248"/>
                <a:gd name="connsiteX107" fmla="*/ 0 w 708279"/>
                <a:gd name="connsiteY107" fmla="*/ 534638 h 843248"/>
                <a:gd name="connsiteX108" fmla="*/ 0 w 708279"/>
                <a:gd name="connsiteY108" fmla="*/ 533019 h 843248"/>
                <a:gd name="connsiteX109" fmla="*/ 1810 w 708279"/>
                <a:gd name="connsiteY109" fmla="*/ 529304 h 843248"/>
                <a:gd name="connsiteX110" fmla="*/ 2191 w 708279"/>
                <a:gd name="connsiteY110" fmla="*/ 528542 h 843248"/>
                <a:gd name="connsiteX111" fmla="*/ 3715 w 708279"/>
                <a:gd name="connsiteY111" fmla="*/ 525780 h 843248"/>
                <a:gd name="connsiteX112" fmla="*/ 6096 w 708279"/>
                <a:gd name="connsiteY112" fmla="*/ 522256 h 843248"/>
                <a:gd name="connsiteX113" fmla="*/ 9144 w 708279"/>
                <a:gd name="connsiteY113" fmla="*/ 519303 h 843248"/>
                <a:gd name="connsiteX114" fmla="*/ 33338 w 708279"/>
                <a:gd name="connsiteY114" fmla="*/ 504158 h 843248"/>
                <a:gd name="connsiteX115" fmla="*/ 35814 w 708279"/>
                <a:gd name="connsiteY115" fmla="*/ 502920 h 843248"/>
                <a:gd name="connsiteX116" fmla="*/ 40672 w 708279"/>
                <a:gd name="connsiteY116" fmla="*/ 502063 h 843248"/>
                <a:gd name="connsiteX117" fmla="*/ 65627 w 708279"/>
                <a:gd name="connsiteY117" fmla="*/ 491681 h 843248"/>
                <a:gd name="connsiteX118" fmla="*/ 94107 w 708279"/>
                <a:gd name="connsiteY118" fmla="*/ 474440 h 843248"/>
                <a:gd name="connsiteX119" fmla="*/ 97917 w 708279"/>
                <a:gd name="connsiteY119" fmla="*/ 471869 h 843248"/>
                <a:gd name="connsiteX120" fmla="*/ 100584 w 708279"/>
                <a:gd name="connsiteY120" fmla="*/ 469964 h 843248"/>
                <a:gd name="connsiteX121" fmla="*/ 122015 w 708279"/>
                <a:gd name="connsiteY121" fmla="*/ 445294 h 843248"/>
                <a:gd name="connsiteX122" fmla="*/ 126206 w 708279"/>
                <a:gd name="connsiteY122" fmla="*/ 439674 h 843248"/>
                <a:gd name="connsiteX123" fmla="*/ 130397 w 708279"/>
                <a:gd name="connsiteY123" fmla="*/ 431673 h 843248"/>
                <a:gd name="connsiteX124" fmla="*/ 155353 w 708279"/>
                <a:gd name="connsiteY124" fmla="*/ 396812 h 843248"/>
                <a:gd name="connsiteX125" fmla="*/ 179832 w 708279"/>
                <a:gd name="connsiteY125" fmla="*/ 388429 h 843248"/>
                <a:gd name="connsiteX126" fmla="*/ 188404 w 708279"/>
                <a:gd name="connsiteY126" fmla="*/ 386620 h 843248"/>
                <a:gd name="connsiteX127" fmla="*/ 235363 w 708279"/>
                <a:gd name="connsiteY127" fmla="*/ 369760 h 843248"/>
                <a:gd name="connsiteX128" fmla="*/ 242888 w 708279"/>
                <a:gd name="connsiteY128" fmla="*/ 366236 h 843248"/>
                <a:gd name="connsiteX129" fmla="*/ 266605 w 708279"/>
                <a:gd name="connsiteY129" fmla="*/ 343567 h 843248"/>
                <a:gd name="connsiteX130" fmla="*/ 268510 w 708279"/>
                <a:gd name="connsiteY130" fmla="*/ 339852 h 843248"/>
                <a:gd name="connsiteX131" fmla="*/ 255651 w 708279"/>
                <a:gd name="connsiteY131" fmla="*/ 217361 h 843248"/>
                <a:gd name="connsiteX132" fmla="*/ 245459 w 708279"/>
                <a:gd name="connsiteY132" fmla="*/ 141637 h 843248"/>
                <a:gd name="connsiteX133" fmla="*/ 244888 w 708279"/>
                <a:gd name="connsiteY133" fmla="*/ 138112 h 843248"/>
                <a:gd name="connsiteX134" fmla="*/ 241268 w 708279"/>
                <a:gd name="connsiteY134" fmla="*/ 123635 h 843248"/>
                <a:gd name="connsiteX135" fmla="*/ 237935 w 708279"/>
                <a:gd name="connsiteY135" fmla="*/ 116872 h 843248"/>
                <a:gd name="connsiteX136" fmla="*/ 222790 w 708279"/>
                <a:gd name="connsiteY136" fmla="*/ 104489 h 843248"/>
                <a:gd name="connsiteX137" fmla="*/ 246983 w 708279"/>
                <a:gd name="connsiteY137" fmla="*/ 96869 h 843248"/>
                <a:gd name="connsiteX138" fmla="*/ 260223 w 708279"/>
                <a:gd name="connsiteY138" fmla="*/ 90297 h 843248"/>
                <a:gd name="connsiteX139" fmla="*/ 260985 w 708279"/>
                <a:gd name="connsiteY139" fmla="*/ 89630 h 843248"/>
                <a:gd name="connsiteX140" fmla="*/ 296609 w 708279"/>
                <a:gd name="connsiteY140" fmla="*/ 59817 h 843248"/>
                <a:gd name="connsiteX141" fmla="*/ 320707 w 708279"/>
                <a:gd name="connsiteY141" fmla="*/ 39338 h 843248"/>
                <a:gd name="connsiteX142" fmla="*/ 324612 w 708279"/>
                <a:gd name="connsiteY142" fmla="*/ 35338 h 843248"/>
                <a:gd name="connsiteX143" fmla="*/ 327946 w 708279"/>
                <a:gd name="connsiteY143" fmla="*/ 32099 h 843248"/>
                <a:gd name="connsiteX144" fmla="*/ 330232 w 708279"/>
                <a:gd name="connsiteY144" fmla="*/ 29909 h 843248"/>
                <a:gd name="connsiteX145" fmla="*/ 331661 w 708279"/>
                <a:gd name="connsiteY145" fmla="*/ 28575 h 843248"/>
                <a:gd name="connsiteX146" fmla="*/ 334709 w 708279"/>
                <a:gd name="connsiteY146" fmla="*/ 26003 h 843248"/>
                <a:gd name="connsiteX147" fmla="*/ 336042 w 708279"/>
                <a:gd name="connsiteY147" fmla="*/ 25432 h 843248"/>
                <a:gd name="connsiteX148" fmla="*/ 438531 w 708279"/>
                <a:gd name="connsiteY148" fmla="*/ 2286 h 843248"/>
                <a:gd name="connsiteX149" fmla="*/ 442627 w 708279"/>
                <a:gd name="connsiteY149" fmla="*/ 1524 h 843248"/>
                <a:gd name="connsiteX150" fmla="*/ 448532 w 708279"/>
                <a:gd name="connsiteY150" fmla="*/ 1048 h 843248"/>
                <a:gd name="connsiteX151" fmla="*/ 475012 w 708279"/>
                <a:gd name="connsiteY151" fmla="*/ 0 h 843248"/>
                <a:gd name="connsiteX152" fmla="*/ 476917 w 708279"/>
                <a:gd name="connsiteY152" fmla="*/ 0 h 843248"/>
                <a:gd name="connsiteX153" fmla="*/ 478822 w 708279"/>
                <a:gd name="connsiteY153" fmla="*/ 286 h 843248"/>
                <a:gd name="connsiteX154" fmla="*/ 484061 w 708279"/>
                <a:gd name="connsiteY154" fmla="*/ 1429 h 843248"/>
                <a:gd name="connsiteX155" fmla="*/ 487871 w 708279"/>
                <a:gd name="connsiteY155" fmla="*/ 2381 h 843248"/>
                <a:gd name="connsiteX156" fmla="*/ 491680 w 708279"/>
                <a:gd name="connsiteY156" fmla="*/ 3239 h 843248"/>
                <a:gd name="connsiteX157" fmla="*/ 493205 w 708279"/>
                <a:gd name="connsiteY157" fmla="*/ 3619 h 843248"/>
                <a:gd name="connsiteX158" fmla="*/ 522922 w 708279"/>
                <a:gd name="connsiteY158" fmla="*/ 10001 h 84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708279" h="843248">
                  <a:moveTo>
                    <a:pt x="522922" y="10001"/>
                  </a:moveTo>
                  <a:lnTo>
                    <a:pt x="525018" y="71247"/>
                  </a:lnTo>
                  <a:lnTo>
                    <a:pt x="560451" y="103156"/>
                  </a:lnTo>
                  <a:lnTo>
                    <a:pt x="561975" y="103156"/>
                  </a:lnTo>
                  <a:lnTo>
                    <a:pt x="562832" y="103156"/>
                  </a:lnTo>
                  <a:lnTo>
                    <a:pt x="564166" y="103251"/>
                  </a:lnTo>
                  <a:lnTo>
                    <a:pt x="567214" y="103727"/>
                  </a:lnTo>
                  <a:lnTo>
                    <a:pt x="589312" y="107347"/>
                  </a:lnTo>
                  <a:lnTo>
                    <a:pt x="589788" y="107537"/>
                  </a:lnTo>
                  <a:lnTo>
                    <a:pt x="590550" y="108490"/>
                  </a:lnTo>
                  <a:lnTo>
                    <a:pt x="604171" y="129826"/>
                  </a:lnTo>
                  <a:lnTo>
                    <a:pt x="612172" y="144875"/>
                  </a:lnTo>
                  <a:lnTo>
                    <a:pt x="615791" y="159163"/>
                  </a:lnTo>
                  <a:lnTo>
                    <a:pt x="623983" y="178689"/>
                  </a:lnTo>
                  <a:lnTo>
                    <a:pt x="628555" y="185166"/>
                  </a:lnTo>
                  <a:lnTo>
                    <a:pt x="636937" y="196310"/>
                  </a:lnTo>
                  <a:lnTo>
                    <a:pt x="641318" y="199168"/>
                  </a:lnTo>
                  <a:lnTo>
                    <a:pt x="657892" y="213551"/>
                  </a:lnTo>
                  <a:lnTo>
                    <a:pt x="674084" y="227743"/>
                  </a:lnTo>
                  <a:lnTo>
                    <a:pt x="686562" y="242983"/>
                  </a:lnTo>
                  <a:lnTo>
                    <a:pt x="687800" y="244507"/>
                  </a:lnTo>
                  <a:lnTo>
                    <a:pt x="706850" y="274606"/>
                  </a:lnTo>
                  <a:lnTo>
                    <a:pt x="708279" y="276797"/>
                  </a:lnTo>
                  <a:lnTo>
                    <a:pt x="707517" y="282512"/>
                  </a:lnTo>
                  <a:lnTo>
                    <a:pt x="706850" y="286988"/>
                  </a:lnTo>
                  <a:lnTo>
                    <a:pt x="701802" y="298228"/>
                  </a:lnTo>
                  <a:lnTo>
                    <a:pt x="692182" y="307277"/>
                  </a:lnTo>
                  <a:lnTo>
                    <a:pt x="679418" y="314230"/>
                  </a:lnTo>
                  <a:lnTo>
                    <a:pt x="672751" y="320421"/>
                  </a:lnTo>
                  <a:lnTo>
                    <a:pt x="659511" y="332899"/>
                  </a:lnTo>
                  <a:lnTo>
                    <a:pt x="656463" y="335947"/>
                  </a:lnTo>
                  <a:lnTo>
                    <a:pt x="653891" y="342424"/>
                  </a:lnTo>
                  <a:lnTo>
                    <a:pt x="652558" y="345567"/>
                  </a:lnTo>
                  <a:lnTo>
                    <a:pt x="651891" y="351473"/>
                  </a:lnTo>
                  <a:lnTo>
                    <a:pt x="652463" y="389096"/>
                  </a:lnTo>
                  <a:lnTo>
                    <a:pt x="652653" y="394240"/>
                  </a:lnTo>
                  <a:lnTo>
                    <a:pt x="668750" y="428816"/>
                  </a:lnTo>
                  <a:lnTo>
                    <a:pt x="659892" y="431197"/>
                  </a:lnTo>
                  <a:lnTo>
                    <a:pt x="647510" y="428530"/>
                  </a:lnTo>
                  <a:lnTo>
                    <a:pt x="637794" y="441198"/>
                  </a:lnTo>
                  <a:lnTo>
                    <a:pt x="631412" y="459296"/>
                  </a:lnTo>
                  <a:lnTo>
                    <a:pt x="622554" y="484918"/>
                  </a:lnTo>
                  <a:lnTo>
                    <a:pt x="602171" y="578644"/>
                  </a:lnTo>
                  <a:lnTo>
                    <a:pt x="600361" y="588836"/>
                  </a:lnTo>
                  <a:lnTo>
                    <a:pt x="600075" y="594074"/>
                  </a:lnTo>
                  <a:lnTo>
                    <a:pt x="600170" y="598361"/>
                  </a:lnTo>
                  <a:lnTo>
                    <a:pt x="601789" y="605219"/>
                  </a:lnTo>
                  <a:lnTo>
                    <a:pt x="602742" y="609029"/>
                  </a:lnTo>
                  <a:lnTo>
                    <a:pt x="606362" y="617315"/>
                  </a:lnTo>
                  <a:lnTo>
                    <a:pt x="606647" y="617792"/>
                  </a:lnTo>
                  <a:lnTo>
                    <a:pt x="612743" y="630650"/>
                  </a:lnTo>
                  <a:lnTo>
                    <a:pt x="648176" y="651129"/>
                  </a:lnTo>
                  <a:lnTo>
                    <a:pt x="649796" y="651986"/>
                  </a:lnTo>
                  <a:lnTo>
                    <a:pt x="651510" y="652939"/>
                  </a:lnTo>
                  <a:lnTo>
                    <a:pt x="655701" y="654939"/>
                  </a:lnTo>
                  <a:lnTo>
                    <a:pt x="647795" y="654844"/>
                  </a:lnTo>
                  <a:lnTo>
                    <a:pt x="624554" y="655796"/>
                  </a:lnTo>
                  <a:lnTo>
                    <a:pt x="661321" y="741902"/>
                  </a:lnTo>
                  <a:lnTo>
                    <a:pt x="565880" y="728758"/>
                  </a:lnTo>
                  <a:lnTo>
                    <a:pt x="505682" y="729520"/>
                  </a:lnTo>
                  <a:lnTo>
                    <a:pt x="486251" y="733235"/>
                  </a:lnTo>
                  <a:lnTo>
                    <a:pt x="455486" y="740855"/>
                  </a:lnTo>
                  <a:lnTo>
                    <a:pt x="450342" y="744474"/>
                  </a:lnTo>
                  <a:lnTo>
                    <a:pt x="446437" y="747141"/>
                  </a:lnTo>
                  <a:lnTo>
                    <a:pt x="438245" y="753047"/>
                  </a:lnTo>
                  <a:lnTo>
                    <a:pt x="435293" y="755237"/>
                  </a:lnTo>
                  <a:lnTo>
                    <a:pt x="430625" y="758666"/>
                  </a:lnTo>
                  <a:lnTo>
                    <a:pt x="406622" y="781812"/>
                  </a:lnTo>
                  <a:lnTo>
                    <a:pt x="382810" y="807149"/>
                  </a:lnTo>
                  <a:lnTo>
                    <a:pt x="340519" y="827818"/>
                  </a:lnTo>
                  <a:lnTo>
                    <a:pt x="317373" y="838581"/>
                  </a:lnTo>
                  <a:lnTo>
                    <a:pt x="313372" y="840105"/>
                  </a:lnTo>
                  <a:lnTo>
                    <a:pt x="309277" y="840867"/>
                  </a:lnTo>
                  <a:lnTo>
                    <a:pt x="279463" y="843248"/>
                  </a:lnTo>
                  <a:lnTo>
                    <a:pt x="218694" y="843153"/>
                  </a:lnTo>
                  <a:lnTo>
                    <a:pt x="177927" y="829818"/>
                  </a:lnTo>
                  <a:lnTo>
                    <a:pt x="162687" y="823913"/>
                  </a:lnTo>
                  <a:lnTo>
                    <a:pt x="125444" y="808101"/>
                  </a:lnTo>
                  <a:lnTo>
                    <a:pt x="116872" y="809625"/>
                  </a:lnTo>
                  <a:lnTo>
                    <a:pt x="87249" y="787908"/>
                  </a:lnTo>
                  <a:lnTo>
                    <a:pt x="84582" y="785336"/>
                  </a:lnTo>
                  <a:lnTo>
                    <a:pt x="83344" y="783908"/>
                  </a:lnTo>
                  <a:lnTo>
                    <a:pt x="82105" y="782574"/>
                  </a:lnTo>
                  <a:lnTo>
                    <a:pt x="81058" y="781336"/>
                  </a:lnTo>
                  <a:lnTo>
                    <a:pt x="80391" y="780574"/>
                  </a:lnTo>
                  <a:lnTo>
                    <a:pt x="69247" y="754761"/>
                  </a:lnTo>
                  <a:lnTo>
                    <a:pt x="68866" y="753809"/>
                  </a:lnTo>
                  <a:lnTo>
                    <a:pt x="68771" y="752856"/>
                  </a:lnTo>
                  <a:lnTo>
                    <a:pt x="70295" y="751046"/>
                  </a:lnTo>
                  <a:lnTo>
                    <a:pt x="72580" y="748570"/>
                  </a:lnTo>
                  <a:lnTo>
                    <a:pt x="75533" y="746760"/>
                  </a:lnTo>
                  <a:lnTo>
                    <a:pt x="78105" y="745236"/>
                  </a:lnTo>
                  <a:lnTo>
                    <a:pt x="86201" y="738854"/>
                  </a:lnTo>
                  <a:lnTo>
                    <a:pt x="96679" y="720090"/>
                  </a:lnTo>
                  <a:lnTo>
                    <a:pt x="99631" y="714375"/>
                  </a:lnTo>
                  <a:lnTo>
                    <a:pt x="100013" y="712946"/>
                  </a:lnTo>
                  <a:lnTo>
                    <a:pt x="100013" y="711422"/>
                  </a:lnTo>
                  <a:lnTo>
                    <a:pt x="94202" y="684752"/>
                  </a:lnTo>
                  <a:lnTo>
                    <a:pt x="93726" y="683133"/>
                  </a:lnTo>
                  <a:lnTo>
                    <a:pt x="77153" y="642557"/>
                  </a:lnTo>
                  <a:lnTo>
                    <a:pt x="75819" y="640366"/>
                  </a:lnTo>
                  <a:lnTo>
                    <a:pt x="73723" y="638175"/>
                  </a:lnTo>
                  <a:lnTo>
                    <a:pt x="50673" y="615029"/>
                  </a:lnTo>
                  <a:lnTo>
                    <a:pt x="48006" y="612743"/>
                  </a:lnTo>
                  <a:lnTo>
                    <a:pt x="28004" y="586073"/>
                  </a:lnTo>
                  <a:lnTo>
                    <a:pt x="4667" y="551783"/>
                  </a:lnTo>
                  <a:lnTo>
                    <a:pt x="3524" y="550069"/>
                  </a:lnTo>
                  <a:lnTo>
                    <a:pt x="0" y="534638"/>
                  </a:lnTo>
                  <a:lnTo>
                    <a:pt x="0" y="533019"/>
                  </a:lnTo>
                  <a:lnTo>
                    <a:pt x="1810" y="529304"/>
                  </a:lnTo>
                  <a:lnTo>
                    <a:pt x="2191" y="528542"/>
                  </a:lnTo>
                  <a:lnTo>
                    <a:pt x="3715" y="525780"/>
                  </a:lnTo>
                  <a:lnTo>
                    <a:pt x="6096" y="522256"/>
                  </a:lnTo>
                  <a:lnTo>
                    <a:pt x="9144" y="519303"/>
                  </a:lnTo>
                  <a:lnTo>
                    <a:pt x="33338" y="504158"/>
                  </a:lnTo>
                  <a:lnTo>
                    <a:pt x="35814" y="502920"/>
                  </a:lnTo>
                  <a:lnTo>
                    <a:pt x="40672" y="502063"/>
                  </a:lnTo>
                  <a:lnTo>
                    <a:pt x="65627" y="491681"/>
                  </a:lnTo>
                  <a:lnTo>
                    <a:pt x="94107" y="474440"/>
                  </a:lnTo>
                  <a:lnTo>
                    <a:pt x="97917" y="471869"/>
                  </a:lnTo>
                  <a:lnTo>
                    <a:pt x="100584" y="469964"/>
                  </a:lnTo>
                  <a:lnTo>
                    <a:pt x="122015" y="445294"/>
                  </a:lnTo>
                  <a:lnTo>
                    <a:pt x="126206" y="439674"/>
                  </a:lnTo>
                  <a:lnTo>
                    <a:pt x="130397" y="431673"/>
                  </a:lnTo>
                  <a:lnTo>
                    <a:pt x="155353" y="396812"/>
                  </a:lnTo>
                  <a:lnTo>
                    <a:pt x="179832" y="388429"/>
                  </a:lnTo>
                  <a:lnTo>
                    <a:pt x="188404" y="386620"/>
                  </a:lnTo>
                  <a:lnTo>
                    <a:pt x="235363" y="369760"/>
                  </a:lnTo>
                  <a:lnTo>
                    <a:pt x="242888" y="366236"/>
                  </a:lnTo>
                  <a:lnTo>
                    <a:pt x="266605" y="343567"/>
                  </a:lnTo>
                  <a:lnTo>
                    <a:pt x="268510" y="339852"/>
                  </a:lnTo>
                  <a:lnTo>
                    <a:pt x="255651" y="217361"/>
                  </a:lnTo>
                  <a:lnTo>
                    <a:pt x="245459" y="141637"/>
                  </a:lnTo>
                  <a:lnTo>
                    <a:pt x="244888" y="138112"/>
                  </a:lnTo>
                  <a:lnTo>
                    <a:pt x="241268" y="123635"/>
                  </a:lnTo>
                  <a:lnTo>
                    <a:pt x="237935" y="116872"/>
                  </a:lnTo>
                  <a:lnTo>
                    <a:pt x="222790" y="104489"/>
                  </a:lnTo>
                  <a:lnTo>
                    <a:pt x="246983" y="96869"/>
                  </a:lnTo>
                  <a:lnTo>
                    <a:pt x="260223" y="90297"/>
                  </a:lnTo>
                  <a:lnTo>
                    <a:pt x="260985" y="89630"/>
                  </a:lnTo>
                  <a:lnTo>
                    <a:pt x="296609" y="59817"/>
                  </a:lnTo>
                  <a:lnTo>
                    <a:pt x="320707" y="39338"/>
                  </a:lnTo>
                  <a:lnTo>
                    <a:pt x="324612" y="35338"/>
                  </a:lnTo>
                  <a:lnTo>
                    <a:pt x="327946" y="32099"/>
                  </a:lnTo>
                  <a:lnTo>
                    <a:pt x="330232" y="29909"/>
                  </a:lnTo>
                  <a:lnTo>
                    <a:pt x="331661" y="28575"/>
                  </a:lnTo>
                  <a:lnTo>
                    <a:pt x="334709" y="26003"/>
                  </a:lnTo>
                  <a:lnTo>
                    <a:pt x="336042" y="25432"/>
                  </a:lnTo>
                  <a:lnTo>
                    <a:pt x="438531" y="2286"/>
                  </a:lnTo>
                  <a:lnTo>
                    <a:pt x="442627" y="1524"/>
                  </a:lnTo>
                  <a:lnTo>
                    <a:pt x="448532" y="1048"/>
                  </a:lnTo>
                  <a:lnTo>
                    <a:pt x="475012" y="0"/>
                  </a:lnTo>
                  <a:lnTo>
                    <a:pt x="476917" y="0"/>
                  </a:lnTo>
                  <a:lnTo>
                    <a:pt x="478822" y="286"/>
                  </a:lnTo>
                  <a:lnTo>
                    <a:pt x="484061" y="1429"/>
                  </a:lnTo>
                  <a:lnTo>
                    <a:pt x="487871" y="2381"/>
                  </a:lnTo>
                  <a:lnTo>
                    <a:pt x="491680" y="3239"/>
                  </a:lnTo>
                  <a:lnTo>
                    <a:pt x="493205" y="3619"/>
                  </a:lnTo>
                  <a:lnTo>
                    <a:pt x="522922" y="1000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2" name="서울특별시 강북구 인수동">
              <a:extLst>
                <a:ext uri="{FF2B5EF4-FFF2-40B4-BE49-F238E27FC236}">
                  <a16:creationId xmlns:a16="http://schemas.microsoft.com/office/drawing/2014/main" id="{96BE10E1-EB32-8A7F-2856-DD16CD090935}"/>
                </a:ext>
              </a:extLst>
            </p:cNvPr>
            <p:cNvSpPr/>
            <p:nvPr/>
          </p:nvSpPr>
          <p:spPr>
            <a:xfrm>
              <a:off x="6290119" y="1978152"/>
              <a:ext cx="706278" cy="235743"/>
            </a:xfrm>
            <a:custGeom>
              <a:avLst/>
              <a:gdLst>
                <a:gd name="connsiteX0" fmla="*/ 567499 w 706278"/>
                <a:gd name="connsiteY0" fmla="*/ 13144 h 235743"/>
                <a:gd name="connsiteX1" fmla="*/ 585406 w 706278"/>
                <a:gd name="connsiteY1" fmla="*/ 76390 h 235743"/>
                <a:gd name="connsiteX2" fmla="*/ 590264 w 706278"/>
                <a:gd name="connsiteY2" fmla="*/ 140875 h 235743"/>
                <a:gd name="connsiteX3" fmla="*/ 632555 w 706278"/>
                <a:gd name="connsiteY3" fmla="*/ 171926 h 235743"/>
                <a:gd name="connsiteX4" fmla="*/ 634841 w 706278"/>
                <a:gd name="connsiteY4" fmla="*/ 170974 h 235743"/>
                <a:gd name="connsiteX5" fmla="*/ 637794 w 706278"/>
                <a:gd name="connsiteY5" fmla="*/ 169640 h 235743"/>
                <a:gd name="connsiteX6" fmla="*/ 638747 w 706278"/>
                <a:gd name="connsiteY6" fmla="*/ 169164 h 235743"/>
                <a:gd name="connsiteX7" fmla="*/ 651510 w 706278"/>
                <a:gd name="connsiteY7" fmla="*/ 164878 h 235743"/>
                <a:gd name="connsiteX8" fmla="*/ 652177 w 706278"/>
                <a:gd name="connsiteY8" fmla="*/ 164687 h 235743"/>
                <a:gd name="connsiteX9" fmla="*/ 661416 w 706278"/>
                <a:gd name="connsiteY9" fmla="*/ 161830 h 235743"/>
                <a:gd name="connsiteX10" fmla="*/ 665988 w 706278"/>
                <a:gd name="connsiteY10" fmla="*/ 160592 h 235743"/>
                <a:gd name="connsiteX11" fmla="*/ 668274 w 706278"/>
                <a:gd name="connsiteY11" fmla="*/ 160020 h 235743"/>
                <a:gd name="connsiteX12" fmla="*/ 668941 w 706278"/>
                <a:gd name="connsiteY12" fmla="*/ 159829 h 235743"/>
                <a:gd name="connsiteX13" fmla="*/ 673703 w 706278"/>
                <a:gd name="connsiteY13" fmla="*/ 158972 h 235743"/>
                <a:gd name="connsiteX14" fmla="*/ 679418 w 706278"/>
                <a:gd name="connsiteY14" fmla="*/ 158591 h 235743"/>
                <a:gd name="connsiteX15" fmla="*/ 684943 w 706278"/>
                <a:gd name="connsiteY15" fmla="*/ 158686 h 235743"/>
                <a:gd name="connsiteX16" fmla="*/ 687800 w 706278"/>
                <a:gd name="connsiteY16" fmla="*/ 158782 h 235743"/>
                <a:gd name="connsiteX17" fmla="*/ 693801 w 706278"/>
                <a:gd name="connsiteY17" fmla="*/ 159448 h 235743"/>
                <a:gd name="connsiteX18" fmla="*/ 706279 w 706278"/>
                <a:gd name="connsiteY18" fmla="*/ 162115 h 235743"/>
                <a:gd name="connsiteX19" fmla="*/ 700373 w 706278"/>
                <a:gd name="connsiteY19" fmla="*/ 188119 h 235743"/>
                <a:gd name="connsiteX20" fmla="*/ 687229 w 706278"/>
                <a:gd name="connsiteY20" fmla="*/ 188976 h 235743"/>
                <a:gd name="connsiteX21" fmla="*/ 676751 w 706278"/>
                <a:gd name="connsiteY21" fmla="*/ 189643 h 235743"/>
                <a:gd name="connsiteX22" fmla="*/ 654558 w 706278"/>
                <a:gd name="connsiteY22" fmla="*/ 191071 h 235743"/>
                <a:gd name="connsiteX23" fmla="*/ 627126 w 706278"/>
                <a:gd name="connsiteY23" fmla="*/ 193643 h 235743"/>
                <a:gd name="connsiteX24" fmla="*/ 551402 w 706278"/>
                <a:gd name="connsiteY24" fmla="*/ 200882 h 235743"/>
                <a:gd name="connsiteX25" fmla="*/ 544925 w 706278"/>
                <a:gd name="connsiteY25" fmla="*/ 201549 h 235743"/>
                <a:gd name="connsiteX26" fmla="*/ 543211 w 706278"/>
                <a:gd name="connsiteY26" fmla="*/ 201740 h 235743"/>
                <a:gd name="connsiteX27" fmla="*/ 519303 w 706278"/>
                <a:gd name="connsiteY27" fmla="*/ 204216 h 235743"/>
                <a:gd name="connsiteX28" fmla="*/ 517112 w 706278"/>
                <a:gd name="connsiteY28" fmla="*/ 204406 h 235743"/>
                <a:gd name="connsiteX29" fmla="*/ 505682 w 706278"/>
                <a:gd name="connsiteY29" fmla="*/ 205740 h 235743"/>
                <a:gd name="connsiteX30" fmla="*/ 496919 w 706278"/>
                <a:gd name="connsiteY30" fmla="*/ 206788 h 235743"/>
                <a:gd name="connsiteX31" fmla="*/ 491109 w 706278"/>
                <a:gd name="connsiteY31" fmla="*/ 207836 h 235743"/>
                <a:gd name="connsiteX32" fmla="*/ 476726 w 706278"/>
                <a:gd name="connsiteY32" fmla="*/ 210502 h 235743"/>
                <a:gd name="connsiteX33" fmla="*/ 426053 w 706278"/>
                <a:gd name="connsiteY33" fmla="*/ 217837 h 235743"/>
                <a:gd name="connsiteX34" fmla="*/ 334518 w 706278"/>
                <a:gd name="connsiteY34" fmla="*/ 229934 h 235743"/>
                <a:gd name="connsiteX35" fmla="*/ 325850 w 706278"/>
                <a:gd name="connsiteY35" fmla="*/ 231077 h 235743"/>
                <a:gd name="connsiteX36" fmla="*/ 285369 w 706278"/>
                <a:gd name="connsiteY36" fmla="*/ 234410 h 235743"/>
                <a:gd name="connsiteX37" fmla="*/ 235458 w 706278"/>
                <a:gd name="connsiteY37" fmla="*/ 235363 h 235743"/>
                <a:gd name="connsiteX38" fmla="*/ 155353 w 706278"/>
                <a:gd name="connsiteY38" fmla="*/ 235744 h 235743"/>
                <a:gd name="connsiteX39" fmla="*/ 130588 w 706278"/>
                <a:gd name="connsiteY39" fmla="*/ 230600 h 235743"/>
                <a:gd name="connsiteX40" fmla="*/ 26003 w 706278"/>
                <a:gd name="connsiteY40" fmla="*/ 178308 h 235743"/>
                <a:gd name="connsiteX41" fmla="*/ 17812 w 706278"/>
                <a:gd name="connsiteY41" fmla="*/ 173736 h 235743"/>
                <a:gd name="connsiteX42" fmla="*/ 10763 w 706278"/>
                <a:gd name="connsiteY42" fmla="*/ 166211 h 235743"/>
                <a:gd name="connsiteX43" fmla="*/ 5905 w 706278"/>
                <a:gd name="connsiteY43" fmla="*/ 160592 h 235743"/>
                <a:gd name="connsiteX44" fmla="*/ 0 w 706278"/>
                <a:gd name="connsiteY44" fmla="*/ 153448 h 235743"/>
                <a:gd name="connsiteX45" fmla="*/ 31623 w 706278"/>
                <a:gd name="connsiteY45" fmla="*/ 79343 h 235743"/>
                <a:gd name="connsiteX46" fmla="*/ 68866 w 706278"/>
                <a:gd name="connsiteY46" fmla="*/ 95155 h 235743"/>
                <a:gd name="connsiteX47" fmla="*/ 84106 w 706278"/>
                <a:gd name="connsiteY47" fmla="*/ 101060 h 235743"/>
                <a:gd name="connsiteX48" fmla="*/ 124873 w 706278"/>
                <a:gd name="connsiteY48" fmla="*/ 114395 h 235743"/>
                <a:gd name="connsiteX49" fmla="*/ 185642 w 706278"/>
                <a:gd name="connsiteY49" fmla="*/ 114490 h 235743"/>
                <a:gd name="connsiteX50" fmla="*/ 215455 w 706278"/>
                <a:gd name="connsiteY50" fmla="*/ 112109 h 235743"/>
                <a:gd name="connsiteX51" fmla="*/ 219551 w 706278"/>
                <a:gd name="connsiteY51" fmla="*/ 111347 h 235743"/>
                <a:gd name="connsiteX52" fmla="*/ 223552 w 706278"/>
                <a:gd name="connsiteY52" fmla="*/ 109823 h 235743"/>
                <a:gd name="connsiteX53" fmla="*/ 246697 w 706278"/>
                <a:gd name="connsiteY53" fmla="*/ 99060 h 235743"/>
                <a:gd name="connsiteX54" fmla="*/ 288988 w 706278"/>
                <a:gd name="connsiteY54" fmla="*/ 78391 h 235743"/>
                <a:gd name="connsiteX55" fmla="*/ 312801 w 706278"/>
                <a:gd name="connsiteY55" fmla="*/ 53054 h 235743"/>
                <a:gd name="connsiteX56" fmla="*/ 336804 w 706278"/>
                <a:gd name="connsiteY56" fmla="*/ 29908 h 235743"/>
                <a:gd name="connsiteX57" fmla="*/ 341471 w 706278"/>
                <a:gd name="connsiteY57" fmla="*/ 26479 h 235743"/>
                <a:gd name="connsiteX58" fmla="*/ 344424 w 706278"/>
                <a:gd name="connsiteY58" fmla="*/ 24289 h 235743"/>
                <a:gd name="connsiteX59" fmla="*/ 352615 w 706278"/>
                <a:gd name="connsiteY59" fmla="*/ 18383 h 235743"/>
                <a:gd name="connsiteX60" fmla="*/ 356521 w 706278"/>
                <a:gd name="connsiteY60" fmla="*/ 15716 h 235743"/>
                <a:gd name="connsiteX61" fmla="*/ 361664 w 706278"/>
                <a:gd name="connsiteY61" fmla="*/ 12097 h 235743"/>
                <a:gd name="connsiteX62" fmla="*/ 392430 w 706278"/>
                <a:gd name="connsiteY62" fmla="*/ 4477 h 235743"/>
                <a:gd name="connsiteX63" fmla="*/ 411861 w 706278"/>
                <a:gd name="connsiteY63" fmla="*/ 762 h 235743"/>
                <a:gd name="connsiteX64" fmla="*/ 472059 w 706278"/>
                <a:gd name="connsiteY64" fmla="*/ 0 h 235743"/>
                <a:gd name="connsiteX65" fmla="*/ 567499 w 706278"/>
                <a:gd name="connsiteY65" fmla="*/ 13144 h 23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06278" h="235743">
                  <a:moveTo>
                    <a:pt x="567499" y="13144"/>
                  </a:moveTo>
                  <a:lnTo>
                    <a:pt x="585406" y="76390"/>
                  </a:lnTo>
                  <a:lnTo>
                    <a:pt x="590264" y="140875"/>
                  </a:lnTo>
                  <a:lnTo>
                    <a:pt x="632555" y="171926"/>
                  </a:lnTo>
                  <a:lnTo>
                    <a:pt x="634841" y="170974"/>
                  </a:lnTo>
                  <a:lnTo>
                    <a:pt x="637794" y="169640"/>
                  </a:lnTo>
                  <a:lnTo>
                    <a:pt x="638747" y="169164"/>
                  </a:lnTo>
                  <a:lnTo>
                    <a:pt x="651510" y="164878"/>
                  </a:lnTo>
                  <a:lnTo>
                    <a:pt x="652177" y="164687"/>
                  </a:lnTo>
                  <a:lnTo>
                    <a:pt x="661416" y="161830"/>
                  </a:lnTo>
                  <a:lnTo>
                    <a:pt x="665988" y="160592"/>
                  </a:lnTo>
                  <a:lnTo>
                    <a:pt x="668274" y="160020"/>
                  </a:lnTo>
                  <a:lnTo>
                    <a:pt x="668941" y="159829"/>
                  </a:lnTo>
                  <a:lnTo>
                    <a:pt x="673703" y="158972"/>
                  </a:lnTo>
                  <a:lnTo>
                    <a:pt x="679418" y="158591"/>
                  </a:lnTo>
                  <a:lnTo>
                    <a:pt x="684943" y="158686"/>
                  </a:lnTo>
                  <a:lnTo>
                    <a:pt x="687800" y="158782"/>
                  </a:lnTo>
                  <a:lnTo>
                    <a:pt x="693801" y="159448"/>
                  </a:lnTo>
                  <a:lnTo>
                    <a:pt x="706279" y="162115"/>
                  </a:lnTo>
                  <a:lnTo>
                    <a:pt x="700373" y="188119"/>
                  </a:lnTo>
                  <a:lnTo>
                    <a:pt x="687229" y="188976"/>
                  </a:lnTo>
                  <a:lnTo>
                    <a:pt x="676751" y="189643"/>
                  </a:lnTo>
                  <a:lnTo>
                    <a:pt x="654558" y="191071"/>
                  </a:lnTo>
                  <a:lnTo>
                    <a:pt x="627126" y="193643"/>
                  </a:lnTo>
                  <a:lnTo>
                    <a:pt x="551402" y="200882"/>
                  </a:lnTo>
                  <a:lnTo>
                    <a:pt x="544925" y="201549"/>
                  </a:lnTo>
                  <a:lnTo>
                    <a:pt x="543211" y="201740"/>
                  </a:lnTo>
                  <a:lnTo>
                    <a:pt x="519303" y="204216"/>
                  </a:lnTo>
                  <a:lnTo>
                    <a:pt x="517112" y="204406"/>
                  </a:lnTo>
                  <a:lnTo>
                    <a:pt x="505682" y="205740"/>
                  </a:lnTo>
                  <a:lnTo>
                    <a:pt x="496919" y="206788"/>
                  </a:lnTo>
                  <a:lnTo>
                    <a:pt x="491109" y="207836"/>
                  </a:lnTo>
                  <a:lnTo>
                    <a:pt x="476726" y="210502"/>
                  </a:lnTo>
                  <a:lnTo>
                    <a:pt x="426053" y="217837"/>
                  </a:lnTo>
                  <a:lnTo>
                    <a:pt x="334518" y="229934"/>
                  </a:lnTo>
                  <a:lnTo>
                    <a:pt x="325850" y="231077"/>
                  </a:lnTo>
                  <a:lnTo>
                    <a:pt x="285369" y="234410"/>
                  </a:lnTo>
                  <a:lnTo>
                    <a:pt x="235458" y="235363"/>
                  </a:lnTo>
                  <a:lnTo>
                    <a:pt x="155353" y="235744"/>
                  </a:lnTo>
                  <a:lnTo>
                    <a:pt x="130588" y="230600"/>
                  </a:lnTo>
                  <a:lnTo>
                    <a:pt x="26003" y="178308"/>
                  </a:lnTo>
                  <a:lnTo>
                    <a:pt x="17812" y="173736"/>
                  </a:lnTo>
                  <a:lnTo>
                    <a:pt x="10763" y="166211"/>
                  </a:lnTo>
                  <a:lnTo>
                    <a:pt x="5905" y="160592"/>
                  </a:lnTo>
                  <a:lnTo>
                    <a:pt x="0" y="153448"/>
                  </a:lnTo>
                  <a:lnTo>
                    <a:pt x="31623" y="79343"/>
                  </a:lnTo>
                  <a:lnTo>
                    <a:pt x="68866" y="95155"/>
                  </a:lnTo>
                  <a:lnTo>
                    <a:pt x="84106" y="101060"/>
                  </a:lnTo>
                  <a:lnTo>
                    <a:pt x="124873" y="114395"/>
                  </a:lnTo>
                  <a:lnTo>
                    <a:pt x="185642" y="114490"/>
                  </a:lnTo>
                  <a:lnTo>
                    <a:pt x="215455" y="112109"/>
                  </a:lnTo>
                  <a:lnTo>
                    <a:pt x="219551" y="111347"/>
                  </a:lnTo>
                  <a:lnTo>
                    <a:pt x="223552" y="109823"/>
                  </a:lnTo>
                  <a:lnTo>
                    <a:pt x="246697" y="99060"/>
                  </a:lnTo>
                  <a:lnTo>
                    <a:pt x="288988" y="78391"/>
                  </a:lnTo>
                  <a:lnTo>
                    <a:pt x="312801" y="53054"/>
                  </a:lnTo>
                  <a:lnTo>
                    <a:pt x="336804" y="29908"/>
                  </a:lnTo>
                  <a:lnTo>
                    <a:pt x="341471" y="26479"/>
                  </a:lnTo>
                  <a:lnTo>
                    <a:pt x="344424" y="24289"/>
                  </a:lnTo>
                  <a:lnTo>
                    <a:pt x="352615" y="18383"/>
                  </a:lnTo>
                  <a:lnTo>
                    <a:pt x="356521" y="15716"/>
                  </a:lnTo>
                  <a:lnTo>
                    <a:pt x="361664" y="12097"/>
                  </a:lnTo>
                  <a:lnTo>
                    <a:pt x="392430" y="4477"/>
                  </a:lnTo>
                  <a:lnTo>
                    <a:pt x="411861" y="762"/>
                  </a:lnTo>
                  <a:lnTo>
                    <a:pt x="472059" y="0"/>
                  </a:lnTo>
                  <a:lnTo>
                    <a:pt x="567499" y="131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1" name="서울특별시 도봉구">
            <a:extLst>
              <a:ext uri="{FF2B5EF4-FFF2-40B4-BE49-F238E27FC236}">
                <a16:creationId xmlns:a16="http://schemas.microsoft.com/office/drawing/2014/main" id="{1D98292A-A509-FCB2-49D7-AA3CD9F2AC82}"/>
              </a:ext>
            </a:extLst>
          </p:cNvPr>
          <p:cNvGrpSpPr/>
          <p:nvPr/>
        </p:nvGrpSpPr>
        <p:grpSpPr>
          <a:xfrm>
            <a:off x="5767080" y="1226252"/>
            <a:ext cx="499969" cy="917869"/>
            <a:chOff x="6714934" y="962025"/>
            <a:chExt cx="867251" cy="1265396"/>
          </a:xfrm>
          <a:solidFill>
            <a:srgbClr val="6C757D"/>
          </a:solidFill>
        </p:grpSpPr>
        <p:sp>
          <p:nvSpPr>
            <p:cNvPr id="786" name="서울특별시 도봉구 쌍문1동">
              <a:extLst>
                <a:ext uri="{FF2B5EF4-FFF2-40B4-BE49-F238E27FC236}">
                  <a16:creationId xmlns:a16="http://schemas.microsoft.com/office/drawing/2014/main" id="{3AA22D11-77BC-1DC4-6BD7-096EC03E2A93}"/>
                </a:ext>
              </a:extLst>
            </p:cNvPr>
            <p:cNvSpPr/>
            <p:nvPr/>
          </p:nvSpPr>
          <p:spPr>
            <a:xfrm>
              <a:off x="6796373" y="1677924"/>
              <a:ext cx="292322" cy="271748"/>
            </a:xfrm>
            <a:custGeom>
              <a:avLst/>
              <a:gdLst>
                <a:gd name="connsiteX0" fmla="*/ 68675 w 292322"/>
                <a:gd name="connsiteY0" fmla="*/ 286 h 271748"/>
                <a:gd name="connsiteX1" fmla="*/ 84201 w 292322"/>
                <a:gd name="connsiteY1" fmla="*/ 28480 h 271748"/>
                <a:gd name="connsiteX2" fmla="*/ 107252 w 292322"/>
                <a:gd name="connsiteY2" fmla="*/ 74104 h 271748"/>
                <a:gd name="connsiteX3" fmla="*/ 115634 w 292322"/>
                <a:gd name="connsiteY3" fmla="*/ 85630 h 271748"/>
                <a:gd name="connsiteX4" fmla="*/ 145256 w 292322"/>
                <a:gd name="connsiteY4" fmla="*/ 122206 h 271748"/>
                <a:gd name="connsiteX5" fmla="*/ 150876 w 292322"/>
                <a:gd name="connsiteY5" fmla="*/ 127159 h 271748"/>
                <a:gd name="connsiteX6" fmla="*/ 151829 w 292322"/>
                <a:gd name="connsiteY6" fmla="*/ 127825 h 271748"/>
                <a:gd name="connsiteX7" fmla="*/ 169069 w 292322"/>
                <a:gd name="connsiteY7" fmla="*/ 133255 h 271748"/>
                <a:gd name="connsiteX8" fmla="*/ 170593 w 292322"/>
                <a:gd name="connsiteY8" fmla="*/ 133540 h 271748"/>
                <a:gd name="connsiteX9" fmla="*/ 172021 w 292322"/>
                <a:gd name="connsiteY9" fmla="*/ 133731 h 271748"/>
                <a:gd name="connsiteX10" fmla="*/ 173260 w 292322"/>
                <a:gd name="connsiteY10" fmla="*/ 133731 h 271748"/>
                <a:gd name="connsiteX11" fmla="*/ 174498 w 292322"/>
                <a:gd name="connsiteY11" fmla="*/ 133350 h 271748"/>
                <a:gd name="connsiteX12" fmla="*/ 175355 w 292322"/>
                <a:gd name="connsiteY12" fmla="*/ 132683 h 271748"/>
                <a:gd name="connsiteX13" fmla="*/ 176117 w 292322"/>
                <a:gd name="connsiteY13" fmla="*/ 132112 h 271748"/>
                <a:gd name="connsiteX14" fmla="*/ 178498 w 292322"/>
                <a:gd name="connsiteY14" fmla="*/ 130683 h 271748"/>
                <a:gd name="connsiteX15" fmla="*/ 180118 w 292322"/>
                <a:gd name="connsiteY15" fmla="*/ 130111 h 271748"/>
                <a:gd name="connsiteX16" fmla="*/ 187547 w 292322"/>
                <a:gd name="connsiteY16" fmla="*/ 130588 h 271748"/>
                <a:gd name="connsiteX17" fmla="*/ 190024 w 292322"/>
                <a:gd name="connsiteY17" fmla="*/ 130778 h 271748"/>
                <a:gd name="connsiteX18" fmla="*/ 218313 w 292322"/>
                <a:gd name="connsiteY18" fmla="*/ 133159 h 271748"/>
                <a:gd name="connsiteX19" fmla="*/ 234124 w 292322"/>
                <a:gd name="connsiteY19" fmla="*/ 137255 h 271748"/>
                <a:gd name="connsiteX20" fmla="*/ 238601 w 292322"/>
                <a:gd name="connsiteY20" fmla="*/ 138113 h 271748"/>
                <a:gd name="connsiteX21" fmla="*/ 261080 w 292322"/>
                <a:gd name="connsiteY21" fmla="*/ 142684 h 271748"/>
                <a:gd name="connsiteX22" fmla="*/ 273177 w 292322"/>
                <a:gd name="connsiteY22" fmla="*/ 146113 h 271748"/>
                <a:gd name="connsiteX23" fmla="*/ 281083 w 292322"/>
                <a:gd name="connsiteY23" fmla="*/ 153257 h 271748"/>
                <a:gd name="connsiteX24" fmla="*/ 292322 w 292322"/>
                <a:gd name="connsiteY24" fmla="*/ 197263 h 271748"/>
                <a:gd name="connsiteX25" fmla="*/ 228505 w 292322"/>
                <a:gd name="connsiteY25" fmla="*/ 271748 h 271748"/>
                <a:gd name="connsiteX26" fmla="*/ 221742 w 292322"/>
                <a:gd name="connsiteY26" fmla="*/ 260223 h 271748"/>
                <a:gd name="connsiteX27" fmla="*/ 218789 w 292322"/>
                <a:gd name="connsiteY27" fmla="*/ 257175 h 271748"/>
                <a:gd name="connsiteX28" fmla="*/ 158877 w 292322"/>
                <a:gd name="connsiteY28" fmla="*/ 228886 h 271748"/>
                <a:gd name="connsiteX29" fmla="*/ 155734 w 292322"/>
                <a:gd name="connsiteY29" fmla="*/ 227933 h 271748"/>
                <a:gd name="connsiteX30" fmla="*/ 150304 w 292322"/>
                <a:gd name="connsiteY30" fmla="*/ 227266 h 271748"/>
                <a:gd name="connsiteX31" fmla="*/ 149066 w 292322"/>
                <a:gd name="connsiteY31" fmla="*/ 227171 h 271748"/>
                <a:gd name="connsiteX32" fmla="*/ 145161 w 292322"/>
                <a:gd name="connsiteY32" fmla="*/ 226695 h 271748"/>
                <a:gd name="connsiteX33" fmla="*/ 143923 w 292322"/>
                <a:gd name="connsiteY33" fmla="*/ 226790 h 271748"/>
                <a:gd name="connsiteX34" fmla="*/ 139255 w 292322"/>
                <a:gd name="connsiteY34" fmla="*/ 226981 h 271748"/>
                <a:gd name="connsiteX35" fmla="*/ 134303 w 292322"/>
                <a:gd name="connsiteY35" fmla="*/ 228028 h 271748"/>
                <a:gd name="connsiteX36" fmla="*/ 129826 w 292322"/>
                <a:gd name="connsiteY36" fmla="*/ 229362 h 271748"/>
                <a:gd name="connsiteX37" fmla="*/ 120301 w 292322"/>
                <a:gd name="connsiteY37" fmla="*/ 231838 h 271748"/>
                <a:gd name="connsiteX38" fmla="*/ 115634 w 292322"/>
                <a:gd name="connsiteY38" fmla="*/ 233077 h 271748"/>
                <a:gd name="connsiteX39" fmla="*/ 114586 w 292322"/>
                <a:gd name="connsiteY39" fmla="*/ 233267 h 271748"/>
                <a:gd name="connsiteX40" fmla="*/ 113157 w 292322"/>
                <a:gd name="connsiteY40" fmla="*/ 233553 h 271748"/>
                <a:gd name="connsiteX41" fmla="*/ 109252 w 292322"/>
                <a:gd name="connsiteY41" fmla="*/ 234220 h 271748"/>
                <a:gd name="connsiteX42" fmla="*/ 102489 w 292322"/>
                <a:gd name="connsiteY42" fmla="*/ 235267 h 271748"/>
                <a:gd name="connsiteX43" fmla="*/ 98203 w 292322"/>
                <a:gd name="connsiteY43" fmla="*/ 235267 h 271748"/>
                <a:gd name="connsiteX44" fmla="*/ 95060 w 292322"/>
                <a:gd name="connsiteY44" fmla="*/ 235267 h 271748"/>
                <a:gd name="connsiteX45" fmla="*/ 92107 w 292322"/>
                <a:gd name="connsiteY45" fmla="*/ 234982 h 271748"/>
                <a:gd name="connsiteX46" fmla="*/ 88963 w 292322"/>
                <a:gd name="connsiteY46" fmla="*/ 234696 h 271748"/>
                <a:gd name="connsiteX47" fmla="*/ 80677 w 292322"/>
                <a:gd name="connsiteY47" fmla="*/ 233172 h 271748"/>
                <a:gd name="connsiteX48" fmla="*/ 68771 w 292322"/>
                <a:gd name="connsiteY48" fmla="*/ 230029 h 271748"/>
                <a:gd name="connsiteX49" fmla="*/ 55626 w 292322"/>
                <a:gd name="connsiteY49" fmla="*/ 226409 h 271748"/>
                <a:gd name="connsiteX50" fmla="*/ 51435 w 292322"/>
                <a:gd name="connsiteY50" fmla="*/ 224409 h 271748"/>
                <a:gd name="connsiteX51" fmla="*/ 49721 w 292322"/>
                <a:gd name="connsiteY51" fmla="*/ 223456 h 271748"/>
                <a:gd name="connsiteX52" fmla="*/ 48101 w 292322"/>
                <a:gd name="connsiteY52" fmla="*/ 222599 h 271748"/>
                <a:gd name="connsiteX53" fmla="*/ 12668 w 292322"/>
                <a:gd name="connsiteY53" fmla="*/ 202120 h 271748"/>
                <a:gd name="connsiteX54" fmla="*/ 6572 w 292322"/>
                <a:gd name="connsiteY54" fmla="*/ 189262 h 271748"/>
                <a:gd name="connsiteX55" fmla="*/ 6287 w 292322"/>
                <a:gd name="connsiteY55" fmla="*/ 188786 h 271748"/>
                <a:gd name="connsiteX56" fmla="*/ 2667 w 292322"/>
                <a:gd name="connsiteY56" fmla="*/ 180499 h 271748"/>
                <a:gd name="connsiteX57" fmla="*/ 1714 w 292322"/>
                <a:gd name="connsiteY57" fmla="*/ 176689 h 271748"/>
                <a:gd name="connsiteX58" fmla="*/ 95 w 292322"/>
                <a:gd name="connsiteY58" fmla="*/ 169831 h 271748"/>
                <a:gd name="connsiteX59" fmla="*/ 0 w 292322"/>
                <a:gd name="connsiteY59" fmla="*/ 165544 h 271748"/>
                <a:gd name="connsiteX60" fmla="*/ 286 w 292322"/>
                <a:gd name="connsiteY60" fmla="*/ 160306 h 271748"/>
                <a:gd name="connsiteX61" fmla="*/ 2096 w 292322"/>
                <a:gd name="connsiteY61" fmla="*/ 150114 h 271748"/>
                <a:gd name="connsiteX62" fmla="*/ 22479 w 292322"/>
                <a:gd name="connsiteY62" fmla="*/ 56388 h 271748"/>
                <a:gd name="connsiteX63" fmla="*/ 31337 w 292322"/>
                <a:gd name="connsiteY63" fmla="*/ 30766 h 271748"/>
                <a:gd name="connsiteX64" fmla="*/ 37719 w 292322"/>
                <a:gd name="connsiteY64" fmla="*/ 12668 h 271748"/>
                <a:gd name="connsiteX65" fmla="*/ 47435 w 292322"/>
                <a:gd name="connsiteY65" fmla="*/ 0 h 271748"/>
                <a:gd name="connsiteX66" fmla="*/ 59817 w 292322"/>
                <a:gd name="connsiteY66" fmla="*/ 2667 h 271748"/>
                <a:gd name="connsiteX67" fmla="*/ 68675 w 292322"/>
                <a:gd name="connsiteY67" fmla="*/ 286 h 27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92322" h="271748">
                  <a:moveTo>
                    <a:pt x="68675" y="286"/>
                  </a:moveTo>
                  <a:lnTo>
                    <a:pt x="84201" y="28480"/>
                  </a:lnTo>
                  <a:lnTo>
                    <a:pt x="107252" y="74104"/>
                  </a:lnTo>
                  <a:lnTo>
                    <a:pt x="115634" y="85630"/>
                  </a:lnTo>
                  <a:lnTo>
                    <a:pt x="145256" y="122206"/>
                  </a:lnTo>
                  <a:lnTo>
                    <a:pt x="150876" y="127159"/>
                  </a:lnTo>
                  <a:lnTo>
                    <a:pt x="151829" y="127825"/>
                  </a:lnTo>
                  <a:lnTo>
                    <a:pt x="169069" y="133255"/>
                  </a:lnTo>
                  <a:lnTo>
                    <a:pt x="170593" y="133540"/>
                  </a:lnTo>
                  <a:lnTo>
                    <a:pt x="172021" y="133731"/>
                  </a:lnTo>
                  <a:lnTo>
                    <a:pt x="173260" y="133731"/>
                  </a:lnTo>
                  <a:lnTo>
                    <a:pt x="174498" y="133350"/>
                  </a:lnTo>
                  <a:lnTo>
                    <a:pt x="175355" y="132683"/>
                  </a:lnTo>
                  <a:lnTo>
                    <a:pt x="176117" y="132112"/>
                  </a:lnTo>
                  <a:lnTo>
                    <a:pt x="178498" y="130683"/>
                  </a:lnTo>
                  <a:lnTo>
                    <a:pt x="180118" y="130111"/>
                  </a:lnTo>
                  <a:lnTo>
                    <a:pt x="187547" y="130588"/>
                  </a:lnTo>
                  <a:lnTo>
                    <a:pt x="190024" y="130778"/>
                  </a:lnTo>
                  <a:lnTo>
                    <a:pt x="218313" y="133159"/>
                  </a:lnTo>
                  <a:lnTo>
                    <a:pt x="234124" y="137255"/>
                  </a:lnTo>
                  <a:lnTo>
                    <a:pt x="238601" y="138113"/>
                  </a:lnTo>
                  <a:lnTo>
                    <a:pt x="261080" y="142684"/>
                  </a:lnTo>
                  <a:lnTo>
                    <a:pt x="273177" y="146113"/>
                  </a:lnTo>
                  <a:lnTo>
                    <a:pt x="281083" y="153257"/>
                  </a:lnTo>
                  <a:lnTo>
                    <a:pt x="292322" y="197263"/>
                  </a:lnTo>
                  <a:lnTo>
                    <a:pt x="228505" y="271748"/>
                  </a:lnTo>
                  <a:lnTo>
                    <a:pt x="221742" y="260223"/>
                  </a:lnTo>
                  <a:lnTo>
                    <a:pt x="218789" y="257175"/>
                  </a:lnTo>
                  <a:lnTo>
                    <a:pt x="158877" y="228886"/>
                  </a:lnTo>
                  <a:lnTo>
                    <a:pt x="155734" y="227933"/>
                  </a:lnTo>
                  <a:lnTo>
                    <a:pt x="150304" y="227266"/>
                  </a:lnTo>
                  <a:lnTo>
                    <a:pt x="149066" y="227171"/>
                  </a:lnTo>
                  <a:lnTo>
                    <a:pt x="145161" y="226695"/>
                  </a:lnTo>
                  <a:lnTo>
                    <a:pt x="143923" y="226790"/>
                  </a:lnTo>
                  <a:lnTo>
                    <a:pt x="139255" y="226981"/>
                  </a:lnTo>
                  <a:lnTo>
                    <a:pt x="134303" y="228028"/>
                  </a:lnTo>
                  <a:lnTo>
                    <a:pt x="129826" y="229362"/>
                  </a:lnTo>
                  <a:lnTo>
                    <a:pt x="120301" y="231838"/>
                  </a:lnTo>
                  <a:lnTo>
                    <a:pt x="115634" y="233077"/>
                  </a:lnTo>
                  <a:lnTo>
                    <a:pt x="114586" y="233267"/>
                  </a:lnTo>
                  <a:lnTo>
                    <a:pt x="113157" y="233553"/>
                  </a:lnTo>
                  <a:lnTo>
                    <a:pt x="109252" y="234220"/>
                  </a:lnTo>
                  <a:lnTo>
                    <a:pt x="102489" y="235267"/>
                  </a:lnTo>
                  <a:lnTo>
                    <a:pt x="98203" y="235267"/>
                  </a:lnTo>
                  <a:lnTo>
                    <a:pt x="95060" y="235267"/>
                  </a:lnTo>
                  <a:lnTo>
                    <a:pt x="92107" y="234982"/>
                  </a:lnTo>
                  <a:lnTo>
                    <a:pt x="88963" y="234696"/>
                  </a:lnTo>
                  <a:lnTo>
                    <a:pt x="80677" y="233172"/>
                  </a:lnTo>
                  <a:lnTo>
                    <a:pt x="68771" y="230029"/>
                  </a:lnTo>
                  <a:lnTo>
                    <a:pt x="55626" y="226409"/>
                  </a:lnTo>
                  <a:lnTo>
                    <a:pt x="51435" y="224409"/>
                  </a:lnTo>
                  <a:lnTo>
                    <a:pt x="49721" y="223456"/>
                  </a:lnTo>
                  <a:lnTo>
                    <a:pt x="48101" y="222599"/>
                  </a:lnTo>
                  <a:lnTo>
                    <a:pt x="12668" y="202120"/>
                  </a:lnTo>
                  <a:lnTo>
                    <a:pt x="6572" y="189262"/>
                  </a:lnTo>
                  <a:lnTo>
                    <a:pt x="6287" y="188786"/>
                  </a:lnTo>
                  <a:lnTo>
                    <a:pt x="2667" y="180499"/>
                  </a:lnTo>
                  <a:lnTo>
                    <a:pt x="1714" y="176689"/>
                  </a:lnTo>
                  <a:lnTo>
                    <a:pt x="95" y="169831"/>
                  </a:lnTo>
                  <a:lnTo>
                    <a:pt x="0" y="165544"/>
                  </a:lnTo>
                  <a:lnTo>
                    <a:pt x="286" y="160306"/>
                  </a:lnTo>
                  <a:lnTo>
                    <a:pt x="2096" y="150114"/>
                  </a:lnTo>
                  <a:lnTo>
                    <a:pt x="22479" y="56388"/>
                  </a:lnTo>
                  <a:lnTo>
                    <a:pt x="31337" y="30766"/>
                  </a:lnTo>
                  <a:lnTo>
                    <a:pt x="37719" y="12668"/>
                  </a:lnTo>
                  <a:lnTo>
                    <a:pt x="47435" y="0"/>
                  </a:lnTo>
                  <a:lnTo>
                    <a:pt x="59817" y="2667"/>
                  </a:lnTo>
                  <a:lnTo>
                    <a:pt x="68675" y="2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서울특별시 도봉구 쌍문2동">
              <a:extLst>
                <a:ext uri="{FF2B5EF4-FFF2-40B4-BE49-F238E27FC236}">
                  <a16:creationId xmlns:a16="http://schemas.microsoft.com/office/drawing/2014/main" id="{666CCB34-BB9A-FBF9-F6A3-84C402A60F29}"/>
                </a:ext>
              </a:extLst>
            </p:cNvPr>
            <p:cNvSpPr/>
            <p:nvPr/>
          </p:nvSpPr>
          <p:spPr>
            <a:xfrm>
              <a:off x="7166133" y="1674971"/>
              <a:ext cx="168211" cy="192309"/>
            </a:xfrm>
            <a:custGeom>
              <a:avLst/>
              <a:gdLst>
                <a:gd name="connsiteX0" fmla="*/ 168212 w 168211"/>
                <a:gd name="connsiteY0" fmla="*/ 857 h 192309"/>
                <a:gd name="connsiteX1" fmla="*/ 167830 w 168211"/>
                <a:gd name="connsiteY1" fmla="*/ 2000 h 192309"/>
                <a:gd name="connsiteX2" fmla="*/ 165259 w 168211"/>
                <a:gd name="connsiteY2" fmla="*/ 11049 h 192309"/>
                <a:gd name="connsiteX3" fmla="*/ 164306 w 168211"/>
                <a:gd name="connsiteY3" fmla="*/ 13525 h 192309"/>
                <a:gd name="connsiteX4" fmla="*/ 163163 w 168211"/>
                <a:gd name="connsiteY4" fmla="*/ 16764 h 192309"/>
                <a:gd name="connsiteX5" fmla="*/ 162687 w 168211"/>
                <a:gd name="connsiteY5" fmla="*/ 17812 h 192309"/>
                <a:gd name="connsiteX6" fmla="*/ 159258 w 168211"/>
                <a:gd name="connsiteY6" fmla="*/ 25051 h 192309"/>
                <a:gd name="connsiteX7" fmla="*/ 77343 w 168211"/>
                <a:gd name="connsiteY7" fmla="*/ 161639 h 192309"/>
                <a:gd name="connsiteX8" fmla="*/ 61436 w 168211"/>
                <a:gd name="connsiteY8" fmla="*/ 188214 h 192309"/>
                <a:gd name="connsiteX9" fmla="*/ 6382 w 168211"/>
                <a:gd name="connsiteY9" fmla="*/ 192310 h 192309"/>
                <a:gd name="connsiteX10" fmla="*/ 0 w 168211"/>
                <a:gd name="connsiteY10" fmla="*/ 165735 h 192309"/>
                <a:gd name="connsiteX11" fmla="*/ 1905 w 168211"/>
                <a:gd name="connsiteY11" fmla="*/ 155162 h 192309"/>
                <a:gd name="connsiteX12" fmla="*/ 2191 w 168211"/>
                <a:gd name="connsiteY12" fmla="*/ 154305 h 192309"/>
                <a:gd name="connsiteX13" fmla="*/ 10954 w 168211"/>
                <a:gd name="connsiteY13" fmla="*/ 143923 h 192309"/>
                <a:gd name="connsiteX14" fmla="*/ 12288 w 168211"/>
                <a:gd name="connsiteY14" fmla="*/ 142780 h 192309"/>
                <a:gd name="connsiteX15" fmla="*/ 13621 w 168211"/>
                <a:gd name="connsiteY15" fmla="*/ 141637 h 192309"/>
                <a:gd name="connsiteX16" fmla="*/ 15145 w 168211"/>
                <a:gd name="connsiteY16" fmla="*/ 140779 h 192309"/>
                <a:gd name="connsiteX17" fmla="*/ 16193 w 168211"/>
                <a:gd name="connsiteY17" fmla="*/ 140113 h 192309"/>
                <a:gd name="connsiteX18" fmla="*/ 26099 w 168211"/>
                <a:gd name="connsiteY18" fmla="*/ 91535 h 192309"/>
                <a:gd name="connsiteX19" fmla="*/ 22384 w 168211"/>
                <a:gd name="connsiteY19" fmla="*/ 40386 h 192309"/>
                <a:gd name="connsiteX20" fmla="*/ 15240 w 168211"/>
                <a:gd name="connsiteY20" fmla="*/ 30290 h 192309"/>
                <a:gd name="connsiteX21" fmla="*/ 35624 w 168211"/>
                <a:gd name="connsiteY21" fmla="*/ 25908 h 192309"/>
                <a:gd name="connsiteX22" fmla="*/ 87154 w 168211"/>
                <a:gd name="connsiteY22" fmla="*/ 0 h 192309"/>
                <a:gd name="connsiteX23" fmla="*/ 168212 w 168211"/>
                <a:gd name="connsiteY23" fmla="*/ 857 h 192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8211" h="192309">
                  <a:moveTo>
                    <a:pt x="168212" y="857"/>
                  </a:moveTo>
                  <a:lnTo>
                    <a:pt x="167830" y="2000"/>
                  </a:lnTo>
                  <a:lnTo>
                    <a:pt x="165259" y="11049"/>
                  </a:lnTo>
                  <a:lnTo>
                    <a:pt x="164306" y="13525"/>
                  </a:lnTo>
                  <a:lnTo>
                    <a:pt x="163163" y="16764"/>
                  </a:lnTo>
                  <a:lnTo>
                    <a:pt x="162687" y="17812"/>
                  </a:lnTo>
                  <a:lnTo>
                    <a:pt x="159258" y="25051"/>
                  </a:lnTo>
                  <a:lnTo>
                    <a:pt x="77343" y="161639"/>
                  </a:lnTo>
                  <a:lnTo>
                    <a:pt x="61436" y="188214"/>
                  </a:lnTo>
                  <a:lnTo>
                    <a:pt x="6382" y="192310"/>
                  </a:lnTo>
                  <a:lnTo>
                    <a:pt x="0" y="165735"/>
                  </a:lnTo>
                  <a:lnTo>
                    <a:pt x="1905" y="155162"/>
                  </a:lnTo>
                  <a:lnTo>
                    <a:pt x="2191" y="154305"/>
                  </a:lnTo>
                  <a:lnTo>
                    <a:pt x="10954" y="143923"/>
                  </a:lnTo>
                  <a:lnTo>
                    <a:pt x="12288" y="142780"/>
                  </a:lnTo>
                  <a:lnTo>
                    <a:pt x="13621" y="141637"/>
                  </a:lnTo>
                  <a:lnTo>
                    <a:pt x="15145" y="140779"/>
                  </a:lnTo>
                  <a:lnTo>
                    <a:pt x="16193" y="140113"/>
                  </a:lnTo>
                  <a:lnTo>
                    <a:pt x="26099" y="91535"/>
                  </a:lnTo>
                  <a:lnTo>
                    <a:pt x="22384" y="40386"/>
                  </a:lnTo>
                  <a:lnTo>
                    <a:pt x="15240" y="30290"/>
                  </a:lnTo>
                  <a:lnTo>
                    <a:pt x="35624" y="25908"/>
                  </a:lnTo>
                  <a:lnTo>
                    <a:pt x="87154" y="0"/>
                  </a:lnTo>
                  <a:lnTo>
                    <a:pt x="168212" y="85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서울특별시 도봉구 쌍문3동">
              <a:extLst>
                <a:ext uri="{FF2B5EF4-FFF2-40B4-BE49-F238E27FC236}">
                  <a16:creationId xmlns:a16="http://schemas.microsoft.com/office/drawing/2014/main" id="{F404BFD6-8353-A503-BBCD-10497D7EF869}"/>
                </a:ext>
              </a:extLst>
            </p:cNvPr>
            <p:cNvSpPr/>
            <p:nvPr/>
          </p:nvSpPr>
          <p:spPr>
            <a:xfrm>
              <a:off x="7024877" y="1863185"/>
              <a:ext cx="202691" cy="154400"/>
            </a:xfrm>
            <a:custGeom>
              <a:avLst/>
              <a:gdLst>
                <a:gd name="connsiteX0" fmla="*/ 150781 w 202691"/>
                <a:gd name="connsiteY0" fmla="*/ 88202 h 154400"/>
                <a:gd name="connsiteX1" fmla="*/ 105728 w 202691"/>
                <a:gd name="connsiteY1" fmla="*/ 151829 h 154400"/>
                <a:gd name="connsiteX2" fmla="*/ 102965 w 202691"/>
                <a:gd name="connsiteY2" fmla="*/ 154400 h 154400"/>
                <a:gd name="connsiteX3" fmla="*/ 98870 w 202691"/>
                <a:gd name="connsiteY3" fmla="*/ 150781 h 154400"/>
                <a:gd name="connsiteX4" fmla="*/ 90202 w 202691"/>
                <a:gd name="connsiteY4" fmla="*/ 144971 h 154400"/>
                <a:gd name="connsiteX5" fmla="*/ 86678 w 202691"/>
                <a:gd name="connsiteY5" fmla="*/ 142684 h 154400"/>
                <a:gd name="connsiteX6" fmla="*/ 83629 w 202691"/>
                <a:gd name="connsiteY6" fmla="*/ 140684 h 154400"/>
                <a:gd name="connsiteX7" fmla="*/ 82868 w 202691"/>
                <a:gd name="connsiteY7" fmla="*/ 140208 h 154400"/>
                <a:gd name="connsiteX8" fmla="*/ 50102 w 202691"/>
                <a:gd name="connsiteY8" fmla="*/ 120110 h 154400"/>
                <a:gd name="connsiteX9" fmla="*/ 38291 w 202691"/>
                <a:gd name="connsiteY9" fmla="*/ 113348 h 154400"/>
                <a:gd name="connsiteX10" fmla="*/ 34957 w 202691"/>
                <a:gd name="connsiteY10" fmla="*/ 112109 h 154400"/>
                <a:gd name="connsiteX11" fmla="*/ 27051 w 202691"/>
                <a:gd name="connsiteY11" fmla="*/ 108966 h 154400"/>
                <a:gd name="connsiteX12" fmla="*/ 26194 w 202691"/>
                <a:gd name="connsiteY12" fmla="*/ 108585 h 154400"/>
                <a:gd name="connsiteX13" fmla="*/ 18288 w 202691"/>
                <a:gd name="connsiteY13" fmla="*/ 104680 h 154400"/>
                <a:gd name="connsiteX14" fmla="*/ 16954 w 202691"/>
                <a:gd name="connsiteY14" fmla="*/ 104013 h 154400"/>
                <a:gd name="connsiteX15" fmla="*/ 13907 w 202691"/>
                <a:gd name="connsiteY15" fmla="*/ 102394 h 154400"/>
                <a:gd name="connsiteX16" fmla="*/ 9239 w 202691"/>
                <a:gd name="connsiteY16" fmla="*/ 99822 h 154400"/>
                <a:gd name="connsiteX17" fmla="*/ 8763 w 202691"/>
                <a:gd name="connsiteY17" fmla="*/ 99346 h 154400"/>
                <a:gd name="connsiteX18" fmla="*/ 6191 w 202691"/>
                <a:gd name="connsiteY18" fmla="*/ 95917 h 154400"/>
                <a:gd name="connsiteX19" fmla="*/ 0 w 202691"/>
                <a:gd name="connsiteY19" fmla="*/ 86487 h 154400"/>
                <a:gd name="connsiteX20" fmla="*/ 63818 w 202691"/>
                <a:gd name="connsiteY20" fmla="*/ 12002 h 154400"/>
                <a:gd name="connsiteX21" fmla="*/ 147638 w 202691"/>
                <a:gd name="connsiteY21" fmla="*/ 4096 h 154400"/>
                <a:gd name="connsiteX22" fmla="*/ 202692 w 202691"/>
                <a:gd name="connsiteY22" fmla="*/ 0 h 154400"/>
                <a:gd name="connsiteX23" fmla="*/ 150781 w 202691"/>
                <a:gd name="connsiteY23" fmla="*/ 88202 h 1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691" h="154400">
                  <a:moveTo>
                    <a:pt x="150781" y="88202"/>
                  </a:moveTo>
                  <a:lnTo>
                    <a:pt x="105728" y="151829"/>
                  </a:lnTo>
                  <a:lnTo>
                    <a:pt x="102965" y="154400"/>
                  </a:lnTo>
                  <a:lnTo>
                    <a:pt x="98870" y="150781"/>
                  </a:lnTo>
                  <a:lnTo>
                    <a:pt x="90202" y="144971"/>
                  </a:lnTo>
                  <a:lnTo>
                    <a:pt x="86678" y="142684"/>
                  </a:lnTo>
                  <a:lnTo>
                    <a:pt x="83629" y="140684"/>
                  </a:lnTo>
                  <a:lnTo>
                    <a:pt x="82868" y="140208"/>
                  </a:lnTo>
                  <a:lnTo>
                    <a:pt x="50102" y="120110"/>
                  </a:lnTo>
                  <a:lnTo>
                    <a:pt x="38291" y="113348"/>
                  </a:lnTo>
                  <a:lnTo>
                    <a:pt x="34957" y="112109"/>
                  </a:lnTo>
                  <a:lnTo>
                    <a:pt x="27051" y="108966"/>
                  </a:lnTo>
                  <a:lnTo>
                    <a:pt x="26194" y="108585"/>
                  </a:lnTo>
                  <a:lnTo>
                    <a:pt x="18288" y="104680"/>
                  </a:lnTo>
                  <a:lnTo>
                    <a:pt x="16954" y="104013"/>
                  </a:lnTo>
                  <a:lnTo>
                    <a:pt x="13907" y="102394"/>
                  </a:lnTo>
                  <a:lnTo>
                    <a:pt x="9239" y="99822"/>
                  </a:lnTo>
                  <a:lnTo>
                    <a:pt x="8763" y="99346"/>
                  </a:lnTo>
                  <a:lnTo>
                    <a:pt x="6191" y="95917"/>
                  </a:lnTo>
                  <a:lnTo>
                    <a:pt x="0" y="86487"/>
                  </a:lnTo>
                  <a:lnTo>
                    <a:pt x="63818" y="12002"/>
                  </a:lnTo>
                  <a:lnTo>
                    <a:pt x="147638" y="4096"/>
                  </a:lnTo>
                  <a:lnTo>
                    <a:pt x="202692" y="0"/>
                  </a:lnTo>
                  <a:lnTo>
                    <a:pt x="150781" y="882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서울특별시 도봉구 쌍문4동">
              <a:extLst>
                <a:ext uri="{FF2B5EF4-FFF2-40B4-BE49-F238E27FC236}">
                  <a16:creationId xmlns:a16="http://schemas.microsoft.com/office/drawing/2014/main" id="{93359A5F-86D7-6A12-CEB9-DFD16DAEFA47}"/>
                </a:ext>
              </a:extLst>
            </p:cNvPr>
            <p:cNvSpPr/>
            <p:nvPr/>
          </p:nvSpPr>
          <p:spPr>
            <a:xfrm>
              <a:off x="7030497" y="1705260"/>
              <a:ext cx="161734" cy="169926"/>
            </a:xfrm>
            <a:custGeom>
              <a:avLst/>
              <a:gdLst>
                <a:gd name="connsiteX0" fmla="*/ 142018 w 161734"/>
                <a:gd name="connsiteY0" fmla="*/ 162020 h 169926"/>
                <a:gd name="connsiteX1" fmla="*/ 58198 w 161734"/>
                <a:gd name="connsiteY1" fmla="*/ 169926 h 169926"/>
                <a:gd name="connsiteX2" fmla="*/ 46958 w 161734"/>
                <a:gd name="connsiteY2" fmla="*/ 125921 h 169926"/>
                <a:gd name="connsiteX3" fmla="*/ 39053 w 161734"/>
                <a:gd name="connsiteY3" fmla="*/ 118777 h 169926"/>
                <a:gd name="connsiteX4" fmla="*/ 26956 w 161734"/>
                <a:gd name="connsiteY4" fmla="*/ 115348 h 169926"/>
                <a:gd name="connsiteX5" fmla="*/ 4477 w 161734"/>
                <a:gd name="connsiteY5" fmla="*/ 110776 h 169926"/>
                <a:gd name="connsiteX6" fmla="*/ 0 w 161734"/>
                <a:gd name="connsiteY6" fmla="*/ 109919 h 169926"/>
                <a:gd name="connsiteX7" fmla="*/ 11049 w 161734"/>
                <a:gd name="connsiteY7" fmla="*/ 61150 h 169926"/>
                <a:gd name="connsiteX8" fmla="*/ 41910 w 161734"/>
                <a:gd name="connsiteY8" fmla="*/ 23050 h 169926"/>
                <a:gd name="connsiteX9" fmla="*/ 42482 w 161734"/>
                <a:gd name="connsiteY9" fmla="*/ 22765 h 169926"/>
                <a:gd name="connsiteX10" fmla="*/ 46292 w 161734"/>
                <a:gd name="connsiteY10" fmla="*/ 20955 h 169926"/>
                <a:gd name="connsiteX11" fmla="*/ 49149 w 161734"/>
                <a:gd name="connsiteY11" fmla="*/ 19526 h 169926"/>
                <a:gd name="connsiteX12" fmla="*/ 78867 w 161734"/>
                <a:gd name="connsiteY12" fmla="*/ 9335 h 169926"/>
                <a:gd name="connsiteX13" fmla="*/ 80677 w 161734"/>
                <a:gd name="connsiteY13" fmla="*/ 8763 h 169926"/>
                <a:gd name="connsiteX14" fmla="*/ 82106 w 161734"/>
                <a:gd name="connsiteY14" fmla="*/ 8382 h 169926"/>
                <a:gd name="connsiteX15" fmla="*/ 83344 w 161734"/>
                <a:gd name="connsiteY15" fmla="*/ 8096 h 169926"/>
                <a:gd name="connsiteX16" fmla="*/ 84582 w 161734"/>
                <a:gd name="connsiteY16" fmla="*/ 7906 h 169926"/>
                <a:gd name="connsiteX17" fmla="*/ 86392 w 161734"/>
                <a:gd name="connsiteY17" fmla="*/ 7906 h 169926"/>
                <a:gd name="connsiteX18" fmla="*/ 89345 w 161734"/>
                <a:gd name="connsiteY18" fmla="*/ 8382 h 169926"/>
                <a:gd name="connsiteX19" fmla="*/ 132588 w 161734"/>
                <a:gd name="connsiteY19" fmla="*/ 5525 h 169926"/>
                <a:gd name="connsiteX20" fmla="*/ 150876 w 161734"/>
                <a:gd name="connsiteY20" fmla="*/ 0 h 169926"/>
                <a:gd name="connsiteX21" fmla="*/ 158020 w 161734"/>
                <a:gd name="connsiteY21" fmla="*/ 10096 h 169926"/>
                <a:gd name="connsiteX22" fmla="*/ 161735 w 161734"/>
                <a:gd name="connsiteY22" fmla="*/ 61246 h 169926"/>
                <a:gd name="connsiteX23" fmla="*/ 151829 w 161734"/>
                <a:gd name="connsiteY23" fmla="*/ 109823 h 169926"/>
                <a:gd name="connsiteX24" fmla="*/ 150781 w 161734"/>
                <a:gd name="connsiteY24" fmla="*/ 110490 h 169926"/>
                <a:gd name="connsiteX25" fmla="*/ 149257 w 161734"/>
                <a:gd name="connsiteY25" fmla="*/ 111347 h 169926"/>
                <a:gd name="connsiteX26" fmla="*/ 147924 w 161734"/>
                <a:gd name="connsiteY26" fmla="*/ 112490 h 169926"/>
                <a:gd name="connsiteX27" fmla="*/ 146590 w 161734"/>
                <a:gd name="connsiteY27" fmla="*/ 113633 h 169926"/>
                <a:gd name="connsiteX28" fmla="*/ 137827 w 161734"/>
                <a:gd name="connsiteY28" fmla="*/ 124016 h 169926"/>
                <a:gd name="connsiteX29" fmla="*/ 137541 w 161734"/>
                <a:gd name="connsiteY29" fmla="*/ 124873 h 169926"/>
                <a:gd name="connsiteX30" fmla="*/ 135636 w 161734"/>
                <a:gd name="connsiteY30" fmla="*/ 135446 h 169926"/>
                <a:gd name="connsiteX31" fmla="*/ 142018 w 161734"/>
                <a:gd name="connsiteY31" fmla="*/ 162020 h 16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1734" h="169926">
                  <a:moveTo>
                    <a:pt x="142018" y="162020"/>
                  </a:moveTo>
                  <a:lnTo>
                    <a:pt x="58198" y="169926"/>
                  </a:lnTo>
                  <a:lnTo>
                    <a:pt x="46958" y="125921"/>
                  </a:lnTo>
                  <a:lnTo>
                    <a:pt x="39053" y="118777"/>
                  </a:lnTo>
                  <a:lnTo>
                    <a:pt x="26956" y="115348"/>
                  </a:lnTo>
                  <a:lnTo>
                    <a:pt x="4477" y="110776"/>
                  </a:lnTo>
                  <a:lnTo>
                    <a:pt x="0" y="109919"/>
                  </a:lnTo>
                  <a:lnTo>
                    <a:pt x="11049" y="61150"/>
                  </a:lnTo>
                  <a:lnTo>
                    <a:pt x="41910" y="23050"/>
                  </a:lnTo>
                  <a:lnTo>
                    <a:pt x="42482" y="22765"/>
                  </a:lnTo>
                  <a:lnTo>
                    <a:pt x="46292" y="20955"/>
                  </a:lnTo>
                  <a:lnTo>
                    <a:pt x="49149" y="19526"/>
                  </a:lnTo>
                  <a:lnTo>
                    <a:pt x="78867" y="9335"/>
                  </a:lnTo>
                  <a:lnTo>
                    <a:pt x="80677" y="8763"/>
                  </a:lnTo>
                  <a:lnTo>
                    <a:pt x="82106" y="8382"/>
                  </a:lnTo>
                  <a:lnTo>
                    <a:pt x="83344" y="8096"/>
                  </a:lnTo>
                  <a:lnTo>
                    <a:pt x="84582" y="7906"/>
                  </a:lnTo>
                  <a:lnTo>
                    <a:pt x="86392" y="7906"/>
                  </a:lnTo>
                  <a:lnTo>
                    <a:pt x="89345" y="8382"/>
                  </a:lnTo>
                  <a:lnTo>
                    <a:pt x="132588" y="5525"/>
                  </a:lnTo>
                  <a:lnTo>
                    <a:pt x="150876" y="0"/>
                  </a:lnTo>
                  <a:lnTo>
                    <a:pt x="158020" y="10096"/>
                  </a:lnTo>
                  <a:lnTo>
                    <a:pt x="161735" y="61246"/>
                  </a:lnTo>
                  <a:lnTo>
                    <a:pt x="151829" y="109823"/>
                  </a:lnTo>
                  <a:lnTo>
                    <a:pt x="150781" y="110490"/>
                  </a:lnTo>
                  <a:lnTo>
                    <a:pt x="149257" y="111347"/>
                  </a:lnTo>
                  <a:lnTo>
                    <a:pt x="147924" y="112490"/>
                  </a:lnTo>
                  <a:lnTo>
                    <a:pt x="146590" y="113633"/>
                  </a:lnTo>
                  <a:lnTo>
                    <a:pt x="137827" y="124016"/>
                  </a:lnTo>
                  <a:lnTo>
                    <a:pt x="137541" y="124873"/>
                  </a:lnTo>
                  <a:lnTo>
                    <a:pt x="135636" y="135446"/>
                  </a:lnTo>
                  <a:lnTo>
                    <a:pt x="142018" y="1620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0" name="서울특별시 도봉구 방학1동">
              <a:extLst>
                <a:ext uri="{FF2B5EF4-FFF2-40B4-BE49-F238E27FC236}">
                  <a16:creationId xmlns:a16="http://schemas.microsoft.com/office/drawing/2014/main" id="{E12911F3-D460-277D-9C34-2EF3B4B380DE}"/>
                </a:ext>
              </a:extLst>
            </p:cNvPr>
            <p:cNvSpPr/>
            <p:nvPr/>
          </p:nvSpPr>
          <p:spPr>
            <a:xfrm>
              <a:off x="7197661" y="1526095"/>
              <a:ext cx="305752" cy="174783"/>
            </a:xfrm>
            <a:custGeom>
              <a:avLst/>
              <a:gdLst>
                <a:gd name="connsiteX0" fmla="*/ 162496 w 305752"/>
                <a:gd name="connsiteY0" fmla="*/ 2667 h 174783"/>
                <a:gd name="connsiteX1" fmla="*/ 256318 w 305752"/>
                <a:gd name="connsiteY1" fmla="*/ 15811 h 174783"/>
                <a:gd name="connsiteX2" fmla="*/ 257461 w 305752"/>
                <a:gd name="connsiteY2" fmla="*/ 22193 h 174783"/>
                <a:gd name="connsiteX3" fmla="*/ 259747 w 305752"/>
                <a:gd name="connsiteY3" fmla="*/ 34385 h 174783"/>
                <a:gd name="connsiteX4" fmla="*/ 264605 w 305752"/>
                <a:gd name="connsiteY4" fmla="*/ 46482 h 174783"/>
                <a:gd name="connsiteX5" fmla="*/ 264795 w 305752"/>
                <a:gd name="connsiteY5" fmla="*/ 47054 h 174783"/>
                <a:gd name="connsiteX6" fmla="*/ 271653 w 305752"/>
                <a:gd name="connsiteY6" fmla="*/ 60579 h 174783"/>
                <a:gd name="connsiteX7" fmla="*/ 272511 w 305752"/>
                <a:gd name="connsiteY7" fmla="*/ 61817 h 174783"/>
                <a:gd name="connsiteX8" fmla="*/ 273272 w 305752"/>
                <a:gd name="connsiteY8" fmla="*/ 62770 h 174783"/>
                <a:gd name="connsiteX9" fmla="*/ 273844 w 305752"/>
                <a:gd name="connsiteY9" fmla="*/ 63532 h 174783"/>
                <a:gd name="connsiteX10" fmla="*/ 278797 w 305752"/>
                <a:gd name="connsiteY10" fmla="*/ 70009 h 174783"/>
                <a:gd name="connsiteX11" fmla="*/ 288703 w 305752"/>
                <a:gd name="connsiteY11" fmla="*/ 84296 h 174783"/>
                <a:gd name="connsiteX12" fmla="*/ 292989 w 305752"/>
                <a:gd name="connsiteY12" fmla="*/ 90869 h 174783"/>
                <a:gd name="connsiteX13" fmla="*/ 296704 w 305752"/>
                <a:gd name="connsiteY13" fmla="*/ 97727 h 174783"/>
                <a:gd name="connsiteX14" fmla="*/ 298133 w 305752"/>
                <a:gd name="connsiteY14" fmla="*/ 101632 h 174783"/>
                <a:gd name="connsiteX15" fmla="*/ 300609 w 305752"/>
                <a:gd name="connsiteY15" fmla="*/ 108585 h 174783"/>
                <a:gd name="connsiteX16" fmla="*/ 301657 w 305752"/>
                <a:gd name="connsiteY16" fmla="*/ 114490 h 174783"/>
                <a:gd name="connsiteX17" fmla="*/ 304324 w 305752"/>
                <a:gd name="connsiteY17" fmla="*/ 147923 h 174783"/>
                <a:gd name="connsiteX18" fmla="*/ 305753 w 305752"/>
                <a:gd name="connsiteY18" fmla="*/ 168783 h 174783"/>
                <a:gd name="connsiteX19" fmla="*/ 179451 w 305752"/>
                <a:gd name="connsiteY19" fmla="*/ 143827 h 174783"/>
                <a:gd name="connsiteX20" fmla="*/ 136684 w 305752"/>
                <a:gd name="connsiteY20" fmla="*/ 149733 h 174783"/>
                <a:gd name="connsiteX21" fmla="*/ 55626 w 305752"/>
                <a:gd name="connsiteY21" fmla="*/ 148876 h 174783"/>
                <a:gd name="connsiteX22" fmla="*/ 4096 w 305752"/>
                <a:gd name="connsiteY22" fmla="*/ 174784 h 174783"/>
                <a:gd name="connsiteX23" fmla="*/ 762 w 305752"/>
                <a:gd name="connsiteY23" fmla="*/ 134588 h 174783"/>
                <a:gd name="connsiteX24" fmla="*/ 381 w 305752"/>
                <a:gd name="connsiteY24" fmla="*/ 130207 h 174783"/>
                <a:gd name="connsiteX25" fmla="*/ 95 w 305752"/>
                <a:gd name="connsiteY25" fmla="*/ 126682 h 174783"/>
                <a:gd name="connsiteX26" fmla="*/ 0 w 305752"/>
                <a:gd name="connsiteY26" fmla="*/ 124682 h 174783"/>
                <a:gd name="connsiteX27" fmla="*/ 0 w 305752"/>
                <a:gd name="connsiteY27" fmla="*/ 122111 h 174783"/>
                <a:gd name="connsiteX28" fmla="*/ 0 w 305752"/>
                <a:gd name="connsiteY28" fmla="*/ 120301 h 174783"/>
                <a:gd name="connsiteX29" fmla="*/ 95 w 305752"/>
                <a:gd name="connsiteY29" fmla="*/ 119825 h 174783"/>
                <a:gd name="connsiteX30" fmla="*/ 667 w 305752"/>
                <a:gd name="connsiteY30" fmla="*/ 116777 h 174783"/>
                <a:gd name="connsiteX31" fmla="*/ 2191 w 305752"/>
                <a:gd name="connsiteY31" fmla="*/ 112300 h 174783"/>
                <a:gd name="connsiteX32" fmla="*/ 4572 w 305752"/>
                <a:gd name="connsiteY32" fmla="*/ 108204 h 174783"/>
                <a:gd name="connsiteX33" fmla="*/ 5811 w 305752"/>
                <a:gd name="connsiteY33" fmla="*/ 106775 h 174783"/>
                <a:gd name="connsiteX34" fmla="*/ 8382 w 305752"/>
                <a:gd name="connsiteY34" fmla="*/ 103632 h 174783"/>
                <a:gd name="connsiteX35" fmla="*/ 12859 w 305752"/>
                <a:gd name="connsiteY35" fmla="*/ 100203 h 174783"/>
                <a:gd name="connsiteX36" fmla="*/ 24670 w 305752"/>
                <a:gd name="connsiteY36" fmla="*/ 91821 h 174783"/>
                <a:gd name="connsiteX37" fmla="*/ 34481 w 305752"/>
                <a:gd name="connsiteY37" fmla="*/ 85058 h 174783"/>
                <a:gd name="connsiteX38" fmla="*/ 53626 w 305752"/>
                <a:gd name="connsiteY38" fmla="*/ 72009 h 174783"/>
                <a:gd name="connsiteX39" fmla="*/ 56293 w 305752"/>
                <a:gd name="connsiteY39" fmla="*/ 70294 h 174783"/>
                <a:gd name="connsiteX40" fmla="*/ 58198 w 305752"/>
                <a:gd name="connsiteY40" fmla="*/ 69056 h 174783"/>
                <a:gd name="connsiteX41" fmla="*/ 62961 w 305752"/>
                <a:gd name="connsiteY41" fmla="*/ 65723 h 174783"/>
                <a:gd name="connsiteX42" fmla="*/ 78963 w 305752"/>
                <a:gd name="connsiteY42" fmla="*/ 54673 h 174783"/>
                <a:gd name="connsiteX43" fmla="*/ 79915 w 305752"/>
                <a:gd name="connsiteY43" fmla="*/ 53054 h 174783"/>
                <a:gd name="connsiteX44" fmla="*/ 84106 w 305752"/>
                <a:gd name="connsiteY44" fmla="*/ 29623 h 174783"/>
                <a:gd name="connsiteX45" fmla="*/ 85820 w 305752"/>
                <a:gd name="connsiteY45" fmla="*/ 20383 h 174783"/>
                <a:gd name="connsiteX46" fmla="*/ 89154 w 305752"/>
                <a:gd name="connsiteY46" fmla="*/ 0 h 174783"/>
                <a:gd name="connsiteX47" fmla="*/ 162496 w 305752"/>
                <a:gd name="connsiteY47" fmla="*/ 2667 h 17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5752" h="174783">
                  <a:moveTo>
                    <a:pt x="162496" y="2667"/>
                  </a:moveTo>
                  <a:lnTo>
                    <a:pt x="256318" y="15811"/>
                  </a:lnTo>
                  <a:lnTo>
                    <a:pt x="257461" y="22193"/>
                  </a:lnTo>
                  <a:lnTo>
                    <a:pt x="259747" y="34385"/>
                  </a:lnTo>
                  <a:lnTo>
                    <a:pt x="264605" y="46482"/>
                  </a:lnTo>
                  <a:lnTo>
                    <a:pt x="264795" y="47054"/>
                  </a:lnTo>
                  <a:lnTo>
                    <a:pt x="271653" y="60579"/>
                  </a:lnTo>
                  <a:lnTo>
                    <a:pt x="272511" y="61817"/>
                  </a:lnTo>
                  <a:lnTo>
                    <a:pt x="273272" y="62770"/>
                  </a:lnTo>
                  <a:lnTo>
                    <a:pt x="273844" y="63532"/>
                  </a:lnTo>
                  <a:lnTo>
                    <a:pt x="278797" y="70009"/>
                  </a:lnTo>
                  <a:lnTo>
                    <a:pt x="288703" y="84296"/>
                  </a:lnTo>
                  <a:lnTo>
                    <a:pt x="292989" y="90869"/>
                  </a:lnTo>
                  <a:lnTo>
                    <a:pt x="296704" y="97727"/>
                  </a:lnTo>
                  <a:lnTo>
                    <a:pt x="298133" y="101632"/>
                  </a:lnTo>
                  <a:lnTo>
                    <a:pt x="300609" y="108585"/>
                  </a:lnTo>
                  <a:lnTo>
                    <a:pt x="301657" y="114490"/>
                  </a:lnTo>
                  <a:lnTo>
                    <a:pt x="304324" y="147923"/>
                  </a:lnTo>
                  <a:lnTo>
                    <a:pt x="305753" y="168783"/>
                  </a:lnTo>
                  <a:lnTo>
                    <a:pt x="179451" y="143827"/>
                  </a:lnTo>
                  <a:lnTo>
                    <a:pt x="136684" y="149733"/>
                  </a:lnTo>
                  <a:lnTo>
                    <a:pt x="55626" y="148876"/>
                  </a:lnTo>
                  <a:lnTo>
                    <a:pt x="4096" y="174784"/>
                  </a:lnTo>
                  <a:lnTo>
                    <a:pt x="762" y="134588"/>
                  </a:lnTo>
                  <a:lnTo>
                    <a:pt x="381" y="130207"/>
                  </a:lnTo>
                  <a:lnTo>
                    <a:pt x="95" y="126682"/>
                  </a:lnTo>
                  <a:lnTo>
                    <a:pt x="0" y="124682"/>
                  </a:lnTo>
                  <a:lnTo>
                    <a:pt x="0" y="122111"/>
                  </a:lnTo>
                  <a:lnTo>
                    <a:pt x="0" y="120301"/>
                  </a:lnTo>
                  <a:lnTo>
                    <a:pt x="95" y="119825"/>
                  </a:lnTo>
                  <a:lnTo>
                    <a:pt x="667" y="116777"/>
                  </a:lnTo>
                  <a:lnTo>
                    <a:pt x="2191" y="112300"/>
                  </a:lnTo>
                  <a:lnTo>
                    <a:pt x="4572" y="108204"/>
                  </a:lnTo>
                  <a:lnTo>
                    <a:pt x="5811" y="106775"/>
                  </a:lnTo>
                  <a:lnTo>
                    <a:pt x="8382" y="103632"/>
                  </a:lnTo>
                  <a:lnTo>
                    <a:pt x="12859" y="100203"/>
                  </a:lnTo>
                  <a:lnTo>
                    <a:pt x="24670" y="91821"/>
                  </a:lnTo>
                  <a:lnTo>
                    <a:pt x="34481" y="85058"/>
                  </a:lnTo>
                  <a:lnTo>
                    <a:pt x="53626" y="72009"/>
                  </a:lnTo>
                  <a:lnTo>
                    <a:pt x="56293" y="70294"/>
                  </a:lnTo>
                  <a:lnTo>
                    <a:pt x="58198" y="69056"/>
                  </a:lnTo>
                  <a:lnTo>
                    <a:pt x="62961" y="65723"/>
                  </a:lnTo>
                  <a:lnTo>
                    <a:pt x="78963" y="54673"/>
                  </a:lnTo>
                  <a:lnTo>
                    <a:pt x="79915" y="53054"/>
                  </a:lnTo>
                  <a:lnTo>
                    <a:pt x="84106" y="29623"/>
                  </a:lnTo>
                  <a:lnTo>
                    <a:pt x="85820" y="20383"/>
                  </a:lnTo>
                  <a:lnTo>
                    <a:pt x="89154" y="0"/>
                  </a:lnTo>
                  <a:lnTo>
                    <a:pt x="162496" y="26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1" name="서울특별시 도봉구 방학2동">
              <a:extLst>
                <a:ext uri="{FF2B5EF4-FFF2-40B4-BE49-F238E27FC236}">
                  <a16:creationId xmlns:a16="http://schemas.microsoft.com/office/drawing/2014/main" id="{682A69EA-277A-AE43-A2E0-65FA162D1378}"/>
                </a:ext>
              </a:extLst>
            </p:cNvPr>
            <p:cNvSpPr/>
            <p:nvPr/>
          </p:nvSpPr>
          <p:spPr>
            <a:xfrm>
              <a:off x="6982206" y="1436084"/>
              <a:ext cx="308419" cy="231362"/>
            </a:xfrm>
            <a:custGeom>
              <a:avLst/>
              <a:gdLst>
                <a:gd name="connsiteX0" fmla="*/ 304610 w 308419"/>
                <a:gd name="connsiteY0" fmla="*/ 90011 h 231362"/>
                <a:gd name="connsiteX1" fmla="*/ 301276 w 308419"/>
                <a:gd name="connsiteY1" fmla="*/ 110395 h 231362"/>
                <a:gd name="connsiteX2" fmla="*/ 299561 w 308419"/>
                <a:gd name="connsiteY2" fmla="*/ 119634 h 231362"/>
                <a:gd name="connsiteX3" fmla="*/ 295370 w 308419"/>
                <a:gd name="connsiteY3" fmla="*/ 143066 h 231362"/>
                <a:gd name="connsiteX4" fmla="*/ 294418 w 308419"/>
                <a:gd name="connsiteY4" fmla="*/ 144685 h 231362"/>
                <a:gd name="connsiteX5" fmla="*/ 278416 w 308419"/>
                <a:gd name="connsiteY5" fmla="*/ 155734 h 231362"/>
                <a:gd name="connsiteX6" fmla="*/ 273653 w 308419"/>
                <a:gd name="connsiteY6" fmla="*/ 159068 h 231362"/>
                <a:gd name="connsiteX7" fmla="*/ 271748 w 308419"/>
                <a:gd name="connsiteY7" fmla="*/ 160306 h 231362"/>
                <a:gd name="connsiteX8" fmla="*/ 269081 w 308419"/>
                <a:gd name="connsiteY8" fmla="*/ 162020 h 231362"/>
                <a:gd name="connsiteX9" fmla="*/ 249936 w 308419"/>
                <a:gd name="connsiteY9" fmla="*/ 175070 h 231362"/>
                <a:gd name="connsiteX10" fmla="*/ 240125 w 308419"/>
                <a:gd name="connsiteY10" fmla="*/ 181832 h 231362"/>
                <a:gd name="connsiteX11" fmla="*/ 228314 w 308419"/>
                <a:gd name="connsiteY11" fmla="*/ 190214 h 231362"/>
                <a:gd name="connsiteX12" fmla="*/ 223837 w 308419"/>
                <a:gd name="connsiteY12" fmla="*/ 193643 h 231362"/>
                <a:gd name="connsiteX13" fmla="*/ 221266 w 308419"/>
                <a:gd name="connsiteY13" fmla="*/ 196787 h 231362"/>
                <a:gd name="connsiteX14" fmla="*/ 220028 w 308419"/>
                <a:gd name="connsiteY14" fmla="*/ 198215 h 231362"/>
                <a:gd name="connsiteX15" fmla="*/ 217646 w 308419"/>
                <a:gd name="connsiteY15" fmla="*/ 202311 h 231362"/>
                <a:gd name="connsiteX16" fmla="*/ 216122 w 308419"/>
                <a:gd name="connsiteY16" fmla="*/ 206788 h 231362"/>
                <a:gd name="connsiteX17" fmla="*/ 215551 w 308419"/>
                <a:gd name="connsiteY17" fmla="*/ 209836 h 231362"/>
                <a:gd name="connsiteX18" fmla="*/ 215455 w 308419"/>
                <a:gd name="connsiteY18" fmla="*/ 210312 h 231362"/>
                <a:gd name="connsiteX19" fmla="*/ 215455 w 308419"/>
                <a:gd name="connsiteY19" fmla="*/ 212122 h 231362"/>
                <a:gd name="connsiteX20" fmla="*/ 215455 w 308419"/>
                <a:gd name="connsiteY20" fmla="*/ 214693 h 231362"/>
                <a:gd name="connsiteX21" fmla="*/ 215551 w 308419"/>
                <a:gd name="connsiteY21" fmla="*/ 216694 h 231362"/>
                <a:gd name="connsiteX22" fmla="*/ 215837 w 308419"/>
                <a:gd name="connsiteY22" fmla="*/ 220218 h 231362"/>
                <a:gd name="connsiteX23" fmla="*/ 216217 w 308419"/>
                <a:gd name="connsiteY23" fmla="*/ 224599 h 231362"/>
                <a:gd name="connsiteX24" fmla="*/ 186595 w 308419"/>
                <a:gd name="connsiteY24" fmla="*/ 228124 h 231362"/>
                <a:gd name="connsiteX25" fmla="*/ 157258 w 308419"/>
                <a:gd name="connsiteY25" fmla="*/ 231362 h 231362"/>
                <a:gd name="connsiteX26" fmla="*/ 156400 w 308419"/>
                <a:gd name="connsiteY26" fmla="*/ 230695 h 231362"/>
                <a:gd name="connsiteX27" fmla="*/ 155162 w 308419"/>
                <a:gd name="connsiteY27" fmla="*/ 229743 h 231362"/>
                <a:gd name="connsiteX28" fmla="*/ 145256 w 308419"/>
                <a:gd name="connsiteY28" fmla="*/ 222314 h 231362"/>
                <a:gd name="connsiteX29" fmla="*/ 144780 w 308419"/>
                <a:gd name="connsiteY29" fmla="*/ 221456 h 231362"/>
                <a:gd name="connsiteX30" fmla="*/ 144208 w 308419"/>
                <a:gd name="connsiteY30" fmla="*/ 220694 h 231362"/>
                <a:gd name="connsiteX31" fmla="*/ 139255 w 308419"/>
                <a:gd name="connsiteY31" fmla="*/ 208788 h 231362"/>
                <a:gd name="connsiteX32" fmla="*/ 141160 w 308419"/>
                <a:gd name="connsiteY32" fmla="*/ 204883 h 231362"/>
                <a:gd name="connsiteX33" fmla="*/ 145066 w 308419"/>
                <a:gd name="connsiteY33" fmla="*/ 200597 h 231362"/>
                <a:gd name="connsiteX34" fmla="*/ 146209 w 308419"/>
                <a:gd name="connsiteY34" fmla="*/ 199644 h 231362"/>
                <a:gd name="connsiteX35" fmla="*/ 147352 w 308419"/>
                <a:gd name="connsiteY35" fmla="*/ 198596 h 231362"/>
                <a:gd name="connsiteX36" fmla="*/ 142208 w 308419"/>
                <a:gd name="connsiteY36" fmla="*/ 176117 h 231362"/>
                <a:gd name="connsiteX37" fmla="*/ 141922 w 308419"/>
                <a:gd name="connsiteY37" fmla="*/ 175260 h 231362"/>
                <a:gd name="connsiteX38" fmla="*/ 141541 w 308419"/>
                <a:gd name="connsiteY38" fmla="*/ 173926 h 231362"/>
                <a:gd name="connsiteX39" fmla="*/ 140017 w 308419"/>
                <a:gd name="connsiteY39" fmla="*/ 170688 h 231362"/>
                <a:gd name="connsiteX40" fmla="*/ 92297 w 308419"/>
                <a:gd name="connsiteY40" fmla="*/ 123444 h 231362"/>
                <a:gd name="connsiteX41" fmla="*/ 79057 w 308419"/>
                <a:gd name="connsiteY41" fmla="*/ 114014 h 231362"/>
                <a:gd name="connsiteX42" fmla="*/ 47911 w 308419"/>
                <a:gd name="connsiteY42" fmla="*/ 99727 h 231362"/>
                <a:gd name="connsiteX43" fmla="*/ 0 w 308419"/>
                <a:gd name="connsiteY43" fmla="*/ 60007 h 231362"/>
                <a:gd name="connsiteX44" fmla="*/ 1714 w 308419"/>
                <a:gd name="connsiteY44" fmla="*/ 53912 h 231362"/>
                <a:gd name="connsiteX45" fmla="*/ 139160 w 308419"/>
                <a:gd name="connsiteY45" fmla="*/ 5429 h 231362"/>
                <a:gd name="connsiteX46" fmla="*/ 152590 w 308419"/>
                <a:gd name="connsiteY46" fmla="*/ 0 h 231362"/>
                <a:gd name="connsiteX47" fmla="*/ 153733 w 308419"/>
                <a:gd name="connsiteY47" fmla="*/ 4763 h 231362"/>
                <a:gd name="connsiteX48" fmla="*/ 155257 w 308419"/>
                <a:gd name="connsiteY48" fmla="*/ 6191 h 231362"/>
                <a:gd name="connsiteX49" fmla="*/ 157829 w 308419"/>
                <a:gd name="connsiteY49" fmla="*/ 8858 h 231362"/>
                <a:gd name="connsiteX50" fmla="*/ 161734 w 308419"/>
                <a:gd name="connsiteY50" fmla="*/ 11144 h 231362"/>
                <a:gd name="connsiteX51" fmla="*/ 254793 w 308419"/>
                <a:gd name="connsiteY51" fmla="*/ 60770 h 231362"/>
                <a:gd name="connsiteX52" fmla="*/ 261080 w 308419"/>
                <a:gd name="connsiteY52" fmla="*/ 63151 h 231362"/>
                <a:gd name="connsiteX53" fmla="*/ 267843 w 308419"/>
                <a:gd name="connsiteY53" fmla="*/ 64770 h 231362"/>
                <a:gd name="connsiteX54" fmla="*/ 270701 w 308419"/>
                <a:gd name="connsiteY54" fmla="*/ 61817 h 231362"/>
                <a:gd name="connsiteX55" fmla="*/ 277463 w 308419"/>
                <a:gd name="connsiteY55" fmla="*/ 54578 h 231362"/>
                <a:gd name="connsiteX56" fmla="*/ 280892 w 308419"/>
                <a:gd name="connsiteY56" fmla="*/ 52673 h 231362"/>
                <a:gd name="connsiteX57" fmla="*/ 290322 w 308419"/>
                <a:gd name="connsiteY57" fmla="*/ 51054 h 231362"/>
                <a:gd name="connsiteX58" fmla="*/ 298609 w 308419"/>
                <a:gd name="connsiteY58" fmla="*/ 51245 h 231362"/>
                <a:gd name="connsiteX59" fmla="*/ 307562 w 308419"/>
                <a:gd name="connsiteY59" fmla="*/ 56007 h 231362"/>
                <a:gd name="connsiteX60" fmla="*/ 308419 w 308419"/>
                <a:gd name="connsiteY60" fmla="*/ 57722 h 231362"/>
                <a:gd name="connsiteX61" fmla="*/ 307848 w 308419"/>
                <a:gd name="connsiteY61" fmla="*/ 66580 h 231362"/>
                <a:gd name="connsiteX62" fmla="*/ 307181 w 308419"/>
                <a:gd name="connsiteY62" fmla="*/ 74771 h 231362"/>
                <a:gd name="connsiteX63" fmla="*/ 306705 w 308419"/>
                <a:gd name="connsiteY63" fmla="*/ 78105 h 231362"/>
                <a:gd name="connsiteX64" fmla="*/ 306038 w 308419"/>
                <a:gd name="connsiteY64" fmla="*/ 81820 h 231362"/>
                <a:gd name="connsiteX65" fmla="*/ 304610 w 308419"/>
                <a:gd name="connsiteY65" fmla="*/ 90011 h 2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8419" h="231362">
                  <a:moveTo>
                    <a:pt x="304610" y="90011"/>
                  </a:moveTo>
                  <a:lnTo>
                    <a:pt x="301276" y="110395"/>
                  </a:lnTo>
                  <a:lnTo>
                    <a:pt x="299561" y="119634"/>
                  </a:lnTo>
                  <a:lnTo>
                    <a:pt x="295370" y="143066"/>
                  </a:lnTo>
                  <a:lnTo>
                    <a:pt x="294418" y="144685"/>
                  </a:lnTo>
                  <a:lnTo>
                    <a:pt x="278416" y="155734"/>
                  </a:lnTo>
                  <a:lnTo>
                    <a:pt x="273653" y="159068"/>
                  </a:lnTo>
                  <a:lnTo>
                    <a:pt x="271748" y="160306"/>
                  </a:lnTo>
                  <a:lnTo>
                    <a:pt x="269081" y="162020"/>
                  </a:lnTo>
                  <a:lnTo>
                    <a:pt x="249936" y="175070"/>
                  </a:lnTo>
                  <a:lnTo>
                    <a:pt x="240125" y="181832"/>
                  </a:lnTo>
                  <a:lnTo>
                    <a:pt x="228314" y="190214"/>
                  </a:lnTo>
                  <a:lnTo>
                    <a:pt x="223837" y="193643"/>
                  </a:lnTo>
                  <a:lnTo>
                    <a:pt x="221266" y="196787"/>
                  </a:lnTo>
                  <a:lnTo>
                    <a:pt x="220028" y="198215"/>
                  </a:lnTo>
                  <a:lnTo>
                    <a:pt x="217646" y="202311"/>
                  </a:lnTo>
                  <a:lnTo>
                    <a:pt x="216122" y="206788"/>
                  </a:lnTo>
                  <a:lnTo>
                    <a:pt x="215551" y="209836"/>
                  </a:lnTo>
                  <a:lnTo>
                    <a:pt x="215455" y="210312"/>
                  </a:lnTo>
                  <a:lnTo>
                    <a:pt x="215455" y="212122"/>
                  </a:lnTo>
                  <a:lnTo>
                    <a:pt x="215455" y="214693"/>
                  </a:lnTo>
                  <a:lnTo>
                    <a:pt x="215551" y="216694"/>
                  </a:lnTo>
                  <a:lnTo>
                    <a:pt x="215837" y="220218"/>
                  </a:lnTo>
                  <a:lnTo>
                    <a:pt x="216217" y="224599"/>
                  </a:lnTo>
                  <a:lnTo>
                    <a:pt x="186595" y="228124"/>
                  </a:lnTo>
                  <a:lnTo>
                    <a:pt x="157258" y="231362"/>
                  </a:lnTo>
                  <a:lnTo>
                    <a:pt x="156400" y="230695"/>
                  </a:lnTo>
                  <a:lnTo>
                    <a:pt x="155162" y="229743"/>
                  </a:lnTo>
                  <a:lnTo>
                    <a:pt x="145256" y="222314"/>
                  </a:lnTo>
                  <a:lnTo>
                    <a:pt x="144780" y="221456"/>
                  </a:lnTo>
                  <a:lnTo>
                    <a:pt x="144208" y="220694"/>
                  </a:lnTo>
                  <a:lnTo>
                    <a:pt x="139255" y="208788"/>
                  </a:lnTo>
                  <a:lnTo>
                    <a:pt x="141160" y="204883"/>
                  </a:lnTo>
                  <a:lnTo>
                    <a:pt x="145066" y="200597"/>
                  </a:lnTo>
                  <a:lnTo>
                    <a:pt x="146209" y="199644"/>
                  </a:lnTo>
                  <a:lnTo>
                    <a:pt x="147352" y="198596"/>
                  </a:lnTo>
                  <a:lnTo>
                    <a:pt x="142208" y="176117"/>
                  </a:lnTo>
                  <a:lnTo>
                    <a:pt x="141922" y="175260"/>
                  </a:lnTo>
                  <a:lnTo>
                    <a:pt x="141541" y="173926"/>
                  </a:lnTo>
                  <a:lnTo>
                    <a:pt x="140017" y="170688"/>
                  </a:lnTo>
                  <a:lnTo>
                    <a:pt x="92297" y="123444"/>
                  </a:lnTo>
                  <a:lnTo>
                    <a:pt x="79057" y="114014"/>
                  </a:lnTo>
                  <a:lnTo>
                    <a:pt x="47911" y="99727"/>
                  </a:lnTo>
                  <a:lnTo>
                    <a:pt x="0" y="60007"/>
                  </a:lnTo>
                  <a:lnTo>
                    <a:pt x="1714" y="53912"/>
                  </a:lnTo>
                  <a:lnTo>
                    <a:pt x="139160" y="5429"/>
                  </a:lnTo>
                  <a:lnTo>
                    <a:pt x="152590" y="0"/>
                  </a:lnTo>
                  <a:lnTo>
                    <a:pt x="153733" y="4763"/>
                  </a:lnTo>
                  <a:lnTo>
                    <a:pt x="155257" y="6191"/>
                  </a:lnTo>
                  <a:lnTo>
                    <a:pt x="157829" y="8858"/>
                  </a:lnTo>
                  <a:lnTo>
                    <a:pt x="161734" y="11144"/>
                  </a:lnTo>
                  <a:lnTo>
                    <a:pt x="254793" y="60770"/>
                  </a:lnTo>
                  <a:lnTo>
                    <a:pt x="261080" y="63151"/>
                  </a:lnTo>
                  <a:lnTo>
                    <a:pt x="267843" y="64770"/>
                  </a:lnTo>
                  <a:lnTo>
                    <a:pt x="270701" y="61817"/>
                  </a:lnTo>
                  <a:lnTo>
                    <a:pt x="277463" y="54578"/>
                  </a:lnTo>
                  <a:lnTo>
                    <a:pt x="280892" y="52673"/>
                  </a:lnTo>
                  <a:lnTo>
                    <a:pt x="290322" y="51054"/>
                  </a:lnTo>
                  <a:lnTo>
                    <a:pt x="298609" y="51245"/>
                  </a:lnTo>
                  <a:lnTo>
                    <a:pt x="307562" y="56007"/>
                  </a:lnTo>
                  <a:lnTo>
                    <a:pt x="308419" y="57722"/>
                  </a:lnTo>
                  <a:lnTo>
                    <a:pt x="307848" y="66580"/>
                  </a:lnTo>
                  <a:lnTo>
                    <a:pt x="307181" y="74771"/>
                  </a:lnTo>
                  <a:lnTo>
                    <a:pt x="306705" y="78105"/>
                  </a:lnTo>
                  <a:lnTo>
                    <a:pt x="306038" y="81820"/>
                  </a:lnTo>
                  <a:lnTo>
                    <a:pt x="304610" y="900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2" name="서울특별시 도봉구 방학3동">
              <a:extLst>
                <a:ext uri="{FF2B5EF4-FFF2-40B4-BE49-F238E27FC236}">
                  <a16:creationId xmlns:a16="http://schemas.microsoft.com/office/drawing/2014/main" id="{42C1E876-B310-9A39-74E4-D863A3CE4FF0}"/>
                </a:ext>
              </a:extLst>
            </p:cNvPr>
            <p:cNvSpPr/>
            <p:nvPr/>
          </p:nvSpPr>
          <p:spPr>
            <a:xfrm>
              <a:off x="6848189" y="1503711"/>
              <a:ext cx="353568" cy="311467"/>
            </a:xfrm>
            <a:custGeom>
              <a:avLst/>
              <a:gdLst>
                <a:gd name="connsiteX0" fmla="*/ 181928 w 353568"/>
                <a:gd name="connsiteY0" fmla="*/ 32099 h 311467"/>
                <a:gd name="connsiteX1" fmla="*/ 213074 w 353568"/>
                <a:gd name="connsiteY1" fmla="*/ 46387 h 311467"/>
                <a:gd name="connsiteX2" fmla="*/ 226314 w 353568"/>
                <a:gd name="connsiteY2" fmla="*/ 55817 h 311467"/>
                <a:gd name="connsiteX3" fmla="*/ 274034 w 353568"/>
                <a:gd name="connsiteY3" fmla="*/ 103061 h 311467"/>
                <a:gd name="connsiteX4" fmla="*/ 275558 w 353568"/>
                <a:gd name="connsiteY4" fmla="*/ 106299 h 311467"/>
                <a:gd name="connsiteX5" fmla="*/ 275939 w 353568"/>
                <a:gd name="connsiteY5" fmla="*/ 107632 h 311467"/>
                <a:gd name="connsiteX6" fmla="*/ 276225 w 353568"/>
                <a:gd name="connsiteY6" fmla="*/ 108490 h 311467"/>
                <a:gd name="connsiteX7" fmla="*/ 281369 w 353568"/>
                <a:gd name="connsiteY7" fmla="*/ 130969 h 311467"/>
                <a:gd name="connsiteX8" fmla="*/ 280226 w 353568"/>
                <a:gd name="connsiteY8" fmla="*/ 132017 h 311467"/>
                <a:gd name="connsiteX9" fmla="*/ 279082 w 353568"/>
                <a:gd name="connsiteY9" fmla="*/ 132969 h 311467"/>
                <a:gd name="connsiteX10" fmla="*/ 275177 w 353568"/>
                <a:gd name="connsiteY10" fmla="*/ 137255 h 311467"/>
                <a:gd name="connsiteX11" fmla="*/ 273272 w 353568"/>
                <a:gd name="connsiteY11" fmla="*/ 141161 h 311467"/>
                <a:gd name="connsiteX12" fmla="*/ 278225 w 353568"/>
                <a:gd name="connsiteY12" fmla="*/ 153067 h 311467"/>
                <a:gd name="connsiteX13" fmla="*/ 278797 w 353568"/>
                <a:gd name="connsiteY13" fmla="*/ 153829 h 311467"/>
                <a:gd name="connsiteX14" fmla="*/ 279273 w 353568"/>
                <a:gd name="connsiteY14" fmla="*/ 154686 h 311467"/>
                <a:gd name="connsiteX15" fmla="*/ 289179 w 353568"/>
                <a:gd name="connsiteY15" fmla="*/ 162116 h 311467"/>
                <a:gd name="connsiteX16" fmla="*/ 290417 w 353568"/>
                <a:gd name="connsiteY16" fmla="*/ 163068 h 311467"/>
                <a:gd name="connsiteX17" fmla="*/ 291274 w 353568"/>
                <a:gd name="connsiteY17" fmla="*/ 163735 h 311467"/>
                <a:gd name="connsiteX18" fmla="*/ 320612 w 353568"/>
                <a:gd name="connsiteY18" fmla="*/ 160496 h 311467"/>
                <a:gd name="connsiteX19" fmla="*/ 350234 w 353568"/>
                <a:gd name="connsiteY19" fmla="*/ 156972 h 311467"/>
                <a:gd name="connsiteX20" fmla="*/ 353568 w 353568"/>
                <a:gd name="connsiteY20" fmla="*/ 197168 h 311467"/>
                <a:gd name="connsiteX21" fmla="*/ 333185 w 353568"/>
                <a:gd name="connsiteY21" fmla="*/ 201549 h 311467"/>
                <a:gd name="connsiteX22" fmla="*/ 314897 w 353568"/>
                <a:gd name="connsiteY22" fmla="*/ 207074 h 311467"/>
                <a:gd name="connsiteX23" fmla="*/ 271653 w 353568"/>
                <a:gd name="connsiteY23" fmla="*/ 209931 h 311467"/>
                <a:gd name="connsiteX24" fmla="*/ 268700 w 353568"/>
                <a:gd name="connsiteY24" fmla="*/ 209455 h 311467"/>
                <a:gd name="connsiteX25" fmla="*/ 266890 w 353568"/>
                <a:gd name="connsiteY25" fmla="*/ 209455 h 311467"/>
                <a:gd name="connsiteX26" fmla="*/ 265652 w 353568"/>
                <a:gd name="connsiteY26" fmla="*/ 209645 h 311467"/>
                <a:gd name="connsiteX27" fmla="*/ 264414 w 353568"/>
                <a:gd name="connsiteY27" fmla="*/ 209931 h 311467"/>
                <a:gd name="connsiteX28" fmla="*/ 262985 w 353568"/>
                <a:gd name="connsiteY28" fmla="*/ 210312 h 311467"/>
                <a:gd name="connsiteX29" fmla="*/ 261176 w 353568"/>
                <a:gd name="connsiteY29" fmla="*/ 210884 h 311467"/>
                <a:gd name="connsiteX30" fmla="*/ 231457 w 353568"/>
                <a:gd name="connsiteY30" fmla="*/ 221075 h 311467"/>
                <a:gd name="connsiteX31" fmla="*/ 228600 w 353568"/>
                <a:gd name="connsiteY31" fmla="*/ 222504 h 311467"/>
                <a:gd name="connsiteX32" fmla="*/ 224790 w 353568"/>
                <a:gd name="connsiteY32" fmla="*/ 224314 h 311467"/>
                <a:gd name="connsiteX33" fmla="*/ 224219 w 353568"/>
                <a:gd name="connsiteY33" fmla="*/ 224599 h 311467"/>
                <a:gd name="connsiteX34" fmla="*/ 193357 w 353568"/>
                <a:gd name="connsiteY34" fmla="*/ 262699 h 311467"/>
                <a:gd name="connsiteX35" fmla="*/ 182308 w 353568"/>
                <a:gd name="connsiteY35" fmla="*/ 311468 h 311467"/>
                <a:gd name="connsiteX36" fmla="*/ 166497 w 353568"/>
                <a:gd name="connsiteY36" fmla="*/ 307372 h 311467"/>
                <a:gd name="connsiteX37" fmla="*/ 138208 w 353568"/>
                <a:gd name="connsiteY37" fmla="*/ 304991 h 311467"/>
                <a:gd name="connsiteX38" fmla="*/ 135731 w 353568"/>
                <a:gd name="connsiteY38" fmla="*/ 304800 h 311467"/>
                <a:gd name="connsiteX39" fmla="*/ 128302 w 353568"/>
                <a:gd name="connsiteY39" fmla="*/ 304324 h 311467"/>
                <a:gd name="connsiteX40" fmla="*/ 126682 w 353568"/>
                <a:gd name="connsiteY40" fmla="*/ 304895 h 311467"/>
                <a:gd name="connsiteX41" fmla="*/ 124301 w 353568"/>
                <a:gd name="connsiteY41" fmla="*/ 306324 h 311467"/>
                <a:gd name="connsiteX42" fmla="*/ 123539 w 353568"/>
                <a:gd name="connsiteY42" fmla="*/ 306895 h 311467"/>
                <a:gd name="connsiteX43" fmla="*/ 122682 w 353568"/>
                <a:gd name="connsiteY43" fmla="*/ 307562 h 311467"/>
                <a:gd name="connsiteX44" fmla="*/ 121444 w 353568"/>
                <a:gd name="connsiteY44" fmla="*/ 307943 h 311467"/>
                <a:gd name="connsiteX45" fmla="*/ 120205 w 353568"/>
                <a:gd name="connsiteY45" fmla="*/ 307943 h 311467"/>
                <a:gd name="connsiteX46" fmla="*/ 118777 w 353568"/>
                <a:gd name="connsiteY46" fmla="*/ 307753 h 311467"/>
                <a:gd name="connsiteX47" fmla="*/ 117253 w 353568"/>
                <a:gd name="connsiteY47" fmla="*/ 307467 h 311467"/>
                <a:gd name="connsiteX48" fmla="*/ 100013 w 353568"/>
                <a:gd name="connsiteY48" fmla="*/ 302038 h 311467"/>
                <a:gd name="connsiteX49" fmla="*/ 99060 w 353568"/>
                <a:gd name="connsiteY49" fmla="*/ 301371 h 311467"/>
                <a:gd name="connsiteX50" fmla="*/ 93440 w 353568"/>
                <a:gd name="connsiteY50" fmla="*/ 296418 h 311467"/>
                <a:gd name="connsiteX51" fmla="*/ 63818 w 353568"/>
                <a:gd name="connsiteY51" fmla="*/ 259842 h 311467"/>
                <a:gd name="connsiteX52" fmla="*/ 55436 w 353568"/>
                <a:gd name="connsiteY52" fmla="*/ 248317 h 311467"/>
                <a:gd name="connsiteX53" fmla="*/ 32385 w 353568"/>
                <a:gd name="connsiteY53" fmla="*/ 202692 h 311467"/>
                <a:gd name="connsiteX54" fmla="*/ 16859 w 353568"/>
                <a:gd name="connsiteY54" fmla="*/ 174498 h 311467"/>
                <a:gd name="connsiteX55" fmla="*/ 762 w 353568"/>
                <a:gd name="connsiteY55" fmla="*/ 139922 h 311467"/>
                <a:gd name="connsiteX56" fmla="*/ 571 w 353568"/>
                <a:gd name="connsiteY56" fmla="*/ 134779 h 311467"/>
                <a:gd name="connsiteX57" fmla="*/ 0 w 353568"/>
                <a:gd name="connsiteY57" fmla="*/ 97155 h 311467"/>
                <a:gd name="connsiteX58" fmla="*/ 667 w 353568"/>
                <a:gd name="connsiteY58" fmla="*/ 91249 h 311467"/>
                <a:gd name="connsiteX59" fmla="*/ 2000 w 353568"/>
                <a:gd name="connsiteY59" fmla="*/ 88106 h 311467"/>
                <a:gd name="connsiteX60" fmla="*/ 4572 w 353568"/>
                <a:gd name="connsiteY60" fmla="*/ 81629 h 311467"/>
                <a:gd name="connsiteX61" fmla="*/ 7620 w 353568"/>
                <a:gd name="connsiteY61" fmla="*/ 78581 h 311467"/>
                <a:gd name="connsiteX62" fmla="*/ 20860 w 353568"/>
                <a:gd name="connsiteY62" fmla="*/ 66103 h 311467"/>
                <a:gd name="connsiteX63" fmla="*/ 27527 w 353568"/>
                <a:gd name="connsiteY63" fmla="*/ 59912 h 311467"/>
                <a:gd name="connsiteX64" fmla="*/ 40291 w 353568"/>
                <a:gd name="connsiteY64" fmla="*/ 52959 h 311467"/>
                <a:gd name="connsiteX65" fmla="*/ 49911 w 353568"/>
                <a:gd name="connsiteY65" fmla="*/ 43910 h 311467"/>
                <a:gd name="connsiteX66" fmla="*/ 54959 w 353568"/>
                <a:gd name="connsiteY66" fmla="*/ 32671 h 311467"/>
                <a:gd name="connsiteX67" fmla="*/ 55626 w 353568"/>
                <a:gd name="connsiteY67" fmla="*/ 28194 h 311467"/>
                <a:gd name="connsiteX68" fmla="*/ 56388 w 353568"/>
                <a:gd name="connsiteY68" fmla="*/ 22479 h 311467"/>
                <a:gd name="connsiteX69" fmla="*/ 54959 w 353568"/>
                <a:gd name="connsiteY69" fmla="*/ 20288 h 311467"/>
                <a:gd name="connsiteX70" fmla="*/ 55054 w 353568"/>
                <a:gd name="connsiteY70" fmla="*/ 19717 h 311467"/>
                <a:gd name="connsiteX71" fmla="*/ 55054 w 353568"/>
                <a:gd name="connsiteY71" fmla="*/ 18859 h 311467"/>
                <a:gd name="connsiteX72" fmla="*/ 58293 w 353568"/>
                <a:gd name="connsiteY72" fmla="*/ 7239 h 311467"/>
                <a:gd name="connsiteX73" fmla="*/ 60103 w 353568"/>
                <a:gd name="connsiteY73" fmla="*/ 4953 h 311467"/>
                <a:gd name="connsiteX74" fmla="*/ 60960 w 353568"/>
                <a:gd name="connsiteY74" fmla="*/ 3715 h 311467"/>
                <a:gd name="connsiteX75" fmla="*/ 65913 w 353568"/>
                <a:gd name="connsiteY75" fmla="*/ 1429 h 311467"/>
                <a:gd name="connsiteX76" fmla="*/ 69152 w 353568"/>
                <a:gd name="connsiteY76" fmla="*/ 0 h 311467"/>
                <a:gd name="connsiteX77" fmla="*/ 111633 w 353568"/>
                <a:gd name="connsiteY77" fmla="*/ 95 h 311467"/>
                <a:gd name="connsiteX78" fmla="*/ 134017 w 353568"/>
                <a:gd name="connsiteY78" fmla="*/ 29908 h 311467"/>
                <a:gd name="connsiteX79" fmla="*/ 181928 w 353568"/>
                <a:gd name="connsiteY79" fmla="*/ 32099 h 31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353568" h="311467">
                  <a:moveTo>
                    <a:pt x="181928" y="32099"/>
                  </a:moveTo>
                  <a:lnTo>
                    <a:pt x="213074" y="46387"/>
                  </a:lnTo>
                  <a:lnTo>
                    <a:pt x="226314" y="55817"/>
                  </a:lnTo>
                  <a:lnTo>
                    <a:pt x="274034" y="103061"/>
                  </a:lnTo>
                  <a:lnTo>
                    <a:pt x="275558" y="106299"/>
                  </a:lnTo>
                  <a:lnTo>
                    <a:pt x="275939" y="107632"/>
                  </a:lnTo>
                  <a:lnTo>
                    <a:pt x="276225" y="108490"/>
                  </a:lnTo>
                  <a:lnTo>
                    <a:pt x="281369" y="130969"/>
                  </a:lnTo>
                  <a:lnTo>
                    <a:pt x="280226" y="132017"/>
                  </a:lnTo>
                  <a:lnTo>
                    <a:pt x="279082" y="132969"/>
                  </a:lnTo>
                  <a:lnTo>
                    <a:pt x="275177" y="137255"/>
                  </a:lnTo>
                  <a:lnTo>
                    <a:pt x="273272" y="141161"/>
                  </a:lnTo>
                  <a:lnTo>
                    <a:pt x="278225" y="153067"/>
                  </a:lnTo>
                  <a:lnTo>
                    <a:pt x="278797" y="153829"/>
                  </a:lnTo>
                  <a:lnTo>
                    <a:pt x="279273" y="154686"/>
                  </a:lnTo>
                  <a:lnTo>
                    <a:pt x="289179" y="162116"/>
                  </a:lnTo>
                  <a:lnTo>
                    <a:pt x="290417" y="163068"/>
                  </a:lnTo>
                  <a:lnTo>
                    <a:pt x="291274" y="163735"/>
                  </a:lnTo>
                  <a:lnTo>
                    <a:pt x="320612" y="160496"/>
                  </a:lnTo>
                  <a:lnTo>
                    <a:pt x="350234" y="156972"/>
                  </a:lnTo>
                  <a:lnTo>
                    <a:pt x="353568" y="197168"/>
                  </a:lnTo>
                  <a:lnTo>
                    <a:pt x="333185" y="201549"/>
                  </a:lnTo>
                  <a:lnTo>
                    <a:pt x="314897" y="207074"/>
                  </a:lnTo>
                  <a:lnTo>
                    <a:pt x="271653" y="209931"/>
                  </a:lnTo>
                  <a:lnTo>
                    <a:pt x="268700" y="209455"/>
                  </a:lnTo>
                  <a:lnTo>
                    <a:pt x="266890" y="209455"/>
                  </a:lnTo>
                  <a:lnTo>
                    <a:pt x="265652" y="209645"/>
                  </a:lnTo>
                  <a:lnTo>
                    <a:pt x="264414" y="209931"/>
                  </a:lnTo>
                  <a:lnTo>
                    <a:pt x="262985" y="210312"/>
                  </a:lnTo>
                  <a:lnTo>
                    <a:pt x="261176" y="210884"/>
                  </a:lnTo>
                  <a:lnTo>
                    <a:pt x="231457" y="221075"/>
                  </a:lnTo>
                  <a:lnTo>
                    <a:pt x="228600" y="222504"/>
                  </a:lnTo>
                  <a:lnTo>
                    <a:pt x="224790" y="224314"/>
                  </a:lnTo>
                  <a:lnTo>
                    <a:pt x="224219" y="224599"/>
                  </a:lnTo>
                  <a:lnTo>
                    <a:pt x="193357" y="262699"/>
                  </a:lnTo>
                  <a:lnTo>
                    <a:pt x="182308" y="311468"/>
                  </a:lnTo>
                  <a:lnTo>
                    <a:pt x="166497" y="307372"/>
                  </a:lnTo>
                  <a:lnTo>
                    <a:pt x="138208" y="304991"/>
                  </a:lnTo>
                  <a:lnTo>
                    <a:pt x="135731" y="304800"/>
                  </a:lnTo>
                  <a:lnTo>
                    <a:pt x="128302" y="304324"/>
                  </a:lnTo>
                  <a:lnTo>
                    <a:pt x="126682" y="304895"/>
                  </a:lnTo>
                  <a:lnTo>
                    <a:pt x="124301" y="306324"/>
                  </a:lnTo>
                  <a:lnTo>
                    <a:pt x="123539" y="306895"/>
                  </a:lnTo>
                  <a:lnTo>
                    <a:pt x="122682" y="307562"/>
                  </a:lnTo>
                  <a:lnTo>
                    <a:pt x="121444" y="307943"/>
                  </a:lnTo>
                  <a:lnTo>
                    <a:pt x="120205" y="307943"/>
                  </a:lnTo>
                  <a:lnTo>
                    <a:pt x="118777" y="307753"/>
                  </a:lnTo>
                  <a:lnTo>
                    <a:pt x="117253" y="307467"/>
                  </a:lnTo>
                  <a:lnTo>
                    <a:pt x="100013" y="302038"/>
                  </a:lnTo>
                  <a:lnTo>
                    <a:pt x="99060" y="301371"/>
                  </a:lnTo>
                  <a:lnTo>
                    <a:pt x="93440" y="296418"/>
                  </a:lnTo>
                  <a:lnTo>
                    <a:pt x="63818" y="259842"/>
                  </a:lnTo>
                  <a:lnTo>
                    <a:pt x="55436" y="248317"/>
                  </a:lnTo>
                  <a:lnTo>
                    <a:pt x="32385" y="202692"/>
                  </a:lnTo>
                  <a:lnTo>
                    <a:pt x="16859" y="174498"/>
                  </a:lnTo>
                  <a:lnTo>
                    <a:pt x="762" y="139922"/>
                  </a:lnTo>
                  <a:lnTo>
                    <a:pt x="571" y="134779"/>
                  </a:lnTo>
                  <a:lnTo>
                    <a:pt x="0" y="97155"/>
                  </a:lnTo>
                  <a:lnTo>
                    <a:pt x="667" y="91249"/>
                  </a:lnTo>
                  <a:lnTo>
                    <a:pt x="2000" y="88106"/>
                  </a:lnTo>
                  <a:lnTo>
                    <a:pt x="4572" y="81629"/>
                  </a:lnTo>
                  <a:lnTo>
                    <a:pt x="7620" y="78581"/>
                  </a:lnTo>
                  <a:lnTo>
                    <a:pt x="20860" y="66103"/>
                  </a:lnTo>
                  <a:lnTo>
                    <a:pt x="27527" y="59912"/>
                  </a:lnTo>
                  <a:lnTo>
                    <a:pt x="40291" y="52959"/>
                  </a:lnTo>
                  <a:lnTo>
                    <a:pt x="49911" y="43910"/>
                  </a:lnTo>
                  <a:lnTo>
                    <a:pt x="54959" y="32671"/>
                  </a:lnTo>
                  <a:lnTo>
                    <a:pt x="55626" y="28194"/>
                  </a:lnTo>
                  <a:lnTo>
                    <a:pt x="56388" y="22479"/>
                  </a:lnTo>
                  <a:lnTo>
                    <a:pt x="54959" y="20288"/>
                  </a:lnTo>
                  <a:lnTo>
                    <a:pt x="55054" y="19717"/>
                  </a:lnTo>
                  <a:lnTo>
                    <a:pt x="55054" y="18859"/>
                  </a:lnTo>
                  <a:lnTo>
                    <a:pt x="58293" y="7239"/>
                  </a:lnTo>
                  <a:lnTo>
                    <a:pt x="60103" y="4953"/>
                  </a:lnTo>
                  <a:lnTo>
                    <a:pt x="60960" y="3715"/>
                  </a:lnTo>
                  <a:lnTo>
                    <a:pt x="65913" y="1429"/>
                  </a:lnTo>
                  <a:lnTo>
                    <a:pt x="69152" y="0"/>
                  </a:lnTo>
                  <a:lnTo>
                    <a:pt x="111633" y="95"/>
                  </a:lnTo>
                  <a:lnTo>
                    <a:pt x="134017" y="29908"/>
                  </a:lnTo>
                  <a:lnTo>
                    <a:pt x="181928" y="3209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3" name="서울특별시 도봉구 창1동">
              <a:extLst>
                <a:ext uri="{FF2B5EF4-FFF2-40B4-BE49-F238E27FC236}">
                  <a16:creationId xmlns:a16="http://schemas.microsoft.com/office/drawing/2014/main" id="{3CF39FE3-9522-DF88-60D4-1B1252A50579}"/>
                </a:ext>
              </a:extLst>
            </p:cNvPr>
            <p:cNvSpPr/>
            <p:nvPr/>
          </p:nvSpPr>
          <p:spPr>
            <a:xfrm>
              <a:off x="7175658" y="1857375"/>
              <a:ext cx="322326" cy="227266"/>
            </a:xfrm>
            <a:custGeom>
              <a:avLst/>
              <a:gdLst>
                <a:gd name="connsiteX0" fmla="*/ 268796 w 322326"/>
                <a:gd name="connsiteY0" fmla="*/ 571 h 227266"/>
                <a:gd name="connsiteX1" fmla="*/ 322326 w 322326"/>
                <a:gd name="connsiteY1" fmla="*/ 117729 h 227266"/>
                <a:gd name="connsiteX2" fmla="*/ 310515 w 322326"/>
                <a:gd name="connsiteY2" fmla="*/ 118681 h 227266"/>
                <a:gd name="connsiteX3" fmla="*/ 263366 w 322326"/>
                <a:gd name="connsiteY3" fmla="*/ 181165 h 227266"/>
                <a:gd name="connsiteX4" fmla="*/ 233553 w 322326"/>
                <a:gd name="connsiteY4" fmla="*/ 227267 h 227266"/>
                <a:gd name="connsiteX5" fmla="*/ 217551 w 322326"/>
                <a:gd name="connsiteY5" fmla="*/ 221837 h 227266"/>
                <a:gd name="connsiteX6" fmla="*/ 212503 w 322326"/>
                <a:gd name="connsiteY6" fmla="*/ 220123 h 227266"/>
                <a:gd name="connsiteX7" fmla="*/ 209360 w 322326"/>
                <a:gd name="connsiteY7" fmla="*/ 217932 h 227266"/>
                <a:gd name="connsiteX8" fmla="*/ 207931 w 322326"/>
                <a:gd name="connsiteY8" fmla="*/ 214408 h 227266"/>
                <a:gd name="connsiteX9" fmla="*/ 195834 w 322326"/>
                <a:gd name="connsiteY9" fmla="*/ 164497 h 227266"/>
                <a:gd name="connsiteX10" fmla="*/ 184595 w 322326"/>
                <a:gd name="connsiteY10" fmla="*/ 140970 h 227266"/>
                <a:gd name="connsiteX11" fmla="*/ 118015 w 322326"/>
                <a:gd name="connsiteY11" fmla="*/ 96393 h 227266"/>
                <a:gd name="connsiteX12" fmla="*/ 0 w 322326"/>
                <a:gd name="connsiteY12" fmla="*/ 94012 h 227266"/>
                <a:gd name="connsiteX13" fmla="*/ 51911 w 322326"/>
                <a:gd name="connsiteY13" fmla="*/ 5810 h 227266"/>
                <a:gd name="connsiteX14" fmla="*/ 147352 w 322326"/>
                <a:gd name="connsiteY14" fmla="*/ 0 h 227266"/>
                <a:gd name="connsiteX15" fmla="*/ 202883 w 322326"/>
                <a:gd name="connsiteY15" fmla="*/ 8573 h 227266"/>
                <a:gd name="connsiteX16" fmla="*/ 212027 w 322326"/>
                <a:gd name="connsiteY16" fmla="*/ 10001 h 227266"/>
                <a:gd name="connsiteX17" fmla="*/ 214884 w 322326"/>
                <a:gd name="connsiteY17" fmla="*/ 10287 h 227266"/>
                <a:gd name="connsiteX18" fmla="*/ 218218 w 322326"/>
                <a:gd name="connsiteY18" fmla="*/ 10382 h 227266"/>
                <a:gd name="connsiteX19" fmla="*/ 222599 w 322326"/>
                <a:gd name="connsiteY19" fmla="*/ 10287 h 227266"/>
                <a:gd name="connsiteX20" fmla="*/ 226124 w 322326"/>
                <a:gd name="connsiteY20" fmla="*/ 10001 h 227266"/>
                <a:gd name="connsiteX21" fmla="*/ 229362 w 322326"/>
                <a:gd name="connsiteY21" fmla="*/ 9620 h 227266"/>
                <a:gd name="connsiteX22" fmla="*/ 232315 w 322326"/>
                <a:gd name="connsiteY22" fmla="*/ 8954 h 227266"/>
                <a:gd name="connsiteX23" fmla="*/ 234125 w 322326"/>
                <a:gd name="connsiteY23" fmla="*/ 8477 h 227266"/>
                <a:gd name="connsiteX24" fmla="*/ 268796 w 322326"/>
                <a:gd name="connsiteY24" fmla="*/ 571 h 22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2326" h="227266">
                  <a:moveTo>
                    <a:pt x="268796" y="571"/>
                  </a:moveTo>
                  <a:lnTo>
                    <a:pt x="322326" y="117729"/>
                  </a:lnTo>
                  <a:lnTo>
                    <a:pt x="310515" y="118681"/>
                  </a:lnTo>
                  <a:lnTo>
                    <a:pt x="263366" y="181165"/>
                  </a:lnTo>
                  <a:lnTo>
                    <a:pt x="233553" y="227267"/>
                  </a:lnTo>
                  <a:lnTo>
                    <a:pt x="217551" y="221837"/>
                  </a:lnTo>
                  <a:lnTo>
                    <a:pt x="212503" y="220123"/>
                  </a:lnTo>
                  <a:lnTo>
                    <a:pt x="209360" y="217932"/>
                  </a:lnTo>
                  <a:lnTo>
                    <a:pt x="207931" y="214408"/>
                  </a:lnTo>
                  <a:lnTo>
                    <a:pt x="195834" y="164497"/>
                  </a:lnTo>
                  <a:lnTo>
                    <a:pt x="184595" y="140970"/>
                  </a:lnTo>
                  <a:lnTo>
                    <a:pt x="118015" y="96393"/>
                  </a:lnTo>
                  <a:lnTo>
                    <a:pt x="0" y="94012"/>
                  </a:lnTo>
                  <a:lnTo>
                    <a:pt x="51911" y="5810"/>
                  </a:lnTo>
                  <a:lnTo>
                    <a:pt x="147352" y="0"/>
                  </a:lnTo>
                  <a:lnTo>
                    <a:pt x="202883" y="8573"/>
                  </a:lnTo>
                  <a:lnTo>
                    <a:pt x="212027" y="10001"/>
                  </a:lnTo>
                  <a:lnTo>
                    <a:pt x="214884" y="10287"/>
                  </a:lnTo>
                  <a:lnTo>
                    <a:pt x="218218" y="10382"/>
                  </a:lnTo>
                  <a:lnTo>
                    <a:pt x="222599" y="10287"/>
                  </a:lnTo>
                  <a:lnTo>
                    <a:pt x="226124" y="10001"/>
                  </a:lnTo>
                  <a:lnTo>
                    <a:pt x="229362" y="9620"/>
                  </a:lnTo>
                  <a:lnTo>
                    <a:pt x="232315" y="8954"/>
                  </a:lnTo>
                  <a:lnTo>
                    <a:pt x="234125" y="8477"/>
                  </a:lnTo>
                  <a:lnTo>
                    <a:pt x="268796" y="57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4" name="서울특별시 도봉구 창2동">
              <a:extLst>
                <a:ext uri="{FF2B5EF4-FFF2-40B4-BE49-F238E27FC236}">
                  <a16:creationId xmlns:a16="http://schemas.microsoft.com/office/drawing/2014/main" id="{A57A9570-A52D-832F-DBBC-4BE7B87D59D6}"/>
                </a:ext>
              </a:extLst>
            </p:cNvPr>
            <p:cNvSpPr/>
            <p:nvPr/>
          </p:nvSpPr>
          <p:spPr>
            <a:xfrm>
              <a:off x="7127843" y="1951386"/>
              <a:ext cx="232409" cy="174402"/>
            </a:xfrm>
            <a:custGeom>
              <a:avLst/>
              <a:gdLst>
                <a:gd name="connsiteX0" fmla="*/ 232410 w 232409"/>
                <a:gd name="connsiteY0" fmla="*/ 46958 h 174402"/>
                <a:gd name="connsiteX1" fmla="*/ 213741 w 232409"/>
                <a:gd name="connsiteY1" fmla="*/ 58007 h 174402"/>
                <a:gd name="connsiteX2" fmla="*/ 211550 w 232409"/>
                <a:gd name="connsiteY2" fmla="*/ 59531 h 174402"/>
                <a:gd name="connsiteX3" fmla="*/ 207074 w 232409"/>
                <a:gd name="connsiteY3" fmla="*/ 62770 h 174402"/>
                <a:gd name="connsiteX4" fmla="*/ 148114 w 232409"/>
                <a:gd name="connsiteY4" fmla="*/ 124968 h 174402"/>
                <a:gd name="connsiteX5" fmla="*/ 101632 w 232409"/>
                <a:gd name="connsiteY5" fmla="*/ 174403 h 174402"/>
                <a:gd name="connsiteX6" fmla="*/ 95346 w 232409"/>
                <a:gd name="connsiteY6" fmla="*/ 172593 h 174402"/>
                <a:gd name="connsiteX7" fmla="*/ 91535 w 232409"/>
                <a:gd name="connsiteY7" fmla="*/ 171640 h 174402"/>
                <a:gd name="connsiteX8" fmla="*/ 88202 w 232409"/>
                <a:gd name="connsiteY8" fmla="*/ 170878 h 174402"/>
                <a:gd name="connsiteX9" fmla="*/ 85154 w 232409"/>
                <a:gd name="connsiteY9" fmla="*/ 170117 h 174402"/>
                <a:gd name="connsiteX10" fmla="*/ 84582 w 232409"/>
                <a:gd name="connsiteY10" fmla="*/ 169831 h 174402"/>
                <a:gd name="connsiteX11" fmla="*/ 74867 w 232409"/>
                <a:gd name="connsiteY11" fmla="*/ 165544 h 174402"/>
                <a:gd name="connsiteX12" fmla="*/ 69818 w 232409"/>
                <a:gd name="connsiteY12" fmla="*/ 161449 h 174402"/>
                <a:gd name="connsiteX13" fmla="*/ 68771 w 232409"/>
                <a:gd name="connsiteY13" fmla="*/ 159925 h 174402"/>
                <a:gd name="connsiteX14" fmla="*/ 66485 w 232409"/>
                <a:gd name="connsiteY14" fmla="*/ 156877 h 174402"/>
                <a:gd name="connsiteX15" fmla="*/ 63913 w 232409"/>
                <a:gd name="connsiteY15" fmla="*/ 150971 h 174402"/>
                <a:gd name="connsiteX16" fmla="*/ 62960 w 232409"/>
                <a:gd name="connsiteY16" fmla="*/ 148780 h 174402"/>
                <a:gd name="connsiteX17" fmla="*/ 62294 w 232409"/>
                <a:gd name="connsiteY17" fmla="*/ 147256 h 174402"/>
                <a:gd name="connsiteX18" fmla="*/ 61722 w 232409"/>
                <a:gd name="connsiteY18" fmla="*/ 146018 h 174402"/>
                <a:gd name="connsiteX19" fmla="*/ 57912 w 232409"/>
                <a:gd name="connsiteY19" fmla="*/ 136969 h 174402"/>
                <a:gd name="connsiteX20" fmla="*/ 56864 w 232409"/>
                <a:gd name="connsiteY20" fmla="*/ 134588 h 174402"/>
                <a:gd name="connsiteX21" fmla="*/ 55341 w 232409"/>
                <a:gd name="connsiteY21" fmla="*/ 130969 h 174402"/>
                <a:gd name="connsiteX22" fmla="*/ 54578 w 232409"/>
                <a:gd name="connsiteY22" fmla="*/ 129064 h 174402"/>
                <a:gd name="connsiteX23" fmla="*/ 50102 w 232409"/>
                <a:gd name="connsiteY23" fmla="*/ 118110 h 174402"/>
                <a:gd name="connsiteX24" fmla="*/ 49721 w 232409"/>
                <a:gd name="connsiteY24" fmla="*/ 117348 h 174402"/>
                <a:gd name="connsiteX25" fmla="*/ 49244 w 232409"/>
                <a:gd name="connsiteY25" fmla="*/ 116110 h 174402"/>
                <a:gd name="connsiteX26" fmla="*/ 44673 w 232409"/>
                <a:gd name="connsiteY26" fmla="*/ 106490 h 174402"/>
                <a:gd name="connsiteX27" fmla="*/ 42005 w 232409"/>
                <a:gd name="connsiteY27" fmla="*/ 100870 h 174402"/>
                <a:gd name="connsiteX28" fmla="*/ 39529 w 232409"/>
                <a:gd name="connsiteY28" fmla="*/ 96869 h 174402"/>
                <a:gd name="connsiteX29" fmla="*/ 38100 w 232409"/>
                <a:gd name="connsiteY29" fmla="*/ 94583 h 174402"/>
                <a:gd name="connsiteX30" fmla="*/ 37719 w 232409"/>
                <a:gd name="connsiteY30" fmla="*/ 94012 h 174402"/>
                <a:gd name="connsiteX31" fmla="*/ 33338 w 232409"/>
                <a:gd name="connsiteY31" fmla="*/ 88392 h 174402"/>
                <a:gd name="connsiteX32" fmla="*/ 26384 w 232409"/>
                <a:gd name="connsiteY32" fmla="*/ 82867 h 174402"/>
                <a:gd name="connsiteX33" fmla="*/ 17336 w 232409"/>
                <a:gd name="connsiteY33" fmla="*/ 76486 h 174402"/>
                <a:gd name="connsiteX34" fmla="*/ 15716 w 232409"/>
                <a:gd name="connsiteY34" fmla="*/ 75438 h 174402"/>
                <a:gd name="connsiteX35" fmla="*/ 7620 w 232409"/>
                <a:gd name="connsiteY35" fmla="*/ 70390 h 174402"/>
                <a:gd name="connsiteX36" fmla="*/ 0 w 232409"/>
                <a:gd name="connsiteY36" fmla="*/ 66199 h 174402"/>
                <a:gd name="connsiteX37" fmla="*/ 2762 w 232409"/>
                <a:gd name="connsiteY37" fmla="*/ 63627 h 174402"/>
                <a:gd name="connsiteX38" fmla="*/ 47815 w 232409"/>
                <a:gd name="connsiteY38" fmla="*/ 0 h 174402"/>
                <a:gd name="connsiteX39" fmla="*/ 165830 w 232409"/>
                <a:gd name="connsiteY39" fmla="*/ 2381 h 174402"/>
                <a:gd name="connsiteX40" fmla="*/ 232410 w 232409"/>
                <a:gd name="connsiteY40" fmla="*/ 46958 h 1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32409" h="174402">
                  <a:moveTo>
                    <a:pt x="232410" y="46958"/>
                  </a:moveTo>
                  <a:lnTo>
                    <a:pt x="213741" y="58007"/>
                  </a:lnTo>
                  <a:lnTo>
                    <a:pt x="211550" y="59531"/>
                  </a:lnTo>
                  <a:lnTo>
                    <a:pt x="207074" y="62770"/>
                  </a:lnTo>
                  <a:lnTo>
                    <a:pt x="148114" y="124968"/>
                  </a:lnTo>
                  <a:lnTo>
                    <a:pt x="101632" y="174403"/>
                  </a:lnTo>
                  <a:lnTo>
                    <a:pt x="95346" y="172593"/>
                  </a:lnTo>
                  <a:lnTo>
                    <a:pt x="91535" y="171640"/>
                  </a:lnTo>
                  <a:lnTo>
                    <a:pt x="88202" y="170878"/>
                  </a:lnTo>
                  <a:lnTo>
                    <a:pt x="85154" y="170117"/>
                  </a:lnTo>
                  <a:lnTo>
                    <a:pt x="84582" y="169831"/>
                  </a:lnTo>
                  <a:lnTo>
                    <a:pt x="74867" y="165544"/>
                  </a:lnTo>
                  <a:lnTo>
                    <a:pt x="69818" y="161449"/>
                  </a:lnTo>
                  <a:lnTo>
                    <a:pt x="68771" y="159925"/>
                  </a:lnTo>
                  <a:lnTo>
                    <a:pt x="66485" y="156877"/>
                  </a:lnTo>
                  <a:lnTo>
                    <a:pt x="63913" y="150971"/>
                  </a:lnTo>
                  <a:lnTo>
                    <a:pt x="62960" y="148780"/>
                  </a:lnTo>
                  <a:lnTo>
                    <a:pt x="62294" y="147256"/>
                  </a:lnTo>
                  <a:lnTo>
                    <a:pt x="61722" y="146018"/>
                  </a:lnTo>
                  <a:lnTo>
                    <a:pt x="57912" y="136969"/>
                  </a:lnTo>
                  <a:lnTo>
                    <a:pt x="56864" y="134588"/>
                  </a:lnTo>
                  <a:lnTo>
                    <a:pt x="55341" y="130969"/>
                  </a:lnTo>
                  <a:lnTo>
                    <a:pt x="54578" y="129064"/>
                  </a:lnTo>
                  <a:lnTo>
                    <a:pt x="50102" y="118110"/>
                  </a:lnTo>
                  <a:lnTo>
                    <a:pt x="49721" y="117348"/>
                  </a:lnTo>
                  <a:lnTo>
                    <a:pt x="49244" y="116110"/>
                  </a:lnTo>
                  <a:lnTo>
                    <a:pt x="44673" y="106490"/>
                  </a:lnTo>
                  <a:lnTo>
                    <a:pt x="42005" y="100870"/>
                  </a:lnTo>
                  <a:lnTo>
                    <a:pt x="39529" y="96869"/>
                  </a:lnTo>
                  <a:lnTo>
                    <a:pt x="38100" y="94583"/>
                  </a:lnTo>
                  <a:lnTo>
                    <a:pt x="37719" y="94012"/>
                  </a:lnTo>
                  <a:lnTo>
                    <a:pt x="33338" y="88392"/>
                  </a:lnTo>
                  <a:lnTo>
                    <a:pt x="26384" y="82867"/>
                  </a:lnTo>
                  <a:lnTo>
                    <a:pt x="17336" y="76486"/>
                  </a:lnTo>
                  <a:lnTo>
                    <a:pt x="15716" y="75438"/>
                  </a:lnTo>
                  <a:lnTo>
                    <a:pt x="7620" y="70390"/>
                  </a:lnTo>
                  <a:lnTo>
                    <a:pt x="0" y="66199"/>
                  </a:lnTo>
                  <a:lnTo>
                    <a:pt x="2762" y="63627"/>
                  </a:lnTo>
                  <a:lnTo>
                    <a:pt x="47815" y="0"/>
                  </a:lnTo>
                  <a:lnTo>
                    <a:pt x="165830" y="2381"/>
                  </a:lnTo>
                  <a:lnTo>
                    <a:pt x="232410" y="4695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5" name="서울특별시 도봉구 창3동">
              <a:extLst>
                <a:ext uri="{FF2B5EF4-FFF2-40B4-BE49-F238E27FC236}">
                  <a16:creationId xmlns:a16="http://schemas.microsoft.com/office/drawing/2014/main" id="{159B96C8-7A35-C8F1-B777-A317A25360F2}"/>
                </a:ext>
              </a:extLst>
            </p:cNvPr>
            <p:cNvSpPr/>
            <p:nvPr/>
          </p:nvSpPr>
          <p:spPr>
            <a:xfrm>
              <a:off x="7229475" y="1998345"/>
              <a:ext cx="179736" cy="229076"/>
            </a:xfrm>
            <a:custGeom>
              <a:avLst/>
              <a:gdLst>
                <a:gd name="connsiteX0" fmla="*/ 179737 w 179736"/>
                <a:gd name="connsiteY0" fmla="*/ 86296 h 229076"/>
                <a:gd name="connsiteX1" fmla="*/ 164497 w 179736"/>
                <a:gd name="connsiteY1" fmla="*/ 110299 h 229076"/>
                <a:gd name="connsiteX2" fmla="*/ 160591 w 179736"/>
                <a:gd name="connsiteY2" fmla="*/ 116586 h 229076"/>
                <a:gd name="connsiteX3" fmla="*/ 155448 w 179736"/>
                <a:gd name="connsiteY3" fmla="*/ 127825 h 229076"/>
                <a:gd name="connsiteX4" fmla="*/ 153829 w 179736"/>
                <a:gd name="connsiteY4" fmla="*/ 144209 h 229076"/>
                <a:gd name="connsiteX5" fmla="*/ 153734 w 179736"/>
                <a:gd name="connsiteY5" fmla="*/ 144875 h 229076"/>
                <a:gd name="connsiteX6" fmla="*/ 137541 w 179736"/>
                <a:gd name="connsiteY6" fmla="*/ 186690 h 229076"/>
                <a:gd name="connsiteX7" fmla="*/ 135922 w 179736"/>
                <a:gd name="connsiteY7" fmla="*/ 189929 h 229076"/>
                <a:gd name="connsiteX8" fmla="*/ 128492 w 179736"/>
                <a:gd name="connsiteY8" fmla="*/ 196405 h 229076"/>
                <a:gd name="connsiteX9" fmla="*/ 117157 w 179736"/>
                <a:gd name="connsiteY9" fmla="*/ 203359 h 229076"/>
                <a:gd name="connsiteX10" fmla="*/ 91440 w 179736"/>
                <a:gd name="connsiteY10" fmla="*/ 229076 h 229076"/>
                <a:gd name="connsiteX11" fmla="*/ 36957 w 179736"/>
                <a:gd name="connsiteY11" fmla="*/ 181356 h 229076"/>
                <a:gd name="connsiteX12" fmla="*/ 0 w 179736"/>
                <a:gd name="connsiteY12" fmla="*/ 127444 h 229076"/>
                <a:gd name="connsiteX13" fmla="*/ 46482 w 179736"/>
                <a:gd name="connsiteY13" fmla="*/ 78010 h 229076"/>
                <a:gd name="connsiteX14" fmla="*/ 105442 w 179736"/>
                <a:gd name="connsiteY14" fmla="*/ 15811 h 229076"/>
                <a:gd name="connsiteX15" fmla="*/ 109918 w 179736"/>
                <a:gd name="connsiteY15" fmla="*/ 12573 h 229076"/>
                <a:gd name="connsiteX16" fmla="*/ 112109 w 179736"/>
                <a:gd name="connsiteY16" fmla="*/ 11049 h 229076"/>
                <a:gd name="connsiteX17" fmla="*/ 130778 w 179736"/>
                <a:gd name="connsiteY17" fmla="*/ 0 h 229076"/>
                <a:gd name="connsiteX18" fmla="*/ 142018 w 179736"/>
                <a:gd name="connsiteY18" fmla="*/ 23527 h 229076"/>
                <a:gd name="connsiteX19" fmla="*/ 154114 w 179736"/>
                <a:gd name="connsiteY19" fmla="*/ 73438 h 229076"/>
                <a:gd name="connsiteX20" fmla="*/ 155543 w 179736"/>
                <a:gd name="connsiteY20" fmla="*/ 76962 h 229076"/>
                <a:gd name="connsiteX21" fmla="*/ 158686 w 179736"/>
                <a:gd name="connsiteY21" fmla="*/ 79153 h 229076"/>
                <a:gd name="connsiteX22" fmla="*/ 163735 w 179736"/>
                <a:gd name="connsiteY22" fmla="*/ 80867 h 229076"/>
                <a:gd name="connsiteX23" fmla="*/ 179737 w 179736"/>
                <a:gd name="connsiteY23" fmla="*/ 86296 h 22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9736" h="229076">
                  <a:moveTo>
                    <a:pt x="179737" y="86296"/>
                  </a:moveTo>
                  <a:lnTo>
                    <a:pt x="164497" y="110299"/>
                  </a:lnTo>
                  <a:lnTo>
                    <a:pt x="160591" y="116586"/>
                  </a:lnTo>
                  <a:lnTo>
                    <a:pt x="155448" y="127825"/>
                  </a:lnTo>
                  <a:lnTo>
                    <a:pt x="153829" y="144209"/>
                  </a:lnTo>
                  <a:lnTo>
                    <a:pt x="153734" y="144875"/>
                  </a:lnTo>
                  <a:lnTo>
                    <a:pt x="137541" y="186690"/>
                  </a:lnTo>
                  <a:lnTo>
                    <a:pt x="135922" y="189929"/>
                  </a:lnTo>
                  <a:lnTo>
                    <a:pt x="128492" y="196405"/>
                  </a:lnTo>
                  <a:lnTo>
                    <a:pt x="117157" y="203359"/>
                  </a:lnTo>
                  <a:lnTo>
                    <a:pt x="91440" y="229076"/>
                  </a:lnTo>
                  <a:lnTo>
                    <a:pt x="36957" y="181356"/>
                  </a:lnTo>
                  <a:lnTo>
                    <a:pt x="0" y="127444"/>
                  </a:lnTo>
                  <a:lnTo>
                    <a:pt x="46482" y="78010"/>
                  </a:lnTo>
                  <a:lnTo>
                    <a:pt x="105442" y="15811"/>
                  </a:lnTo>
                  <a:lnTo>
                    <a:pt x="109918" y="12573"/>
                  </a:lnTo>
                  <a:lnTo>
                    <a:pt x="112109" y="11049"/>
                  </a:lnTo>
                  <a:lnTo>
                    <a:pt x="130778" y="0"/>
                  </a:lnTo>
                  <a:lnTo>
                    <a:pt x="142018" y="23527"/>
                  </a:lnTo>
                  <a:lnTo>
                    <a:pt x="154114" y="73438"/>
                  </a:lnTo>
                  <a:lnTo>
                    <a:pt x="155543" y="76962"/>
                  </a:lnTo>
                  <a:lnTo>
                    <a:pt x="158686" y="79153"/>
                  </a:lnTo>
                  <a:lnTo>
                    <a:pt x="163735" y="80867"/>
                  </a:lnTo>
                  <a:lnTo>
                    <a:pt x="179737" y="8629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6" name="서울특별시 도봉구 창4동">
              <a:extLst>
                <a:ext uri="{FF2B5EF4-FFF2-40B4-BE49-F238E27FC236}">
                  <a16:creationId xmlns:a16="http://schemas.microsoft.com/office/drawing/2014/main" id="{4A660C6C-E20B-1A86-44D8-0DD885922570}"/>
                </a:ext>
              </a:extLst>
            </p:cNvPr>
            <p:cNvSpPr/>
            <p:nvPr/>
          </p:nvSpPr>
          <p:spPr>
            <a:xfrm>
              <a:off x="7377112" y="1669922"/>
              <a:ext cx="205073" cy="387858"/>
            </a:xfrm>
            <a:custGeom>
              <a:avLst/>
              <a:gdLst>
                <a:gd name="connsiteX0" fmla="*/ 126302 w 205073"/>
                <a:gd name="connsiteY0" fmla="*/ 24956 h 387858"/>
                <a:gd name="connsiteX1" fmla="*/ 142399 w 205073"/>
                <a:gd name="connsiteY1" fmla="*/ 70199 h 387858"/>
                <a:gd name="connsiteX2" fmla="*/ 174022 w 205073"/>
                <a:gd name="connsiteY2" fmla="*/ 136874 h 387858"/>
                <a:gd name="connsiteX3" fmla="*/ 174498 w 205073"/>
                <a:gd name="connsiteY3" fmla="*/ 163354 h 387858"/>
                <a:gd name="connsiteX4" fmla="*/ 174689 w 205073"/>
                <a:gd name="connsiteY4" fmla="*/ 172021 h 387858"/>
                <a:gd name="connsiteX5" fmla="*/ 174879 w 205073"/>
                <a:gd name="connsiteY5" fmla="*/ 179356 h 387858"/>
                <a:gd name="connsiteX6" fmla="*/ 174974 w 205073"/>
                <a:gd name="connsiteY6" fmla="*/ 181165 h 387858"/>
                <a:gd name="connsiteX7" fmla="*/ 175070 w 205073"/>
                <a:gd name="connsiteY7" fmla="*/ 182785 h 387858"/>
                <a:gd name="connsiteX8" fmla="*/ 176022 w 205073"/>
                <a:gd name="connsiteY8" fmla="*/ 201263 h 387858"/>
                <a:gd name="connsiteX9" fmla="*/ 177260 w 205073"/>
                <a:gd name="connsiteY9" fmla="*/ 210693 h 387858"/>
                <a:gd name="connsiteX10" fmla="*/ 178118 w 205073"/>
                <a:gd name="connsiteY10" fmla="*/ 214408 h 387858"/>
                <a:gd name="connsiteX11" fmla="*/ 178498 w 205073"/>
                <a:gd name="connsiteY11" fmla="*/ 216122 h 387858"/>
                <a:gd name="connsiteX12" fmla="*/ 180404 w 205073"/>
                <a:gd name="connsiteY12" fmla="*/ 224123 h 387858"/>
                <a:gd name="connsiteX13" fmla="*/ 182213 w 205073"/>
                <a:gd name="connsiteY13" fmla="*/ 227648 h 387858"/>
                <a:gd name="connsiteX14" fmla="*/ 185642 w 205073"/>
                <a:gd name="connsiteY14" fmla="*/ 234506 h 387858"/>
                <a:gd name="connsiteX15" fmla="*/ 189643 w 205073"/>
                <a:gd name="connsiteY15" fmla="*/ 242316 h 387858"/>
                <a:gd name="connsiteX16" fmla="*/ 192691 w 205073"/>
                <a:gd name="connsiteY16" fmla="*/ 248317 h 387858"/>
                <a:gd name="connsiteX17" fmla="*/ 194786 w 205073"/>
                <a:gd name="connsiteY17" fmla="*/ 255175 h 387858"/>
                <a:gd name="connsiteX18" fmla="*/ 197453 w 205073"/>
                <a:gd name="connsiteY18" fmla="*/ 264033 h 387858"/>
                <a:gd name="connsiteX19" fmla="*/ 199358 w 205073"/>
                <a:gd name="connsiteY19" fmla="*/ 270510 h 387858"/>
                <a:gd name="connsiteX20" fmla="*/ 205074 w 205073"/>
                <a:gd name="connsiteY20" fmla="*/ 291179 h 387858"/>
                <a:gd name="connsiteX21" fmla="*/ 202120 w 205073"/>
                <a:gd name="connsiteY21" fmla="*/ 303181 h 387858"/>
                <a:gd name="connsiteX22" fmla="*/ 190214 w 205073"/>
                <a:gd name="connsiteY22" fmla="*/ 369856 h 387858"/>
                <a:gd name="connsiteX23" fmla="*/ 187738 w 205073"/>
                <a:gd name="connsiteY23" fmla="*/ 385572 h 387858"/>
                <a:gd name="connsiteX24" fmla="*/ 177451 w 205073"/>
                <a:gd name="connsiteY24" fmla="*/ 387763 h 387858"/>
                <a:gd name="connsiteX25" fmla="*/ 175736 w 205073"/>
                <a:gd name="connsiteY25" fmla="*/ 387858 h 387858"/>
                <a:gd name="connsiteX26" fmla="*/ 174212 w 205073"/>
                <a:gd name="connsiteY26" fmla="*/ 387477 h 387858"/>
                <a:gd name="connsiteX27" fmla="*/ 173069 w 205073"/>
                <a:gd name="connsiteY27" fmla="*/ 387191 h 387858"/>
                <a:gd name="connsiteX28" fmla="*/ 170879 w 205073"/>
                <a:gd name="connsiteY28" fmla="*/ 385953 h 387858"/>
                <a:gd name="connsiteX29" fmla="*/ 163830 w 205073"/>
                <a:gd name="connsiteY29" fmla="*/ 380619 h 387858"/>
                <a:gd name="connsiteX30" fmla="*/ 159448 w 205073"/>
                <a:gd name="connsiteY30" fmla="*/ 377000 h 387858"/>
                <a:gd name="connsiteX31" fmla="*/ 156305 w 205073"/>
                <a:gd name="connsiteY31" fmla="*/ 374047 h 387858"/>
                <a:gd name="connsiteX32" fmla="*/ 150686 w 205073"/>
                <a:gd name="connsiteY32" fmla="*/ 367570 h 387858"/>
                <a:gd name="connsiteX33" fmla="*/ 145637 w 205073"/>
                <a:gd name="connsiteY33" fmla="*/ 361474 h 387858"/>
                <a:gd name="connsiteX34" fmla="*/ 140494 w 205073"/>
                <a:gd name="connsiteY34" fmla="*/ 352330 h 387858"/>
                <a:gd name="connsiteX35" fmla="*/ 138970 w 205073"/>
                <a:gd name="connsiteY35" fmla="*/ 348901 h 387858"/>
                <a:gd name="connsiteX36" fmla="*/ 121063 w 205073"/>
                <a:gd name="connsiteY36" fmla="*/ 305848 h 387858"/>
                <a:gd name="connsiteX37" fmla="*/ 120872 w 205073"/>
                <a:gd name="connsiteY37" fmla="*/ 305181 h 387858"/>
                <a:gd name="connsiteX38" fmla="*/ 67342 w 205073"/>
                <a:gd name="connsiteY38" fmla="*/ 188023 h 387858"/>
                <a:gd name="connsiteX39" fmla="*/ 67056 w 205073"/>
                <a:gd name="connsiteY39" fmla="*/ 187357 h 387858"/>
                <a:gd name="connsiteX40" fmla="*/ 49054 w 205073"/>
                <a:gd name="connsiteY40" fmla="*/ 147447 h 387858"/>
                <a:gd name="connsiteX41" fmla="*/ 47149 w 205073"/>
                <a:gd name="connsiteY41" fmla="*/ 142780 h 387858"/>
                <a:gd name="connsiteX42" fmla="*/ 44005 w 205073"/>
                <a:gd name="connsiteY42" fmla="*/ 135065 h 387858"/>
                <a:gd name="connsiteX43" fmla="*/ 40005 w 205073"/>
                <a:gd name="connsiteY43" fmla="*/ 125349 h 387858"/>
                <a:gd name="connsiteX44" fmla="*/ 35623 w 205073"/>
                <a:gd name="connsiteY44" fmla="*/ 114395 h 387858"/>
                <a:gd name="connsiteX45" fmla="*/ 31623 w 205073"/>
                <a:gd name="connsiteY45" fmla="*/ 104585 h 387858"/>
                <a:gd name="connsiteX46" fmla="*/ 31242 w 205073"/>
                <a:gd name="connsiteY46" fmla="*/ 103727 h 387858"/>
                <a:gd name="connsiteX47" fmla="*/ 23146 w 205073"/>
                <a:gd name="connsiteY47" fmla="*/ 84487 h 387858"/>
                <a:gd name="connsiteX48" fmla="*/ 19526 w 205073"/>
                <a:gd name="connsiteY48" fmla="*/ 76010 h 387858"/>
                <a:gd name="connsiteX49" fmla="*/ 18383 w 205073"/>
                <a:gd name="connsiteY49" fmla="*/ 73152 h 387858"/>
                <a:gd name="connsiteX50" fmla="*/ 12859 w 205073"/>
                <a:gd name="connsiteY50" fmla="*/ 65246 h 387858"/>
                <a:gd name="connsiteX51" fmla="*/ 0 w 205073"/>
                <a:gd name="connsiteY51" fmla="*/ 0 h 387858"/>
                <a:gd name="connsiteX52" fmla="*/ 126302 w 205073"/>
                <a:gd name="connsiteY52" fmla="*/ 24956 h 3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05073" h="387858">
                  <a:moveTo>
                    <a:pt x="126302" y="24956"/>
                  </a:moveTo>
                  <a:lnTo>
                    <a:pt x="142399" y="70199"/>
                  </a:lnTo>
                  <a:lnTo>
                    <a:pt x="174022" y="136874"/>
                  </a:lnTo>
                  <a:lnTo>
                    <a:pt x="174498" y="163354"/>
                  </a:lnTo>
                  <a:lnTo>
                    <a:pt x="174689" y="172021"/>
                  </a:lnTo>
                  <a:lnTo>
                    <a:pt x="174879" y="179356"/>
                  </a:lnTo>
                  <a:lnTo>
                    <a:pt x="174974" y="181165"/>
                  </a:lnTo>
                  <a:lnTo>
                    <a:pt x="175070" y="182785"/>
                  </a:lnTo>
                  <a:lnTo>
                    <a:pt x="176022" y="201263"/>
                  </a:lnTo>
                  <a:lnTo>
                    <a:pt x="177260" y="210693"/>
                  </a:lnTo>
                  <a:lnTo>
                    <a:pt x="178118" y="214408"/>
                  </a:lnTo>
                  <a:lnTo>
                    <a:pt x="178498" y="216122"/>
                  </a:lnTo>
                  <a:lnTo>
                    <a:pt x="180404" y="224123"/>
                  </a:lnTo>
                  <a:lnTo>
                    <a:pt x="182213" y="227648"/>
                  </a:lnTo>
                  <a:lnTo>
                    <a:pt x="185642" y="234506"/>
                  </a:lnTo>
                  <a:lnTo>
                    <a:pt x="189643" y="242316"/>
                  </a:lnTo>
                  <a:lnTo>
                    <a:pt x="192691" y="248317"/>
                  </a:lnTo>
                  <a:lnTo>
                    <a:pt x="194786" y="255175"/>
                  </a:lnTo>
                  <a:lnTo>
                    <a:pt x="197453" y="264033"/>
                  </a:lnTo>
                  <a:lnTo>
                    <a:pt x="199358" y="270510"/>
                  </a:lnTo>
                  <a:lnTo>
                    <a:pt x="205074" y="291179"/>
                  </a:lnTo>
                  <a:lnTo>
                    <a:pt x="202120" y="303181"/>
                  </a:lnTo>
                  <a:lnTo>
                    <a:pt x="190214" y="369856"/>
                  </a:lnTo>
                  <a:lnTo>
                    <a:pt x="187738" y="385572"/>
                  </a:lnTo>
                  <a:lnTo>
                    <a:pt x="177451" y="387763"/>
                  </a:lnTo>
                  <a:lnTo>
                    <a:pt x="175736" y="387858"/>
                  </a:lnTo>
                  <a:lnTo>
                    <a:pt x="174212" y="387477"/>
                  </a:lnTo>
                  <a:lnTo>
                    <a:pt x="173069" y="387191"/>
                  </a:lnTo>
                  <a:lnTo>
                    <a:pt x="170879" y="385953"/>
                  </a:lnTo>
                  <a:lnTo>
                    <a:pt x="163830" y="380619"/>
                  </a:lnTo>
                  <a:lnTo>
                    <a:pt x="159448" y="377000"/>
                  </a:lnTo>
                  <a:lnTo>
                    <a:pt x="156305" y="374047"/>
                  </a:lnTo>
                  <a:lnTo>
                    <a:pt x="150686" y="367570"/>
                  </a:lnTo>
                  <a:lnTo>
                    <a:pt x="145637" y="361474"/>
                  </a:lnTo>
                  <a:lnTo>
                    <a:pt x="140494" y="352330"/>
                  </a:lnTo>
                  <a:lnTo>
                    <a:pt x="138970" y="348901"/>
                  </a:lnTo>
                  <a:lnTo>
                    <a:pt x="121063" y="305848"/>
                  </a:lnTo>
                  <a:lnTo>
                    <a:pt x="120872" y="305181"/>
                  </a:lnTo>
                  <a:lnTo>
                    <a:pt x="67342" y="188023"/>
                  </a:lnTo>
                  <a:lnTo>
                    <a:pt x="67056" y="187357"/>
                  </a:lnTo>
                  <a:lnTo>
                    <a:pt x="49054" y="147447"/>
                  </a:lnTo>
                  <a:lnTo>
                    <a:pt x="47149" y="142780"/>
                  </a:lnTo>
                  <a:lnTo>
                    <a:pt x="44005" y="135065"/>
                  </a:lnTo>
                  <a:lnTo>
                    <a:pt x="40005" y="125349"/>
                  </a:lnTo>
                  <a:lnTo>
                    <a:pt x="35623" y="114395"/>
                  </a:lnTo>
                  <a:lnTo>
                    <a:pt x="31623" y="104585"/>
                  </a:lnTo>
                  <a:lnTo>
                    <a:pt x="31242" y="103727"/>
                  </a:lnTo>
                  <a:lnTo>
                    <a:pt x="23146" y="84487"/>
                  </a:lnTo>
                  <a:lnTo>
                    <a:pt x="19526" y="76010"/>
                  </a:lnTo>
                  <a:lnTo>
                    <a:pt x="18383" y="73152"/>
                  </a:lnTo>
                  <a:lnTo>
                    <a:pt x="12859" y="65246"/>
                  </a:lnTo>
                  <a:lnTo>
                    <a:pt x="0" y="0"/>
                  </a:lnTo>
                  <a:lnTo>
                    <a:pt x="126302" y="249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7" name="서울특별시 도봉구 창5동">
              <a:extLst>
                <a:ext uri="{FF2B5EF4-FFF2-40B4-BE49-F238E27FC236}">
                  <a16:creationId xmlns:a16="http://schemas.microsoft.com/office/drawing/2014/main" id="{A0E03703-8C90-BECD-FBB4-75FD64C39C5E}"/>
                </a:ext>
              </a:extLst>
            </p:cNvPr>
            <p:cNvSpPr/>
            <p:nvPr/>
          </p:nvSpPr>
          <p:spPr>
            <a:xfrm>
              <a:off x="7227569" y="1669922"/>
              <a:ext cx="216884" cy="197834"/>
            </a:xfrm>
            <a:custGeom>
              <a:avLst/>
              <a:gdLst>
                <a:gd name="connsiteX0" fmla="*/ 216884 w 216884"/>
                <a:gd name="connsiteY0" fmla="*/ 188023 h 197834"/>
                <a:gd name="connsiteX1" fmla="*/ 182213 w 216884"/>
                <a:gd name="connsiteY1" fmla="*/ 195929 h 197834"/>
                <a:gd name="connsiteX2" fmla="*/ 180404 w 216884"/>
                <a:gd name="connsiteY2" fmla="*/ 196406 h 197834"/>
                <a:gd name="connsiteX3" fmla="*/ 177451 w 216884"/>
                <a:gd name="connsiteY3" fmla="*/ 197072 h 197834"/>
                <a:gd name="connsiteX4" fmla="*/ 174213 w 216884"/>
                <a:gd name="connsiteY4" fmla="*/ 197453 h 197834"/>
                <a:gd name="connsiteX5" fmla="*/ 170688 w 216884"/>
                <a:gd name="connsiteY5" fmla="*/ 197739 h 197834"/>
                <a:gd name="connsiteX6" fmla="*/ 166307 w 216884"/>
                <a:gd name="connsiteY6" fmla="*/ 197834 h 197834"/>
                <a:gd name="connsiteX7" fmla="*/ 162973 w 216884"/>
                <a:gd name="connsiteY7" fmla="*/ 197739 h 197834"/>
                <a:gd name="connsiteX8" fmla="*/ 160115 w 216884"/>
                <a:gd name="connsiteY8" fmla="*/ 197453 h 197834"/>
                <a:gd name="connsiteX9" fmla="*/ 150972 w 216884"/>
                <a:gd name="connsiteY9" fmla="*/ 196025 h 197834"/>
                <a:gd name="connsiteX10" fmla="*/ 95441 w 216884"/>
                <a:gd name="connsiteY10" fmla="*/ 187452 h 197834"/>
                <a:gd name="connsiteX11" fmla="*/ 0 w 216884"/>
                <a:gd name="connsiteY11" fmla="*/ 193262 h 197834"/>
                <a:gd name="connsiteX12" fmla="*/ 15907 w 216884"/>
                <a:gd name="connsiteY12" fmla="*/ 166688 h 197834"/>
                <a:gd name="connsiteX13" fmla="*/ 97822 w 216884"/>
                <a:gd name="connsiteY13" fmla="*/ 30099 h 197834"/>
                <a:gd name="connsiteX14" fmla="*/ 101251 w 216884"/>
                <a:gd name="connsiteY14" fmla="*/ 22860 h 197834"/>
                <a:gd name="connsiteX15" fmla="*/ 101727 w 216884"/>
                <a:gd name="connsiteY15" fmla="*/ 21812 h 197834"/>
                <a:gd name="connsiteX16" fmla="*/ 102870 w 216884"/>
                <a:gd name="connsiteY16" fmla="*/ 18574 h 197834"/>
                <a:gd name="connsiteX17" fmla="*/ 103823 w 216884"/>
                <a:gd name="connsiteY17" fmla="*/ 16097 h 197834"/>
                <a:gd name="connsiteX18" fmla="*/ 106394 w 216884"/>
                <a:gd name="connsiteY18" fmla="*/ 7048 h 197834"/>
                <a:gd name="connsiteX19" fmla="*/ 106775 w 216884"/>
                <a:gd name="connsiteY19" fmla="*/ 5906 h 197834"/>
                <a:gd name="connsiteX20" fmla="*/ 149543 w 216884"/>
                <a:gd name="connsiteY20" fmla="*/ 0 h 197834"/>
                <a:gd name="connsiteX21" fmla="*/ 162401 w 216884"/>
                <a:gd name="connsiteY21" fmla="*/ 65246 h 197834"/>
                <a:gd name="connsiteX22" fmla="*/ 167926 w 216884"/>
                <a:gd name="connsiteY22" fmla="*/ 73152 h 197834"/>
                <a:gd name="connsiteX23" fmla="*/ 169069 w 216884"/>
                <a:gd name="connsiteY23" fmla="*/ 76010 h 197834"/>
                <a:gd name="connsiteX24" fmla="*/ 172688 w 216884"/>
                <a:gd name="connsiteY24" fmla="*/ 84487 h 197834"/>
                <a:gd name="connsiteX25" fmla="*/ 180785 w 216884"/>
                <a:gd name="connsiteY25" fmla="*/ 103727 h 197834"/>
                <a:gd name="connsiteX26" fmla="*/ 181166 w 216884"/>
                <a:gd name="connsiteY26" fmla="*/ 104585 h 197834"/>
                <a:gd name="connsiteX27" fmla="*/ 185166 w 216884"/>
                <a:gd name="connsiteY27" fmla="*/ 114395 h 197834"/>
                <a:gd name="connsiteX28" fmla="*/ 189548 w 216884"/>
                <a:gd name="connsiteY28" fmla="*/ 125349 h 197834"/>
                <a:gd name="connsiteX29" fmla="*/ 193548 w 216884"/>
                <a:gd name="connsiteY29" fmla="*/ 135065 h 197834"/>
                <a:gd name="connsiteX30" fmla="*/ 196691 w 216884"/>
                <a:gd name="connsiteY30" fmla="*/ 142780 h 197834"/>
                <a:gd name="connsiteX31" fmla="*/ 198597 w 216884"/>
                <a:gd name="connsiteY31" fmla="*/ 147447 h 197834"/>
                <a:gd name="connsiteX32" fmla="*/ 216598 w 216884"/>
                <a:gd name="connsiteY32" fmla="*/ 187357 h 197834"/>
                <a:gd name="connsiteX33" fmla="*/ 216884 w 216884"/>
                <a:gd name="connsiteY33" fmla="*/ 188023 h 19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6884" h="197834">
                  <a:moveTo>
                    <a:pt x="216884" y="188023"/>
                  </a:moveTo>
                  <a:lnTo>
                    <a:pt x="182213" y="195929"/>
                  </a:lnTo>
                  <a:lnTo>
                    <a:pt x="180404" y="196406"/>
                  </a:lnTo>
                  <a:lnTo>
                    <a:pt x="177451" y="197072"/>
                  </a:lnTo>
                  <a:lnTo>
                    <a:pt x="174213" y="197453"/>
                  </a:lnTo>
                  <a:lnTo>
                    <a:pt x="170688" y="197739"/>
                  </a:lnTo>
                  <a:lnTo>
                    <a:pt x="166307" y="197834"/>
                  </a:lnTo>
                  <a:lnTo>
                    <a:pt x="162973" y="197739"/>
                  </a:lnTo>
                  <a:lnTo>
                    <a:pt x="160115" y="197453"/>
                  </a:lnTo>
                  <a:lnTo>
                    <a:pt x="150972" y="196025"/>
                  </a:lnTo>
                  <a:lnTo>
                    <a:pt x="95441" y="187452"/>
                  </a:lnTo>
                  <a:lnTo>
                    <a:pt x="0" y="193262"/>
                  </a:lnTo>
                  <a:lnTo>
                    <a:pt x="15907" y="166688"/>
                  </a:lnTo>
                  <a:lnTo>
                    <a:pt x="97822" y="30099"/>
                  </a:lnTo>
                  <a:lnTo>
                    <a:pt x="101251" y="22860"/>
                  </a:lnTo>
                  <a:lnTo>
                    <a:pt x="101727" y="21812"/>
                  </a:lnTo>
                  <a:lnTo>
                    <a:pt x="102870" y="18574"/>
                  </a:lnTo>
                  <a:lnTo>
                    <a:pt x="103823" y="16097"/>
                  </a:lnTo>
                  <a:lnTo>
                    <a:pt x="106394" y="7048"/>
                  </a:lnTo>
                  <a:lnTo>
                    <a:pt x="106775" y="5906"/>
                  </a:lnTo>
                  <a:lnTo>
                    <a:pt x="149543" y="0"/>
                  </a:lnTo>
                  <a:lnTo>
                    <a:pt x="162401" y="65246"/>
                  </a:lnTo>
                  <a:lnTo>
                    <a:pt x="167926" y="73152"/>
                  </a:lnTo>
                  <a:lnTo>
                    <a:pt x="169069" y="76010"/>
                  </a:lnTo>
                  <a:lnTo>
                    <a:pt x="172688" y="84487"/>
                  </a:lnTo>
                  <a:lnTo>
                    <a:pt x="180785" y="103727"/>
                  </a:lnTo>
                  <a:lnTo>
                    <a:pt x="181166" y="104585"/>
                  </a:lnTo>
                  <a:lnTo>
                    <a:pt x="185166" y="114395"/>
                  </a:lnTo>
                  <a:lnTo>
                    <a:pt x="189548" y="125349"/>
                  </a:lnTo>
                  <a:lnTo>
                    <a:pt x="193548" y="135065"/>
                  </a:lnTo>
                  <a:lnTo>
                    <a:pt x="196691" y="142780"/>
                  </a:lnTo>
                  <a:lnTo>
                    <a:pt x="198597" y="147447"/>
                  </a:lnTo>
                  <a:lnTo>
                    <a:pt x="216598" y="187357"/>
                  </a:lnTo>
                  <a:lnTo>
                    <a:pt x="216884" y="18802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8" name="서울특별시 도봉구 도봉1동">
              <a:extLst>
                <a:ext uri="{FF2B5EF4-FFF2-40B4-BE49-F238E27FC236}">
                  <a16:creationId xmlns:a16="http://schemas.microsoft.com/office/drawing/2014/main" id="{58F427DB-CDB2-76D7-8FFE-B3EF83DDE7D3}"/>
                </a:ext>
              </a:extLst>
            </p:cNvPr>
            <p:cNvSpPr/>
            <p:nvPr/>
          </p:nvSpPr>
          <p:spPr>
            <a:xfrm>
              <a:off x="6714934" y="962025"/>
              <a:ext cx="688847" cy="573786"/>
            </a:xfrm>
            <a:custGeom>
              <a:avLst/>
              <a:gdLst>
                <a:gd name="connsiteX0" fmla="*/ 671322 w 688847"/>
                <a:gd name="connsiteY0" fmla="*/ 156591 h 573786"/>
                <a:gd name="connsiteX1" fmla="*/ 676656 w 688847"/>
                <a:gd name="connsiteY1" fmla="*/ 189262 h 573786"/>
                <a:gd name="connsiteX2" fmla="*/ 676846 w 688847"/>
                <a:gd name="connsiteY2" fmla="*/ 191167 h 573786"/>
                <a:gd name="connsiteX3" fmla="*/ 683800 w 688847"/>
                <a:gd name="connsiteY3" fmla="*/ 242888 h 573786"/>
                <a:gd name="connsiteX4" fmla="*/ 687896 w 688847"/>
                <a:gd name="connsiteY4" fmla="*/ 282607 h 573786"/>
                <a:gd name="connsiteX5" fmla="*/ 688848 w 688847"/>
                <a:gd name="connsiteY5" fmla="*/ 291941 h 573786"/>
                <a:gd name="connsiteX6" fmla="*/ 688658 w 688847"/>
                <a:gd name="connsiteY6" fmla="*/ 294132 h 573786"/>
                <a:gd name="connsiteX7" fmla="*/ 685800 w 688847"/>
                <a:gd name="connsiteY7" fmla="*/ 331565 h 573786"/>
                <a:gd name="connsiteX8" fmla="*/ 685610 w 688847"/>
                <a:gd name="connsiteY8" fmla="*/ 332423 h 573786"/>
                <a:gd name="connsiteX9" fmla="*/ 685038 w 688847"/>
                <a:gd name="connsiteY9" fmla="*/ 336518 h 573786"/>
                <a:gd name="connsiteX10" fmla="*/ 680752 w 688847"/>
                <a:gd name="connsiteY10" fmla="*/ 364712 h 573786"/>
                <a:gd name="connsiteX11" fmla="*/ 680466 w 688847"/>
                <a:gd name="connsiteY11" fmla="*/ 366808 h 573786"/>
                <a:gd name="connsiteX12" fmla="*/ 680276 w 688847"/>
                <a:gd name="connsiteY12" fmla="*/ 367951 h 573786"/>
                <a:gd name="connsiteX13" fmla="*/ 657701 w 688847"/>
                <a:gd name="connsiteY13" fmla="*/ 500920 h 573786"/>
                <a:gd name="connsiteX14" fmla="*/ 645223 w 688847"/>
                <a:gd name="connsiteY14" fmla="*/ 566738 h 573786"/>
                <a:gd name="connsiteX15" fmla="*/ 571881 w 688847"/>
                <a:gd name="connsiteY15" fmla="*/ 564071 h 573786"/>
                <a:gd name="connsiteX16" fmla="*/ 573310 w 688847"/>
                <a:gd name="connsiteY16" fmla="*/ 555879 h 573786"/>
                <a:gd name="connsiteX17" fmla="*/ 573976 w 688847"/>
                <a:gd name="connsiteY17" fmla="*/ 552164 h 573786"/>
                <a:gd name="connsiteX18" fmla="*/ 574452 w 688847"/>
                <a:gd name="connsiteY18" fmla="*/ 548831 h 573786"/>
                <a:gd name="connsiteX19" fmla="*/ 575119 w 688847"/>
                <a:gd name="connsiteY19" fmla="*/ 540639 h 573786"/>
                <a:gd name="connsiteX20" fmla="*/ 575691 w 688847"/>
                <a:gd name="connsiteY20" fmla="*/ 531781 h 573786"/>
                <a:gd name="connsiteX21" fmla="*/ 574834 w 688847"/>
                <a:gd name="connsiteY21" fmla="*/ 530066 h 573786"/>
                <a:gd name="connsiteX22" fmla="*/ 565880 w 688847"/>
                <a:gd name="connsiteY22" fmla="*/ 525304 h 573786"/>
                <a:gd name="connsiteX23" fmla="*/ 557594 w 688847"/>
                <a:gd name="connsiteY23" fmla="*/ 525113 h 573786"/>
                <a:gd name="connsiteX24" fmla="*/ 548164 w 688847"/>
                <a:gd name="connsiteY24" fmla="*/ 526733 h 573786"/>
                <a:gd name="connsiteX25" fmla="*/ 544735 w 688847"/>
                <a:gd name="connsiteY25" fmla="*/ 528638 h 573786"/>
                <a:gd name="connsiteX26" fmla="*/ 537972 w 688847"/>
                <a:gd name="connsiteY26" fmla="*/ 535877 h 573786"/>
                <a:gd name="connsiteX27" fmla="*/ 535114 w 688847"/>
                <a:gd name="connsiteY27" fmla="*/ 538829 h 573786"/>
                <a:gd name="connsiteX28" fmla="*/ 528352 w 688847"/>
                <a:gd name="connsiteY28" fmla="*/ 537210 h 573786"/>
                <a:gd name="connsiteX29" fmla="*/ 522065 w 688847"/>
                <a:gd name="connsiteY29" fmla="*/ 534829 h 573786"/>
                <a:gd name="connsiteX30" fmla="*/ 429006 w 688847"/>
                <a:gd name="connsiteY30" fmla="*/ 485204 h 573786"/>
                <a:gd name="connsiteX31" fmla="*/ 425101 w 688847"/>
                <a:gd name="connsiteY31" fmla="*/ 482918 h 573786"/>
                <a:gd name="connsiteX32" fmla="*/ 422529 w 688847"/>
                <a:gd name="connsiteY32" fmla="*/ 480250 h 573786"/>
                <a:gd name="connsiteX33" fmla="*/ 421005 w 688847"/>
                <a:gd name="connsiteY33" fmla="*/ 478822 h 573786"/>
                <a:gd name="connsiteX34" fmla="*/ 419862 w 688847"/>
                <a:gd name="connsiteY34" fmla="*/ 474059 h 573786"/>
                <a:gd name="connsiteX35" fmla="*/ 406432 w 688847"/>
                <a:gd name="connsiteY35" fmla="*/ 479489 h 573786"/>
                <a:gd name="connsiteX36" fmla="*/ 268986 w 688847"/>
                <a:gd name="connsiteY36" fmla="*/ 527971 h 573786"/>
                <a:gd name="connsiteX37" fmla="*/ 267271 w 688847"/>
                <a:gd name="connsiteY37" fmla="*/ 534067 h 573786"/>
                <a:gd name="connsiteX38" fmla="*/ 315182 w 688847"/>
                <a:gd name="connsiteY38" fmla="*/ 573786 h 573786"/>
                <a:gd name="connsiteX39" fmla="*/ 267271 w 688847"/>
                <a:gd name="connsiteY39" fmla="*/ 571595 h 573786"/>
                <a:gd name="connsiteX40" fmla="*/ 244888 w 688847"/>
                <a:gd name="connsiteY40" fmla="*/ 541782 h 573786"/>
                <a:gd name="connsiteX41" fmla="*/ 202406 w 688847"/>
                <a:gd name="connsiteY41" fmla="*/ 541687 h 573786"/>
                <a:gd name="connsiteX42" fmla="*/ 199168 w 688847"/>
                <a:gd name="connsiteY42" fmla="*/ 543116 h 573786"/>
                <a:gd name="connsiteX43" fmla="*/ 194215 w 688847"/>
                <a:gd name="connsiteY43" fmla="*/ 545402 h 573786"/>
                <a:gd name="connsiteX44" fmla="*/ 193357 w 688847"/>
                <a:gd name="connsiteY44" fmla="*/ 546640 h 573786"/>
                <a:gd name="connsiteX45" fmla="*/ 191548 w 688847"/>
                <a:gd name="connsiteY45" fmla="*/ 548926 h 573786"/>
                <a:gd name="connsiteX46" fmla="*/ 188309 w 688847"/>
                <a:gd name="connsiteY46" fmla="*/ 560546 h 573786"/>
                <a:gd name="connsiteX47" fmla="*/ 188309 w 688847"/>
                <a:gd name="connsiteY47" fmla="*/ 561404 h 573786"/>
                <a:gd name="connsiteX48" fmla="*/ 188214 w 688847"/>
                <a:gd name="connsiteY48" fmla="*/ 561975 h 573786"/>
                <a:gd name="connsiteX49" fmla="*/ 169164 w 688847"/>
                <a:gd name="connsiteY49" fmla="*/ 531876 h 573786"/>
                <a:gd name="connsiteX50" fmla="*/ 167926 w 688847"/>
                <a:gd name="connsiteY50" fmla="*/ 530352 h 573786"/>
                <a:gd name="connsiteX51" fmla="*/ 155448 w 688847"/>
                <a:gd name="connsiteY51" fmla="*/ 515112 h 573786"/>
                <a:gd name="connsiteX52" fmla="*/ 139255 w 688847"/>
                <a:gd name="connsiteY52" fmla="*/ 500920 h 573786"/>
                <a:gd name="connsiteX53" fmla="*/ 122682 w 688847"/>
                <a:gd name="connsiteY53" fmla="*/ 486537 h 573786"/>
                <a:gd name="connsiteX54" fmla="*/ 118300 w 688847"/>
                <a:gd name="connsiteY54" fmla="*/ 483680 h 573786"/>
                <a:gd name="connsiteX55" fmla="*/ 109918 w 688847"/>
                <a:gd name="connsiteY55" fmla="*/ 472535 h 573786"/>
                <a:gd name="connsiteX56" fmla="*/ 105346 w 688847"/>
                <a:gd name="connsiteY56" fmla="*/ 466058 h 573786"/>
                <a:gd name="connsiteX57" fmla="*/ 97155 w 688847"/>
                <a:gd name="connsiteY57" fmla="*/ 446532 h 573786"/>
                <a:gd name="connsiteX58" fmla="*/ 93535 w 688847"/>
                <a:gd name="connsiteY58" fmla="*/ 432245 h 573786"/>
                <a:gd name="connsiteX59" fmla="*/ 85534 w 688847"/>
                <a:gd name="connsiteY59" fmla="*/ 417195 h 573786"/>
                <a:gd name="connsiteX60" fmla="*/ 71914 w 688847"/>
                <a:gd name="connsiteY60" fmla="*/ 395859 h 573786"/>
                <a:gd name="connsiteX61" fmla="*/ 71152 w 688847"/>
                <a:gd name="connsiteY61" fmla="*/ 394907 h 573786"/>
                <a:gd name="connsiteX62" fmla="*/ 70675 w 688847"/>
                <a:gd name="connsiteY62" fmla="*/ 394716 h 573786"/>
                <a:gd name="connsiteX63" fmla="*/ 48577 w 688847"/>
                <a:gd name="connsiteY63" fmla="*/ 391097 h 573786"/>
                <a:gd name="connsiteX64" fmla="*/ 45529 w 688847"/>
                <a:gd name="connsiteY64" fmla="*/ 390620 h 573786"/>
                <a:gd name="connsiteX65" fmla="*/ 44196 w 688847"/>
                <a:gd name="connsiteY65" fmla="*/ 390525 h 573786"/>
                <a:gd name="connsiteX66" fmla="*/ 43339 w 688847"/>
                <a:gd name="connsiteY66" fmla="*/ 390525 h 573786"/>
                <a:gd name="connsiteX67" fmla="*/ 41815 w 688847"/>
                <a:gd name="connsiteY67" fmla="*/ 390525 h 573786"/>
                <a:gd name="connsiteX68" fmla="*/ 6382 w 688847"/>
                <a:gd name="connsiteY68" fmla="*/ 358616 h 573786"/>
                <a:gd name="connsiteX69" fmla="*/ 4286 w 688847"/>
                <a:gd name="connsiteY69" fmla="*/ 297371 h 573786"/>
                <a:gd name="connsiteX70" fmla="*/ 6287 w 688847"/>
                <a:gd name="connsiteY70" fmla="*/ 296323 h 573786"/>
                <a:gd name="connsiteX71" fmla="*/ 10287 w 688847"/>
                <a:gd name="connsiteY71" fmla="*/ 293846 h 573786"/>
                <a:gd name="connsiteX72" fmla="*/ 11525 w 688847"/>
                <a:gd name="connsiteY72" fmla="*/ 292703 h 573786"/>
                <a:gd name="connsiteX73" fmla="*/ 11716 w 688847"/>
                <a:gd name="connsiteY73" fmla="*/ 292132 h 573786"/>
                <a:gd name="connsiteX74" fmla="*/ 12097 w 688847"/>
                <a:gd name="connsiteY74" fmla="*/ 291275 h 573786"/>
                <a:gd name="connsiteX75" fmla="*/ 12573 w 688847"/>
                <a:gd name="connsiteY75" fmla="*/ 289465 h 573786"/>
                <a:gd name="connsiteX76" fmla="*/ 13621 w 688847"/>
                <a:gd name="connsiteY76" fmla="*/ 285560 h 573786"/>
                <a:gd name="connsiteX77" fmla="*/ 16383 w 688847"/>
                <a:gd name="connsiteY77" fmla="*/ 262223 h 573786"/>
                <a:gd name="connsiteX78" fmla="*/ 16573 w 688847"/>
                <a:gd name="connsiteY78" fmla="*/ 255746 h 573786"/>
                <a:gd name="connsiteX79" fmla="*/ 16573 w 688847"/>
                <a:gd name="connsiteY79" fmla="*/ 254318 h 573786"/>
                <a:gd name="connsiteX80" fmla="*/ 16478 w 688847"/>
                <a:gd name="connsiteY80" fmla="*/ 253270 h 573786"/>
                <a:gd name="connsiteX81" fmla="*/ 11811 w 688847"/>
                <a:gd name="connsiteY81" fmla="*/ 232696 h 573786"/>
                <a:gd name="connsiteX82" fmla="*/ 11430 w 688847"/>
                <a:gd name="connsiteY82" fmla="*/ 231553 h 573786"/>
                <a:gd name="connsiteX83" fmla="*/ 10573 w 688847"/>
                <a:gd name="connsiteY83" fmla="*/ 230124 h 573786"/>
                <a:gd name="connsiteX84" fmla="*/ 8954 w 688847"/>
                <a:gd name="connsiteY84" fmla="*/ 228124 h 573786"/>
                <a:gd name="connsiteX85" fmla="*/ 4286 w 688847"/>
                <a:gd name="connsiteY85" fmla="*/ 223742 h 573786"/>
                <a:gd name="connsiteX86" fmla="*/ 2476 w 688847"/>
                <a:gd name="connsiteY86" fmla="*/ 222123 h 573786"/>
                <a:gd name="connsiteX87" fmla="*/ 1524 w 688847"/>
                <a:gd name="connsiteY87" fmla="*/ 220694 h 573786"/>
                <a:gd name="connsiteX88" fmla="*/ 571 w 688847"/>
                <a:gd name="connsiteY88" fmla="*/ 218504 h 573786"/>
                <a:gd name="connsiteX89" fmla="*/ 381 w 688847"/>
                <a:gd name="connsiteY89" fmla="*/ 216884 h 573786"/>
                <a:gd name="connsiteX90" fmla="*/ 0 w 688847"/>
                <a:gd name="connsiteY90" fmla="*/ 190881 h 573786"/>
                <a:gd name="connsiteX91" fmla="*/ 0 w 688847"/>
                <a:gd name="connsiteY91" fmla="*/ 190119 h 573786"/>
                <a:gd name="connsiteX92" fmla="*/ 13811 w 688847"/>
                <a:gd name="connsiteY92" fmla="*/ 118396 h 573786"/>
                <a:gd name="connsiteX93" fmla="*/ 14192 w 688847"/>
                <a:gd name="connsiteY93" fmla="*/ 117253 h 573786"/>
                <a:gd name="connsiteX94" fmla="*/ 15240 w 688847"/>
                <a:gd name="connsiteY94" fmla="*/ 115253 h 573786"/>
                <a:gd name="connsiteX95" fmla="*/ 18479 w 688847"/>
                <a:gd name="connsiteY95" fmla="*/ 109823 h 573786"/>
                <a:gd name="connsiteX96" fmla="*/ 19431 w 688847"/>
                <a:gd name="connsiteY96" fmla="*/ 108204 h 573786"/>
                <a:gd name="connsiteX97" fmla="*/ 20002 w 688847"/>
                <a:gd name="connsiteY97" fmla="*/ 107442 h 573786"/>
                <a:gd name="connsiteX98" fmla="*/ 20860 w 688847"/>
                <a:gd name="connsiteY98" fmla="*/ 105918 h 573786"/>
                <a:gd name="connsiteX99" fmla="*/ 48768 w 688847"/>
                <a:gd name="connsiteY99" fmla="*/ 72962 h 573786"/>
                <a:gd name="connsiteX100" fmla="*/ 70009 w 688847"/>
                <a:gd name="connsiteY100" fmla="*/ 51911 h 573786"/>
                <a:gd name="connsiteX101" fmla="*/ 70580 w 688847"/>
                <a:gd name="connsiteY101" fmla="*/ 51435 h 573786"/>
                <a:gd name="connsiteX102" fmla="*/ 71247 w 688847"/>
                <a:gd name="connsiteY102" fmla="*/ 51245 h 573786"/>
                <a:gd name="connsiteX103" fmla="*/ 72295 w 688847"/>
                <a:gd name="connsiteY103" fmla="*/ 51245 h 573786"/>
                <a:gd name="connsiteX104" fmla="*/ 73247 w 688847"/>
                <a:gd name="connsiteY104" fmla="*/ 51340 h 573786"/>
                <a:gd name="connsiteX105" fmla="*/ 74295 w 688847"/>
                <a:gd name="connsiteY105" fmla="*/ 51340 h 573786"/>
                <a:gd name="connsiteX106" fmla="*/ 74962 w 688847"/>
                <a:gd name="connsiteY106" fmla="*/ 51435 h 573786"/>
                <a:gd name="connsiteX107" fmla="*/ 77724 w 688847"/>
                <a:gd name="connsiteY107" fmla="*/ 51530 h 573786"/>
                <a:gd name="connsiteX108" fmla="*/ 78296 w 688847"/>
                <a:gd name="connsiteY108" fmla="*/ 51530 h 573786"/>
                <a:gd name="connsiteX109" fmla="*/ 85630 w 688847"/>
                <a:gd name="connsiteY109" fmla="*/ 51530 h 573786"/>
                <a:gd name="connsiteX110" fmla="*/ 104013 w 688847"/>
                <a:gd name="connsiteY110" fmla="*/ 51245 h 573786"/>
                <a:gd name="connsiteX111" fmla="*/ 114490 w 688847"/>
                <a:gd name="connsiteY111" fmla="*/ 51054 h 573786"/>
                <a:gd name="connsiteX112" fmla="*/ 116586 w 688847"/>
                <a:gd name="connsiteY112" fmla="*/ 50959 h 573786"/>
                <a:gd name="connsiteX113" fmla="*/ 117348 w 688847"/>
                <a:gd name="connsiteY113" fmla="*/ 50768 h 573786"/>
                <a:gd name="connsiteX114" fmla="*/ 118872 w 688847"/>
                <a:gd name="connsiteY114" fmla="*/ 50006 h 573786"/>
                <a:gd name="connsiteX115" fmla="*/ 124777 w 688847"/>
                <a:gd name="connsiteY115" fmla="*/ 45911 h 573786"/>
                <a:gd name="connsiteX116" fmla="*/ 125444 w 688847"/>
                <a:gd name="connsiteY116" fmla="*/ 44958 h 573786"/>
                <a:gd name="connsiteX117" fmla="*/ 126206 w 688847"/>
                <a:gd name="connsiteY117" fmla="*/ 43625 h 573786"/>
                <a:gd name="connsiteX118" fmla="*/ 141256 w 688847"/>
                <a:gd name="connsiteY118" fmla="*/ 953 h 573786"/>
                <a:gd name="connsiteX119" fmla="*/ 208693 w 688847"/>
                <a:gd name="connsiteY119" fmla="*/ 0 h 573786"/>
                <a:gd name="connsiteX120" fmla="*/ 210693 w 688847"/>
                <a:gd name="connsiteY120" fmla="*/ 2286 h 573786"/>
                <a:gd name="connsiteX121" fmla="*/ 212788 w 688847"/>
                <a:gd name="connsiteY121" fmla="*/ 4572 h 573786"/>
                <a:gd name="connsiteX122" fmla="*/ 214503 w 688847"/>
                <a:gd name="connsiteY122" fmla="*/ 6001 h 573786"/>
                <a:gd name="connsiteX123" fmla="*/ 221647 w 688847"/>
                <a:gd name="connsiteY123" fmla="*/ 10382 h 573786"/>
                <a:gd name="connsiteX124" fmla="*/ 254413 w 688847"/>
                <a:gd name="connsiteY124" fmla="*/ 26765 h 573786"/>
                <a:gd name="connsiteX125" fmla="*/ 255556 w 688847"/>
                <a:gd name="connsiteY125" fmla="*/ 26956 h 573786"/>
                <a:gd name="connsiteX126" fmla="*/ 301657 w 688847"/>
                <a:gd name="connsiteY126" fmla="*/ 29623 h 573786"/>
                <a:gd name="connsiteX127" fmla="*/ 303085 w 688847"/>
                <a:gd name="connsiteY127" fmla="*/ 29718 h 573786"/>
                <a:gd name="connsiteX128" fmla="*/ 303847 w 688847"/>
                <a:gd name="connsiteY128" fmla="*/ 29718 h 573786"/>
                <a:gd name="connsiteX129" fmla="*/ 305276 w 688847"/>
                <a:gd name="connsiteY129" fmla="*/ 29813 h 573786"/>
                <a:gd name="connsiteX130" fmla="*/ 306610 w 688847"/>
                <a:gd name="connsiteY130" fmla="*/ 29623 h 573786"/>
                <a:gd name="connsiteX131" fmla="*/ 308419 w 688847"/>
                <a:gd name="connsiteY131" fmla="*/ 29051 h 573786"/>
                <a:gd name="connsiteX132" fmla="*/ 312706 w 688847"/>
                <a:gd name="connsiteY132" fmla="*/ 27813 h 573786"/>
                <a:gd name="connsiteX133" fmla="*/ 314325 w 688847"/>
                <a:gd name="connsiteY133" fmla="*/ 27337 h 573786"/>
                <a:gd name="connsiteX134" fmla="*/ 316421 w 688847"/>
                <a:gd name="connsiteY134" fmla="*/ 26575 h 573786"/>
                <a:gd name="connsiteX135" fmla="*/ 318992 w 688847"/>
                <a:gd name="connsiteY135" fmla="*/ 25813 h 573786"/>
                <a:gd name="connsiteX136" fmla="*/ 339376 w 688847"/>
                <a:gd name="connsiteY136" fmla="*/ 15621 h 573786"/>
                <a:gd name="connsiteX137" fmla="*/ 340519 w 688847"/>
                <a:gd name="connsiteY137" fmla="*/ 14954 h 573786"/>
                <a:gd name="connsiteX138" fmla="*/ 341376 w 688847"/>
                <a:gd name="connsiteY138" fmla="*/ 14097 h 573786"/>
                <a:gd name="connsiteX139" fmla="*/ 342519 w 688847"/>
                <a:gd name="connsiteY139" fmla="*/ 12383 h 573786"/>
                <a:gd name="connsiteX140" fmla="*/ 343471 w 688847"/>
                <a:gd name="connsiteY140" fmla="*/ 10573 h 573786"/>
                <a:gd name="connsiteX141" fmla="*/ 343662 w 688847"/>
                <a:gd name="connsiteY141" fmla="*/ 10096 h 573786"/>
                <a:gd name="connsiteX142" fmla="*/ 344138 w 688847"/>
                <a:gd name="connsiteY142" fmla="*/ 8668 h 573786"/>
                <a:gd name="connsiteX143" fmla="*/ 344614 w 688847"/>
                <a:gd name="connsiteY143" fmla="*/ 7811 h 573786"/>
                <a:gd name="connsiteX144" fmla="*/ 345376 w 688847"/>
                <a:gd name="connsiteY144" fmla="*/ 6953 h 573786"/>
                <a:gd name="connsiteX145" fmla="*/ 346234 w 688847"/>
                <a:gd name="connsiteY145" fmla="*/ 6572 h 573786"/>
                <a:gd name="connsiteX146" fmla="*/ 347377 w 688847"/>
                <a:gd name="connsiteY146" fmla="*/ 6668 h 573786"/>
                <a:gd name="connsiteX147" fmla="*/ 360807 w 688847"/>
                <a:gd name="connsiteY147" fmla="*/ 8382 h 573786"/>
                <a:gd name="connsiteX148" fmla="*/ 361283 w 688847"/>
                <a:gd name="connsiteY148" fmla="*/ 8573 h 573786"/>
                <a:gd name="connsiteX149" fmla="*/ 362045 w 688847"/>
                <a:gd name="connsiteY149" fmla="*/ 8858 h 573786"/>
                <a:gd name="connsiteX150" fmla="*/ 362902 w 688847"/>
                <a:gd name="connsiteY150" fmla="*/ 9525 h 573786"/>
                <a:gd name="connsiteX151" fmla="*/ 365474 w 688847"/>
                <a:gd name="connsiteY151" fmla="*/ 12573 h 573786"/>
                <a:gd name="connsiteX152" fmla="*/ 377666 w 688847"/>
                <a:gd name="connsiteY152" fmla="*/ 28004 h 573786"/>
                <a:gd name="connsiteX153" fmla="*/ 379571 w 688847"/>
                <a:gd name="connsiteY153" fmla="*/ 30861 h 573786"/>
                <a:gd name="connsiteX154" fmla="*/ 383667 w 688847"/>
                <a:gd name="connsiteY154" fmla="*/ 37624 h 573786"/>
                <a:gd name="connsiteX155" fmla="*/ 384810 w 688847"/>
                <a:gd name="connsiteY155" fmla="*/ 40195 h 573786"/>
                <a:gd name="connsiteX156" fmla="*/ 385191 w 688847"/>
                <a:gd name="connsiteY156" fmla="*/ 40958 h 573786"/>
                <a:gd name="connsiteX157" fmla="*/ 386715 w 688847"/>
                <a:gd name="connsiteY157" fmla="*/ 45244 h 573786"/>
                <a:gd name="connsiteX158" fmla="*/ 391858 w 688847"/>
                <a:gd name="connsiteY158" fmla="*/ 61246 h 573786"/>
                <a:gd name="connsiteX159" fmla="*/ 392335 w 688847"/>
                <a:gd name="connsiteY159" fmla="*/ 63627 h 573786"/>
                <a:gd name="connsiteX160" fmla="*/ 392430 w 688847"/>
                <a:gd name="connsiteY160" fmla="*/ 65437 h 573786"/>
                <a:gd name="connsiteX161" fmla="*/ 392811 w 688847"/>
                <a:gd name="connsiteY161" fmla="*/ 72485 h 573786"/>
                <a:gd name="connsiteX162" fmla="*/ 392906 w 688847"/>
                <a:gd name="connsiteY162" fmla="*/ 74486 h 573786"/>
                <a:gd name="connsiteX163" fmla="*/ 392906 w 688847"/>
                <a:gd name="connsiteY163" fmla="*/ 78391 h 573786"/>
                <a:gd name="connsiteX164" fmla="*/ 392335 w 688847"/>
                <a:gd name="connsiteY164" fmla="*/ 82391 h 573786"/>
                <a:gd name="connsiteX165" fmla="*/ 392335 w 688847"/>
                <a:gd name="connsiteY165" fmla="*/ 85725 h 573786"/>
                <a:gd name="connsiteX166" fmla="*/ 392906 w 688847"/>
                <a:gd name="connsiteY166" fmla="*/ 88678 h 573786"/>
                <a:gd name="connsiteX167" fmla="*/ 395288 w 688847"/>
                <a:gd name="connsiteY167" fmla="*/ 95822 h 573786"/>
                <a:gd name="connsiteX168" fmla="*/ 396430 w 688847"/>
                <a:gd name="connsiteY168" fmla="*/ 99155 h 573786"/>
                <a:gd name="connsiteX169" fmla="*/ 399002 w 688847"/>
                <a:gd name="connsiteY169" fmla="*/ 106013 h 573786"/>
                <a:gd name="connsiteX170" fmla="*/ 418529 w 688847"/>
                <a:gd name="connsiteY170" fmla="*/ 147542 h 573786"/>
                <a:gd name="connsiteX171" fmla="*/ 419100 w 688847"/>
                <a:gd name="connsiteY171" fmla="*/ 148304 h 573786"/>
                <a:gd name="connsiteX172" fmla="*/ 442531 w 688847"/>
                <a:gd name="connsiteY172" fmla="*/ 169831 h 573786"/>
                <a:gd name="connsiteX173" fmla="*/ 443198 w 688847"/>
                <a:gd name="connsiteY173" fmla="*/ 169926 h 573786"/>
                <a:gd name="connsiteX174" fmla="*/ 444341 w 688847"/>
                <a:gd name="connsiteY174" fmla="*/ 170021 h 573786"/>
                <a:gd name="connsiteX175" fmla="*/ 449008 w 688847"/>
                <a:gd name="connsiteY175" fmla="*/ 169736 h 573786"/>
                <a:gd name="connsiteX176" fmla="*/ 471678 w 688847"/>
                <a:gd name="connsiteY176" fmla="*/ 166783 h 573786"/>
                <a:gd name="connsiteX177" fmla="*/ 472249 w 688847"/>
                <a:gd name="connsiteY177" fmla="*/ 166688 h 573786"/>
                <a:gd name="connsiteX178" fmla="*/ 473202 w 688847"/>
                <a:gd name="connsiteY178" fmla="*/ 166497 h 573786"/>
                <a:gd name="connsiteX179" fmla="*/ 503586 w 688847"/>
                <a:gd name="connsiteY179" fmla="*/ 160592 h 573786"/>
                <a:gd name="connsiteX180" fmla="*/ 504729 w 688847"/>
                <a:gd name="connsiteY180" fmla="*/ 160211 h 573786"/>
                <a:gd name="connsiteX181" fmla="*/ 549688 w 688847"/>
                <a:gd name="connsiteY181" fmla="*/ 142018 h 573786"/>
                <a:gd name="connsiteX182" fmla="*/ 550735 w 688847"/>
                <a:gd name="connsiteY182" fmla="*/ 141542 h 573786"/>
                <a:gd name="connsiteX183" fmla="*/ 552831 w 688847"/>
                <a:gd name="connsiteY183" fmla="*/ 139922 h 573786"/>
                <a:gd name="connsiteX184" fmla="*/ 558260 w 688847"/>
                <a:gd name="connsiteY184" fmla="*/ 135065 h 573786"/>
                <a:gd name="connsiteX185" fmla="*/ 561975 w 688847"/>
                <a:gd name="connsiteY185" fmla="*/ 130588 h 573786"/>
                <a:gd name="connsiteX186" fmla="*/ 573500 w 688847"/>
                <a:gd name="connsiteY186" fmla="*/ 126778 h 573786"/>
                <a:gd name="connsiteX187" fmla="*/ 574643 w 688847"/>
                <a:gd name="connsiteY187" fmla="*/ 125730 h 573786"/>
                <a:gd name="connsiteX188" fmla="*/ 575691 w 688847"/>
                <a:gd name="connsiteY188" fmla="*/ 124492 h 573786"/>
                <a:gd name="connsiteX189" fmla="*/ 579310 w 688847"/>
                <a:gd name="connsiteY189" fmla="*/ 120587 h 573786"/>
                <a:gd name="connsiteX190" fmla="*/ 583311 w 688847"/>
                <a:gd name="connsiteY190" fmla="*/ 116300 h 573786"/>
                <a:gd name="connsiteX191" fmla="*/ 583883 w 688847"/>
                <a:gd name="connsiteY191" fmla="*/ 115919 h 573786"/>
                <a:gd name="connsiteX192" fmla="*/ 586073 w 688847"/>
                <a:gd name="connsiteY192" fmla="*/ 114205 h 573786"/>
                <a:gd name="connsiteX193" fmla="*/ 586930 w 688847"/>
                <a:gd name="connsiteY193" fmla="*/ 113443 h 573786"/>
                <a:gd name="connsiteX194" fmla="*/ 588168 w 688847"/>
                <a:gd name="connsiteY194" fmla="*/ 113062 h 573786"/>
                <a:gd name="connsiteX195" fmla="*/ 589121 w 688847"/>
                <a:gd name="connsiteY195" fmla="*/ 112776 h 573786"/>
                <a:gd name="connsiteX196" fmla="*/ 590360 w 688847"/>
                <a:gd name="connsiteY196" fmla="*/ 112490 h 573786"/>
                <a:gd name="connsiteX197" fmla="*/ 592074 w 688847"/>
                <a:gd name="connsiteY197" fmla="*/ 112014 h 573786"/>
                <a:gd name="connsiteX198" fmla="*/ 593598 w 688847"/>
                <a:gd name="connsiteY198" fmla="*/ 111728 h 573786"/>
                <a:gd name="connsiteX199" fmla="*/ 597503 w 688847"/>
                <a:gd name="connsiteY199" fmla="*/ 109633 h 573786"/>
                <a:gd name="connsiteX200" fmla="*/ 605123 w 688847"/>
                <a:gd name="connsiteY200" fmla="*/ 104775 h 573786"/>
                <a:gd name="connsiteX201" fmla="*/ 606838 w 688847"/>
                <a:gd name="connsiteY201" fmla="*/ 104013 h 573786"/>
                <a:gd name="connsiteX202" fmla="*/ 607695 w 688847"/>
                <a:gd name="connsiteY202" fmla="*/ 103727 h 573786"/>
                <a:gd name="connsiteX203" fmla="*/ 610362 w 688847"/>
                <a:gd name="connsiteY203" fmla="*/ 103918 h 573786"/>
                <a:gd name="connsiteX204" fmla="*/ 633698 w 688847"/>
                <a:gd name="connsiteY204" fmla="*/ 106394 h 573786"/>
                <a:gd name="connsiteX205" fmla="*/ 635698 w 688847"/>
                <a:gd name="connsiteY205" fmla="*/ 107442 h 573786"/>
                <a:gd name="connsiteX206" fmla="*/ 636936 w 688847"/>
                <a:gd name="connsiteY206" fmla="*/ 109633 h 573786"/>
                <a:gd name="connsiteX207" fmla="*/ 637032 w 688847"/>
                <a:gd name="connsiteY207" fmla="*/ 111824 h 573786"/>
                <a:gd name="connsiteX208" fmla="*/ 637222 w 688847"/>
                <a:gd name="connsiteY208" fmla="*/ 116205 h 573786"/>
                <a:gd name="connsiteX209" fmla="*/ 671322 w 688847"/>
                <a:gd name="connsiteY209" fmla="*/ 156591 h 57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688847" h="573786">
                  <a:moveTo>
                    <a:pt x="671322" y="156591"/>
                  </a:moveTo>
                  <a:lnTo>
                    <a:pt x="676656" y="189262"/>
                  </a:lnTo>
                  <a:lnTo>
                    <a:pt x="676846" y="191167"/>
                  </a:lnTo>
                  <a:lnTo>
                    <a:pt x="683800" y="242888"/>
                  </a:lnTo>
                  <a:lnTo>
                    <a:pt x="687896" y="282607"/>
                  </a:lnTo>
                  <a:lnTo>
                    <a:pt x="688848" y="291941"/>
                  </a:lnTo>
                  <a:lnTo>
                    <a:pt x="688658" y="294132"/>
                  </a:lnTo>
                  <a:lnTo>
                    <a:pt x="685800" y="331565"/>
                  </a:lnTo>
                  <a:lnTo>
                    <a:pt x="685610" y="332423"/>
                  </a:lnTo>
                  <a:lnTo>
                    <a:pt x="685038" y="336518"/>
                  </a:lnTo>
                  <a:lnTo>
                    <a:pt x="680752" y="364712"/>
                  </a:lnTo>
                  <a:lnTo>
                    <a:pt x="680466" y="366808"/>
                  </a:lnTo>
                  <a:lnTo>
                    <a:pt x="680276" y="367951"/>
                  </a:lnTo>
                  <a:lnTo>
                    <a:pt x="657701" y="500920"/>
                  </a:lnTo>
                  <a:lnTo>
                    <a:pt x="645223" y="566738"/>
                  </a:lnTo>
                  <a:lnTo>
                    <a:pt x="571881" y="564071"/>
                  </a:lnTo>
                  <a:lnTo>
                    <a:pt x="573310" y="555879"/>
                  </a:lnTo>
                  <a:lnTo>
                    <a:pt x="573976" y="552164"/>
                  </a:lnTo>
                  <a:lnTo>
                    <a:pt x="574452" y="548831"/>
                  </a:lnTo>
                  <a:lnTo>
                    <a:pt x="575119" y="540639"/>
                  </a:lnTo>
                  <a:lnTo>
                    <a:pt x="575691" y="531781"/>
                  </a:lnTo>
                  <a:lnTo>
                    <a:pt x="574834" y="530066"/>
                  </a:lnTo>
                  <a:lnTo>
                    <a:pt x="565880" y="525304"/>
                  </a:lnTo>
                  <a:lnTo>
                    <a:pt x="557594" y="525113"/>
                  </a:lnTo>
                  <a:lnTo>
                    <a:pt x="548164" y="526733"/>
                  </a:lnTo>
                  <a:lnTo>
                    <a:pt x="544735" y="528638"/>
                  </a:lnTo>
                  <a:lnTo>
                    <a:pt x="537972" y="535877"/>
                  </a:lnTo>
                  <a:lnTo>
                    <a:pt x="535114" y="538829"/>
                  </a:lnTo>
                  <a:lnTo>
                    <a:pt x="528352" y="537210"/>
                  </a:lnTo>
                  <a:lnTo>
                    <a:pt x="522065" y="534829"/>
                  </a:lnTo>
                  <a:lnTo>
                    <a:pt x="429006" y="485204"/>
                  </a:lnTo>
                  <a:lnTo>
                    <a:pt x="425101" y="482918"/>
                  </a:lnTo>
                  <a:lnTo>
                    <a:pt x="422529" y="480250"/>
                  </a:lnTo>
                  <a:lnTo>
                    <a:pt x="421005" y="478822"/>
                  </a:lnTo>
                  <a:lnTo>
                    <a:pt x="419862" y="474059"/>
                  </a:lnTo>
                  <a:lnTo>
                    <a:pt x="406432" y="479489"/>
                  </a:lnTo>
                  <a:lnTo>
                    <a:pt x="268986" y="527971"/>
                  </a:lnTo>
                  <a:lnTo>
                    <a:pt x="267271" y="534067"/>
                  </a:lnTo>
                  <a:lnTo>
                    <a:pt x="315182" y="573786"/>
                  </a:lnTo>
                  <a:lnTo>
                    <a:pt x="267271" y="571595"/>
                  </a:lnTo>
                  <a:lnTo>
                    <a:pt x="244888" y="541782"/>
                  </a:lnTo>
                  <a:lnTo>
                    <a:pt x="202406" y="541687"/>
                  </a:lnTo>
                  <a:lnTo>
                    <a:pt x="199168" y="543116"/>
                  </a:lnTo>
                  <a:lnTo>
                    <a:pt x="194215" y="545402"/>
                  </a:lnTo>
                  <a:lnTo>
                    <a:pt x="193357" y="546640"/>
                  </a:lnTo>
                  <a:lnTo>
                    <a:pt x="191548" y="548926"/>
                  </a:lnTo>
                  <a:lnTo>
                    <a:pt x="188309" y="560546"/>
                  </a:lnTo>
                  <a:lnTo>
                    <a:pt x="188309" y="561404"/>
                  </a:lnTo>
                  <a:lnTo>
                    <a:pt x="188214" y="561975"/>
                  </a:lnTo>
                  <a:lnTo>
                    <a:pt x="169164" y="531876"/>
                  </a:lnTo>
                  <a:lnTo>
                    <a:pt x="167926" y="530352"/>
                  </a:lnTo>
                  <a:lnTo>
                    <a:pt x="155448" y="515112"/>
                  </a:lnTo>
                  <a:lnTo>
                    <a:pt x="139255" y="500920"/>
                  </a:lnTo>
                  <a:lnTo>
                    <a:pt x="122682" y="486537"/>
                  </a:lnTo>
                  <a:lnTo>
                    <a:pt x="118300" y="483680"/>
                  </a:lnTo>
                  <a:lnTo>
                    <a:pt x="109918" y="472535"/>
                  </a:lnTo>
                  <a:lnTo>
                    <a:pt x="105346" y="466058"/>
                  </a:lnTo>
                  <a:lnTo>
                    <a:pt x="97155" y="446532"/>
                  </a:lnTo>
                  <a:lnTo>
                    <a:pt x="93535" y="432245"/>
                  </a:lnTo>
                  <a:lnTo>
                    <a:pt x="85534" y="417195"/>
                  </a:lnTo>
                  <a:lnTo>
                    <a:pt x="71914" y="395859"/>
                  </a:lnTo>
                  <a:lnTo>
                    <a:pt x="71152" y="394907"/>
                  </a:lnTo>
                  <a:lnTo>
                    <a:pt x="70675" y="394716"/>
                  </a:lnTo>
                  <a:lnTo>
                    <a:pt x="48577" y="391097"/>
                  </a:lnTo>
                  <a:lnTo>
                    <a:pt x="45529" y="390620"/>
                  </a:lnTo>
                  <a:lnTo>
                    <a:pt x="44196" y="390525"/>
                  </a:lnTo>
                  <a:lnTo>
                    <a:pt x="43339" y="390525"/>
                  </a:lnTo>
                  <a:lnTo>
                    <a:pt x="41815" y="390525"/>
                  </a:lnTo>
                  <a:lnTo>
                    <a:pt x="6382" y="358616"/>
                  </a:lnTo>
                  <a:lnTo>
                    <a:pt x="4286" y="297371"/>
                  </a:lnTo>
                  <a:lnTo>
                    <a:pt x="6287" y="296323"/>
                  </a:lnTo>
                  <a:lnTo>
                    <a:pt x="10287" y="293846"/>
                  </a:lnTo>
                  <a:lnTo>
                    <a:pt x="11525" y="292703"/>
                  </a:lnTo>
                  <a:lnTo>
                    <a:pt x="11716" y="292132"/>
                  </a:lnTo>
                  <a:lnTo>
                    <a:pt x="12097" y="291275"/>
                  </a:lnTo>
                  <a:lnTo>
                    <a:pt x="12573" y="289465"/>
                  </a:lnTo>
                  <a:lnTo>
                    <a:pt x="13621" y="285560"/>
                  </a:lnTo>
                  <a:lnTo>
                    <a:pt x="16383" y="262223"/>
                  </a:lnTo>
                  <a:lnTo>
                    <a:pt x="16573" y="255746"/>
                  </a:lnTo>
                  <a:lnTo>
                    <a:pt x="16573" y="254318"/>
                  </a:lnTo>
                  <a:lnTo>
                    <a:pt x="16478" y="253270"/>
                  </a:lnTo>
                  <a:lnTo>
                    <a:pt x="11811" y="232696"/>
                  </a:lnTo>
                  <a:lnTo>
                    <a:pt x="11430" y="231553"/>
                  </a:lnTo>
                  <a:lnTo>
                    <a:pt x="10573" y="230124"/>
                  </a:lnTo>
                  <a:lnTo>
                    <a:pt x="8954" y="228124"/>
                  </a:lnTo>
                  <a:lnTo>
                    <a:pt x="4286" y="223742"/>
                  </a:lnTo>
                  <a:lnTo>
                    <a:pt x="2476" y="222123"/>
                  </a:lnTo>
                  <a:lnTo>
                    <a:pt x="1524" y="220694"/>
                  </a:lnTo>
                  <a:lnTo>
                    <a:pt x="571" y="218504"/>
                  </a:lnTo>
                  <a:lnTo>
                    <a:pt x="381" y="216884"/>
                  </a:lnTo>
                  <a:lnTo>
                    <a:pt x="0" y="190881"/>
                  </a:lnTo>
                  <a:lnTo>
                    <a:pt x="0" y="190119"/>
                  </a:lnTo>
                  <a:lnTo>
                    <a:pt x="13811" y="118396"/>
                  </a:lnTo>
                  <a:lnTo>
                    <a:pt x="14192" y="117253"/>
                  </a:lnTo>
                  <a:lnTo>
                    <a:pt x="15240" y="115253"/>
                  </a:lnTo>
                  <a:lnTo>
                    <a:pt x="18479" y="109823"/>
                  </a:lnTo>
                  <a:lnTo>
                    <a:pt x="19431" y="108204"/>
                  </a:lnTo>
                  <a:lnTo>
                    <a:pt x="20002" y="107442"/>
                  </a:lnTo>
                  <a:lnTo>
                    <a:pt x="20860" y="105918"/>
                  </a:lnTo>
                  <a:lnTo>
                    <a:pt x="48768" y="72962"/>
                  </a:lnTo>
                  <a:lnTo>
                    <a:pt x="70009" y="51911"/>
                  </a:lnTo>
                  <a:lnTo>
                    <a:pt x="70580" y="51435"/>
                  </a:lnTo>
                  <a:lnTo>
                    <a:pt x="71247" y="51245"/>
                  </a:lnTo>
                  <a:lnTo>
                    <a:pt x="72295" y="51245"/>
                  </a:lnTo>
                  <a:lnTo>
                    <a:pt x="73247" y="51340"/>
                  </a:lnTo>
                  <a:lnTo>
                    <a:pt x="74295" y="51340"/>
                  </a:lnTo>
                  <a:lnTo>
                    <a:pt x="74962" y="51435"/>
                  </a:lnTo>
                  <a:lnTo>
                    <a:pt x="77724" y="51530"/>
                  </a:lnTo>
                  <a:lnTo>
                    <a:pt x="78296" y="51530"/>
                  </a:lnTo>
                  <a:lnTo>
                    <a:pt x="85630" y="51530"/>
                  </a:lnTo>
                  <a:lnTo>
                    <a:pt x="104013" y="51245"/>
                  </a:lnTo>
                  <a:lnTo>
                    <a:pt x="114490" y="51054"/>
                  </a:lnTo>
                  <a:lnTo>
                    <a:pt x="116586" y="50959"/>
                  </a:lnTo>
                  <a:lnTo>
                    <a:pt x="117348" y="50768"/>
                  </a:lnTo>
                  <a:lnTo>
                    <a:pt x="118872" y="50006"/>
                  </a:lnTo>
                  <a:lnTo>
                    <a:pt x="124777" y="45911"/>
                  </a:lnTo>
                  <a:lnTo>
                    <a:pt x="125444" y="44958"/>
                  </a:lnTo>
                  <a:lnTo>
                    <a:pt x="126206" y="43625"/>
                  </a:lnTo>
                  <a:lnTo>
                    <a:pt x="141256" y="953"/>
                  </a:lnTo>
                  <a:lnTo>
                    <a:pt x="208693" y="0"/>
                  </a:lnTo>
                  <a:lnTo>
                    <a:pt x="210693" y="2286"/>
                  </a:lnTo>
                  <a:lnTo>
                    <a:pt x="212788" y="4572"/>
                  </a:lnTo>
                  <a:lnTo>
                    <a:pt x="214503" y="6001"/>
                  </a:lnTo>
                  <a:lnTo>
                    <a:pt x="221647" y="10382"/>
                  </a:lnTo>
                  <a:lnTo>
                    <a:pt x="254413" y="26765"/>
                  </a:lnTo>
                  <a:lnTo>
                    <a:pt x="255556" y="26956"/>
                  </a:lnTo>
                  <a:lnTo>
                    <a:pt x="301657" y="29623"/>
                  </a:lnTo>
                  <a:lnTo>
                    <a:pt x="303085" y="29718"/>
                  </a:lnTo>
                  <a:lnTo>
                    <a:pt x="303847" y="29718"/>
                  </a:lnTo>
                  <a:lnTo>
                    <a:pt x="305276" y="29813"/>
                  </a:lnTo>
                  <a:lnTo>
                    <a:pt x="306610" y="29623"/>
                  </a:lnTo>
                  <a:lnTo>
                    <a:pt x="308419" y="29051"/>
                  </a:lnTo>
                  <a:lnTo>
                    <a:pt x="312706" y="27813"/>
                  </a:lnTo>
                  <a:lnTo>
                    <a:pt x="314325" y="27337"/>
                  </a:lnTo>
                  <a:lnTo>
                    <a:pt x="316421" y="26575"/>
                  </a:lnTo>
                  <a:lnTo>
                    <a:pt x="318992" y="25813"/>
                  </a:lnTo>
                  <a:lnTo>
                    <a:pt x="339376" y="15621"/>
                  </a:lnTo>
                  <a:lnTo>
                    <a:pt x="340519" y="14954"/>
                  </a:lnTo>
                  <a:lnTo>
                    <a:pt x="341376" y="14097"/>
                  </a:lnTo>
                  <a:lnTo>
                    <a:pt x="342519" y="12383"/>
                  </a:lnTo>
                  <a:lnTo>
                    <a:pt x="343471" y="10573"/>
                  </a:lnTo>
                  <a:lnTo>
                    <a:pt x="343662" y="10096"/>
                  </a:lnTo>
                  <a:lnTo>
                    <a:pt x="344138" y="8668"/>
                  </a:lnTo>
                  <a:lnTo>
                    <a:pt x="344614" y="7811"/>
                  </a:lnTo>
                  <a:lnTo>
                    <a:pt x="345376" y="6953"/>
                  </a:lnTo>
                  <a:lnTo>
                    <a:pt x="346234" y="6572"/>
                  </a:lnTo>
                  <a:lnTo>
                    <a:pt x="347377" y="6668"/>
                  </a:lnTo>
                  <a:lnTo>
                    <a:pt x="360807" y="8382"/>
                  </a:lnTo>
                  <a:lnTo>
                    <a:pt x="361283" y="8573"/>
                  </a:lnTo>
                  <a:lnTo>
                    <a:pt x="362045" y="8858"/>
                  </a:lnTo>
                  <a:lnTo>
                    <a:pt x="362902" y="9525"/>
                  </a:lnTo>
                  <a:lnTo>
                    <a:pt x="365474" y="12573"/>
                  </a:lnTo>
                  <a:lnTo>
                    <a:pt x="377666" y="28004"/>
                  </a:lnTo>
                  <a:lnTo>
                    <a:pt x="379571" y="30861"/>
                  </a:lnTo>
                  <a:lnTo>
                    <a:pt x="383667" y="37624"/>
                  </a:lnTo>
                  <a:lnTo>
                    <a:pt x="384810" y="40195"/>
                  </a:lnTo>
                  <a:lnTo>
                    <a:pt x="385191" y="40958"/>
                  </a:lnTo>
                  <a:lnTo>
                    <a:pt x="386715" y="45244"/>
                  </a:lnTo>
                  <a:lnTo>
                    <a:pt x="391858" y="61246"/>
                  </a:lnTo>
                  <a:lnTo>
                    <a:pt x="392335" y="63627"/>
                  </a:lnTo>
                  <a:lnTo>
                    <a:pt x="392430" y="65437"/>
                  </a:lnTo>
                  <a:lnTo>
                    <a:pt x="392811" y="72485"/>
                  </a:lnTo>
                  <a:lnTo>
                    <a:pt x="392906" y="74486"/>
                  </a:lnTo>
                  <a:lnTo>
                    <a:pt x="392906" y="78391"/>
                  </a:lnTo>
                  <a:lnTo>
                    <a:pt x="392335" y="82391"/>
                  </a:lnTo>
                  <a:lnTo>
                    <a:pt x="392335" y="85725"/>
                  </a:lnTo>
                  <a:lnTo>
                    <a:pt x="392906" y="88678"/>
                  </a:lnTo>
                  <a:lnTo>
                    <a:pt x="395288" y="95822"/>
                  </a:lnTo>
                  <a:lnTo>
                    <a:pt x="396430" y="99155"/>
                  </a:lnTo>
                  <a:lnTo>
                    <a:pt x="399002" y="106013"/>
                  </a:lnTo>
                  <a:lnTo>
                    <a:pt x="418529" y="147542"/>
                  </a:lnTo>
                  <a:lnTo>
                    <a:pt x="419100" y="148304"/>
                  </a:lnTo>
                  <a:lnTo>
                    <a:pt x="442531" y="169831"/>
                  </a:lnTo>
                  <a:lnTo>
                    <a:pt x="443198" y="169926"/>
                  </a:lnTo>
                  <a:lnTo>
                    <a:pt x="444341" y="170021"/>
                  </a:lnTo>
                  <a:lnTo>
                    <a:pt x="449008" y="169736"/>
                  </a:lnTo>
                  <a:lnTo>
                    <a:pt x="471678" y="166783"/>
                  </a:lnTo>
                  <a:lnTo>
                    <a:pt x="472249" y="166688"/>
                  </a:lnTo>
                  <a:lnTo>
                    <a:pt x="473202" y="166497"/>
                  </a:lnTo>
                  <a:lnTo>
                    <a:pt x="503586" y="160592"/>
                  </a:lnTo>
                  <a:lnTo>
                    <a:pt x="504729" y="160211"/>
                  </a:lnTo>
                  <a:lnTo>
                    <a:pt x="549688" y="142018"/>
                  </a:lnTo>
                  <a:lnTo>
                    <a:pt x="550735" y="141542"/>
                  </a:lnTo>
                  <a:lnTo>
                    <a:pt x="552831" y="139922"/>
                  </a:lnTo>
                  <a:lnTo>
                    <a:pt x="558260" y="135065"/>
                  </a:lnTo>
                  <a:lnTo>
                    <a:pt x="561975" y="130588"/>
                  </a:lnTo>
                  <a:lnTo>
                    <a:pt x="573500" y="126778"/>
                  </a:lnTo>
                  <a:lnTo>
                    <a:pt x="574643" y="125730"/>
                  </a:lnTo>
                  <a:lnTo>
                    <a:pt x="575691" y="124492"/>
                  </a:lnTo>
                  <a:lnTo>
                    <a:pt x="579310" y="120587"/>
                  </a:lnTo>
                  <a:lnTo>
                    <a:pt x="583311" y="116300"/>
                  </a:lnTo>
                  <a:lnTo>
                    <a:pt x="583883" y="115919"/>
                  </a:lnTo>
                  <a:lnTo>
                    <a:pt x="586073" y="114205"/>
                  </a:lnTo>
                  <a:lnTo>
                    <a:pt x="586930" y="113443"/>
                  </a:lnTo>
                  <a:lnTo>
                    <a:pt x="588168" y="113062"/>
                  </a:lnTo>
                  <a:lnTo>
                    <a:pt x="589121" y="112776"/>
                  </a:lnTo>
                  <a:lnTo>
                    <a:pt x="590360" y="112490"/>
                  </a:lnTo>
                  <a:lnTo>
                    <a:pt x="592074" y="112014"/>
                  </a:lnTo>
                  <a:lnTo>
                    <a:pt x="593598" y="111728"/>
                  </a:lnTo>
                  <a:lnTo>
                    <a:pt x="597503" y="109633"/>
                  </a:lnTo>
                  <a:lnTo>
                    <a:pt x="605123" y="104775"/>
                  </a:lnTo>
                  <a:lnTo>
                    <a:pt x="606838" y="104013"/>
                  </a:lnTo>
                  <a:lnTo>
                    <a:pt x="607695" y="103727"/>
                  </a:lnTo>
                  <a:lnTo>
                    <a:pt x="610362" y="103918"/>
                  </a:lnTo>
                  <a:lnTo>
                    <a:pt x="633698" y="106394"/>
                  </a:lnTo>
                  <a:lnTo>
                    <a:pt x="635698" y="107442"/>
                  </a:lnTo>
                  <a:lnTo>
                    <a:pt x="636936" y="109633"/>
                  </a:lnTo>
                  <a:lnTo>
                    <a:pt x="637032" y="111824"/>
                  </a:lnTo>
                  <a:lnTo>
                    <a:pt x="637222" y="116205"/>
                  </a:lnTo>
                  <a:lnTo>
                    <a:pt x="671322" y="15659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9" name="서울특별시 도봉구 도봉2동">
              <a:extLst>
                <a:ext uri="{FF2B5EF4-FFF2-40B4-BE49-F238E27FC236}">
                  <a16:creationId xmlns:a16="http://schemas.microsoft.com/office/drawing/2014/main" id="{9C7CBA7B-BBD8-A7BC-6A44-EE93E93A86AA}"/>
                </a:ext>
              </a:extLst>
            </p:cNvPr>
            <p:cNvSpPr/>
            <p:nvPr/>
          </p:nvSpPr>
          <p:spPr>
            <a:xfrm>
              <a:off x="7360157" y="1091946"/>
              <a:ext cx="151828" cy="449961"/>
            </a:xfrm>
            <a:custGeom>
              <a:avLst/>
              <a:gdLst>
                <a:gd name="connsiteX0" fmla="*/ 129254 w 151828"/>
                <a:gd name="connsiteY0" fmla="*/ 124968 h 449961"/>
                <a:gd name="connsiteX1" fmla="*/ 132302 w 151828"/>
                <a:gd name="connsiteY1" fmla="*/ 130207 h 449961"/>
                <a:gd name="connsiteX2" fmla="*/ 134588 w 151828"/>
                <a:gd name="connsiteY2" fmla="*/ 134207 h 449961"/>
                <a:gd name="connsiteX3" fmla="*/ 136589 w 151828"/>
                <a:gd name="connsiteY3" fmla="*/ 137732 h 449961"/>
                <a:gd name="connsiteX4" fmla="*/ 141256 w 151828"/>
                <a:gd name="connsiteY4" fmla="*/ 147257 h 449961"/>
                <a:gd name="connsiteX5" fmla="*/ 149924 w 151828"/>
                <a:gd name="connsiteY5" fmla="*/ 164973 h 449961"/>
                <a:gd name="connsiteX6" fmla="*/ 151829 w 151828"/>
                <a:gd name="connsiteY6" fmla="*/ 182023 h 449961"/>
                <a:gd name="connsiteX7" fmla="*/ 151543 w 151828"/>
                <a:gd name="connsiteY7" fmla="*/ 185833 h 449961"/>
                <a:gd name="connsiteX8" fmla="*/ 148876 w 151828"/>
                <a:gd name="connsiteY8" fmla="*/ 207454 h 449961"/>
                <a:gd name="connsiteX9" fmla="*/ 148210 w 151828"/>
                <a:gd name="connsiteY9" fmla="*/ 208312 h 449961"/>
                <a:gd name="connsiteX10" fmla="*/ 142209 w 151828"/>
                <a:gd name="connsiteY10" fmla="*/ 215932 h 449961"/>
                <a:gd name="connsiteX11" fmla="*/ 132207 w 151828"/>
                <a:gd name="connsiteY11" fmla="*/ 249460 h 449961"/>
                <a:gd name="connsiteX12" fmla="*/ 99536 w 151828"/>
                <a:gd name="connsiteY12" fmla="*/ 377000 h 449961"/>
                <a:gd name="connsiteX13" fmla="*/ 98489 w 151828"/>
                <a:gd name="connsiteY13" fmla="*/ 383096 h 449961"/>
                <a:gd name="connsiteX14" fmla="*/ 98108 w 151828"/>
                <a:gd name="connsiteY14" fmla="*/ 385763 h 449961"/>
                <a:gd name="connsiteX15" fmla="*/ 97060 w 151828"/>
                <a:gd name="connsiteY15" fmla="*/ 395478 h 449961"/>
                <a:gd name="connsiteX16" fmla="*/ 96584 w 151828"/>
                <a:gd name="connsiteY16" fmla="*/ 399955 h 449961"/>
                <a:gd name="connsiteX17" fmla="*/ 95822 w 151828"/>
                <a:gd name="connsiteY17" fmla="*/ 411194 h 449961"/>
                <a:gd name="connsiteX18" fmla="*/ 95822 w 151828"/>
                <a:gd name="connsiteY18" fmla="*/ 411671 h 449961"/>
                <a:gd name="connsiteX19" fmla="*/ 93822 w 151828"/>
                <a:gd name="connsiteY19" fmla="*/ 449961 h 449961"/>
                <a:gd name="connsiteX20" fmla="*/ 0 w 151828"/>
                <a:gd name="connsiteY20" fmla="*/ 436817 h 449961"/>
                <a:gd name="connsiteX21" fmla="*/ 12478 w 151828"/>
                <a:gd name="connsiteY21" fmla="*/ 370999 h 449961"/>
                <a:gd name="connsiteX22" fmla="*/ 35053 w 151828"/>
                <a:gd name="connsiteY22" fmla="*/ 238030 h 449961"/>
                <a:gd name="connsiteX23" fmla="*/ 35243 w 151828"/>
                <a:gd name="connsiteY23" fmla="*/ 236887 h 449961"/>
                <a:gd name="connsiteX24" fmla="*/ 35529 w 151828"/>
                <a:gd name="connsiteY24" fmla="*/ 234791 h 449961"/>
                <a:gd name="connsiteX25" fmla="*/ 39815 w 151828"/>
                <a:gd name="connsiteY25" fmla="*/ 206597 h 449961"/>
                <a:gd name="connsiteX26" fmla="*/ 40386 w 151828"/>
                <a:gd name="connsiteY26" fmla="*/ 202502 h 449961"/>
                <a:gd name="connsiteX27" fmla="*/ 40577 w 151828"/>
                <a:gd name="connsiteY27" fmla="*/ 201644 h 449961"/>
                <a:gd name="connsiteX28" fmla="*/ 43435 w 151828"/>
                <a:gd name="connsiteY28" fmla="*/ 164211 h 449961"/>
                <a:gd name="connsiteX29" fmla="*/ 43625 w 151828"/>
                <a:gd name="connsiteY29" fmla="*/ 162020 h 449961"/>
                <a:gd name="connsiteX30" fmla="*/ 42672 w 151828"/>
                <a:gd name="connsiteY30" fmla="*/ 152686 h 449961"/>
                <a:gd name="connsiteX31" fmla="*/ 38577 w 151828"/>
                <a:gd name="connsiteY31" fmla="*/ 112967 h 449961"/>
                <a:gd name="connsiteX32" fmla="*/ 31623 w 151828"/>
                <a:gd name="connsiteY32" fmla="*/ 61246 h 449961"/>
                <a:gd name="connsiteX33" fmla="*/ 31433 w 151828"/>
                <a:gd name="connsiteY33" fmla="*/ 59341 h 449961"/>
                <a:gd name="connsiteX34" fmla="*/ 26099 w 151828"/>
                <a:gd name="connsiteY34" fmla="*/ 26670 h 449961"/>
                <a:gd name="connsiteX35" fmla="*/ 82678 w 151828"/>
                <a:gd name="connsiteY35" fmla="*/ 0 h 449961"/>
                <a:gd name="connsiteX36" fmla="*/ 99251 w 151828"/>
                <a:gd name="connsiteY36" fmla="*/ 7144 h 449961"/>
                <a:gd name="connsiteX37" fmla="*/ 103727 w 151828"/>
                <a:gd name="connsiteY37" fmla="*/ 18193 h 449961"/>
                <a:gd name="connsiteX38" fmla="*/ 116396 w 151828"/>
                <a:gd name="connsiteY38" fmla="*/ 62674 h 449961"/>
                <a:gd name="connsiteX39" fmla="*/ 116872 w 151828"/>
                <a:gd name="connsiteY39" fmla="*/ 64675 h 449961"/>
                <a:gd name="connsiteX40" fmla="*/ 117443 w 151828"/>
                <a:gd name="connsiteY40" fmla="*/ 68961 h 449961"/>
                <a:gd name="connsiteX41" fmla="*/ 117348 w 151828"/>
                <a:gd name="connsiteY41" fmla="*/ 73723 h 449961"/>
                <a:gd name="connsiteX42" fmla="*/ 116681 w 151828"/>
                <a:gd name="connsiteY42" fmla="*/ 78010 h 449961"/>
                <a:gd name="connsiteX43" fmla="*/ 115729 w 151828"/>
                <a:gd name="connsiteY43" fmla="*/ 83725 h 449961"/>
                <a:gd name="connsiteX44" fmla="*/ 115538 w 151828"/>
                <a:gd name="connsiteY44" fmla="*/ 85439 h 449961"/>
                <a:gd name="connsiteX45" fmla="*/ 115253 w 151828"/>
                <a:gd name="connsiteY45" fmla="*/ 93250 h 449961"/>
                <a:gd name="connsiteX46" fmla="*/ 115634 w 151828"/>
                <a:gd name="connsiteY46" fmla="*/ 98012 h 449961"/>
                <a:gd name="connsiteX47" fmla="*/ 116110 w 151828"/>
                <a:gd name="connsiteY47" fmla="*/ 103251 h 449961"/>
                <a:gd name="connsiteX48" fmla="*/ 116300 w 151828"/>
                <a:gd name="connsiteY48" fmla="*/ 103823 h 449961"/>
                <a:gd name="connsiteX49" fmla="*/ 117729 w 151828"/>
                <a:gd name="connsiteY49" fmla="*/ 109252 h 449961"/>
                <a:gd name="connsiteX50" fmla="*/ 119825 w 151828"/>
                <a:gd name="connsiteY50" fmla="*/ 112681 h 449961"/>
                <a:gd name="connsiteX51" fmla="*/ 121539 w 151828"/>
                <a:gd name="connsiteY51" fmla="*/ 115538 h 449961"/>
                <a:gd name="connsiteX52" fmla="*/ 122206 w 151828"/>
                <a:gd name="connsiteY52" fmla="*/ 116491 h 449961"/>
                <a:gd name="connsiteX53" fmla="*/ 123254 w 151828"/>
                <a:gd name="connsiteY53" fmla="*/ 118300 h 449961"/>
                <a:gd name="connsiteX54" fmla="*/ 129254 w 151828"/>
                <a:gd name="connsiteY54" fmla="*/ 124968 h 4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51828" h="449961">
                  <a:moveTo>
                    <a:pt x="129254" y="124968"/>
                  </a:moveTo>
                  <a:lnTo>
                    <a:pt x="132302" y="130207"/>
                  </a:lnTo>
                  <a:lnTo>
                    <a:pt x="134588" y="134207"/>
                  </a:lnTo>
                  <a:lnTo>
                    <a:pt x="136589" y="137732"/>
                  </a:lnTo>
                  <a:lnTo>
                    <a:pt x="141256" y="147257"/>
                  </a:lnTo>
                  <a:lnTo>
                    <a:pt x="149924" y="164973"/>
                  </a:lnTo>
                  <a:lnTo>
                    <a:pt x="151829" y="182023"/>
                  </a:lnTo>
                  <a:lnTo>
                    <a:pt x="151543" y="185833"/>
                  </a:lnTo>
                  <a:lnTo>
                    <a:pt x="148876" y="207454"/>
                  </a:lnTo>
                  <a:lnTo>
                    <a:pt x="148210" y="208312"/>
                  </a:lnTo>
                  <a:lnTo>
                    <a:pt x="142209" y="215932"/>
                  </a:lnTo>
                  <a:lnTo>
                    <a:pt x="132207" y="249460"/>
                  </a:lnTo>
                  <a:lnTo>
                    <a:pt x="99536" y="377000"/>
                  </a:lnTo>
                  <a:lnTo>
                    <a:pt x="98489" y="383096"/>
                  </a:lnTo>
                  <a:lnTo>
                    <a:pt x="98108" y="385763"/>
                  </a:lnTo>
                  <a:lnTo>
                    <a:pt x="97060" y="395478"/>
                  </a:lnTo>
                  <a:lnTo>
                    <a:pt x="96584" y="399955"/>
                  </a:lnTo>
                  <a:lnTo>
                    <a:pt x="95822" y="411194"/>
                  </a:lnTo>
                  <a:lnTo>
                    <a:pt x="95822" y="411671"/>
                  </a:lnTo>
                  <a:lnTo>
                    <a:pt x="93822" y="449961"/>
                  </a:lnTo>
                  <a:lnTo>
                    <a:pt x="0" y="436817"/>
                  </a:lnTo>
                  <a:lnTo>
                    <a:pt x="12478" y="370999"/>
                  </a:lnTo>
                  <a:lnTo>
                    <a:pt x="35053" y="238030"/>
                  </a:lnTo>
                  <a:lnTo>
                    <a:pt x="35243" y="236887"/>
                  </a:lnTo>
                  <a:lnTo>
                    <a:pt x="35529" y="234791"/>
                  </a:lnTo>
                  <a:lnTo>
                    <a:pt x="39815" y="206597"/>
                  </a:lnTo>
                  <a:lnTo>
                    <a:pt x="40386" y="202502"/>
                  </a:lnTo>
                  <a:lnTo>
                    <a:pt x="40577" y="201644"/>
                  </a:lnTo>
                  <a:lnTo>
                    <a:pt x="43435" y="164211"/>
                  </a:lnTo>
                  <a:lnTo>
                    <a:pt x="43625" y="162020"/>
                  </a:lnTo>
                  <a:lnTo>
                    <a:pt x="42672" y="152686"/>
                  </a:lnTo>
                  <a:lnTo>
                    <a:pt x="38577" y="112967"/>
                  </a:lnTo>
                  <a:lnTo>
                    <a:pt x="31623" y="61246"/>
                  </a:lnTo>
                  <a:lnTo>
                    <a:pt x="31433" y="59341"/>
                  </a:lnTo>
                  <a:lnTo>
                    <a:pt x="26099" y="26670"/>
                  </a:lnTo>
                  <a:lnTo>
                    <a:pt x="82678" y="0"/>
                  </a:lnTo>
                  <a:lnTo>
                    <a:pt x="99251" y="7144"/>
                  </a:lnTo>
                  <a:lnTo>
                    <a:pt x="103727" y="18193"/>
                  </a:lnTo>
                  <a:lnTo>
                    <a:pt x="116396" y="62674"/>
                  </a:lnTo>
                  <a:lnTo>
                    <a:pt x="116872" y="64675"/>
                  </a:lnTo>
                  <a:lnTo>
                    <a:pt x="117443" y="68961"/>
                  </a:lnTo>
                  <a:lnTo>
                    <a:pt x="117348" y="73723"/>
                  </a:lnTo>
                  <a:lnTo>
                    <a:pt x="116681" y="78010"/>
                  </a:lnTo>
                  <a:lnTo>
                    <a:pt x="115729" y="83725"/>
                  </a:lnTo>
                  <a:lnTo>
                    <a:pt x="115538" y="85439"/>
                  </a:lnTo>
                  <a:lnTo>
                    <a:pt x="115253" y="93250"/>
                  </a:lnTo>
                  <a:lnTo>
                    <a:pt x="115634" y="98012"/>
                  </a:lnTo>
                  <a:lnTo>
                    <a:pt x="116110" y="103251"/>
                  </a:lnTo>
                  <a:lnTo>
                    <a:pt x="116300" y="103823"/>
                  </a:lnTo>
                  <a:lnTo>
                    <a:pt x="117729" y="109252"/>
                  </a:lnTo>
                  <a:lnTo>
                    <a:pt x="119825" y="112681"/>
                  </a:lnTo>
                  <a:lnTo>
                    <a:pt x="121539" y="115538"/>
                  </a:lnTo>
                  <a:lnTo>
                    <a:pt x="122206" y="116491"/>
                  </a:lnTo>
                  <a:lnTo>
                    <a:pt x="123254" y="118300"/>
                  </a:lnTo>
                  <a:lnTo>
                    <a:pt x="129254" y="12496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2" name="서울특별시 노원구">
            <a:extLst>
              <a:ext uri="{FF2B5EF4-FFF2-40B4-BE49-F238E27FC236}">
                <a16:creationId xmlns:a16="http://schemas.microsoft.com/office/drawing/2014/main" id="{442C4EB6-D908-ED3D-9D3A-56CCD5A6F3B3}"/>
              </a:ext>
            </a:extLst>
          </p:cNvPr>
          <p:cNvGrpSpPr/>
          <p:nvPr/>
        </p:nvGrpSpPr>
        <p:grpSpPr>
          <a:xfrm>
            <a:off x="6116427" y="1288018"/>
            <a:ext cx="741031" cy="1080439"/>
            <a:chOff x="7320914" y="1047178"/>
            <a:chExt cx="1285398" cy="1489519"/>
          </a:xfrm>
          <a:solidFill>
            <a:srgbClr val="DC3545"/>
          </a:solidFill>
        </p:grpSpPr>
        <p:sp>
          <p:nvSpPr>
            <p:cNvPr id="767" name="서울특별시 노원구 월계1동">
              <a:extLst>
                <a:ext uri="{FF2B5EF4-FFF2-40B4-BE49-F238E27FC236}">
                  <a16:creationId xmlns:a16="http://schemas.microsoft.com/office/drawing/2014/main" id="{BA3BC3AD-98E5-9A36-278B-4C12D509EF7A}"/>
                </a:ext>
              </a:extLst>
            </p:cNvPr>
            <p:cNvSpPr/>
            <p:nvPr/>
          </p:nvSpPr>
          <p:spPr>
            <a:xfrm>
              <a:off x="7475124" y="2247042"/>
              <a:ext cx="326707" cy="289655"/>
            </a:xfrm>
            <a:custGeom>
              <a:avLst/>
              <a:gdLst>
                <a:gd name="connsiteX0" fmla="*/ 326613 w 326707"/>
                <a:gd name="connsiteY0" fmla="*/ 265176 h 289655"/>
                <a:gd name="connsiteX1" fmla="*/ 326708 w 326707"/>
                <a:gd name="connsiteY1" fmla="*/ 265747 h 289655"/>
                <a:gd name="connsiteX2" fmla="*/ 326708 w 326707"/>
                <a:gd name="connsiteY2" fmla="*/ 267557 h 289655"/>
                <a:gd name="connsiteX3" fmla="*/ 321945 w 326707"/>
                <a:gd name="connsiteY3" fmla="*/ 271463 h 289655"/>
                <a:gd name="connsiteX4" fmla="*/ 291179 w 326707"/>
                <a:gd name="connsiteY4" fmla="*/ 288131 h 289655"/>
                <a:gd name="connsiteX5" fmla="*/ 289274 w 326707"/>
                <a:gd name="connsiteY5" fmla="*/ 288512 h 289655"/>
                <a:gd name="connsiteX6" fmla="*/ 269748 w 326707"/>
                <a:gd name="connsiteY6" fmla="*/ 289655 h 289655"/>
                <a:gd name="connsiteX7" fmla="*/ 233934 w 326707"/>
                <a:gd name="connsiteY7" fmla="*/ 287369 h 289655"/>
                <a:gd name="connsiteX8" fmla="*/ 231267 w 326707"/>
                <a:gd name="connsiteY8" fmla="*/ 287941 h 289655"/>
                <a:gd name="connsiteX9" fmla="*/ 225362 w 326707"/>
                <a:gd name="connsiteY9" fmla="*/ 288417 h 289655"/>
                <a:gd name="connsiteX10" fmla="*/ 221552 w 326707"/>
                <a:gd name="connsiteY10" fmla="*/ 287655 h 289655"/>
                <a:gd name="connsiteX11" fmla="*/ 218027 w 326707"/>
                <a:gd name="connsiteY11" fmla="*/ 286798 h 289655"/>
                <a:gd name="connsiteX12" fmla="*/ 212598 w 326707"/>
                <a:gd name="connsiteY12" fmla="*/ 284226 h 289655"/>
                <a:gd name="connsiteX13" fmla="*/ 208979 w 326707"/>
                <a:gd name="connsiteY13" fmla="*/ 282416 h 289655"/>
                <a:gd name="connsiteX14" fmla="*/ 208026 w 326707"/>
                <a:gd name="connsiteY14" fmla="*/ 281940 h 289655"/>
                <a:gd name="connsiteX15" fmla="*/ 203835 w 326707"/>
                <a:gd name="connsiteY15" fmla="*/ 279654 h 289655"/>
                <a:gd name="connsiteX16" fmla="*/ 198025 w 326707"/>
                <a:gd name="connsiteY16" fmla="*/ 276511 h 289655"/>
                <a:gd name="connsiteX17" fmla="*/ 192500 w 326707"/>
                <a:gd name="connsiteY17" fmla="*/ 263747 h 289655"/>
                <a:gd name="connsiteX18" fmla="*/ 125445 w 326707"/>
                <a:gd name="connsiteY18" fmla="*/ 219075 h 289655"/>
                <a:gd name="connsiteX19" fmla="*/ 76486 w 326707"/>
                <a:gd name="connsiteY19" fmla="*/ 181737 h 289655"/>
                <a:gd name="connsiteX20" fmla="*/ 72009 w 326707"/>
                <a:gd name="connsiteY20" fmla="*/ 177927 h 289655"/>
                <a:gd name="connsiteX21" fmla="*/ 69914 w 326707"/>
                <a:gd name="connsiteY21" fmla="*/ 176213 h 289655"/>
                <a:gd name="connsiteX22" fmla="*/ 67818 w 326707"/>
                <a:gd name="connsiteY22" fmla="*/ 174403 h 289655"/>
                <a:gd name="connsiteX23" fmla="*/ 60960 w 326707"/>
                <a:gd name="connsiteY23" fmla="*/ 168497 h 289655"/>
                <a:gd name="connsiteX24" fmla="*/ 49530 w 326707"/>
                <a:gd name="connsiteY24" fmla="*/ 157258 h 289655"/>
                <a:gd name="connsiteX25" fmla="*/ 39529 w 326707"/>
                <a:gd name="connsiteY25" fmla="*/ 146875 h 289655"/>
                <a:gd name="connsiteX26" fmla="*/ 20288 w 326707"/>
                <a:gd name="connsiteY26" fmla="*/ 126016 h 289655"/>
                <a:gd name="connsiteX27" fmla="*/ 0 w 326707"/>
                <a:gd name="connsiteY27" fmla="*/ 104584 h 289655"/>
                <a:gd name="connsiteX28" fmla="*/ 164116 w 326707"/>
                <a:gd name="connsiteY28" fmla="*/ 0 h 289655"/>
                <a:gd name="connsiteX29" fmla="*/ 164878 w 326707"/>
                <a:gd name="connsiteY29" fmla="*/ 2572 h 289655"/>
                <a:gd name="connsiteX30" fmla="*/ 165926 w 326707"/>
                <a:gd name="connsiteY30" fmla="*/ 5905 h 289655"/>
                <a:gd name="connsiteX31" fmla="*/ 166211 w 326707"/>
                <a:gd name="connsiteY31" fmla="*/ 6953 h 289655"/>
                <a:gd name="connsiteX32" fmla="*/ 167354 w 326707"/>
                <a:gd name="connsiteY32" fmla="*/ 10096 h 289655"/>
                <a:gd name="connsiteX33" fmla="*/ 169069 w 326707"/>
                <a:gd name="connsiteY33" fmla="*/ 14954 h 289655"/>
                <a:gd name="connsiteX34" fmla="*/ 174689 w 326707"/>
                <a:gd name="connsiteY34" fmla="*/ 29337 h 289655"/>
                <a:gd name="connsiteX35" fmla="*/ 179927 w 326707"/>
                <a:gd name="connsiteY35" fmla="*/ 41053 h 289655"/>
                <a:gd name="connsiteX36" fmla="*/ 180499 w 326707"/>
                <a:gd name="connsiteY36" fmla="*/ 42386 h 289655"/>
                <a:gd name="connsiteX37" fmla="*/ 180975 w 326707"/>
                <a:gd name="connsiteY37" fmla="*/ 43529 h 289655"/>
                <a:gd name="connsiteX38" fmla="*/ 184499 w 326707"/>
                <a:gd name="connsiteY38" fmla="*/ 51244 h 289655"/>
                <a:gd name="connsiteX39" fmla="*/ 194882 w 326707"/>
                <a:gd name="connsiteY39" fmla="*/ 70961 h 289655"/>
                <a:gd name="connsiteX40" fmla="*/ 211550 w 326707"/>
                <a:gd name="connsiteY40" fmla="*/ 106489 h 289655"/>
                <a:gd name="connsiteX41" fmla="*/ 218790 w 326707"/>
                <a:gd name="connsiteY41" fmla="*/ 123158 h 289655"/>
                <a:gd name="connsiteX42" fmla="*/ 225076 w 326707"/>
                <a:gd name="connsiteY42" fmla="*/ 124015 h 289655"/>
                <a:gd name="connsiteX43" fmla="*/ 259461 w 326707"/>
                <a:gd name="connsiteY43" fmla="*/ 202406 h 289655"/>
                <a:gd name="connsiteX44" fmla="*/ 273654 w 326707"/>
                <a:gd name="connsiteY44" fmla="*/ 234982 h 289655"/>
                <a:gd name="connsiteX45" fmla="*/ 273558 w 326707"/>
                <a:gd name="connsiteY45" fmla="*/ 236315 h 289655"/>
                <a:gd name="connsiteX46" fmla="*/ 274511 w 326707"/>
                <a:gd name="connsiteY46" fmla="*/ 239839 h 289655"/>
                <a:gd name="connsiteX47" fmla="*/ 275177 w 326707"/>
                <a:gd name="connsiteY47" fmla="*/ 241459 h 289655"/>
                <a:gd name="connsiteX48" fmla="*/ 280416 w 326707"/>
                <a:gd name="connsiteY48" fmla="*/ 253365 h 289655"/>
                <a:gd name="connsiteX49" fmla="*/ 285845 w 326707"/>
                <a:gd name="connsiteY49" fmla="*/ 265652 h 289655"/>
                <a:gd name="connsiteX50" fmla="*/ 287846 w 326707"/>
                <a:gd name="connsiteY50" fmla="*/ 270034 h 289655"/>
                <a:gd name="connsiteX51" fmla="*/ 289560 w 326707"/>
                <a:gd name="connsiteY51" fmla="*/ 273844 h 289655"/>
                <a:gd name="connsiteX52" fmla="*/ 326613 w 326707"/>
                <a:gd name="connsiteY52" fmla="*/ 265176 h 289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26707" h="289655">
                  <a:moveTo>
                    <a:pt x="326613" y="265176"/>
                  </a:moveTo>
                  <a:lnTo>
                    <a:pt x="326708" y="265747"/>
                  </a:lnTo>
                  <a:lnTo>
                    <a:pt x="326708" y="267557"/>
                  </a:lnTo>
                  <a:lnTo>
                    <a:pt x="321945" y="271463"/>
                  </a:lnTo>
                  <a:lnTo>
                    <a:pt x="291179" y="288131"/>
                  </a:lnTo>
                  <a:lnTo>
                    <a:pt x="289274" y="288512"/>
                  </a:lnTo>
                  <a:lnTo>
                    <a:pt x="269748" y="289655"/>
                  </a:lnTo>
                  <a:lnTo>
                    <a:pt x="233934" y="287369"/>
                  </a:lnTo>
                  <a:lnTo>
                    <a:pt x="231267" y="287941"/>
                  </a:lnTo>
                  <a:lnTo>
                    <a:pt x="225362" y="288417"/>
                  </a:lnTo>
                  <a:lnTo>
                    <a:pt x="221552" y="287655"/>
                  </a:lnTo>
                  <a:lnTo>
                    <a:pt x="218027" y="286798"/>
                  </a:lnTo>
                  <a:lnTo>
                    <a:pt x="212598" y="284226"/>
                  </a:lnTo>
                  <a:lnTo>
                    <a:pt x="208979" y="282416"/>
                  </a:lnTo>
                  <a:lnTo>
                    <a:pt x="208026" y="281940"/>
                  </a:lnTo>
                  <a:lnTo>
                    <a:pt x="203835" y="279654"/>
                  </a:lnTo>
                  <a:lnTo>
                    <a:pt x="198025" y="276511"/>
                  </a:lnTo>
                  <a:lnTo>
                    <a:pt x="192500" y="263747"/>
                  </a:lnTo>
                  <a:lnTo>
                    <a:pt x="125445" y="219075"/>
                  </a:lnTo>
                  <a:lnTo>
                    <a:pt x="76486" y="181737"/>
                  </a:lnTo>
                  <a:lnTo>
                    <a:pt x="72009" y="177927"/>
                  </a:lnTo>
                  <a:lnTo>
                    <a:pt x="69914" y="176213"/>
                  </a:lnTo>
                  <a:lnTo>
                    <a:pt x="67818" y="174403"/>
                  </a:lnTo>
                  <a:lnTo>
                    <a:pt x="60960" y="168497"/>
                  </a:lnTo>
                  <a:lnTo>
                    <a:pt x="49530" y="157258"/>
                  </a:lnTo>
                  <a:lnTo>
                    <a:pt x="39529" y="146875"/>
                  </a:lnTo>
                  <a:lnTo>
                    <a:pt x="20288" y="126016"/>
                  </a:lnTo>
                  <a:lnTo>
                    <a:pt x="0" y="104584"/>
                  </a:lnTo>
                  <a:lnTo>
                    <a:pt x="164116" y="0"/>
                  </a:lnTo>
                  <a:lnTo>
                    <a:pt x="164878" y="2572"/>
                  </a:lnTo>
                  <a:lnTo>
                    <a:pt x="165926" y="5905"/>
                  </a:lnTo>
                  <a:lnTo>
                    <a:pt x="166211" y="6953"/>
                  </a:lnTo>
                  <a:lnTo>
                    <a:pt x="167354" y="10096"/>
                  </a:lnTo>
                  <a:lnTo>
                    <a:pt x="169069" y="14954"/>
                  </a:lnTo>
                  <a:lnTo>
                    <a:pt x="174689" y="29337"/>
                  </a:lnTo>
                  <a:lnTo>
                    <a:pt x="179927" y="41053"/>
                  </a:lnTo>
                  <a:lnTo>
                    <a:pt x="180499" y="42386"/>
                  </a:lnTo>
                  <a:lnTo>
                    <a:pt x="180975" y="43529"/>
                  </a:lnTo>
                  <a:lnTo>
                    <a:pt x="184499" y="51244"/>
                  </a:lnTo>
                  <a:lnTo>
                    <a:pt x="194882" y="70961"/>
                  </a:lnTo>
                  <a:lnTo>
                    <a:pt x="211550" y="106489"/>
                  </a:lnTo>
                  <a:lnTo>
                    <a:pt x="218790" y="123158"/>
                  </a:lnTo>
                  <a:lnTo>
                    <a:pt x="225076" y="124015"/>
                  </a:lnTo>
                  <a:lnTo>
                    <a:pt x="259461" y="202406"/>
                  </a:lnTo>
                  <a:lnTo>
                    <a:pt x="273654" y="234982"/>
                  </a:lnTo>
                  <a:lnTo>
                    <a:pt x="273558" y="236315"/>
                  </a:lnTo>
                  <a:lnTo>
                    <a:pt x="274511" y="239839"/>
                  </a:lnTo>
                  <a:lnTo>
                    <a:pt x="275177" y="241459"/>
                  </a:lnTo>
                  <a:lnTo>
                    <a:pt x="280416" y="253365"/>
                  </a:lnTo>
                  <a:lnTo>
                    <a:pt x="285845" y="265652"/>
                  </a:lnTo>
                  <a:lnTo>
                    <a:pt x="287846" y="270034"/>
                  </a:lnTo>
                  <a:lnTo>
                    <a:pt x="289560" y="273844"/>
                  </a:lnTo>
                  <a:lnTo>
                    <a:pt x="326613" y="26517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8" name="서울특별시 노원구 월계2동">
              <a:extLst>
                <a:ext uri="{FF2B5EF4-FFF2-40B4-BE49-F238E27FC236}">
                  <a16:creationId xmlns:a16="http://schemas.microsoft.com/office/drawing/2014/main" id="{B75318FB-D981-F555-C849-AAA57FE25A76}"/>
                </a:ext>
              </a:extLst>
            </p:cNvPr>
            <p:cNvSpPr/>
            <p:nvPr/>
          </p:nvSpPr>
          <p:spPr>
            <a:xfrm>
              <a:off x="7320914" y="1975104"/>
              <a:ext cx="328231" cy="376523"/>
            </a:xfrm>
            <a:custGeom>
              <a:avLst/>
              <a:gdLst>
                <a:gd name="connsiteX0" fmla="*/ 243936 w 328231"/>
                <a:gd name="connsiteY0" fmla="*/ 80391 h 376523"/>
                <a:gd name="connsiteX1" fmla="*/ 315373 w 328231"/>
                <a:gd name="connsiteY1" fmla="*/ 137160 h 376523"/>
                <a:gd name="connsiteX2" fmla="*/ 328232 w 328231"/>
                <a:gd name="connsiteY2" fmla="*/ 156781 h 376523"/>
                <a:gd name="connsiteX3" fmla="*/ 310705 w 328231"/>
                <a:gd name="connsiteY3" fmla="*/ 161830 h 376523"/>
                <a:gd name="connsiteX4" fmla="*/ 314230 w 328231"/>
                <a:gd name="connsiteY4" fmla="*/ 243364 h 376523"/>
                <a:gd name="connsiteX5" fmla="*/ 316230 w 328231"/>
                <a:gd name="connsiteY5" fmla="*/ 262414 h 376523"/>
                <a:gd name="connsiteX6" fmla="*/ 316802 w 328231"/>
                <a:gd name="connsiteY6" fmla="*/ 264795 h 376523"/>
                <a:gd name="connsiteX7" fmla="*/ 318326 w 328231"/>
                <a:gd name="connsiteY7" fmla="*/ 271939 h 376523"/>
                <a:gd name="connsiteX8" fmla="*/ 154210 w 328231"/>
                <a:gd name="connsiteY8" fmla="*/ 376523 h 376523"/>
                <a:gd name="connsiteX9" fmla="*/ 122587 w 328231"/>
                <a:gd name="connsiteY9" fmla="*/ 339566 h 376523"/>
                <a:gd name="connsiteX10" fmla="*/ 84868 w 328231"/>
                <a:gd name="connsiteY10" fmla="*/ 310134 h 376523"/>
                <a:gd name="connsiteX11" fmla="*/ 25622 w 328231"/>
                <a:gd name="connsiteY11" fmla="*/ 267653 h 376523"/>
                <a:gd name="connsiteX12" fmla="*/ 12192 w 328231"/>
                <a:gd name="connsiteY12" fmla="*/ 259651 h 376523"/>
                <a:gd name="connsiteX13" fmla="*/ 8763 w 328231"/>
                <a:gd name="connsiteY13" fmla="*/ 257556 h 376523"/>
                <a:gd name="connsiteX14" fmla="*/ 0 w 328231"/>
                <a:gd name="connsiteY14" fmla="*/ 252317 h 376523"/>
                <a:gd name="connsiteX15" fmla="*/ 25718 w 328231"/>
                <a:gd name="connsiteY15" fmla="*/ 226600 h 376523"/>
                <a:gd name="connsiteX16" fmla="*/ 37052 w 328231"/>
                <a:gd name="connsiteY16" fmla="*/ 219646 h 376523"/>
                <a:gd name="connsiteX17" fmla="*/ 44482 w 328231"/>
                <a:gd name="connsiteY17" fmla="*/ 213170 h 376523"/>
                <a:gd name="connsiteX18" fmla="*/ 46101 w 328231"/>
                <a:gd name="connsiteY18" fmla="*/ 209931 h 376523"/>
                <a:gd name="connsiteX19" fmla="*/ 62294 w 328231"/>
                <a:gd name="connsiteY19" fmla="*/ 168116 h 376523"/>
                <a:gd name="connsiteX20" fmla="*/ 62389 w 328231"/>
                <a:gd name="connsiteY20" fmla="*/ 167450 h 376523"/>
                <a:gd name="connsiteX21" fmla="*/ 64008 w 328231"/>
                <a:gd name="connsiteY21" fmla="*/ 151067 h 376523"/>
                <a:gd name="connsiteX22" fmla="*/ 69152 w 328231"/>
                <a:gd name="connsiteY22" fmla="*/ 139827 h 376523"/>
                <a:gd name="connsiteX23" fmla="*/ 73057 w 328231"/>
                <a:gd name="connsiteY23" fmla="*/ 133540 h 376523"/>
                <a:gd name="connsiteX24" fmla="*/ 88297 w 328231"/>
                <a:gd name="connsiteY24" fmla="*/ 109538 h 376523"/>
                <a:gd name="connsiteX25" fmla="*/ 118110 w 328231"/>
                <a:gd name="connsiteY25" fmla="*/ 63436 h 376523"/>
                <a:gd name="connsiteX26" fmla="*/ 165259 w 328231"/>
                <a:gd name="connsiteY26" fmla="*/ 952 h 376523"/>
                <a:gd name="connsiteX27" fmla="*/ 177070 w 328231"/>
                <a:gd name="connsiteY27" fmla="*/ 0 h 376523"/>
                <a:gd name="connsiteX28" fmla="*/ 177261 w 328231"/>
                <a:gd name="connsiteY28" fmla="*/ 667 h 376523"/>
                <a:gd name="connsiteX29" fmla="*/ 195168 w 328231"/>
                <a:gd name="connsiteY29" fmla="*/ 43720 h 376523"/>
                <a:gd name="connsiteX30" fmla="*/ 196691 w 328231"/>
                <a:gd name="connsiteY30" fmla="*/ 47149 h 376523"/>
                <a:gd name="connsiteX31" fmla="*/ 201835 w 328231"/>
                <a:gd name="connsiteY31" fmla="*/ 56293 h 376523"/>
                <a:gd name="connsiteX32" fmla="*/ 206883 w 328231"/>
                <a:gd name="connsiteY32" fmla="*/ 62389 h 376523"/>
                <a:gd name="connsiteX33" fmla="*/ 212503 w 328231"/>
                <a:gd name="connsiteY33" fmla="*/ 68866 h 376523"/>
                <a:gd name="connsiteX34" fmla="*/ 215646 w 328231"/>
                <a:gd name="connsiteY34" fmla="*/ 71819 h 376523"/>
                <a:gd name="connsiteX35" fmla="*/ 220028 w 328231"/>
                <a:gd name="connsiteY35" fmla="*/ 75438 h 376523"/>
                <a:gd name="connsiteX36" fmla="*/ 227076 w 328231"/>
                <a:gd name="connsiteY36" fmla="*/ 80772 h 376523"/>
                <a:gd name="connsiteX37" fmla="*/ 229267 w 328231"/>
                <a:gd name="connsiteY37" fmla="*/ 82010 h 376523"/>
                <a:gd name="connsiteX38" fmla="*/ 230410 w 328231"/>
                <a:gd name="connsiteY38" fmla="*/ 82296 h 376523"/>
                <a:gd name="connsiteX39" fmla="*/ 231934 w 328231"/>
                <a:gd name="connsiteY39" fmla="*/ 82677 h 376523"/>
                <a:gd name="connsiteX40" fmla="*/ 233649 w 328231"/>
                <a:gd name="connsiteY40" fmla="*/ 82582 h 376523"/>
                <a:gd name="connsiteX41" fmla="*/ 243936 w 328231"/>
                <a:gd name="connsiteY41" fmla="*/ 80391 h 37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28231" h="376523">
                  <a:moveTo>
                    <a:pt x="243936" y="80391"/>
                  </a:moveTo>
                  <a:lnTo>
                    <a:pt x="315373" y="137160"/>
                  </a:lnTo>
                  <a:lnTo>
                    <a:pt x="328232" y="156781"/>
                  </a:lnTo>
                  <a:lnTo>
                    <a:pt x="310705" y="161830"/>
                  </a:lnTo>
                  <a:lnTo>
                    <a:pt x="314230" y="243364"/>
                  </a:lnTo>
                  <a:lnTo>
                    <a:pt x="316230" y="262414"/>
                  </a:lnTo>
                  <a:lnTo>
                    <a:pt x="316802" y="264795"/>
                  </a:lnTo>
                  <a:lnTo>
                    <a:pt x="318326" y="271939"/>
                  </a:lnTo>
                  <a:lnTo>
                    <a:pt x="154210" y="376523"/>
                  </a:lnTo>
                  <a:lnTo>
                    <a:pt x="122587" y="339566"/>
                  </a:lnTo>
                  <a:lnTo>
                    <a:pt x="84868" y="310134"/>
                  </a:lnTo>
                  <a:lnTo>
                    <a:pt x="25622" y="267653"/>
                  </a:lnTo>
                  <a:lnTo>
                    <a:pt x="12192" y="259651"/>
                  </a:lnTo>
                  <a:lnTo>
                    <a:pt x="8763" y="257556"/>
                  </a:lnTo>
                  <a:lnTo>
                    <a:pt x="0" y="252317"/>
                  </a:lnTo>
                  <a:lnTo>
                    <a:pt x="25718" y="226600"/>
                  </a:lnTo>
                  <a:lnTo>
                    <a:pt x="37052" y="219646"/>
                  </a:lnTo>
                  <a:lnTo>
                    <a:pt x="44482" y="213170"/>
                  </a:lnTo>
                  <a:lnTo>
                    <a:pt x="46101" y="209931"/>
                  </a:lnTo>
                  <a:lnTo>
                    <a:pt x="62294" y="168116"/>
                  </a:lnTo>
                  <a:lnTo>
                    <a:pt x="62389" y="167450"/>
                  </a:lnTo>
                  <a:lnTo>
                    <a:pt x="64008" y="151067"/>
                  </a:lnTo>
                  <a:lnTo>
                    <a:pt x="69152" y="139827"/>
                  </a:lnTo>
                  <a:lnTo>
                    <a:pt x="73057" y="133540"/>
                  </a:lnTo>
                  <a:lnTo>
                    <a:pt x="88297" y="109538"/>
                  </a:lnTo>
                  <a:lnTo>
                    <a:pt x="118110" y="63436"/>
                  </a:lnTo>
                  <a:lnTo>
                    <a:pt x="165259" y="952"/>
                  </a:lnTo>
                  <a:lnTo>
                    <a:pt x="177070" y="0"/>
                  </a:lnTo>
                  <a:lnTo>
                    <a:pt x="177261" y="667"/>
                  </a:lnTo>
                  <a:lnTo>
                    <a:pt x="195168" y="43720"/>
                  </a:lnTo>
                  <a:lnTo>
                    <a:pt x="196691" y="47149"/>
                  </a:lnTo>
                  <a:lnTo>
                    <a:pt x="201835" y="56293"/>
                  </a:lnTo>
                  <a:lnTo>
                    <a:pt x="206883" y="62389"/>
                  </a:lnTo>
                  <a:lnTo>
                    <a:pt x="212503" y="68866"/>
                  </a:lnTo>
                  <a:lnTo>
                    <a:pt x="215646" y="71819"/>
                  </a:lnTo>
                  <a:lnTo>
                    <a:pt x="220028" y="75438"/>
                  </a:lnTo>
                  <a:lnTo>
                    <a:pt x="227076" y="80772"/>
                  </a:lnTo>
                  <a:lnTo>
                    <a:pt x="229267" y="82010"/>
                  </a:lnTo>
                  <a:lnTo>
                    <a:pt x="230410" y="82296"/>
                  </a:lnTo>
                  <a:lnTo>
                    <a:pt x="231934" y="82677"/>
                  </a:lnTo>
                  <a:lnTo>
                    <a:pt x="233649" y="82582"/>
                  </a:lnTo>
                  <a:lnTo>
                    <a:pt x="243936" y="8039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9" name="서울특별시 노원구 월계3동">
              <a:extLst>
                <a:ext uri="{FF2B5EF4-FFF2-40B4-BE49-F238E27FC236}">
                  <a16:creationId xmlns:a16="http://schemas.microsoft.com/office/drawing/2014/main" id="{5711635F-4312-1EE2-15E3-0451B94DF618}"/>
                </a:ext>
              </a:extLst>
            </p:cNvPr>
            <p:cNvSpPr/>
            <p:nvPr/>
          </p:nvSpPr>
          <p:spPr>
            <a:xfrm>
              <a:off x="7631620" y="2131885"/>
              <a:ext cx="227838" cy="389001"/>
            </a:xfrm>
            <a:custGeom>
              <a:avLst/>
              <a:gdLst>
                <a:gd name="connsiteX0" fmla="*/ 104585 w 227838"/>
                <a:gd name="connsiteY0" fmla="*/ 104585 h 389001"/>
                <a:gd name="connsiteX1" fmla="*/ 110014 w 227838"/>
                <a:gd name="connsiteY1" fmla="*/ 131636 h 389001"/>
                <a:gd name="connsiteX2" fmla="*/ 112776 w 227838"/>
                <a:gd name="connsiteY2" fmla="*/ 139160 h 389001"/>
                <a:gd name="connsiteX3" fmla="*/ 114586 w 227838"/>
                <a:gd name="connsiteY3" fmla="*/ 143827 h 389001"/>
                <a:gd name="connsiteX4" fmla="*/ 122016 w 227838"/>
                <a:gd name="connsiteY4" fmla="*/ 151543 h 389001"/>
                <a:gd name="connsiteX5" fmla="*/ 154781 w 227838"/>
                <a:gd name="connsiteY5" fmla="*/ 182975 h 389001"/>
                <a:gd name="connsiteX6" fmla="*/ 174689 w 227838"/>
                <a:gd name="connsiteY6" fmla="*/ 199453 h 389001"/>
                <a:gd name="connsiteX7" fmla="*/ 207074 w 227838"/>
                <a:gd name="connsiteY7" fmla="*/ 235648 h 389001"/>
                <a:gd name="connsiteX8" fmla="*/ 221361 w 227838"/>
                <a:gd name="connsiteY8" fmla="*/ 271558 h 389001"/>
                <a:gd name="connsiteX9" fmla="*/ 227457 w 227838"/>
                <a:gd name="connsiteY9" fmla="*/ 334899 h 389001"/>
                <a:gd name="connsiteX10" fmla="*/ 227648 w 227838"/>
                <a:gd name="connsiteY10" fmla="*/ 348615 h 389001"/>
                <a:gd name="connsiteX11" fmla="*/ 227838 w 227838"/>
                <a:gd name="connsiteY11" fmla="*/ 364712 h 389001"/>
                <a:gd name="connsiteX12" fmla="*/ 227838 w 227838"/>
                <a:gd name="connsiteY12" fmla="*/ 365855 h 389001"/>
                <a:gd name="connsiteX13" fmla="*/ 170117 w 227838"/>
                <a:gd name="connsiteY13" fmla="*/ 380333 h 389001"/>
                <a:gd name="connsiteX14" fmla="*/ 133065 w 227838"/>
                <a:gd name="connsiteY14" fmla="*/ 389001 h 389001"/>
                <a:gd name="connsiteX15" fmla="*/ 131350 w 227838"/>
                <a:gd name="connsiteY15" fmla="*/ 385191 h 389001"/>
                <a:gd name="connsiteX16" fmla="*/ 129350 w 227838"/>
                <a:gd name="connsiteY16" fmla="*/ 380810 h 389001"/>
                <a:gd name="connsiteX17" fmla="*/ 123920 w 227838"/>
                <a:gd name="connsiteY17" fmla="*/ 368522 h 389001"/>
                <a:gd name="connsiteX18" fmla="*/ 118682 w 227838"/>
                <a:gd name="connsiteY18" fmla="*/ 356616 h 389001"/>
                <a:gd name="connsiteX19" fmla="*/ 118015 w 227838"/>
                <a:gd name="connsiteY19" fmla="*/ 354997 h 389001"/>
                <a:gd name="connsiteX20" fmla="*/ 117063 w 227838"/>
                <a:gd name="connsiteY20" fmla="*/ 351473 h 389001"/>
                <a:gd name="connsiteX21" fmla="*/ 117158 w 227838"/>
                <a:gd name="connsiteY21" fmla="*/ 350139 h 389001"/>
                <a:gd name="connsiteX22" fmla="*/ 102966 w 227838"/>
                <a:gd name="connsiteY22" fmla="*/ 317564 h 389001"/>
                <a:gd name="connsiteX23" fmla="*/ 68580 w 227838"/>
                <a:gd name="connsiteY23" fmla="*/ 239173 h 389001"/>
                <a:gd name="connsiteX24" fmla="*/ 62294 w 227838"/>
                <a:gd name="connsiteY24" fmla="*/ 238315 h 389001"/>
                <a:gd name="connsiteX25" fmla="*/ 55055 w 227838"/>
                <a:gd name="connsiteY25" fmla="*/ 221647 h 389001"/>
                <a:gd name="connsiteX26" fmla="*/ 38386 w 227838"/>
                <a:gd name="connsiteY26" fmla="*/ 186119 h 389001"/>
                <a:gd name="connsiteX27" fmla="*/ 28004 w 227838"/>
                <a:gd name="connsiteY27" fmla="*/ 166402 h 389001"/>
                <a:gd name="connsiteX28" fmla="*/ 24479 w 227838"/>
                <a:gd name="connsiteY28" fmla="*/ 158686 h 389001"/>
                <a:gd name="connsiteX29" fmla="*/ 24003 w 227838"/>
                <a:gd name="connsiteY29" fmla="*/ 157544 h 389001"/>
                <a:gd name="connsiteX30" fmla="*/ 23432 w 227838"/>
                <a:gd name="connsiteY30" fmla="*/ 156210 h 389001"/>
                <a:gd name="connsiteX31" fmla="*/ 18193 w 227838"/>
                <a:gd name="connsiteY31" fmla="*/ 144494 h 389001"/>
                <a:gd name="connsiteX32" fmla="*/ 12573 w 227838"/>
                <a:gd name="connsiteY32" fmla="*/ 130111 h 389001"/>
                <a:gd name="connsiteX33" fmla="*/ 10859 w 227838"/>
                <a:gd name="connsiteY33" fmla="*/ 125254 h 389001"/>
                <a:gd name="connsiteX34" fmla="*/ 9716 w 227838"/>
                <a:gd name="connsiteY34" fmla="*/ 122111 h 389001"/>
                <a:gd name="connsiteX35" fmla="*/ 9430 w 227838"/>
                <a:gd name="connsiteY35" fmla="*/ 121063 h 389001"/>
                <a:gd name="connsiteX36" fmla="*/ 8382 w 227838"/>
                <a:gd name="connsiteY36" fmla="*/ 117729 h 389001"/>
                <a:gd name="connsiteX37" fmla="*/ 7620 w 227838"/>
                <a:gd name="connsiteY37" fmla="*/ 115157 h 389001"/>
                <a:gd name="connsiteX38" fmla="*/ 6096 w 227838"/>
                <a:gd name="connsiteY38" fmla="*/ 108014 h 389001"/>
                <a:gd name="connsiteX39" fmla="*/ 5525 w 227838"/>
                <a:gd name="connsiteY39" fmla="*/ 105632 h 389001"/>
                <a:gd name="connsiteX40" fmla="*/ 3525 w 227838"/>
                <a:gd name="connsiteY40" fmla="*/ 86582 h 389001"/>
                <a:gd name="connsiteX41" fmla="*/ 0 w 227838"/>
                <a:gd name="connsiteY41" fmla="*/ 5048 h 389001"/>
                <a:gd name="connsiteX42" fmla="*/ 17526 w 227838"/>
                <a:gd name="connsiteY42" fmla="*/ 0 h 389001"/>
                <a:gd name="connsiteX43" fmla="*/ 30099 w 227838"/>
                <a:gd name="connsiteY43" fmla="*/ 19240 h 389001"/>
                <a:gd name="connsiteX44" fmla="*/ 34100 w 227838"/>
                <a:gd name="connsiteY44" fmla="*/ 24670 h 389001"/>
                <a:gd name="connsiteX45" fmla="*/ 40863 w 227838"/>
                <a:gd name="connsiteY45" fmla="*/ 33242 h 389001"/>
                <a:gd name="connsiteX46" fmla="*/ 46387 w 227838"/>
                <a:gd name="connsiteY46" fmla="*/ 38576 h 389001"/>
                <a:gd name="connsiteX47" fmla="*/ 54007 w 227838"/>
                <a:gd name="connsiteY47" fmla="*/ 45053 h 389001"/>
                <a:gd name="connsiteX48" fmla="*/ 65342 w 227838"/>
                <a:gd name="connsiteY48" fmla="*/ 54483 h 389001"/>
                <a:gd name="connsiteX49" fmla="*/ 66390 w 227838"/>
                <a:gd name="connsiteY49" fmla="*/ 55340 h 389001"/>
                <a:gd name="connsiteX50" fmla="*/ 77438 w 227838"/>
                <a:gd name="connsiteY50" fmla="*/ 64675 h 389001"/>
                <a:gd name="connsiteX51" fmla="*/ 90011 w 227838"/>
                <a:gd name="connsiteY51" fmla="*/ 76105 h 389001"/>
                <a:gd name="connsiteX52" fmla="*/ 92107 w 227838"/>
                <a:gd name="connsiteY52" fmla="*/ 78200 h 389001"/>
                <a:gd name="connsiteX53" fmla="*/ 95060 w 227838"/>
                <a:gd name="connsiteY53" fmla="*/ 81534 h 389001"/>
                <a:gd name="connsiteX54" fmla="*/ 96679 w 227838"/>
                <a:gd name="connsiteY54" fmla="*/ 84106 h 389001"/>
                <a:gd name="connsiteX55" fmla="*/ 97822 w 227838"/>
                <a:gd name="connsiteY55" fmla="*/ 86392 h 389001"/>
                <a:gd name="connsiteX56" fmla="*/ 100203 w 227838"/>
                <a:gd name="connsiteY56" fmla="*/ 92393 h 389001"/>
                <a:gd name="connsiteX57" fmla="*/ 104585 w 227838"/>
                <a:gd name="connsiteY57" fmla="*/ 104585 h 3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27838" h="389001">
                  <a:moveTo>
                    <a:pt x="104585" y="104585"/>
                  </a:moveTo>
                  <a:lnTo>
                    <a:pt x="110014" y="131636"/>
                  </a:lnTo>
                  <a:lnTo>
                    <a:pt x="112776" y="139160"/>
                  </a:lnTo>
                  <a:lnTo>
                    <a:pt x="114586" y="143827"/>
                  </a:lnTo>
                  <a:lnTo>
                    <a:pt x="122016" y="151543"/>
                  </a:lnTo>
                  <a:lnTo>
                    <a:pt x="154781" y="182975"/>
                  </a:lnTo>
                  <a:lnTo>
                    <a:pt x="174689" y="199453"/>
                  </a:lnTo>
                  <a:lnTo>
                    <a:pt x="207074" y="235648"/>
                  </a:lnTo>
                  <a:lnTo>
                    <a:pt x="221361" y="271558"/>
                  </a:lnTo>
                  <a:lnTo>
                    <a:pt x="227457" y="334899"/>
                  </a:lnTo>
                  <a:lnTo>
                    <a:pt x="227648" y="348615"/>
                  </a:lnTo>
                  <a:lnTo>
                    <a:pt x="227838" y="364712"/>
                  </a:lnTo>
                  <a:lnTo>
                    <a:pt x="227838" y="365855"/>
                  </a:lnTo>
                  <a:lnTo>
                    <a:pt x="170117" y="380333"/>
                  </a:lnTo>
                  <a:lnTo>
                    <a:pt x="133065" y="389001"/>
                  </a:lnTo>
                  <a:lnTo>
                    <a:pt x="131350" y="385191"/>
                  </a:lnTo>
                  <a:lnTo>
                    <a:pt x="129350" y="380810"/>
                  </a:lnTo>
                  <a:lnTo>
                    <a:pt x="123920" y="368522"/>
                  </a:lnTo>
                  <a:lnTo>
                    <a:pt x="118682" y="356616"/>
                  </a:lnTo>
                  <a:lnTo>
                    <a:pt x="118015" y="354997"/>
                  </a:lnTo>
                  <a:lnTo>
                    <a:pt x="117063" y="351473"/>
                  </a:lnTo>
                  <a:lnTo>
                    <a:pt x="117158" y="350139"/>
                  </a:lnTo>
                  <a:lnTo>
                    <a:pt x="102966" y="317564"/>
                  </a:lnTo>
                  <a:lnTo>
                    <a:pt x="68580" y="239173"/>
                  </a:lnTo>
                  <a:lnTo>
                    <a:pt x="62294" y="238315"/>
                  </a:lnTo>
                  <a:lnTo>
                    <a:pt x="55055" y="221647"/>
                  </a:lnTo>
                  <a:lnTo>
                    <a:pt x="38386" y="186119"/>
                  </a:lnTo>
                  <a:lnTo>
                    <a:pt x="28004" y="166402"/>
                  </a:lnTo>
                  <a:lnTo>
                    <a:pt x="24479" y="158686"/>
                  </a:lnTo>
                  <a:lnTo>
                    <a:pt x="24003" y="157544"/>
                  </a:lnTo>
                  <a:lnTo>
                    <a:pt x="23432" y="156210"/>
                  </a:lnTo>
                  <a:lnTo>
                    <a:pt x="18193" y="144494"/>
                  </a:lnTo>
                  <a:lnTo>
                    <a:pt x="12573" y="130111"/>
                  </a:lnTo>
                  <a:lnTo>
                    <a:pt x="10859" y="125254"/>
                  </a:lnTo>
                  <a:lnTo>
                    <a:pt x="9716" y="122111"/>
                  </a:lnTo>
                  <a:lnTo>
                    <a:pt x="9430" y="121063"/>
                  </a:lnTo>
                  <a:lnTo>
                    <a:pt x="8382" y="117729"/>
                  </a:lnTo>
                  <a:lnTo>
                    <a:pt x="7620" y="115157"/>
                  </a:lnTo>
                  <a:lnTo>
                    <a:pt x="6096" y="108014"/>
                  </a:lnTo>
                  <a:lnTo>
                    <a:pt x="5525" y="105632"/>
                  </a:lnTo>
                  <a:lnTo>
                    <a:pt x="3525" y="86582"/>
                  </a:lnTo>
                  <a:lnTo>
                    <a:pt x="0" y="5048"/>
                  </a:lnTo>
                  <a:lnTo>
                    <a:pt x="17526" y="0"/>
                  </a:lnTo>
                  <a:lnTo>
                    <a:pt x="30099" y="19240"/>
                  </a:lnTo>
                  <a:lnTo>
                    <a:pt x="34100" y="24670"/>
                  </a:lnTo>
                  <a:lnTo>
                    <a:pt x="40863" y="33242"/>
                  </a:lnTo>
                  <a:lnTo>
                    <a:pt x="46387" y="38576"/>
                  </a:lnTo>
                  <a:lnTo>
                    <a:pt x="54007" y="45053"/>
                  </a:lnTo>
                  <a:lnTo>
                    <a:pt x="65342" y="54483"/>
                  </a:lnTo>
                  <a:lnTo>
                    <a:pt x="66390" y="55340"/>
                  </a:lnTo>
                  <a:lnTo>
                    <a:pt x="77438" y="64675"/>
                  </a:lnTo>
                  <a:lnTo>
                    <a:pt x="90011" y="76105"/>
                  </a:lnTo>
                  <a:lnTo>
                    <a:pt x="92107" y="78200"/>
                  </a:lnTo>
                  <a:lnTo>
                    <a:pt x="95060" y="81534"/>
                  </a:lnTo>
                  <a:lnTo>
                    <a:pt x="96679" y="84106"/>
                  </a:lnTo>
                  <a:lnTo>
                    <a:pt x="97822" y="86392"/>
                  </a:lnTo>
                  <a:lnTo>
                    <a:pt x="100203" y="92393"/>
                  </a:lnTo>
                  <a:lnTo>
                    <a:pt x="104585" y="10458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0" name="서울특별시 노원구 공릉2동">
              <a:extLst>
                <a:ext uri="{FF2B5EF4-FFF2-40B4-BE49-F238E27FC236}">
                  <a16:creationId xmlns:a16="http://schemas.microsoft.com/office/drawing/2014/main" id="{E7160437-28D3-0E2A-0E9D-47BF1F174D35}"/>
                </a:ext>
              </a:extLst>
            </p:cNvPr>
            <p:cNvSpPr/>
            <p:nvPr/>
          </p:nvSpPr>
          <p:spPr>
            <a:xfrm>
              <a:off x="7861553" y="1964912"/>
              <a:ext cx="744759" cy="520445"/>
            </a:xfrm>
            <a:custGeom>
              <a:avLst/>
              <a:gdLst>
                <a:gd name="connsiteX0" fmla="*/ 623697 w 744759"/>
                <a:gd name="connsiteY0" fmla="*/ 451866 h 520445"/>
                <a:gd name="connsiteX1" fmla="*/ 611314 w 744759"/>
                <a:gd name="connsiteY1" fmla="*/ 454628 h 520445"/>
                <a:gd name="connsiteX2" fmla="*/ 553308 w 744759"/>
                <a:gd name="connsiteY2" fmla="*/ 469011 h 520445"/>
                <a:gd name="connsiteX3" fmla="*/ 548354 w 744759"/>
                <a:gd name="connsiteY3" fmla="*/ 470344 h 520445"/>
                <a:gd name="connsiteX4" fmla="*/ 547592 w 744759"/>
                <a:gd name="connsiteY4" fmla="*/ 470535 h 520445"/>
                <a:gd name="connsiteX5" fmla="*/ 546449 w 744759"/>
                <a:gd name="connsiteY5" fmla="*/ 471392 h 520445"/>
                <a:gd name="connsiteX6" fmla="*/ 529304 w 744759"/>
                <a:gd name="connsiteY6" fmla="*/ 487299 h 520445"/>
                <a:gd name="connsiteX7" fmla="*/ 466630 w 744759"/>
                <a:gd name="connsiteY7" fmla="*/ 520446 h 520445"/>
                <a:gd name="connsiteX8" fmla="*/ 464915 w 744759"/>
                <a:gd name="connsiteY8" fmla="*/ 520446 h 520445"/>
                <a:gd name="connsiteX9" fmla="*/ 462534 w 744759"/>
                <a:gd name="connsiteY9" fmla="*/ 520446 h 520445"/>
                <a:gd name="connsiteX10" fmla="*/ 450438 w 744759"/>
                <a:gd name="connsiteY10" fmla="*/ 519494 h 520445"/>
                <a:gd name="connsiteX11" fmla="*/ 394145 w 744759"/>
                <a:gd name="connsiteY11" fmla="*/ 502539 h 520445"/>
                <a:gd name="connsiteX12" fmla="*/ 386239 w 744759"/>
                <a:gd name="connsiteY12" fmla="*/ 499396 h 520445"/>
                <a:gd name="connsiteX13" fmla="*/ 383096 w 744759"/>
                <a:gd name="connsiteY13" fmla="*/ 498157 h 520445"/>
                <a:gd name="connsiteX14" fmla="*/ 330613 w 744759"/>
                <a:gd name="connsiteY14" fmla="*/ 473488 h 520445"/>
                <a:gd name="connsiteX15" fmla="*/ 302229 w 744759"/>
                <a:gd name="connsiteY15" fmla="*/ 469011 h 520445"/>
                <a:gd name="connsiteX16" fmla="*/ 261461 w 744759"/>
                <a:gd name="connsiteY16" fmla="*/ 463963 h 520445"/>
                <a:gd name="connsiteX17" fmla="*/ 232886 w 744759"/>
                <a:gd name="connsiteY17" fmla="*/ 473678 h 520445"/>
                <a:gd name="connsiteX18" fmla="*/ 202025 w 744759"/>
                <a:gd name="connsiteY18" fmla="*/ 479774 h 520445"/>
                <a:gd name="connsiteX19" fmla="*/ 187357 w 744759"/>
                <a:gd name="connsiteY19" fmla="*/ 480536 h 520445"/>
                <a:gd name="connsiteX20" fmla="*/ 176403 w 744759"/>
                <a:gd name="connsiteY20" fmla="*/ 471202 h 520445"/>
                <a:gd name="connsiteX21" fmla="*/ 172117 w 744759"/>
                <a:gd name="connsiteY21" fmla="*/ 470916 h 520445"/>
                <a:gd name="connsiteX22" fmla="*/ 163449 w 744759"/>
                <a:gd name="connsiteY22" fmla="*/ 469011 h 520445"/>
                <a:gd name="connsiteX23" fmla="*/ 160591 w 744759"/>
                <a:gd name="connsiteY23" fmla="*/ 467868 h 520445"/>
                <a:gd name="connsiteX24" fmla="*/ 157734 w 744759"/>
                <a:gd name="connsiteY24" fmla="*/ 466820 h 520445"/>
                <a:gd name="connsiteX25" fmla="*/ 155639 w 744759"/>
                <a:gd name="connsiteY25" fmla="*/ 465963 h 520445"/>
                <a:gd name="connsiteX26" fmla="*/ 152210 w 744759"/>
                <a:gd name="connsiteY26" fmla="*/ 464248 h 520445"/>
                <a:gd name="connsiteX27" fmla="*/ 151162 w 744759"/>
                <a:gd name="connsiteY27" fmla="*/ 463772 h 520445"/>
                <a:gd name="connsiteX28" fmla="*/ 149352 w 744759"/>
                <a:gd name="connsiteY28" fmla="*/ 462820 h 520445"/>
                <a:gd name="connsiteX29" fmla="*/ 145066 w 744759"/>
                <a:gd name="connsiteY29" fmla="*/ 460439 h 520445"/>
                <a:gd name="connsiteX30" fmla="*/ 140684 w 744759"/>
                <a:gd name="connsiteY30" fmla="*/ 457486 h 520445"/>
                <a:gd name="connsiteX31" fmla="*/ 132588 w 744759"/>
                <a:gd name="connsiteY31" fmla="*/ 450342 h 520445"/>
                <a:gd name="connsiteX32" fmla="*/ 131445 w 744759"/>
                <a:gd name="connsiteY32" fmla="*/ 449294 h 520445"/>
                <a:gd name="connsiteX33" fmla="*/ 130683 w 744759"/>
                <a:gd name="connsiteY33" fmla="*/ 448532 h 520445"/>
                <a:gd name="connsiteX34" fmla="*/ 127064 w 744759"/>
                <a:gd name="connsiteY34" fmla="*/ 444151 h 520445"/>
                <a:gd name="connsiteX35" fmla="*/ 124016 w 744759"/>
                <a:gd name="connsiteY35" fmla="*/ 437674 h 520445"/>
                <a:gd name="connsiteX36" fmla="*/ 122397 w 744759"/>
                <a:gd name="connsiteY36" fmla="*/ 433483 h 520445"/>
                <a:gd name="connsiteX37" fmla="*/ 119729 w 744759"/>
                <a:gd name="connsiteY37" fmla="*/ 423862 h 520445"/>
                <a:gd name="connsiteX38" fmla="*/ 118682 w 744759"/>
                <a:gd name="connsiteY38" fmla="*/ 417005 h 520445"/>
                <a:gd name="connsiteX39" fmla="*/ 117729 w 744759"/>
                <a:gd name="connsiteY39" fmla="*/ 410908 h 520445"/>
                <a:gd name="connsiteX40" fmla="*/ 117348 w 744759"/>
                <a:gd name="connsiteY40" fmla="*/ 408718 h 520445"/>
                <a:gd name="connsiteX41" fmla="*/ 116967 w 744759"/>
                <a:gd name="connsiteY41" fmla="*/ 406241 h 520445"/>
                <a:gd name="connsiteX42" fmla="*/ 116396 w 744759"/>
                <a:gd name="connsiteY42" fmla="*/ 402812 h 520445"/>
                <a:gd name="connsiteX43" fmla="*/ 114967 w 744759"/>
                <a:gd name="connsiteY43" fmla="*/ 393764 h 520445"/>
                <a:gd name="connsiteX44" fmla="*/ 114776 w 744759"/>
                <a:gd name="connsiteY44" fmla="*/ 392049 h 520445"/>
                <a:gd name="connsiteX45" fmla="*/ 113062 w 744759"/>
                <a:gd name="connsiteY45" fmla="*/ 381572 h 520445"/>
                <a:gd name="connsiteX46" fmla="*/ 112966 w 744759"/>
                <a:gd name="connsiteY46" fmla="*/ 381095 h 520445"/>
                <a:gd name="connsiteX47" fmla="*/ 112681 w 744759"/>
                <a:gd name="connsiteY47" fmla="*/ 379762 h 520445"/>
                <a:gd name="connsiteX48" fmla="*/ 111347 w 744759"/>
                <a:gd name="connsiteY48" fmla="*/ 374428 h 520445"/>
                <a:gd name="connsiteX49" fmla="*/ 110395 w 744759"/>
                <a:gd name="connsiteY49" fmla="*/ 371189 h 520445"/>
                <a:gd name="connsiteX50" fmla="*/ 109633 w 744759"/>
                <a:gd name="connsiteY50" fmla="*/ 368618 h 520445"/>
                <a:gd name="connsiteX51" fmla="*/ 109061 w 744759"/>
                <a:gd name="connsiteY51" fmla="*/ 367284 h 520445"/>
                <a:gd name="connsiteX52" fmla="*/ 107632 w 744759"/>
                <a:gd name="connsiteY52" fmla="*/ 363665 h 520445"/>
                <a:gd name="connsiteX53" fmla="*/ 106680 w 744759"/>
                <a:gd name="connsiteY53" fmla="*/ 361378 h 520445"/>
                <a:gd name="connsiteX54" fmla="*/ 105346 w 744759"/>
                <a:gd name="connsiteY54" fmla="*/ 358616 h 520445"/>
                <a:gd name="connsiteX55" fmla="*/ 100965 w 744759"/>
                <a:gd name="connsiteY55" fmla="*/ 349948 h 520445"/>
                <a:gd name="connsiteX56" fmla="*/ 100203 w 744759"/>
                <a:gd name="connsiteY56" fmla="*/ 348520 h 520445"/>
                <a:gd name="connsiteX57" fmla="*/ 92297 w 744759"/>
                <a:gd name="connsiteY57" fmla="*/ 336614 h 520445"/>
                <a:gd name="connsiteX58" fmla="*/ 89440 w 744759"/>
                <a:gd name="connsiteY58" fmla="*/ 332708 h 520445"/>
                <a:gd name="connsiteX59" fmla="*/ 88868 w 744759"/>
                <a:gd name="connsiteY59" fmla="*/ 331946 h 520445"/>
                <a:gd name="connsiteX60" fmla="*/ 87821 w 744759"/>
                <a:gd name="connsiteY60" fmla="*/ 330518 h 520445"/>
                <a:gd name="connsiteX61" fmla="*/ 87059 w 744759"/>
                <a:gd name="connsiteY61" fmla="*/ 329660 h 520445"/>
                <a:gd name="connsiteX62" fmla="*/ 84677 w 744759"/>
                <a:gd name="connsiteY62" fmla="*/ 326993 h 520445"/>
                <a:gd name="connsiteX63" fmla="*/ 81629 w 744759"/>
                <a:gd name="connsiteY63" fmla="*/ 323660 h 520445"/>
                <a:gd name="connsiteX64" fmla="*/ 80772 w 744759"/>
                <a:gd name="connsiteY64" fmla="*/ 322802 h 520445"/>
                <a:gd name="connsiteX65" fmla="*/ 80201 w 744759"/>
                <a:gd name="connsiteY65" fmla="*/ 322231 h 520445"/>
                <a:gd name="connsiteX66" fmla="*/ 79343 w 744759"/>
                <a:gd name="connsiteY66" fmla="*/ 321469 h 520445"/>
                <a:gd name="connsiteX67" fmla="*/ 78391 w 744759"/>
                <a:gd name="connsiteY67" fmla="*/ 320611 h 520445"/>
                <a:gd name="connsiteX68" fmla="*/ 75819 w 744759"/>
                <a:gd name="connsiteY68" fmla="*/ 318516 h 520445"/>
                <a:gd name="connsiteX69" fmla="*/ 48959 w 744759"/>
                <a:gd name="connsiteY69" fmla="*/ 297085 h 520445"/>
                <a:gd name="connsiteX70" fmla="*/ 33147 w 744759"/>
                <a:gd name="connsiteY70" fmla="*/ 286131 h 520445"/>
                <a:gd name="connsiteX71" fmla="*/ 14478 w 744759"/>
                <a:gd name="connsiteY71" fmla="*/ 273368 h 520445"/>
                <a:gd name="connsiteX72" fmla="*/ 7715 w 744759"/>
                <a:gd name="connsiteY72" fmla="*/ 269081 h 520445"/>
                <a:gd name="connsiteX73" fmla="*/ 0 w 744759"/>
                <a:gd name="connsiteY73" fmla="*/ 266033 h 520445"/>
                <a:gd name="connsiteX74" fmla="*/ 51911 w 744759"/>
                <a:gd name="connsiteY74" fmla="*/ 270701 h 520445"/>
                <a:gd name="connsiteX75" fmla="*/ 72580 w 744759"/>
                <a:gd name="connsiteY75" fmla="*/ 271939 h 520445"/>
                <a:gd name="connsiteX76" fmla="*/ 96870 w 744759"/>
                <a:gd name="connsiteY76" fmla="*/ 200787 h 520445"/>
                <a:gd name="connsiteX77" fmla="*/ 163639 w 744759"/>
                <a:gd name="connsiteY77" fmla="*/ 169450 h 520445"/>
                <a:gd name="connsiteX78" fmla="*/ 164973 w 744759"/>
                <a:gd name="connsiteY78" fmla="*/ 168783 h 520445"/>
                <a:gd name="connsiteX79" fmla="*/ 171165 w 744759"/>
                <a:gd name="connsiteY79" fmla="*/ 165449 h 520445"/>
                <a:gd name="connsiteX80" fmla="*/ 184595 w 744759"/>
                <a:gd name="connsiteY80" fmla="*/ 151067 h 520445"/>
                <a:gd name="connsiteX81" fmla="*/ 185547 w 744759"/>
                <a:gd name="connsiteY81" fmla="*/ 150019 h 520445"/>
                <a:gd name="connsiteX82" fmla="*/ 186404 w 744759"/>
                <a:gd name="connsiteY82" fmla="*/ 149066 h 520445"/>
                <a:gd name="connsiteX83" fmla="*/ 213074 w 744759"/>
                <a:gd name="connsiteY83" fmla="*/ 103156 h 520445"/>
                <a:gd name="connsiteX84" fmla="*/ 261081 w 744759"/>
                <a:gd name="connsiteY84" fmla="*/ 88297 h 520445"/>
                <a:gd name="connsiteX85" fmla="*/ 265938 w 744759"/>
                <a:gd name="connsiteY85" fmla="*/ 87344 h 520445"/>
                <a:gd name="connsiteX86" fmla="*/ 266891 w 744759"/>
                <a:gd name="connsiteY86" fmla="*/ 87249 h 520445"/>
                <a:gd name="connsiteX87" fmla="*/ 298990 w 744759"/>
                <a:gd name="connsiteY87" fmla="*/ 86487 h 520445"/>
                <a:gd name="connsiteX88" fmla="*/ 301466 w 744759"/>
                <a:gd name="connsiteY88" fmla="*/ 86582 h 520445"/>
                <a:gd name="connsiteX89" fmla="*/ 302895 w 744759"/>
                <a:gd name="connsiteY89" fmla="*/ 86582 h 520445"/>
                <a:gd name="connsiteX90" fmla="*/ 308515 w 744759"/>
                <a:gd name="connsiteY90" fmla="*/ 86963 h 520445"/>
                <a:gd name="connsiteX91" fmla="*/ 310134 w 744759"/>
                <a:gd name="connsiteY91" fmla="*/ 87440 h 520445"/>
                <a:gd name="connsiteX92" fmla="*/ 311372 w 744759"/>
                <a:gd name="connsiteY92" fmla="*/ 88106 h 520445"/>
                <a:gd name="connsiteX93" fmla="*/ 311944 w 744759"/>
                <a:gd name="connsiteY93" fmla="*/ 88297 h 520445"/>
                <a:gd name="connsiteX94" fmla="*/ 314611 w 744759"/>
                <a:gd name="connsiteY94" fmla="*/ 89154 h 520445"/>
                <a:gd name="connsiteX95" fmla="*/ 315754 w 744759"/>
                <a:gd name="connsiteY95" fmla="*/ 89535 h 520445"/>
                <a:gd name="connsiteX96" fmla="*/ 323945 w 744759"/>
                <a:gd name="connsiteY96" fmla="*/ 89630 h 520445"/>
                <a:gd name="connsiteX97" fmla="*/ 325470 w 744759"/>
                <a:gd name="connsiteY97" fmla="*/ 89630 h 520445"/>
                <a:gd name="connsiteX98" fmla="*/ 349091 w 744759"/>
                <a:gd name="connsiteY98" fmla="*/ 84582 h 520445"/>
                <a:gd name="connsiteX99" fmla="*/ 357664 w 744759"/>
                <a:gd name="connsiteY99" fmla="*/ 81629 h 520445"/>
                <a:gd name="connsiteX100" fmla="*/ 413861 w 744759"/>
                <a:gd name="connsiteY100" fmla="*/ 57436 h 520445"/>
                <a:gd name="connsiteX101" fmla="*/ 422624 w 744759"/>
                <a:gd name="connsiteY101" fmla="*/ 34957 h 520445"/>
                <a:gd name="connsiteX102" fmla="*/ 419671 w 744759"/>
                <a:gd name="connsiteY102" fmla="*/ 0 h 520445"/>
                <a:gd name="connsiteX103" fmla="*/ 428340 w 744759"/>
                <a:gd name="connsiteY103" fmla="*/ 4477 h 520445"/>
                <a:gd name="connsiteX104" fmla="*/ 480632 w 744759"/>
                <a:gd name="connsiteY104" fmla="*/ 8668 h 520445"/>
                <a:gd name="connsiteX105" fmla="*/ 545402 w 744759"/>
                <a:gd name="connsiteY105" fmla="*/ 6858 h 520445"/>
                <a:gd name="connsiteX106" fmla="*/ 591884 w 744759"/>
                <a:gd name="connsiteY106" fmla="*/ 2381 h 520445"/>
                <a:gd name="connsiteX107" fmla="*/ 639318 w 744759"/>
                <a:gd name="connsiteY107" fmla="*/ 4858 h 520445"/>
                <a:gd name="connsiteX108" fmla="*/ 654748 w 744759"/>
                <a:gd name="connsiteY108" fmla="*/ 13240 h 520445"/>
                <a:gd name="connsiteX109" fmla="*/ 665798 w 744759"/>
                <a:gd name="connsiteY109" fmla="*/ 20288 h 520445"/>
                <a:gd name="connsiteX110" fmla="*/ 666465 w 744759"/>
                <a:gd name="connsiteY110" fmla="*/ 22479 h 520445"/>
                <a:gd name="connsiteX111" fmla="*/ 669131 w 744759"/>
                <a:gd name="connsiteY111" fmla="*/ 29051 h 520445"/>
                <a:gd name="connsiteX112" fmla="*/ 684657 w 744759"/>
                <a:gd name="connsiteY112" fmla="*/ 49530 h 520445"/>
                <a:gd name="connsiteX113" fmla="*/ 686658 w 744759"/>
                <a:gd name="connsiteY113" fmla="*/ 51530 h 520445"/>
                <a:gd name="connsiteX114" fmla="*/ 693515 w 744759"/>
                <a:gd name="connsiteY114" fmla="*/ 57150 h 520445"/>
                <a:gd name="connsiteX115" fmla="*/ 694087 w 744759"/>
                <a:gd name="connsiteY115" fmla="*/ 57626 h 520445"/>
                <a:gd name="connsiteX116" fmla="*/ 695040 w 744759"/>
                <a:gd name="connsiteY116" fmla="*/ 58198 h 520445"/>
                <a:gd name="connsiteX117" fmla="*/ 696087 w 744759"/>
                <a:gd name="connsiteY117" fmla="*/ 58865 h 520445"/>
                <a:gd name="connsiteX118" fmla="*/ 696945 w 744759"/>
                <a:gd name="connsiteY118" fmla="*/ 59246 h 520445"/>
                <a:gd name="connsiteX119" fmla="*/ 722472 w 744759"/>
                <a:gd name="connsiteY119" fmla="*/ 60674 h 520445"/>
                <a:gd name="connsiteX120" fmla="*/ 725900 w 744759"/>
                <a:gd name="connsiteY120" fmla="*/ 68104 h 520445"/>
                <a:gd name="connsiteX121" fmla="*/ 736949 w 744759"/>
                <a:gd name="connsiteY121" fmla="*/ 99536 h 520445"/>
                <a:gd name="connsiteX122" fmla="*/ 744760 w 744759"/>
                <a:gd name="connsiteY122" fmla="*/ 190881 h 520445"/>
                <a:gd name="connsiteX123" fmla="*/ 738474 w 744759"/>
                <a:gd name="connsiteY123" fmla="*/ 238220 h 520445"/>
                <a:gd name="connsiteX124" fmla="*/ 727234 w 744759"/>
                <a:gd name="connsiteY124" fmla="*/ 261556 h 520445"/>
                <a:gd name="connsiteX125" fmla="*/ 719328 w 744759"/>
                <a:gd name="connsiteY125" fmla="*/ 274987 h 520445"/>
                <a:gd name="connsiteX126" fmla="*/ 717995 w 744759"/>
                <a:gd name="connsiteY126" fmla="*/ 276130 h 520445"/>
                <a:gd name="connsiteX127" fmla="*/ 716756 w 744759"/>
                <a:gd name="connsiteY127" fmla="*/ 277178 h 520445"/>
                <a:gd name="connsiteX128" fmla="*/ 709041 w 744759"/>
                <a:gd name="connsiteY128" fmla="*/ 283178 h 520445"/>
                <a:gd name="connsiteX129" fmla="*/ 676466 w 744759"/>
                <a:gd name="connsiteY129" fmla="*/ 301276 h 520445"/>
                <a:gd name="connsiteX130" fmla="*/ 619697 w 744759"/>
                <a:gd name="connsiteY130" fmla="*/ 335375 h 520445"/>
                <a:gd name="connsiteX131" fmla="*/ 617601 w 744759"/>
                <a:gd name="connsiteY131" fmla="*/ 337566 h 520445"/>
                <a:gd name="connsiteX132" fmla="*/ 615696 w 744759"/>
                <a:gd name="connsiteY132" fmla="*/ 341662 h 520445"/>
                <a:gd name="connsiteX133" fmla="*/ 584168 w 744759"/>
                <a:gd name="connsiteY133" fmla="*/ 411385 h 520445"/>
                <a:gd name="connsiteX134" fmla="*/ 584168 w 744759"/>
                <a:gd name="connsiteY134" fmla="*/ 411956 h 520445"/>
                <a:gd name="connsiteX135" fmla="*/ 583788 w 744759"/>
                <a:gd name="connsiteY135" fmla="*/ 414337 h 520445"/>
                <a:gd name="connsiteX136" fmla="*/ 586550 w 744759"/>
                <a:gd name="connsiteY136" fmla="*/ 422243 h 520445"/>
                <a:gd name="connsiteX137" fmla="*/ 592360 w 744759"/>
                <a:gd name="connsiteY137" fmla="*/ 434816 h 520445"/>
                <a:gd name="connsiteX138" fmla="*/ 593407 w 744759"/>
                <a:gd name="connsiteY138" fmla="*/ 436340 h 520445"/>
                <a:gd name="connsiteX139" fmla="*/ 593884 w 744759"/>
                <a:gd name="connsiteY139" fmla="*/ 436912 h 520445"/>
                <a:gd name="connsiteX140" fmla="*/ 597027 w 744759"/>
                <a:gd name="connsiteY140" fmla="*/ 439483 h 520445"/>
                <a:gd name="connsiteX141" fmla="*/ 597884 w 744759"/>
                <a:gd name="connsiteY141" fmla="*/ 439865 h 520445"/>
                <a:gd name="connsiteX142" fmla="*/ 599123 w 744759"/>
                <a:gd name="connsiteY142" fmla="*/ 440531 h 520445"/>
                <a:gd name="connsiteX143" fmla="*/ 610172 w 744759"/>
                <a:gd name="connsiteY143" fmla="*/ 445770 h 520445"/>
                <a:gd name="connsiteX144" fmla="*/ 611124 w 744759"/>
                <a:gd name="connsiteY144" fmla="*/ 445770 h 520445"/>
                <a:gd name="connsiteX145" fmla="*/ 612839 w 744759"/>
                <a:gd name="connsiteY145" fmla="*/ 445770 h 520445"/>
                <a:gd name="connsiteX146" fmla="*/ 615315 w 744759"/>
                <a:gd name="connsiteY146" fmla="*/ 445961 h 520445"/>
                <a:gd name="connsiteX147" fmla="*/ 616268 w 744759"/>
                <a:gd name="connsiteY147" fmla="*/ 446056 h 520445"/>
                <a:gd name="connsiteX148" fmla="*/ 617506 w 744759"/>
                <a:gd name="connsiteY148" fmla="*/ 446532 h 520445"/>
                <a:gd name="connsiteX149" fmla="*/ 618554 w 744759"/>
                <a:gd name="connsiteY149" fmla="*/ 446818 h 520445"/>
                <a:gd name="connsiteX150" fmla="*/ 619983 w 744759"/>
                <a:gd name="connsiteY150" fmla="*/ 447675 h 520445"/>
                <a:gd name="connsiteX151" fmla="*/ 622078 w 744759"/>
                <a:gd name="connsiteY151" fmla="*/ 448532 h 520445"/>
                <a:gd name="connsiteX152" fmla="*/ 622840 w 744759"/>
                <a:gd name="connsiteY152" fmla="*/ 448818 h 520445"/>
                <a:gd name="connsiteX153" fmla="*/ 623507 w 744759"/>
                <a:gd name="connsiteY153" fmla="*/ 449675 h 520445"/>
                <a:gd name="connsiteX154" fmla="*/ 623888 w 744759"/>
                <a:gd name="connsiteY154" fmla="*/ 450723 h 520445"/>
                <a:gd name="connsiteX155" fmla="*/ 623697 w 744759"/>
                <a:gd name="connsiteY155" fmla="*/ 451866 h 52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744759" h="520445">
                  <a:moveTo>
                    <a:pt x="623697" y="451866"/>
                  </a:moveTo>
                  <a:lnTo>
                    <a:pt x="611314" y="454628"/>
                  </a:lnTo>
                  <a:lnTo>
                    <a:pt x="553308" y="469011"/>
                  </a:lnTo>
                  <a:lnTo>
                    <a:pt x="548354" y="470344"/>
                  </a:lnTo>
                  <a:lnTo>
                    <a:pt x="547592" y="470535"/>
                  </a:lnTo>
                  <a:lnTo>
                    <a:pt x="546449" y="471392"/>
                  </a:lnTo>
                  <a:lnTo>
                    <a:pt x="529304" y="487299"/>
                  </a:lnTo>
                  <a:lnTo>
                    <a:pt x="466630" y="520446"/>
                  </a:lnTo>
                  <a:lnTo>
                    <a:pt x="464915" y="520446"/>
                  </a:lnTo>
                  <a:lnTo>
                    <a:pt x="462534" y="520446"/>
                  </a:lnTo>
                  <a:lnTo>
                    <a:pt x="450438" y="519494"/>
                  </a:lnTo>
                  <a:lnTo>
                    <a:pt x="394145" y="502539"/>
                  </a:lnTo>
                  <a:lnTo>
                    <a:pt x="386239" y="499396"/>
                  </a:lnTo>
                  <a:lnTo>
                    <a:pt x="383096" y="498157"/>
                  </a:lnTo>
                  <a:lnTo>
                    <a:pt x="330613" y="473488"/>
                  </a:lnTo>
                  <a:lnTo>
                    <a:pt x="302229" y="469011"/>
                  </a:lnTo>
                  <a:lnTo>
                    <a:pt x="261461" y="463963"/>
                  </a:lnTo>
                  <a:lnTo>
                    <a:pt x="232886" y="473678"/>
                  </a:lnTo>
                  <a:lnTo>
                    <a:pt x="202025" y="479774"/>
                  </a:lnTo>
                  <a:lnTo>
                    <a:pt x="187357" y="480536"/>
                  </a:lnTo>
                  <a:lnTo>
                    <a:pt x="176403" y="471202"/>
                  </a:lnTo>
                  <a:lnTo>
                    <a:pt x="172117" y="470916"/>
                  </a:lnTo>
                  <a:lnTo>
                    <a:pt x="163449" y="469011"/>
                  </a:lnTo>
                  <a:lnTo>
                    <a:pt x="160591" y="467868"/>
                  </a:lnTo>
                  <a:lnTo>
                    <a:pt x="157734" y="466820"/>
                  </a:lnTo>
                  <a:lnTo>
                    <a:pt x="155639" y="465963"/>
                  </a:lnTo>
                  <a:lnTo>
                    <a:pt x="152210" y="464248"/>
                  </a:lnTo>
                  <a:lnTo>
                    <a:pt x="151162" y="463772"/>
                  </a:lnTo>
                  <a:lnTo>
                    <a:pt x="149352" y="462820"/>
                  </a:lnTo>
                  <a:lnTo>
                    <a:pt x="145066" y="460439"/>
                  </a:lnTo>
                  <a:lnTo>
                    <a:pt x="140684" y="457486"/>
                  </a:lnTo>
                  <a:lnTo>
                    <a:pt x="132588" y="450342"/>
                  </a:lnTo>
                  <a:lnTo>
                    <a:pt x="131445" y="449294"/>
                  </a:lnTo>
                  <a:lnTo>
                    <a:pt x="130683" y="448532"/>
                  </a:lnTo>
                  <a:lnTo>
                    <a:pt x="127064" y="444151"/>
                  </a:lnTo>
                  <a:lnTo>
                    <a:pt x="124016" y="437674"/>
                  </a:lnTo>
                  <a:lnTo>
                    <a:pt x="122397" y="433483"/>
                  </a:lnTo>
                  <a:lnTo>
                    <a:pt x="119729" y="423862"/>
                  </a:lnTo>
                  <a:lnTo>
                    <a:pt x="118682" y="417005"/>
                  </a:lnTo>
                  <a:lnTo>
                    <a:pt x="117729" y="410908"/>
                  </a:lnTo>
                  <a:lnTo>
                    <a:pt x="117348" y="408718"/>
                  </a:lnTo>
                  <a:lnTo>
                    <a:pt x="116967" y="406241"/>
                  </a:lnTo>
                  <a:lnTo>
                    <a:pt x="116396" y="402812"/>
                  </a:lnTo>
                  <a:lnTo>
                    <a:pt x="114967" y="393764"/>
                  </a:lnTo>
                  <a:lnTo>
                    <a:pt x="114776" y="392049"/>
                  </a:lnTo>
                  <a:lnTo>
                    <a:pt x="113062" y="381572"/>
                  </a:lnTo>
                  <a:lnTo>
                    <a:pt x="112966" y="381095"/>
                  </a:lnTo>
                  <a:lnTo>
                    <a:pt x="112681" y="379762"/>
                  </a:lnTo>
                  <a:lnTo>
                    <a:pt x="111347" y="374428"/>
                  </a:lnTo>
                  <a:lnTo>
                    <a:pt x="110395" y="371189"/>
                  </a:lnTo>
                  <a:lnTo>
                    <a:pt x="109633" y="368618"/>
                  </a:lnTo>
                  <a:lnTo>
                    <a:pt x="109061" y="367284"/>
                  </a:lnTo>
                  <a:lnTo>
                    <a:pt x="107632" y="363665"/>
                  </a:lnTo>
                  <a:lnTo>
                    <a:pt x="106680" y="361378"/>
                  </a:lnTo>
                  <a:lnTo>
                    <a:pt x="105346" y="358616"/>
                  </a:lnTo>
                  <a:lnTo>
                    <a:pt x="100965" y="349948"/>
                  </a:lnTo>
                  <a:lnTo>
                    <a:pt x="100203" y="348520"/>
                  </a:lnTo>
                  <a:lnTo>
                    <a:pt x="92297" y="336614"/>
                  </a:lnTo>
                  <a:lnTo>
                    <a:pt x="89440" y="332708"/>
                  </a:lnTo>
                  <a:lnTo>
                    <a:pt x="88868" y="331946"/>
                  </a:lnTo>
                  <a:lnTo>
                    <a:pt x="87821" y="330518"/>
                  </a:lnTo>
                  <a:lnTo>
                    <a:pt x="87059" y="329660"/>
                  </a:lnTo>
                  <a:lnTo>
                    <a:pt x="84677" y="326993"/>
                  </a:lnTo>
                  <a:lnTo>
                    <a:pt x="81629" y="323660"/>
                  </a:lnTo>
                  <a:lnTo>
                    <a:pt x="80772" y="322802"/>
                  </a:lnTo>
                  <a:lnTo>
                    <a:pt x="80201" y="322231"/>
                  </a:lnTo>
                  <a:lnTo>
                    <a:pt x="79343" y="321469"/>
                  </a:lnTo>
                  <a:lnTo>
                    <a:pt x="78391" y="320611"/>
                  </a:lnTo>
                  <a:lnTo>
                    <a:pt x="75819" y="318516"/>
                  </a:lnTo>
                  <a:lnTo>
                    <a:pt x="48959" y="297085"/>
                  </a:lnTo>
                  <a:lnTo>
                    <a:pt x="33147" y="286131"/>
                  </a:lnTo>
                  <a:lnTo>
                    <a:pt x="14478" y="273368"/>
                  </a:lnTo>
                  <a:lnTo>
                    <a:pt x="7715" y="269081"/>
                  </a:lnTo>
                  <a:lnTo>
                    <a:pt x="0" y="266033"/>
                  </a:lnTo>
                  <a:lnTo>
                    <a:pt x="51911" y="270701"/>
                  </a:lnTo>
                  <a:lnTo>
                    <a:pt x="72580" y="271939"/>
                  </a:lnTo>
                  <a:lnTo>
                    <a:pt x="96870" y="200787"/>
                  </a:lnTo>
                  <a:lnTo>
                    <a:pt x="163639" y="169450"/>
                  </a:lnTo>
                  <a:lnTo>
                    <a:pt x="164973" y="168783"/>
                  </a:lnTo>
                  <a:lnTo>
                    <a:pt x="171165" y="165449"/>
                  </a:lnTo>
                  <a:lnTo>
                    <a:pt x="184595" y="151067"/>
                  </a:lnTo>
                  <a:lnTo>
                    <a:pt x="185547" y="150019"/>
                  </a:lnTo>
                  <a:lnTo>
                    <a:pt x="186404" y="149066"/>
                  </a:lnTo>
                  <a:lnTo>
                    <a:pt x="213074" y="103156"/>
                  </a:lnTo>
                  <a:lnTo>
                    <a:pt x="261081" y="88297"/>
                  </a:lnTo>
                  <a:lnTo>
                    <a:pt x="265938" y="87344"/>
                  </a:lnTo>
                  <a:lnTo>
                    <a:pt x="266891" y="87249"/>
                  </a:lnTo>
                  <a:lnTo>
                    <a:pt x="298990" y="86487"/>
                  </a:lnTo>
                  <a:lnTo>
                    <a:pt x="301466" y="86582"/>
                  </a:lnTo>
                  <a:lnTo>
                    <a:pt x="302895" y="86582"/>
                  </a:lnTo>
                  <a:lnTo>
                    <a:pt x="308515" y="86963"/>
                  </a:lnTo>
                  <a:lnTo>
                    <a:pt x="310134" y="87440"/>
                  </a:lnTo>
                  <a:lnTo>
                    <a:pt x="311372" y="88106"/>
                  </a:lnTo>
                  <a:lnTo>
                    <a:pt x="311944" y="88297"/>
                  </a:lnTo>
                  <a:lnTo>
                    <a:pt x="314611" y="89154"/>
                  </a:lnTo>
                  <a:lnTo>
                    <a:pt x="315754" y="89535"/>
                  </a:lnTo>
                  <a:lnTo>
                    <a:pt x="323945" y="89630"/>
                  </a:lnTo>
                  <a:lnTo>
                    <a:pt x="325470" y="89630"/>
                  </a:lnTo>
                  <a:lnTo>
                    <a:pt x="349091" y="84582"/>
                  </a:lnTo>
                  <a:lnTo>
                    <a:pt x="357664" y="81629"/>
                  </a:lnTo>
                  <a:lnTo>
                    <a:pt x="413861" y="57436"/>
                  </a:lnTo>
                  <a:lnTo>
                    <a:pt x="422624" y="34957"/>
                  </a:lnTo>
                  <a:lnTo>
                    <a:pt x="419671" y="0"/>
                  </a:lnTo>
                  <a:lnTo>
                    <a:pt x="428340" y="4477"/>
                  </a:lnTo>
                  <a:lnTo>
                    <a:pt x="480632" y="8668"/>
                  </a:lnTo>
                  <a:lnTo>
                    <a:pt x="545402" y="6858"/>
                  </a:lnTo>
                  <a:lnTo>
                    <a:pt x="591884" y="2381"/>
                  </a:lnTo>
                  <a:lnTo>
                    <a:pt x="639318" y="4858"/>
                  </a:lnTo>
                  <a:lnTo>
                    <a:pt x="654748" y="13240"/>
                  </a:lnTo>
                  <a:lnTo>
                    <a:pt x="665798" y="20288"/>
                  </a:lnTo>
                  <a:lnTo>
                    <a:pt x="666465" y="22479"/>
                  </a:lnTo>
                  <a:lnTo>
                    <a:pt x="669131" y="29051"/>
                  </a:lnTo>
                  <a:lnTo>
                    <a:pt x="684657" y="49530"/>
                  </a:lnTo>
                  <a:lnTo>
                    <a:pt x="686658" y="51530"/>
                  </a:lnTo>
                  <a:lnTo>
                    <a:pt x="693515" y="57150"/>
                  </a:lnTo>
                  <a:lnTo>
                    <a:pt x="694087" y="57626"/>
                  </a:lnTo>
                  <a:lnTo>
                    <a:pt x="695040" y="58198"/>
                  </a:lnTo>
                  <a:lnTo>
                    <a:pt x="696087" y="58865"/>
                  </a:lnTo>
                  <a:lnTo>
                    <a:pt x="696945" y="59246"/>
                  </a:lnTo>
                  <a:lnTo>
                    <a:pt x="722472" y="60674"/>
                  </a:lnTo>
                  <a:lnTo>
                    <a:pt x="725900" y="68104"/>
                  </a:lnTo>
                  <a:lnTo>
                    <a:pt x="736949" y="99536"/>
                  </a:lnTo>
                  <a:lnTo>
                    <a:pt x="744760" y="190881"/>
                  </a:lnTo>
                  <a:lnTo>
                    <a:pt x="738474" y="238220"/>
                  </a:lnTo>
                  <a:lnTo>
                    <a:pt x="727234" y="261556"/>
                  </a:lnTo>
                  <a:lnTo>
                    <a:pt x="719328" y="274987"/>
                  </a:lnTo>
                  <a:lnTo>
                    <a:pt x="717995" y="276130"/>
                  </a:lnTo>
                  <a:lnTo>
                    <a:pt x="716756" y="277178"/>
                  </a:lnTo>
                  <a:lnTo>
                    <a:pt x="709041" y="283178"/>
                  </a:lnTo>
                  <a:lnTo>
                    <a:pt x="676466" y="301276"/>
                  </a:lnTo>
                  <a:lnTo>
                    <a:pt x="619697" y="335375"/>
                  </a:lnTo>
                  <a:lnTo>
                    <a:pt x="617601" y="337566"/>
                  </a:lnTo>
                  <a:lnTo>
                    <a:pt x="615696" y="341662"/>
                  </a:lnTo>
                  <a:lnTo>
                    <a:pt x="584168" y="411385"/>
                  </a:lnTo>
                  <a:lnTo>
                    <a:pt x="584168" y="411956"/>
                  </a:lnTo>
                  <a:lnTo>
                    <a:pt x="583788" y="414337"/>
                  </a:lnTo>
                  <a:lnTo>
                    <a:pt x="586550" y="422243"/>
                  </a:lnTo>
                  <a:lnTo>
                    <a:pt x="592360" y="434816"/>
                  </a:lnTo>
                  <a:lnTo>
                    <a:pt x="593407" y="436340"/>
                  </a:lnTo>
                  <a:lnTo>
                    <a:pt x="593884" y="436912"/>
                  </a:lnTo>
                  <a:lnTo>
                    <a:pt x="597027" y="439483"/>
                  </a:lnTo>
                  <a:lnTo>
                    <a:pt x="597884" y="439865"/>
                  </a:lnTo>
                  <a:lnTo>
                    <a:pt x="599123" y="440531"/>
                  </a:lnTo>
                  <a:lnTo>
                    <a:pt x="610172" y="445770"/>
                  </a:lnTo>
                  <a:lnTo>
                    <a:pt x="611124" y="445770"/>
                  </a:lnTo>
                  <a:lnTo>
                    <a:pt x="612839" y="445770"/>
                  </a:lnTo>
                  <a:lnTo>
                    <a:pt x="615315" y="445961"/>
                  </a:lnTo>
                  <a:lnTo>
                    <a:pt x="616268" y="446056"/>
                  </a:lnTo>
                  <a:lnTo>
                    <a:pt x="617506" y="446532"/>
                  </a:lnTo>
                  <a:lnTo>
                    <a:pt x="618554" y="446818"/>
                  </a:lnTo>
                  <a:lnTo>
                    <a:pt x="619983" y="447675"/>
                  </a:lnTo>
                  <a:lnTo>
                    <a:pt x="622078" y="448532"/>
                  </a:lnTo>
                  <a:lnTo>
                    <a:pt x="622840" y="448818"/>
                  </a:lnTo>
                  <a:lnTo>
                    <a:pt x="623507" y="449675"/>
                  </a:lnTo>
                  <a:lnTo>
                    <a:pt x="623888" y="450723"/>
                  </a:lnTo>
                  <a:lnTo>
                    <a:pt x="623697" y="45186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서울특별시 노원구 하계1동">
              <a:extLst>
                <a:ext uri="{FF2B5EF4-FFF2-40B4-BE49-F238E27FC236}">
                  <a16:creationId xmlns:a16="http://schemas.microsoft.com/office/drawing/2014/main" id="{54BEE696-0E59-6370-1F95-74C1D8EA0BC0}"/>
                </a:ext>
              </a:extLst>
            </p:cNvPr>
            <p:cNvSpPr/>
            <p:nvPr/>
          </p:nvSpPr>
          <p:spPr>
            <a:xfrm>
              <a:off x="7779829" y="1955387"/>
              <a:ext cx="295465" cy="281463"/>
            </a:xfrm>
            <a:custGeom>
              <a:avLst/>
              <a:gdLst>
                <a:gd name="connsiteX0" fmla="*/ 175831 w 295465"/>
                <a:gd name="connsiteY0" fmla="*/ 5239 h 281463"/>
                <a:gd name="connsiteX1" fmla="*/ 206978 w 295465"/>
                <a:gd name="connsiteY1" fmla="*/ 35052 h 281463"/>
                <a:gd name="connsiteX2" fmla="*/ 209073 w 295465"/>
                <a:gd name="connsiteY2" fmla="*/ 36100 h 281463"/>
                <a:gd name="connsiteX3" fmla="*/ 223456 w 295465"/>
                <a:gd name="connsiteY3" fmla="*/ 43529 h 281463"/>
                <a:gd name="connsiteX4" fmla="*/ 231934 w 295465"/>
                <a:gd name="connsiteY4" fmla="*/ 38386 h 281463"/>
                <a:gd name="connsiteX5" fmla="*/ 238315 w 295465"/>
                <a:gd name="connsiteY5" fmla="*/ 38195 h 281463"/>
                <a:gd name="connsiteX6" fmla="*/ 251936 w 295465"/>
                <a:gd name="connsiteY6" fmla="*/ 43910 h 281463"/>
                <a:gd name="connsiteX7" fmla="*/ 255841 w 295465"/>
                <a:gd name="connsiteY7" fmla="*/ 47244 h 281463"/>
                <a:gd name="connsiteX8" fmla="*/ 274605 w 295465"/>
                <a:gd name="connsiteY8" fmla="*/ 74295 h 281463"/>
                <a:gd name="connsiteX9" fmla="*/ 295465 w 295465"/>
                <a:gd name="connsiteY9" fmla="*/ 104775 h 281463"/>
                <a:gd name="connsiteX10" fmla="*/ 294798 w 295465"/>
                <a:gd name="connsiteY10" fmla="*/ 112681 h 281463"/>
                <a:gd name="connsiteX11" fmla="*/ 268128 w 295465"/>
                <a:gd name="connsiteY11" fmla="*/ 158591 h 281463"/>
                <a:gd name="connsiteX12" fmla="*/ 267271 w 295465"/>
                <a:gd name="connsiteY12" fmla="*/ 159544 h 281463"/>
                <a:gd name="connsiteX13" fmla="*/ 266319 w 295465"/>
                <a:gd name="connsiteY13" fmla="*/ 160592 h 281463"/>
                <a:gd name="connsiteX14" fmla="*/ 252889 w 295465"/>
                <a:gd name="connsiteY14" fmla="*/ 174974 h 281463"/>
                <a:gd name="connsiteX15" fmla="*/ 246697 w 295465"/>
                <a:gd name="connsiteY15" fmla="*/ 178308 h 281463"/>
                <a:gd name="connsiteX16" fmla="*/ 245364 w 295465"/>
                <a:gd name="connsiteY16" fmla="*/ 178975 h 281463"/>
                <a:gd name="connsiteX17" fmla="*/ 178594 w 295465"/>
                <a:gd name="connsiteY17" fmla="*/ 210312 h 281463"/>
                <a:gd name="connsiteX18" fmla="*/ 154305 w 295465"/>
                <a:gd name="connsiteY18" fmla="*/ 281464 h 281463"/>
                <a:gd name="connsiteX19" fmla="*/ 133635 w 295465"/>
                <a:gd name="connsiteY19" fmla="*/ 280226 h 281463"/>
                <a:gd name="connsiteX20" fmla="*/ 81724 w 295465"/>
                <a:gd name="connsiteY20" fmla="*/ 275558 h 281463"/>
                <a:gd name="connsiteX21" fmla="*/ 63436 w 295465"/>
                <a:gd name="connsiteY21" fmla="*/ 269843 h 281463"/>
                <a:gd name="connsiteX22" fmla="*/ 47244 w 295465"/>
                <a:gd name="connsiteY22" fmla="*/ 235553 h 281463"/>
                <a:gd name="connsiteX23" fmla="*/ 35433 w 295465"/>
                <a:gd name="connsiteY23" fmla="*/ 218885 h 281463"/>
                <a:gd name="connsiteX24" fmla="*/ 0 w 295465"/>
                <a:gd name="connsiteY24" fmla="*/ 137827 h 281463"/>
                <a:gd name="connsiteX25" fmla="*/ 46481 w 295465"/>
                <a:gd name="connsiteY25" fmla="*/ 124968 h 281463"/>
                <a:gd name="connsiteX26" fmla="*/ 91725 w 295465"/>
                <a:gd name="connsiteY26" fmla="*/ 57817 h 281463"/>
                <a:gd name="connsiteX27" fmla="*/ 80010 w 295465"/>
                <a:gd name="connsiteY27" fmla="*/ 34004 h 281463"/>
                <a:gd name="connsiteX28" fmla="*/ 72009 w 295465"/>
                <a:gd name="connsiteY28" fmla="*/ 17717 h 281463"/>
                <a:gd name="connsiteX29" fmla="*/ 110394 w 295465"/>
                <a:gd name="connsiteY29" fmla="*/ 6763 h 281463"/>
                <a:gd name="connsiteX30" fmla="*/ 134302 w 295465"/>
                <a:gd name="connsiteY30" fmla="*/ 0 h 281463"/>
                <a:gd name="connsiteX31" fmla="*/ 134969 w 295465"/>
                <a:gd name="connsiteY31" fmla="*/ 762 h 281463"/>
                <a:gd name="connsiteX32" fmla="*/ 142398 w 295465"/>
                <a:gd name="connsiteY32" fmla="*/ 16002 h 281463"/>
                <a:gd name="connsiteX33" fmla="*/ 167640 w 295465"/>
                <a:gd name="connsiteY33" fmla="*/ 33052 h 281463"/>
                <a:gd name="connsiteX34" fmla="*/ 175831 w 295465"/>
                <a:gd name="connsiteY34" fmla="*/ 5239 h 281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5465" h="281463">
                  <a:moveTo>
                    <a:pt x="175831" y="5239"/>
                  </a:moveTo>
                  <a:lnTo>
                    <a:pt x="206978" y="35052"/>
                  </a:lnTo>
                  <a:lnTo>
                    <a:pt x="209073" y="36100"/>
                  </a:lnTo>
                  <a:lnTo>
                    <a:pt x="223456" y="43529"/>
                  </a:lnTo>
                  <a:lnTo>
                    <a:pt x="231934" y="38386"/>
                  </a:lnTo>
                  <a:lnTo>
                    <a:pt x="238315" y="38195"/>
                  </a:lnTo>
                  <a:lnTo>
                    <a:pt x="251936" y="43910"/>
                  </a:lnTo>
                  <a:lnTo>
                    <a:pt x="255841" y="47244"/>
                  </a:lnTo>
                  <a:lnTo>
                    <a:pt x="274605" y="74295"/>
                  </a:lnTo>
                  <a:lnTo>
                    <a:pt x="295465" y="104775"/>
                  </a:lnTo>
                  <a:lnTo>
                    <a:pt x="294798" y="112681"/>
                  </a:lnTo>
                  <a:lnTo>
                    <a:pt x="268128" y="158591"/>
                  </a:lnTo>
                  <a:lnTo>
                    <a:pt x="267271" y="159544"/>
                  </a:lnTo>
                  <a:lnTo>
                    <a:pt x="266319" y="160592"/>
                  </a:lnTo>
                  <a:lnTo>
                    <a:pt x="252889" y="174974"/>
                  </a:lnTo>
                  <a:lnTo>
                    <a:pt x="246697" y="178308"/>
                  </a:lnTo>
                  <a:lnTo>
                    <a:pt x="245364" y="178975"/>
                  </a:lnTo>
                  <a:lnTo>
                    <a:pt x="178594" y="210312"/>
                  </a:lnTo>
                  <a:lnTo>
                    <a:pt x="154305" y="281464"/>
                  </a:lnTo>
                  <a:lnTo>
                    <a:pt x="133635" y="280226"/>
                  </a:lnTo>
                  <a:lnTo>
                    <a:pt x="81724" y="275558"/>
                  </a:lnTo>
                  <a:lnTo>
                    <a:pt x="63436" y="269843"/>
                  </a:lnTo>
                  <a:lnTo>
                    <a:pt x="47244" y="235553"/>
                  </a:lnTo>
                  <a:lnTo>
                    <a:pt x="35433" y="218885"/>
                  </a:lnTo>
                  <a:lnTo>
                    <a:pt x="0" y="137827"/>
                  </a:lnTo>
                  <a:lnTo>
                    <a:pt x="46481" y="124968"/>
                  </a:lnTo>
                  <a:lnTo>
                    <a:pt x="91725" y="57817"/>
                  </a:lnTo>
                  <a:lnTo>
                    <a:pt x="80010" y="34004"/>
                  </a:lnTo>
                  <a:lnTo>
                    <a:pt x="72009" y="17717"/>
                  </a:lnTo>
                  <a:lnTo>
                    <a:pt x="110394" y="6763"/>
                  </a:lnTo>
                  <a:lnTo>
                    <a:pt x="134302" y="0"/>
                  </a:lnTo>
                  <a:lnTo>
                    <a:pt x="134969" y="762"/>
                  </a:lnTo>
                  <a:lnTo>
                    <a:pt x="142398" y="16002"/>
                  </a:lnTo>
                  <a:lnTo>
                    <a:pt x="167640" y="33052"/>
                  </a:lnTo>
                  <a:lnTo>
                    <a:pt x="175831" y="523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72" name="서울특별시 노원구 하계2동">
              <a:extLst>
                <a:ext uri="{FF2B5EF4-FFF2-40B4-BE49-F238E27FC236}">
                  <a16:creationId xmlns:a16="http://schemas.microsoft.com/office/drawing/2014/main" id="{8DEAA4E2-D6D1-D91C-9E87-69CF027DFEAC}"/>
                </a:ext>
              </a:extLst>
            </p:cNvPr>
            <p:cNvSpPr/>
            <p:nvPr/>
          </p:nvSpPr>
          <p:spPr>
            <a:xfrm>
              <a:off x="7636287" y="2077878"/>
              <a:ext cx="206978" cy="158591"/>
            </a:xfrm>
            <a:custGeom>
              <a:avLst/>
              <a:gdLst>
                <a:gd name="connsiteX0" fmla="*/ 143542 w 206978"/>
                <a:gd name="connsiteY0" fmla="*/ 15335 h 158591"/>
                <a:gd name="connsiteX1" fmla="*/ 178975 w 206978"/>
                <a:gd name="connsiteY1" fmla="*/ 96393 h 158591"/>
                <a:gd name="connsiteX2" fmla="*/ 190785 w 206978"/>
                <a:gd name="connsiteY2" fmla="*/ 113062 h 158591"/>
                <a:gd name="connsiteX3" fmla="*/ 206978 w 206978"/>
                <a:gd name="connsiteY3" fmla="*/ 147352 h 158591"/>
                <a:gd name="connsiteX4" fmla="*/ 99917 w 206978"/>
                <a:gd name="connsiteY4" fmla="*/ 158591 h 158591"/>
                <a:gd name="connsiteX5" fmla="*/ 95535 w 206978"/>
                <a:gd name="connsiteY5" fmla="*/ 146399 h 158591"/>
                <a:gd name="connsiteX6" fmla="*/ 93154 w 206978"/>
                <a:gd name="connsiteY6" fmla="*/ 140398 h 158591"/>
                <a:gd name="connsiteX7" fmla="*/ 92011 w 206978"/>
                <a:gd name="connsiteY7" fmla="*/ 138112 h 158591"/>
                <a:gd name="connsiteX8" fmla="*/ 90392 w 206978"/>
                <a:gd name="connsiteY8" fmla="*/ 135541 h 158591"/>
                <a:gd name="connsiteX9" fmla="*/ 87439 w 206978"/>
                <a:gd name="connsiteY9" fmla="*/ 132207 h 158591"/>
                <a:gd name="connsiteX10" fmla="*/ 85344 w 206978"/>
                <a:gd name="connsiteY10" fmla="*/ 130111 h 158591"/>
                <a:gd name="connsiteX11" fmla="*/ 72771 w 206978"/>
                <a:gd name="connsiteY11" fmla="*/ 118681 h 158591"/>
                <a:gd name="connsiteX12" fmla="*/ 61722 w 206978"/>
                <a:gd name="connsiteY12" fmla="*/ 109347 h 158591"/>
                <a:gd name="connsiteX13" fmla="*/ 60674 w 206978"/>
                <a:gd name="connsiteY13" fmla="*/ 108490 h 158591"/>
                <a:gd name="connsiteX14" fmla="*/ 49339 w 206978"/>
                <a:gd name="connsiteY14" fmla="*/ 99060 h 158591"/>
                <a:gd name="connsiteX15" fmla="*/ 41720 w 206978"/>
                <a:gd name="connsiteY15" fmla="*/ 92583 h 158591"/>
                <a:gd name="connsiteX16" fmla="*/ 36195 w 206978"/>
                <a:gd name="connsiteY16" fmla="*/ 87249 h 158591"/>
                <a:gd name="connsiteX17" fmla="*/ 29432 w 206978"/>
                <a:gd name="connsiteY17" fmla="*/ 78677 h 158591"/>
                <a:gd name="connsiteX18" fmla="*/ 25432 w 206978"/>
                <a:gd name="connsiteY18" fmla="*/ 73247 h 158591"/>
                <a:gd name="connsiteX19" fmla="*/ 12859 w 206978"/>
                <a:gd name="connsiteY19" fmla="*/ 54007 h 158591"/>
                <a:gd name="connsiteX20" fmla="*/ 0 w 206978"/>
                <a:gd name="connsiteY20" fmla="*/ 34385 h 158591"/>
                <a:gd name="connsiteX21" fmla="*/ 22670 w 206978"/>
                <a:gd name="connsiteY21" fmla="*/ 0 h 158591"/>
                <a:gd name="connsiteX22" fmla="*/ 44862 w 206978"/>
                <a:gd name="connsiteY22" fmla="*/ 42577 h 158591"/>
                <a:gd name="connsiteX23" fmla="*/ 143542 w 206978"/>
                <a:gd name="connsiteY23" fmla="*/ 15335 h 158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6978" h="158591">
                  <a:moveTo>
                    <a:pt x="143542" y="15335"/>
                  </a:moveTo>
                  <a:lnTo>
                    <a:pt x="178975" y="96393"/>
                  </a:lnTo>
                  <a:lnTo>
                    <a:pt x="190785" y="113062"/>
                  </a:lnTo>
                  <a:lnTo>
                    <a:pt x="206978" y="147352"/>
                  </a:lnTo>
                  <a:lnTo>
                    <a:pt x="99917" y="158591"/>
                  </a:lnTo>
                  <a:lnTo>
                    <a:pt x="95535" y="146399"/>
                  </a:lnTo>
                  <a:lnTo>
                    <a:pt x="93154" y="140398"/>
                  </a:lnTo>
                  <a:lnTo>
                    <a:pt x="92011" y="138112"/>
                  </a:lnTo>
                  <a:lnTo>
                    <a:pt x="90392" y="135541"/>
                  </a:lnTo>
                  <a:lnTo>
                    <a:pt x="87439" y="132207"/>
                  </a:lnTo>
                  <a:lnTo>
                    <a:pt x="85344" y="130111"/>
                  </a:lnTo>
                  <a:lnTo>
                    <a:pt x="72771" y="118681"/>
                  </a:lnTo>
                  <a:lnTo>
                    <a:pt x="61722" y="109347"/>
                  </a:lnTo>
                  <a:lnTo>
                    <a:pt x="60674" y="108490"/>
                  </a:lnTo>
                  <a:lnTo>
                    <a:pt x="49339" y="99060"/>
                  </a:lnTo>
                  <a:lnTo>
                    <a:pt x="41720" y="92583"/>
                  </a:lnTo>
                  <a:lnTo>
                    <a:pt x="36195" y="87249"/>
                  </a:lnTo>
                  <a:lnTo>
                    <a:pt x="29432" y="78677"/>
                  </a:lnTo>
                  <a:lnTo>
                    <a:pt x="25432" y="73247"/>
                  </a:lnTo>
                  <a:lnTo>
                    <a:pt x="12859" y="54007"/>
                  </a:lnTo>
                  <a:lnTo>
                    <a:pt x="0" y="34385"/>
                  </a:lnTo>
                  <a:lnTo>
                    <a:pt x="22670" y="0"/>
                  </a:lnTo>
                  <a:lnTo>
                    <a:pt x="44862" y="42577"/>
                  </a:lnTo>
                  <a:lnTo>
                    <a:pt x="143542" y="1533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서울특별시 노원구 중계본동">
              <a:extLst>
                <a:ext uri="{FF2B5EF4-FFF2-40B4-BE49-F238E27FC236}">
                  <a16:creationId xmlns:a16="http://schemas.microsoft.com/office/drawing/2014/main" id="{CC22419B-B121-B8CB-D047-958FFC38E926}"/>
                </a:ext>
              </a:extLst>
            </p:cNvPr>
            <p:cNvSpPr/>
            <p:nvPr/>
          </p:nvSpPr>
          <p:spPr>
            <a:xfrm>
              <a:off x="7955660" y="1780889"/>
              <a:ext cx="328517" cy="287178"/>
            </a:xfrm>
            <a:custGeom>
              <a:avLst/>
              <a:gdLst>
                <a:gd name="connsiteX0" fmla="*/ 325564 w 328517"/>
                <a:gd name="connsiteY0" fmla="*/ 184023 h 287178"/>
                <a:gd name="connsiteX1" fmla="*/ 328517 w 328517"/>
                <a:gd name="connsiteY1" fmla="*/ 218980 h 287178"/>
                <a:gd name="connsiteX2" fmla="*/ 319754 w 328517"/>
                <a:gd name="connsiteY2" fmla="*/ 241459 h 287178"/>
                <a:gd name="connsiteX3" fmla="*/ 263557 w 328517"/>
                <a:gd name="connsiteY3" fmla="*/ 265652 h 287178"/>
                <a:gd name="connsiteX4" fmla="*/ 254984 w 328517"/>
                <a:gd name="connsiteY4" fmla="*/ 268605 h 287178"/>
                <a:gd name="connsiteX5" fmla="*/ 231363 w 328517"/>
                <a:gd name="connsiteY5" fmla="*/ 273653 h 287178"/>
                <a:gd name="connsiteX6" fmla="*/ 229838 w 328517"/>
                <a:gd name="connsiteY6" fmla="*/ 273653 h 287178"/>
                <a:gd name="connsiteX7" fmla="*/ 221647 w 328517"/>
                <a:gd name="connsiteY7" fmla="*/ 273558 h 287178"/>
                <a:gd name="connsiteX8" fmla="*/ 220504 w 328517"/>
                <a:gd name="connsiteY8" fmla="*/ 273177 h 287178"/>
                <a:gd name="connsiteX9" fmla="*/ 217837 w 328517"/>
                <a:gd name="connsiteY9" fmla="*/ 272320 h 287178"/>
                <a:gd name="connsiteX10" fmla="*/ 217265 w 328517"/>
                <a:gd name="connsiteY10" fmla="*/ 272129 h 287178"/>
                <a:gd name="connsiteX11" fmla="*/ 216027 w 328517"/>
                <a:gd name="connsiteY11" fmla="*/ 271463 h 287178"/>
                <a:gd name="connsiteX12" fmla="*/ 214408 w 328517"/>
                <a:gd name="connsiteY12" fmla="*/ 270986 h 287178"/>
                <a:gd name="connsiteX13" fmla="*/ 208788 w 328517"/>
                <a:gd name="connsiteY13" fmla="*/ 270605 h 287178"/>
                <a:gd name="connsiteX14" fmla="*/ 207359 w 328517"/>
                <a:gd name="connsiteY14" fmla="*/ 270605 h 287178"/>
                <a:gd name="connsiteX15" fmla="*/ 204883 w 328517"/>
                <a:gd name="connsiteY15" fmla="*/ 270510 h 287178"/>
                <a:gd name="connsiteX16" fmla="*/ 172784 w 328517"/>
                <a:gd name="connsiteY16" fmla="*/ 271272 h 287178"/>
                <a:gd name="connsiteX17" fmla="*/ 171831 w 328517"/>
                <a:gd name="connsiteY17" fmla="*/ 271367 h 287178"/>
                <a:gd name="connsiteX18" fmla="*/ 166974 w 328517"/>
                <a:gd name="connsiteY18" fmla="*/ 272320 h 287178"/>
                <a:gd name="connsiteX19" fmla="*/ 118967 w 328517"/>
                <a:gd name="connsiteY19" fmla="*/ 287179 h 287178"/>
                <a:gd name="connsiteX20" fmla="*/ 119634 w 328517"/>
                <a:gd name="connsiteY20" fmla="*/ 279273 h 287178"/>
                <a:gd name="connsiteX21" fmla="*/ 98774 w 328517"/>
                <a:gd name="connsiteY21" fmla="*/ 248793 h 287178"/>
                <a:gd name="connsiteX22" fmla="*/ 80010 w 328517"/>
                <a:gd name="connsiteY22" fmla="*/ 221742 h 287178"/>
                <a:gd name="connsiteX23" fmla="*/ 76105 w 328517"/>
                <a:gd name="connsiteY23" fmla="*/ 218408 h 287178"/>
                <a:gd name="connsiteX24" fmla="*/ 62484 w 328517"/>
                <a:gd name="connsiteY24" fmla="*/ 212693 h 287178"/>
                <a:gd name="connsiteX25" fmla="*/ 56102 w 328517"/>
                <a:gd name="connsiteY25" fmla="*/ 212884 h 287178"/>
                <a:gd name="connsiteX26" fmla="*/ 47625 w 328517"/>
                <a:gd name="connsiteY26" fmla="*/ 218027 h 287178"/>
                <a:gd name="connsiteX27" fmla="*/ 33242 w 328517"/>
                <a:gd name="connsiteY27" fmla="*/ 210598 h 287178"/>
                <a:gd name="connsiteX28" fmla="*/ 31147 w 328517"/>
                <a:gd name="connsiteY28" fmla="*/ 209550 h 287178"/>
                <a:gd name="connsiteX29" fmla="*/ 0 w 328517"/>
                <a:gd name="connsiteY29" fmla="*/ 179737 h 287178"/>
                <a:gd name="connsiteX30" fmla="*/ 4000 w 328517"/>
                <a:gd name="connsiteY30" fmla="*/ 104013 h 287178"/>
                <a:gd name="connsiteX31" fmla="*/ 28384 w 328517"/>
                <a:gd name="connsiteY31" fmla="*/ 57436 h 287178"/>
                <a:gd name="connsiteX32" fmla="*/ 29146 w 328517"/>
                <a:gd name="connsiteY32" fmla="*/ 55626 h 287178"/>
                <a:gd name="connsiteX33" fmla="*/ 29718 w 328517"/>
                <a:gd name="connsiteY33" fmla="*/ 54197 h 287178"/>
                <a:gd name="connsiteX34" fmla="*/ 30289 w 328517"/>
                <a:gd name="connsiteY34" fmla="*/ 51340 h 287178"/>
                <a:gd name="connsiteX35" fmla="*/ 30385 w 328517"/>
                <a:gd name="connsiteY35" fmla="*/ 50102 h 287178"/>
                <a:gd name="connsiteX36" fmla="*/ 30385 w 328517"/>
                <a:gd name="connsiteY36" fmla="*/ 49435 h 287178"/>
                <a:gd name="connsiteX37" fmla="*/ 30385 w 328517"/>
                <a:gd name="connsiteY37" fmla="*/ 48673 h 287178"/>
                <a:gd name="connsiteX38" fmla="*/ 30480 w 328517"/>
                <a:gd name="connsiteY38" fmla="*/ 47911 h 287178"/>
                <a:gd name="connsiteX39" fmla="*/ 30480 w 328517"/>
                <a:gd name="connsiteY39" fmla="*/ 46482 h 287178"/>
                <a:gd name="connsiteX40" fmla="*/ 30385 w 328517"/>
                <a:gd name="connsiteY40" fmla="*/ 44958 h 287178"/>
                <a:gd name="connsiteX41" fmla="*/ 172974 w 328517"/>
                <a:gd name="connsiteY41" fmla="*/ 0 h 287178"/>
                <a:gd name="connsiteX42" fmla="*/ 178498 w 328517"/>
                <a:gd name="connsiteY42" fmla="*/ 7429 h 287178"/>
                <a:gd name="connsiteX43" fmla="*/ 182785 w 328517"/>
                <a:gd name="connsiteY43" fmla="*/ 9049 h 287178"/>
                <a:gd name="connsiteX44" fmla="*/ 230505 w 328517"/>
                <a:gd name="connsiteY44" fmla="*/ 17431 h 287178"/>
                <a:gd name="connsiteX45" fmla="*/ 256127 w 328517"/>
                <a:gd name="connsiteY45" fmla="*/ 18383 h 287178"/>
                <a:gd name="connsiteX46" fmla="*/ 295942 w 328517"/>
                <a:gd name="connsiteY46" fmla="*/ 18288 h 287178"/>
                <a:gd name="connsiteX47" fmla="*/ 310134 w 328517"/>
                <a:gd name="connsiteY47" fmla="*/ 47054 h 287178"/>
                <a:gd name="connsiteX48" fmla="*/ 286512 w 328517"/>
                <a:gd name="connsiteY48" fmla="*/ 107252 h 287178"/>
                <a:gd name="connsiteX49" fmla="*/ 286417 w 328517"/>
                <a:gd name="connsiteY49" fmla="*/ 108013 h 287178"/>
                <a:gd name="connsiteX50" fmla="*/ 286417 w 328517"/>
                <a:gd name="connsiteY50" fmla="*/ 108585 h 287178"/>
                <a:gd name="connsiteX51" fmla="*/ 287179 w 328517"/>
                <a:gd name="connsiteY51" fmla="*/ 112014 h 287178"/>
                <a:gd name="connsiteX52" fmla="*/ 287750 w 328517"/>
                <a:gd name="connsiteY52" fmla="*/ 114490 h 287178"/>
                <a:gd name="connsiteX53" fmla="*/ 289179 w 328517"/>
                <a:gd name="connsiteY53" fmla="*/ 120682 h 287178"/>
                <a:gd name="connsiteX54" fmla="*/ 291084 w 328517"/>
                <a:gd name="connsiteY54" fmla="*/ 127444 h 287178"/>
                <a:gd name="connsiteX55" fmla="*/ 291560 w 328517"/>
                <a:gd name="connsiteY55" fmla="*/ 128683 h 287178"/>
                <a:gd name="connsiteX56" fmla="*/ 307943 w 328517"/>
                <a:gd name="connsiteY56" fmla="*/ 161734 h 287178"/>
                <a:gd name="connsiteX57" fmla="*/ 316230 w 328517"/>
                <a:gd name="connsiteY57" fmla="*/ 173641 h 287178"/>
                <a:gd name="connsiteX58" fmla="*/ 325564 w 328517"/>
                <a:gd name="connsiteY58" fmla="*/ 184023 h 28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28517" h="287178">
                  <a:moveTo>
                    <a:pt x="325564" y="184023"/>
                  </a:moveTo>
                  <a:lnTo>
                    <a:pt x="328517" y="218980"/>
                  </a:lnTo>
                  <a:lnTo>
                    <a:pt x="319754" y="241459"/>
                  </a:lnTo>
                  <a:lnTo>
                    <a:pt x="263557" y="265652"/>
                  </a:lnTo>
                  <a:lnTo>
                    <a:pt x="254984" y="268605"/>
                  </a:lnTo>
                  <a:lnTo>
                    <a:pt x="231363" y="273653"/>
                  </a:lnTo>
                  <a:lnTo>
                    <a:pt x="229838" y="273653"/>
                  </a:lnTo>
                  <a:lnTo>
                    <a:pt x="221647" y="273558"/>
                  </a:lnTo>
                  <a:lnTo>
                    <a:pt x="220504" y="273177"/>
                  </a:lnTo>
                  <a:lnTo>
                    <a:pt x="217837" y="272320"/>
                  </a:lnTo>
                  <a:lnTo>
                    <a:pt x="217265" y="272129"/>
                  </a:lnTo>
                  <a:lnTo>
                    <a:pt x="216027" y="271463"/>
                  </a:lnTo>
                  <a:lnTo>
                    <a:pt x="214408" y="270986"/>
                  </a:lnTo>
                  <a:lnTo>
                    <a:pt x="208788" y="270605"/>
                  </a:lnTo>
                  <a:lnTo>
                    <a:pt x="207359" y="270605"/>
                  </a:lnTo>
                  <a:lnTo>
                    <a:pt x="204883" y="270510"/>
                  </a:lnTo>
                  <a:lnTo>
                    <a:pt x="172784" y="271272"/>
                  </a:lnTo>
                  <a:lnTo>
                    <a:pt x="171831" y="271367"/>
                  </a:lnTo>
                  <a:lnTo>
                    <a:pt x="166974" y="272320"/>
                  </a:lnTo>
                  <a:lnTo>
                    <a:pt x="118967" y="287179"/>
                  </a:lnTo>
                  <a:lnTo>
                    <a:pt x="119634" y="279273"/>
                  </a:lnTo>
                  <a:lnTo>
                    <a:pt x="98774" y="248793"/>
                  </a:lnTo>
                  <a:lnTo>
                    <a:pt x="80010" y="221742"/>
                  </a:lnTo>
                  <a:lnTo>
                    <a:pt x="76105" y="218408"/>
                  </a:lnTo>
                  <a:lnTo>
                    <a:pt x="62484" y="212693"/>
                  </a:lnTo>
                  <a:lnTo>
                    <a:pt x="56102" y="212884"/>
                  </a:lnTo>
                  <a:lnTo>
                    <a:pt x="47625" y="218027"/>
                  </a:lnTo>
                  <a:lnTo>
                    <a:pt x="33242" y="210598"/>
                  </a:lnTo>
                  <a:lnTo>
                    <a:pt x="31147" y="209550"/>
                  </a:lnTo>
                  <a:lnTo>
                    <a:pt x="0" y="179737"/>
                  </a:lnTo>
                  <a:lnTo>
                    <a:pt x="4000" y="104013"/>
                  </a:lnTo>
                  <a:lnTo>
                    <a:pt x="28384" y="57436"/>
                  </a:lnTo>
                  <a:lnTo>
                    <a:pt x="29146" y="55626"/>
                  </a:lnTo>
                  <a:lnTo>
                    <a:pt x="29718" y="54197"/>
                  </a:lnTo>
                  <a:lnTo>
                    <a:pt x="30289" y="51340"/>
                  </a:lnTo>
                  <a:lnTo>
                    <a:pt x="30385" y="50102"/>
                  </a:lnTo>
                  <a:lnTo>
                    <a:pt x="30385" y="49435"/>
                  </a:lnTo>
                  <a:lnTo>
                    <a:pt x="30385" y="48673"/>
                  </a:lnTo>
                  <a:lnTo>
                    <a:pt x="30480" y="47911"/>
                  </a:lnTo>
                  <a:lnTo>
                    <a:pt x="30480" y="46482"/>
                  </a:lnTo>
                  <a:lnTo>
                    <a:pt x="30385" y="44958"/>
                  </a:lnTo>
                  <a:lnTo>
                    <a:pt x="172974" y="0"/>
                  </a:lnTo>
                  <a:lnTo>
                    <a:pt x="178498" y="7429"/>
                  </a:lnTo>
                  <a:lnTo>
                    <a:pt x="182785" y="9049"/>
                  </a:lnTo>
                  <a:lnTo>
                    <a:pt x="230505" y="17431"/>
                  </a:lnTo>
                  <a:lnTo>
                    <a:pt x="256127" y="18383"/>
                  </a:lnTo>
                  <a:lnTo>
                    <a:pt x="295942" y="18288"/>
                  </a:lnTo>
                  <a:lnTo>
                    <a:pt x="310134" y="47054"/>
                  </a:lnTo>
                  <a:lnTo>
                    <a:pt x="286512" y="107252"/>
                  </a:lnTo>
                  <a:lnTo>
                    <a:pt x="286417" y="108013"/>
                  </a:lnTo>
                  <a:lnTo>
                    <a:pt x="286417" y="108585"/>
                  </a:lnTo>
                  <a:lnTo>
                    <a:pt x="287179" y="112014"/>
                  </a:lnTo>
                  <a:lnTo>
                    <a:pt x="287750" y="114490"/>
                  </a:lnTo>
                  <a:lnTo>
                    <a:pt x="289179" y="120682"/>
                  </a:lnTo>
                  <a:lnTo>
                    <a:pt x="291084" y="127444"/>
                  </a:lnTo>
                  <a:lnTo>
                    <a:pt x="291560" y="128683"/>
                  </a:lnTo>
                  <a:lnTo>
                    <a:pt x="307943" y="161734"/>
                  </a:lnTo>
                  <a:lnTo>
                    <a:pt x="316230" y="173641"/>
                  </a:lnTo>
                  <a:lnTo>
                    <a:pt x="325564" y="18402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4" name="서울특별시 노원구 중계1동">
              <a:extLst>
                <a:ext uri="{FF2B5EF4-FFF2-40B4-BE49-F238E27FC236}">
                  <a16:creationId xmlns:a16="http://schemas.microsoft.com/office/drawing/2014/main" id="{3C492848-60EC-6F99-EB0F-48EFD9845C94}"/>
                </a:ext>
              </a:extLst>
            </p:cNvPr>
            <p:cNvSpPr/>
            <p:nvPr/>
          </p:nvSpPr>
          <p:spPr>
            <a:xfrm>
              <a:off x="7812500" y="1794414"/>
              <a:ext cx="173640" cy="194024"/>
            </a:xfrm>
            <a:custGeom>
              <a:avLst/>
              <a:gdLst>
                <a:gd name="connsiteX0" fmla="*/ 173545 w 173640"/>
                <a:gd name="connsiteY0" fmla="*/ 31433 h 194024"/>
                <a:gd name="connsiteX1" fmla="*/ 173641 w 173640"/>
                <a:gd name="connsiteY1" fmla="*/ 32956 h 194024"/>
                <a:gd name="connsiteX2" fmla="*/ 173641 w 173640"/>
                <a:gd name="connsiteY2" fmla="*/ 34385 h 194024"/>
                <a:gd name="connsiteX3" fmla="*/ 173545 w 173640"/>
                <a:gd name="connsiteY3" fmla="*/ 35147 h 194024"/>
                <a:gd name="connsiteX4" fmla="*/ 173545 w 173640"/>
                <a:gd name="connsiteY4" fmla="*/ 35909 h 194024"/>
                <a:gd name="connsiteX5" fmla="*/ 173545 w 173640"/>
                <a:gd name="connsiteY5" fmla="*/ 36576 h 194024"/>
                <a:gd name="connsiteX6" fmla="*/ 173450 w 173640"/>
                <a:gd name="connsiteY6" fmla="*/ 37814 h 194024"/>
                <a:gd name="connsiteX7" fmla="*/ 172878 w 173640"/>
                <a:gd name="connsiteY7" fmla="*/ 40672 h 194024"/>
                <a:gd name="connsiteX8" fmla="*/ 172307 w 173640"/>
                <a:gd name="connsiteY8" fmla="*/ 42100 h 194024"/>
                <a:gd name="connsiteX9" fmla="*/ 171545 w 173640"/>
                <a:gd name="connsiteY9" fmla="*/ 43910 h 194024"/>
                <a:gd name="connsiteX10" fmla="*/ 147161 w 173640"/>
                <a:gd name="connsiteY10" fmla="*/ 90488 h 194024"/>
                <a:gd name="connsiteX11" fmla="*/ 143160 w 173640"/>
                <a:gd name="connsiteY11" fmla="*/ 166211 h 194024"/>
                <a:gd name="connsiteX12" fmla="*/ 134969 w 173640"/>
                <a:gd name="connsiteY12" fmla="*/ 194024 h 194024"/>
                <a:gd name="connsiteX13" fmla="*/ 109728 w 173640"/>
                <a:gd name="connsiteY13" fmla="*/ 176975 h 194024"/>
                <a:gd name="connsiteX14" fmla="*/ 102298 w 173640"/>
                <a:gd name="connsiteY14" fmla="*/ 161735 h 194024"/>
                <a:gd name="connsiteX15" fmla="*/ 101632 w 173640"/>
                <a:gd name="connsiteY15" fmla="*/ 160973 h 194024"/>
                <a:gd name="connsiteX16" fmla="*/ 77724 w 173640"/>
                <a:gd name="connsiteY16" fmla="*/ 167735 h 194024"/>
                <a:gd name="connsiteX17" fmla="*/ 39338 w 173640"/>
                <a:gd name="connsiteY17" fmla="*/ 178689 h 194024"/>
                <a:gd name="connsiteX18" fmla="*/ 0 w 173640"/>
                <a:gd name="connsiteY18" fmla="*/ 84868 h 194024"/>
                <a:gd name="connsiteX19" fmla="*/ 3143 w 173640"/>
                <a:gd name="connsiteY19" fmla="*/ 82296 h 194024"/>
                <a:gd name="connsiteX20" fmla="*/ 19526 w 173640"/>
                <a:gd name="connsiteY20" fmla="*/ 69056 h 194024"/>
                <a:gd name="connsiteX21" fmla="*/ 20669 w 173640"/>
                <a:gd name="connsiteY21" fmla="*/ 68104 h 194024"/>
                <a:gd name="connsiteX22" fmla="*/ 28860 w 173640"/>
                <a:gd name="connsiteY22" fmla="*/ 60674 h 194024"/>
                <a:gd name="connsiteX23" fmla="*/ 32289 w 173640"/>
                <a:gd name="connsiteY23" fmla="*/ 57531 h 194024"/>
                <a:gd name="connsiteX24" fmla="*/ 36290 w 173640"/>
                <a:gd name="connsiteY24" fmla="*/ 53912 h 194024"/>
                <a:gd name="connsiteX25" fmla="*/ 38290 w 173640"/>
                <a:gd name="connsiteY25" fmla="*/ 51816 h 194024"/>
                <a:gd name="connsiteX26" fmla="*/ 40767 w 173640"/>
                <a:gd name="connsiteY26" fmla="*/ 49054 h 194024"/>
                <a:gd name="connsiteX27" fmla="*/ 43529 w 173640"/>
                <a:gd name="connsiteY27" fmla="*/ 46006 h 194024"/>
                <a:gd name="connsiteX28" fmla="*/ 44672 w 173640"/>
                <a:gd name="connsiteY28" fmla="*/ 44767 h 194024"/>
                <a:gd name="connsiteX29" fmla="*/ 50768 w 173640"/>
                <a:gd name="connsiteY29" fmla="*/ 38100 h 194024"/>
                <a:gd name="connsiteX30" fmla="*/ 51625 w 173640"/>
                <a:gd name="connsiteY30" fmla="*/ 36481 h 194024"/>
                <a:gd name="connsiteX31" fmla="*/ 55912 w 173640"/>
                <a:gd name="connsiteY31" fmla="*/ 28099 h 194024"/>
                <a:gd name="connsiteX32" fmla="*/ 60103 w 173640"/>
                <a:gd name="connsiteY32" fmla="*/ 19907 h 194024"/>
                <a:gd name="connsiteX33" fmla="*/ 61817 w 173640"/>
                <a:gd name="connsiteY33" fmla="*/ 11144 h 194024"/>
                <a:gd name="connsiteX34" fmla="*/ 63151 w 173640"/>
                <a:gd name="connsiteY34" fmla="*/ 4763 h 194024"/>
                <a:gd name="connsiteX35" fmla="*/ 64008 w 173640"/>
                <a:gd name="connsiteY35" fmla="*/ 0 h 194024"/>
                <a:gd name="connsiteX36" fmla="*/ 101822 w 173640"/>
                <a:gd name="connsiteY36" fmla="*/ 8573 h 194024"/>
                <a:gd name="connsiteX37" fmla="*/ 173545 w 173640"/>
                <a:gd name="connsiteY37" fmla="*/ 31433 h 19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73640" h="194024">
                  <a:moveTo>
                    <a:pt x="173545" y="31433"/>
                  </a:moveTo>
                  <a:lnTo>
                    <a:pt x="173641" y="32956"/>
                  </a:lnTo>
                  <a:lnTo>
                    <a:pt x="173641" y="34385"/>
                  </a:lnTo>
                  <a:lnTo>
                    <a:pt x="173545" y="35147"/>
                  </a:lnTo>
                  <a:lnTo>
                    <a:pt x="173545" y="35909"/>
                  </a:lnTo>
                  <a:lnTo>
                    <a:pt x="173545" y="36576"/>
                  </a:lnTo>
                  <a:lnTo>
                    <a:pt x="173450" y="37814"/>
                  </a:lnTo>
                  <a:lnTo>
                    <a:pt x="172878" y="40672"/>
                  </a:lnTo>
                  <a:lnTo>
                    <a:pt x="172307" y="42100"/>
                  </a:lnTo>
                  <a:lnTo>
                    <a:pt x="171545" y="43910"/>
                  </a:lnTo>
                  <a:lnTo>
                    <a:pt x="147161" y="90488"/>
                  </a:lnTo>
                  <a:lnTo>
                    <a:pt x="143160" y="166211"/>
                  </a:lnTo>
                  <a:lnTo>
                    <a:pt x="134969" y="194024"/>
                  </a:lnTo>
                  <a:lnTo>
                    <a:pt x="109728" y="176975"/>
                  </a:lnTo>
                  <a:lnTo>
                    <a:pt x="102298" y="161735"/>
                  </a:lnTo>
                  <a:lnTo>
                    <a:pt x="101632" y="160973"/>
                  </a:lnTo>
                  <a:lnTo>
                    <a:pt x="77724" y="167735"/>
                  </a:lnTo>
                  <a:lnTo>
                    <a:pt x="39338" y="178689"/>
                  </a:lnTo>
                  <a:lnTo>
                    <a:pt x="0" y="84868"/>
                  </a:lnTo>
                  <a:lnTo>
                    <a:pt x="3143" y="82296"/>
                  </a:lnTo>
                  <a:lnTo>
                    <a:pt x="19526" y="69056"/>
                  </a:lnTo>
                  <a:lnTo>
                    <a:pt x="20669" y="68104"/>
                  </a:lnTo>
                  <a:lnTo>
                    <a:pt x="28860" y="60674"/>
                  </a:lnTo>
                  <a:lnTo>
                    <a:pt x="32289" y="57531"/>
                  </a:lnTo>
                  <a:lnTo>
                    <a:pt x="36290" y="53912"/>
                  </a:lnTo>
                  <a:lnTo>
                    <a:pt x="38290" y="51816"/>
                  </a:lnTo>
                  <a:lnTo>
                    <a:pt x="40767" y="49054"/>
                  </a:lnTo>
                  <a:lnTo>
                    <a:pt x="43529" y="46006"/>
                  </a:lnTo>
                  <a:lnTo>
                    <a:pt x="44672" y="44767"/>
                  </a:lnTo>
                  <a:lnTo>
                    <a:pt x="50768" y="38100"/>
                  </a:lnTo>
                  <a:lnTo>
                    <a:pt x="51625" y="36481"/>
                  </a:lnTo>
                  <a:lnTo>
                    <a:pt x="55912" y="28099"/>
                  </a:lnTo>
                  <a:lnTo>
                    <a:pt x="60103" y="19907"/>
                  </a:lnTo>
                  <a:lnTo>
                    <a:pt x="61817" y="11144"/>
                  </a:lnTo>
                  <a:lnTo>
                    <a:pt x="63151" y="4763"/>
                  </a:lnTo>
                  <a:lnTo>
                    <a:pt x="64008" y="0"/>
                  </a:lnTo>
                  <a:lnTo>
                    <a:pt x="101822" y="8573"/>
                  </a:lnTo>
                  <a:lnTo>
                    <a:pt x="173545" y="3143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5" name="서울특별시 노원구 중계4동">
              <a:extLst>
                <a:ext uri="{FF2B5EF4-FFF2-40B4-BE49-F238E27FC236}">
                  <a16:creationId xmlns:a16="http://schemas.microsoft.com/office/drawing/2014/main" id="{E646F7D2-6FE8-A118-A8C5-4001305A335E}"/>
                </a:ext>
              </a:extLst>
            </p:cNvPr>
            <p:cNvSpPr/>
            <p:nvPr/>
          </p:nvSpPr>
          <p:spPr>
            <a:xfrm>
              <a:off x="7867078" y="1639252"/>
              <a:ext cx="405193" cy="186594"/>
            </a:xfrm>
            <a:custGeom>
              <a:avLst/>
              <a:gdLst>
                <a:gd name="connsiteX0" fmla="*/ 405193 w 405193"/>
                <a:gd name="connsiteY0" fmla="*/ 20860 h 186594"/>
                <a:gd name="connsiteX1" fmla="*/ 377761 w 405193"/>
                <a:gd name="connsiteY1" fmla="*/ 102108 h 186594"/>
                <a:gd name="connsiteX2" fmla="*/ 337566 w 405193"/>
                <a:gd name="connsiteY2" fmla="*/ 116872 h 186594"/>
                <a:gd name="connsiteX3" fmla="*/ 305181 w 405193"/>
                <a:gd name="connsiteY3" fmla="*/ 128683 h 186594"/>
                <a:gd name="connsiteX4" fmla="*/ 261557 w 405193"/>
                <a:gd name="connsiteY4" fmla="*/ 141637 h 186594"/>
                <a:gd name="connsiteX5" fmla="*/ 118967 w 405193"/>
                <a:gd name="connsiteY5" fmla="*/ 186595 h 186594"/>
                <a:gd name="connsiteX6" fmla="*/ 47244 w 405193"/>
                <a:gd name="connsiteY6" fmla="*/ 163735 h 186594"/>
                <a:gd name="connsiteX7" fmla="*/ 9430 w 405193"/>
                <a:gd name="connsiteY7" fmla="*/ 155162 h 186594"/>
                <a:gd name="connsiteX8" fmla="*/ 0 w 405193"/>
                <a:gd name="connsiteY8" fmla="*/ 97250 h 186594"/>
                <a:gd name="connsiteX9" fmla="*/ 50768 w 405193"/>
                <a:gd name="connsiteY9" fmla="*/ 40386 h 186594"/>
                <a:gd name="connsiteX10" fmla="*/ 58102 w 405193"/>
                <a:gd name="connsiteY10" fmla="*/ 33814 h 186594"/>
                <a:gd name="connsiteX11" fmla="*/ 61436 w 405193"/>
                <a:gd name="connsiteY11" fmla="*/ 30766 h 186594"/>
                <a:gd name="connsiteX12" fmla="*/ 66294 w 405193"/>
                <a:gd name="connsiteY12" fmla="*/ 26384 h 186594"/>
                <a:gd name="connsiteX13" fmla="*/ 77058 w 405193"/>
                <a:gd name="connsiteY13" fmla="*/ 20574 h 186594"/>
                <a:gd name="connsiteX14" fmla="*/ 107347 w 405193"/>
                <a:gd name="connsiteY14" fmla="*/ 23813 h 186594"/>
                <a:gd name="connsiteX15" fmla="*/ 109823 w 405193"/>
                <a:gd name="connsiteY15" fmla="*/ 24575 h 186594"/>
                <a:gd name="connsiteX16" fmla="*/ 120301 w 405193"/>
                <a:gd name="connsiteY16" fmla="*/ 31052 h 186594"/>
                <a:gd name="connsiteX17" fmla="*/ 124396 w 405193"/>
                <a:gd name="connsiteY17" fmla="*/ 33719 h 186594"/>
                <a:gd name="connsiteX18" fmla="*/ 125444 w 405193"/>
                <a:gd name="connsiteY18" fmla="*/ 34100 h 186594"/>
                <a:gd name="connsiteX19" fmla="*/ 130207 w 405193"/>
                <a:gd name="connsiteY19" fmla="*/ 34862 h 186594"/>
                <a:gd name="connsiteX20" fmla="*/ 144875 w 405193"/>
                <a:gd name="connsiteY20" fmla="*/ 32861 h 186594"/>
                <a:gd name="connsiteX21" fmla="*/ 210408 w 405193"/>
                <a:gd name="connsiteY21" fmla="*/ 23241 h 186594"/>
                <a:gd name="connsiteX22" fmla="*/ 257842 w 405193"/>
                <a:gd name="connsiteY22" fmla="*/ 12668 h 186594"/>
                <a:gd name="connsiteX23" fmla="*/ 311753 w 405193"/>
                <a:gd name="connsiteY23" fmla="*/ 0 h 186594"/>
                <a:gd name="connsiteX24" fmla="*/ 344614 w 405193"/>
                <a:gd name="connsiteY24" fmla="*/ 7048 h 186594"/>
                <a:gd name="connsiteX25" fmla="*/ 346996 w 405193"/>
                <a:gd name="connsiteY25" fmla="*/ 10858 h 186594"/>
                <a:gd name="connsiteX26" fmla="*/ 405193 w 405193"/>
                <a:gd name="connsiteY26" fmla="*/ 20860 h 186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05193" h="186594">
                  <a:moveTo>
                    <a:pt x="405193" y="20860"/>
                  </a:moveTo>
                  <a:lnTo>
                    <a:pt x="377761" y="102108"/>
                  </a:lnTo>
                  <a:lnTo>
                    <a:pt x="337566" y="116872"/>
                  </a:lnTo>
                  <a:lnTo>
                    <a:pt x="305181" y="128683"/>
                  </a:lnTo>
                  <a:lnTo>
                    <a:pt x="261557" y="141637"/>
                  </a:lnTo>
                  <a:lnTo>
                    <a:pt x="118967" y="186595"/>
                  </a:lnTo>
                  <a:lnTo>
                    <a:pt x="47244" y="163735"/>
                  </a:lnTo>
                  <a:lnTo>
                    <a:pt x="9430" y="155162"/>
                  </a:lnTo>
                  <a:lnTo>
                    <a:pt x="0" y="97250"/>
                  </a:lnTo>
                  <a:lnTo>
                    <a:pt x="50768" y="40386"/>
                  </a:lnTo>
                  <a:lnTo>
                    <a:pt x="58102" y="33814"/>
                  </a:lnTo>
                  <a:lnTo>
                    <a:pt x="61436" y="30766"/>
                  </a:lnTo>
                  <a:lnTo>
                    <a:pt x="66294" y="26384"/>
                  </a:lnTo>
                  <a:lnTo>
                    <a:pt x="77058" y="20574"/>
                  </a:lnTo>
                  <a:lnTo>
                    <a:pt x="107347" y="23813"/>
                  </a:lnTo>
                  <a:lnTo>
                    <a:pt x="109823" y="24575"/>
                  </a:lnTo>
                  <a:lnTo>
                    <a:pt x="120301" y="31052"/>
                  </a:lnTo>
                  <a:lnTo>
                    <a:pt x="124396" y="33719"/>
                  </a:lnTo>
                  <a:lnTo>
                    <a:pt x="125444" y="34100"/>
                  </a:lnTo>
                  <a:lnTo>
                    <a:pt x="130207" y="34862"/>
                  </a:lnTo>
                  <a:lnTo>
                    <a:pt x="144875" y="32861"/>
                  </a:lnTo>
                  <a:lnTo>
                    <a:pt x="210408" y="23241"/>
                  </a:lnTo>
                  <a:lnTo>
                    <a:pt x="257842" y="12668"/>
                  </a:lnTo>
                  <a:lnTo>
                    <a:pt x="311753" y="0"/>
                  </a:lnTo>
                  <a:lnTo>
                    <a:pt x="344614" y="7048"/>
                  </a:lnTo>
                  <a:lnTo>
                    <a:pt x="346996" y="10858"/>
                  </a:lnTo>
                  <a:lnTo>
                    <a:pt x="405193" y="2086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6" name="서울특별시 노원구 상계1동">
              <a:extLst>
                <a:ext uri="{FF2B5EF4-FFF2-40B4-BE49-F238E27FC236}">
                  <a16:creationId xmlns:a16="http://schemas.microsoft.com/office/drawing/2014/main" id="{617856D1-DC68-76E1-5CC2-E5D84CDFA525}"/>
                </a:ext>
              </a:extLst>
            </p:cNvPr>
            <p:cNvSpPr/>
            <p:nvPr/>
          </p:nvSpPr>
          <p:spPr>
            <a:xfrm>
              <a:off x="7455979" y="1047178"/>
              <a:ext cx="656367" cy="468820"/>
            </a:xfrm>
            <a:custGeom>
              <a:avLst/>
              <a:gdLst>
                <a:gd name="connsiteX0" fmla="*/ 652557 w 656367"/>
                <a:gd name="connsiteY0" fmla="*/ 100394 h 468820"/>
                <a:gd name="connsiteX1" fmla="*/ 629222 w 656367"/>
                <a:gd name="connsiteY1" fmla="*/ 113443 h 468820"/>
                <a:gd name="connsiteX2" fmla="*/ 565309 w 656367"/>
                <a:gd name="connsiteY2" fmla="*/ 141923 h 468820"/>
                <a:gd name="connsiteX3" fmla="*/ 548259 w 656367"/>
                <a:gd name="connsiteY3" fmla="*/ 143256 h 468820"/>
                <a:gd name="connsiteX4" fmla="*/ 536543 w 656367"/>
                <a:gd name="connsiteY4" fmla="*/ 154877 h 468820"/>
                <a:gd name="connsiteX5" fmla="*/ 507968 w 656367"/>
                <a:gd name="connsiteY5" fmla="*/ 185261 h 468820"/>
                <a:gd name="connsiteX6" fmla="*/ 490061 w 656367"/>
                <a:gd name="connsiteY6" fmla="*/ 218313 h 468820"/>
                <a:gd name="connsiteX7" fmla="*/ 476250 w 656367"/>
                <a:gd name="connsiteY7" fmla="*/ 256318 h 468820"/>
                <a:gd name="connsiteX8" fmla="*/ 451580 w 656367"/>
                <a:gd name="connsiteY8" fmla="*/ 339471 h 468820"/>
                <a:gd name="connsiteX9" fmla="*/ 450913 w 656367"/>
                <a:gd name="connsiteY9" fmla="*/ 346139 h 468820"/>
                <a:gd name="connsiteX10" fmla="*/ 447675 w 656367"/>
                <a:gd name="connsiteY10" fmla="*/ 355187 h 468820"/>
                <a:gd name="connsiteX11" fmla="*/ 405860 w 656367"/>
                <a:gd name="connsiteY11" fmla="*/ 391763 h 468820"/>
                <a:gd name="connsiteX12" fmla="*/ 403955 w 656367"/>
                <a:gd name="connsiteY12" fmla="*/ 392906 h 468820"/>
                <a:gd name="connsiteX13" fmla="*/ 402812 w 656367"/>
                <a:gd name="connsiteY13" fmla="*/ 393573 h 468820"/>
                <a:gd name="connsiteX14" fmla="*/ 399764 w 656367"/>
                <a:gd name="connsiteY14" fmla="*/ 395288 h 468820"/>
                <a:gd name="connsiteX15" fmla="*/ 391668 w 656367"/>
                <a:gd name="connsiteY15" fmla="*/ 399479 h 468820"/>
                <a:gd name="connsiteX16" fmla="*/ 364807 w 656367"/>
                <a:gd name="connsiteY16" fmla="*/ 408051 h 468820"/>
                <a:gd name="connsiteX17" fmla="*/ 359664 w 656367"/>
                <a:gd name="connsiteY17" fmla="*/ 405765 h 468820"/>
                <a:gd name="connsiteX18" fmla="*/ 340328 w 656367"/>
                <a:gd name="connsiteY18" fmla="*/ 401479 h 468820"/>
                <a:gd name="connsiteX19" fmla="*/ 326231 w 656367"/>
                <a:gd name="connsiteY19" fmla="*/ 406622 h 468820"/>
                <a:gd name="connsiteX20" fmla="*/ 321754 w 656367"/>
                <a:gd name="connsiteY20" fmla="*/ 408527 h 468820"/>
                <a:gd name="connsiteX21" fmla="*/ 319564 w 656367"/>
                <a:gd name="connsiteY21" fmla="*/ 409385 h 468820"/>
                <a:gd name="connsiteX22" fmla="*/ 298418 w 656367"/>
                <a:gd name="connsiteY22" fmla="*/ 418243 h 468820"/>
                <a:gd name="connsiteX23" fmla="*/ 261461 w 656367"/>
                <a:gd name="connsiteY23" fmla="*/ 430721 h 468820"/>
                <a:gd name="connsiteX24" fmla="*/ 249745 w 656367"/>
                <a:gd name="connsiteY24" fmla="*/ 434626 h 468820"/>
                <a:gd name="connsiteX25" fmla="*/ 197262 w 656367"/>
                <a:gd name="connsiteY25" fmla="*/ 437198 h 468820"/>
                <a:gd name="connsiteX26" fmla="*/ 169164 w 656367"/>
                <a:gd name="connsiteY26" fmla="*/ 454724 h 468820"/>
                <a:gd name="connsiteX27" fmla="*/ 132397 w 656367"/>
                <a:gd name="connsiteY27" fmla="*/ 468821 h 468820"/>
                <a:gd name="connsiteX28" fmla="*/ 0 w 656367"/>
                <a:gd name="connsiteY28" fmla="*/ 456438 h 468820"/>
                <a:gd name="connsiteX29" fmla="*/ 0 w 656367"/>
                <a:gd name="connsiteY29" fmla="*/ 455962 h 468820"/>
                <a:gd name="connsiteX30" fmla="*/ 762 w 656367"/>
                <a:gd name="connsiteY30" fmla="*/ 444722 h 468820"/>
                <a:gd name="connsiteX31" fmla="*/ 1238 w 656367"/>
                <a:gd name="connsiteY31" fmla="*/ 440246 h 468820"/>
                <a:gd name="connsiteX32" fmla="*/ 2286 w 656367"/>
                <a:gd name="connsiteY32" fmla="*/ 430530 h 468820"/>
                <a:gd name="connsiteX33" fmla="*/ 2667 w 656367"/>
                <a:gd name="connsiteY33" fmla="*/ 427863 h 468820"/>
                <a:gd name="connsiteX34" fmla="*/ 3714 w 656367"/>
                <a:gd name="connsiteY34" fmla="*/ 421767 h 468820"/>
                <a:gd name="connsiteX35" fmla="*/ 36385 w 656367"/>
                <a:gd name="connsiteY35" fmla="*/ 294227 h 468820"/>
                <a:gd name="connsiteX36" fmla="*/ 46387 w 656367"/>
                <a:gd name="connsiteY36" fmla="*/ 260699 h 468820"/>
                <a:gd name="connsiteX37" fmla="*/ 52388 w 656367"/>
                <a:gd name="connsiteY37" fmla="*/ 253079 h 468820"/>
                <a:gd name="connsiteX38" fmla="*/ 53054 w 656367"/>
                <a:gd name="connsiteY38" fmla="*/ 252222 h 468820"/>
                <a:gd name="connsiteX39" fmla="*/ 55721 w 656367"/>
                <a:gd name="connsiteY39" fmla="*/ 230600 h 468820"/>
                <a:gd name="connsiteX40" fmla="*/ 56006 w 656367"/>
                <a:gd name="connsiteY40" fmla="*/ 226790 h 468820"/>
                <a:gd name="connsiteX41" fmla="*/ 54102 w 656367"/>
                <a:gd name="connsiteY41" fmla="*/ 209741 h 468820"/>
                <a:gd name="connsiteX42" fmla="*/ 45434 w 656367"/>
                <a:gd name="connsiteY42" fmla="*/ 192024 h 468820"/>
                <a:gd name="connsiteX43" fmla="*/ 40767 w 656367"/>
                <a:gd name="connsiteY43" fmla="*/ 182499 h 468820"/>
                <a:gd name="connsiteX44" fmla="*/ 38766 w 656367"/>
                <a:gd name="connsiteY44" fmla="*/ 178975 h 468820"/>
                <a:gd name="connsiteX45" fmla="*/ 36480 w 656367"/>
                <a:gd name="connsiteY45" fmla="*/ 174974 h 468820"/>
                <a:gd name="connsiteX46" fmla="*/ 33432 w 656367"/>
                <a:gd name="connsiteY46" fmla="*/ 169736 h 468820"/>
                <a:gd name="connsiteX47" fmla="*/ 72580 w 656367"/>
                <a:gd name="connsiteY47" fmla="*/ 149638 h 468820"/>
                <a:gd name="connsiteX48" fmla="*/ 103251 w 656367"/>
                <a:gd name="connsiteY48" fmla="*/ 128683 h 468820"/>
                <a:gd name="connsiteX49" fmla="*/ 106775 w 656367"/>
                <a:gd name="connsiteY49" fmla="*/ 127540 h 468820"/>
                <a:gd name="connsiteX50" fmla="*/ 143065 w 656367"/>
                <a:gd name="connsiteY50" fmla="*/ 123539 h 468820"/>
                <a:gd name="connsiteX51" fmla="*/ 156305 w 656367"/>
                <a:gd name="connsiteY51" fmla="*/ 126587 h 468820"/>
                <a:gd name="connsiteX52" fmla="*/ 167354 w 656367"/>
                <a:gd name="connsiteY52" fmla="*/ 131064 h 468820"/>
                <a:gd name="connsiteX53" fmla="*/ 179737 w 656367"/>
                <a:gd name="connsiteY53" fmla="*/ 134874 h 468820"/>
                <a:gd name="connsiteX54" fmla="*/ 207550 w 656367"/>
                <a:gd name="connsiteY54" fmla="*/ 139446 h 468820"/>
                <a:gd name="connsiteX55" fmla="*/ 233172 w 656367"/>
                <a:gd name="connsiteY55" fmla="*/ 134207 h 468820"/>
                <a:gd name="connsiteX56" fmla="*/ 282416 w 656367"/>
                <a:gd name="connsiteY56" fmla="*/ 122206 h 468820"/>
                <a:gd name="connsiteX57" fmla="*/ 293275 w 656367"/>
                <a:gd name="connsiteY57" fmla="*/ 118491 h 468820"/>
                <a:gd name="connsiteX58" fmla="*/ 297561 w 656367"/>
                <a:gd name="connsiteY58" fmla="*/ 114776 h 468820"/>
                <a:gd name="connsiteX59" fmla="*/ 299847 w 656367"/>
                <a:gd name="connsiteY59" fmla="*/ 111443 h 468820"/>
                <a:gd name="connsiteX60" fmla="*/ 302800 w 656367"/>
                <a:gd name="connsiteY60" fmla="*/ 107156 h 468820"/>
                <a:gd name="connsiteX61" fmla="*/ 303276 w 656367"/>
                <a:gd name="connsiteY61" fmla="*/ 104775 h 468820"/>
                <a:gd name="connsiteX62" fmla="*/ 350425 w 656367"/>
                <a:gd name="connsiteY62" fmla="*/ 52864 h 468820"/>
                <a:gd name="connsiteX63" fmla="*/ 352330 w 656367"/>
                <a:gd name="connsiteY63" fmla="*/ 50768 h 468820"/>
                <a:gd name="connsiteX64" fmla="*/ 360426 w 656367"/>
                <a:gd name="connsiteY64" fmla="*/ 42101 h 468820"/>
                <a:gd name="connsiteX65" fmla="*/ 370903 w 656367"/>
                <a:gd name="connsiteY65" fmla="*/ 36576 h 468820"/>
                <a:gd name="connsiteX66" fmla="*/ 380905 w 656367"/>
                <a:gd name="connsiteY66" fmla="*/ 38481 h 468820"/>
                <a:gd name="connsiteX67" fmla="*/ 389763 w 656367"/>
                <a:gd name="connsiteY67" fmla="*/ 41815 h 468820"/>
                <a:gd name="connsiteX68" fmla="*/ 400716 w 656367"/>
                <a:gd name="connsiteY68" fmla="*/ 40862 h 468820"/>
                <a:gd name="connsiteX69" fmla="*/ 418147 w 656367"/>
                <a:gd name="connsiteY69" fmla="*/ 38576 h 468820"/>
                <a:gd name="connsiteX70" fmla="*/ 429577 w 656367"/>
                <a:gd name="connsiteY70" fmla="*/ 36862 h 468820"/>
                <a:gd name="connsiteX71" fmla="*/ 433292 w 656367"/>
                <a:gd name="connsiteY71" fmla="*/ 35433 h 468820"/>
                <a:gd name="connsiteX72" fmla="*/ 434816 w 656367"/>
                <a:gd name="connsiteY72" fmla="*/ 34862 h 468820"/>
                <a:gd name="connsiteX73" fmla="*/ 462819 w 656367"/>
                <a:gd name="connsiteY73" fmla="*/ 16383 h 468820"/>
                <a:gd name="connsiteX74" fmla="*/ 489680 w 656367"/>
                <a:gd name="connsiteY74" fmla="*/ 7620 h 468820"/>
                <a:gd name="connsiteX75" fmla="*/ 515016 w 656367"/>
                <a:gd name="connsiteY75" fmla="*/ 0 h 468820"/>
                <a:gd name="connsiteX76" fmla="*/ 595217 w 656367"/>
                <a:gd name="connsiteY76" fmla="*/ 95 h 468820"/>
                <a:gd name="connsiteX77" fmla="*/ 615124 w 656367"/>
                <a:gd name="connsiteY77" fmla="*/ 23241 h 468820"/>
                <a:gd name="connsiteX78" fmla="*/ 626459 w 656367"/>
                <a:gd name="connsiteY78" fmla="*/ 32099 h 468820"/>
                <a:gd name="connsiteX79" fmla="*/ 631507 w 656367"/>
                <a:gd name="connsiteY79" fmla="*/ 31242 h 468820"/>
                <a:gd name="connsiteX80" fmla="*/ 640937 w 656367"/>
                <a:gd name="connsiteY80" fmla="*/ 43053 h 468820"/>
                <a:gd name="connsiteX81" fmla="*/ 656272 w 656367"/>
                <a:gd name="connsiteY81" fmla="*/ 90011 h 468820"/>
                <a:gd name="connsiteX82" fmla="*/ 656368 w 656367"/>
                <a:gd name="connsiteY82" fmla="*/ 97631 h 468820"/>
                <a:gd name="connsiteX83" fmla="*/ 654177 w 656367"/>
                <a:gd name="connsiteY83" fmla="*/ 100298 h 468820"/>
                <a:gd name="connsiteX84" fmla="*/ 652557 w 656367"/>
                <a:gd name="connsiteY84" fmla="*/ 100394 h 46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56367" h="468820">
                  <a:moveTo>
                    <a:pt x="652557" y="100394"/>
                  </a:moveTo>
                  <a:lnTo>
                    <a:pt x="629222" y="113443"/>
                  </a:lnTo>
                  <a:lnTo>
                    <a:pt x="565309" y="141923"/>
                  </a:lnTo>
                  <a:lnTo>
                    <a:pt x="548259" y="143256"/>
                  </a:lnTo>
                  <a:lnTo>
                    <a:pt x="536543" y="154877"/>
                  </a:lnTo>
                  <a:lnTo>
                    <a:pt x="507968" y="185261"/>
                  </a:lnTo>
                  <a:lnTo>
                    <a:pt x="490061" y="218313"/>
                  </a:lnTo>
                  <a:lnTo>
                    <a:pt x="476250" y="256318"/>
                  </a:lnTo>
                  <a:lnTo>
                    <a:pt x="451580" y="339471"/>
                  </a:lnTo>
                  <a:lnTo>
                    <a:pt x="450913" y="346139"/>
                  </a:lnTo>
                  <a:lnTo>
                    <a:pt x="447675" y="355187"/>
                  </a:lnTo>
                  <a:lnTo>
                    <a:pt x="405860" y="391763"/>
                  </a:lnTo>
                  <a:lnTo>
                    <a:pt x="403955" y="392906"/>
                  </a:lnTo>
                  <a:lnTo>
                    <a:pt x="402812" y="393573"/>
                  </a:lnTo>
                  <a:lnTo>
                    <a:pt x="399764" y="395288"/>
                  </a:lnTo>
                  <a:lnTo>
                    <a:pt x="391668" y="399479"/>
                  </a:lnTo>
                  <a:lnTo>
                    <a:pt x="364807" y="408051"/>
                  </a:lnTo>
                  <a:lnTo>
                    <a:pt x="359664" y="405765"/>
                  </a:lnTo>
                  <a:lnTo>
                    <a:pt x="340328" y="401479"/>
                  </a:lnTo>
                  <a:lnTo>
                    <a:pt x="326231" y="406622"/>
                  </a:lnTo>
                  <a:lnTo>
                    <a:pt x="321754" y="408527"/>
                  </a:lnTo>
                  <a:lnTo>
                    <a:pt x="319564" y="409385"/>
                  </a:lnTo>
                  <a:lnTo>
                    <a:pt x="298418" y="418243"/>
                  </a:lnTo>
                  <a:lnTo>
                    <a:pt x="261461" y="430721"/>
                  </a:lnTo>
                  <a:lnTo>
                    <a:pt x="249745" y="434626"/>
                  </a:lnTo>
                  <a:lnTo>
                    <a:pt x="197262" y="437198"/>
                  </a:lnTo>
                  <a:lnTo>
                    <a:pt x="169164" y="454724"/>
                  </a:lnTo>
                  <a:lnTo>
                    <a:pt x="132397" y="468821"/>
                  </a:lnTo>
                  <a:lnTo>
                    <a:pt x="0" y="456438"/>
                  </a:lnTo>
                  <a:lnTo>
                    <a:pt x="0" y="455962"/>
                  </a:lnTo>
                  <a:lnTo>
                    <a:pt x="762" y="444722"/>
                  </a:lnTo>
                  <a:lnTo>
                    <a:pt x="1238" y="440246"/>
                  </a:lnTo>
                  <a:lnTo>
                    <a:pt x="2286" y="430530"/>
                  </a:lnTo>
                  <a:lnTo>
                    <a:pt x="2667" y="427863"/>
                  </a:lnTo>
                  <a:lnTo>
                    <a:pt x="3714" y="421767"/>
                  </a:lnTo>
                  <a:lnTo>
                    <a:pt x="36385" y="294227"/>
                  </a:lnTo>
                  <a:lnTo>
                    <a:pt x="46387" y="260699"/>
                  </a:lnTo>
                  <a:lnTo>
                    <a:pt x="52388" y="253079"/>
                  </a:lnTo>
                  <a:lnTo>
                    <a:pt x="53054" y="252222"/>
                  </a:lnTo>
                  <a:lnTo>
                    <a:pt x="55721" y="230600"/>
                  </a:lnTo>
                  <a:lnTo>
                    <a:pt x="56006" y="226790"/>
                  </a:lnTo>
                  <a:lnTo>
                    <a:pt x="54102" y="209741"/>
                  </a:lnTo>
                  <a:lnTo>
                    <a:pt x="45434" y="192024"/>
                  </a:lnTo>
                  <a:lnTo>
                    <a:pt x="40767" y="182499"/>
                  </a:lnTo>
                  <a:lnTo>
                    <a:pt x="38766" y="178975"/>
                  </a:lnTo>
                  <a:lnTo>
                    <a:pt x="36480" y="174974"/>
                  </a:lnTo>
                  <a:lnTo>
                    <a:pt x="33432" y="169736"/>
                  </a:lnTo>
                  <a:lnTo>
                    <a:pt x="72580" y="149638"/>
                  </a:lnTo>
                  <a:lnTo>
                    <a:pt x="103251" y="128683"/>
                  </a:lnTo>
                  <a:lnTo>
                    <a:pt x="106775" y="127540"/>
                  </a:lnTo>
                  <a:lnTo>
                    <a:pt x="143065" y="123539"/>
                  </a:lnTo>
                  <a:lnTo>
                    <a:pt x="156305" y="126587"/>
                  </a:lnTo>
                  <a:lnTo>
                    <a:pt x="167354" y="131064"/>
                  </a:lnTo>
                  <a:lnTo>
                    <a:pt x="179737" y="134874"/>
                  </a:lnTo>
                  <a:lnTo>
                    <a:pt x="207550" y="139446"/>
                  </a:lnTo>
                  <a:lnTo>
                    <a:pt x="233172" y="134207"/>
                  </a:lnTo>
                  <a:lnTo>
                    <a:pt x="282416" y="122206"/>
                  </a:lnTo>
                  <a:lnTo>
                    <a:pt x="293275" y="118491"/>
                  </a:lnTo>
                  <a:lnTo>
                    <a:pt x="297561" y="114776"/>
                  </a:lnTo>
                  <a:lnTo>
                    <a:pt x="299847" y="111443"/>
                  </a:lnTo>
                  <a:lnTo>
                    <a:pt x="302800" y="107156"/>
                  </a:lnTo>
                  <a:lnTo>
                    <a:pt x="303276" y="104775"/>
                  </a:lnTo>
                  <a:lnTo>
                    <a:pt x="350425" y="52864"/>
                  </a:lnTo>
                  <a:lnTo>
                    <a:pt x="352330" y="50768"/>
                  </a:lnTo>
                  <a:lnTo>
                    <a:pt x="360426" y="42101"/>
                  </a:lnTo>
                  <a:lnTo>
                    <a:pt x="370903" y="36576"/>
                  </a:lnTo>
                  <a:lnTo>
                    <a:pt x="380905" y="38481"/>
                  </a:lnTo>
                  <a:lnTo>
                    <a:pt x="389763" y="41815"/>
                  </a:lnTo>
                  <a:lnTo>
                    <a:pt x="400716" y="40862"/>
                  </a:lnTo>
                  <a:lnTo>
                    <a:pt x="418147" y="38576"/>
                  </a:lnTo>
                  <a:lnTo>
                    <a:pt x="429577" y="36862"/>
                  </a:lnTo>
                  <a:lnTo>
                    <a:pt x="433292" y="35433"/>
                  </a:lnTo>
                  <a:lnTo>
                    <a:pt x="434816" y="34862"/>
                  </a:lnTo>
                  <a:lnTo>
                    <a:pt x="462819" y="16383"/>
                  </a:lnTo>
                  <a:lnTo>
                    <a:pt x="489680" y="7620"/>
                  </a:lnTo>
                  <a:lnTo>
                    <a:pt x="515016" y="0"/>
                  </a:lnTo>
                  <a:lnTo>
                    <a:pt x="595217" y="95"/>
                  </a:lnTo>
                  <a:lnTo>
                    <a:pt x="615124" y="23241"/>
                  </a:lnTo>
                  <a:lnTo>
                    <a:pt x="626459" y="32099"/>
                  </a:lnTo>
                  <a:lnTo>
                    <a:pt x="631507" y="31242"/>
                  </a:lnTo>
                  <a:lnTo>
                    <a:pt x="640937" y="43053"/>
                  </a:lnTo>
                  <a:lnTo>
                    <a:pt x="656272" y="90011"/>
                  </a:lnTo>
                  <a:lnTo>
                    <a:pt x="656368" y="97631"/>
                  </a:lnTo>
                  <a:lnTo>
                    <a:pt x="654177" y="100298"/>
                  </a:lnTo>
                  <a:lnTo>
                    <a:pt x="652557" y="10039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7" name="서울특별시 노원구 상계2동">
              <a:extLst>
                <a:ext uri="{FF2B5EF4-FFF2-40B4-BE49-F238E27FC236}">
                  <a16:creationId xmlns:a16="http://schemas.microsoft.com/office/drawing/2014/main" id="{90811DEA-3172-7F6D-52FC-91851E4A6F4A}"/>
                </a:ext>
              </a:extLst>
            </p:cNvPr>
            <p:cNvSpPr/>
            <p:nvPr/>
          </p:nvSpPr>
          <p:spPr>
            <a:xfrm>
              <a:off x="7664481" y="1678590"/>
              <a:ext cx="212026" cy="200691"/>
            </a:xfrm>
            <a:custGeom>
              <a:avLst/>
              <a:gdLst>
                <a:gd name="connsiteX0" fmla="*/ 202597 w 212026"/>
                <a:gd name="connsiteY0" fmla="*/ 57912 h 200691"/>
                <a:gd name="connsiteX1" fmla="*/ 212027 w 212026"/>
                <a:gd name="connsiteY1" fmla="*/ 115824 h 200691"/>
                <a:gd name="connsiteX2" fmla="*/ 211170 w 212026"/>
                <a:gd name="connsiteY2" fmla="*/ 120586 h 200691"/>
                <a:gd name="connsiteX3" fmla="*/ 209836 w 212026"/>
                <a:gd name="connsiteY3" fmla="*/ 126968 h 200691"/>
                <a:gd name="connsiteX4" fmla="*/ 208122 w 212026"/>
                <a:gd name="connsiteY4" fmla="*/ 135731 h 200691"/>
                <a:gd name="connsiteX5" fmla="*/ 203931 w 212026"/>
                <a:gd name="connsiteY5" fmla="*/ 143923 h 200691"/>
                <a:gd name="connsiteX6" fmla="*/ 199644 w 212026"/>
                <a:gd name="connsiteY6" fmla="*/ 152305 h 200691"/>
                <a:gd name="connsiteX7" fmla="*/ 198787 w 212026"/>
                <a:gd name="connsiteY7" fmla="*/ 153924 h 200691"/>
                <a:gd name="connsiteX8" fmla="*/ 192691 w 212026"/>
                <a:gd name="connsiteY8" fmla="*/ 160591 h 200691"/>
                <a:gd name="connsiteX9" fmla="*/ 191548 w 212026"/>
                <a:gd name="connsiteY9" fmla="*/ 161830 h 200691"/>
                <a:gd name="connsiteX10" fmla="*/ 188786 w 212026"/>
                <a:gd name="connsiteY10" fmla="*/ 164878 h 200691"/>
                <a:gd name="connsiteX11" fmla="*/ 186309 w 212026"/>
                <a:gd name="connsiteY11" fmla="*/ 167640 h 200691"/>
                <a:gd name="connsiteX12" fmla="*/ 184309 w 212026"/>
                <a:gd name="connsiteY12" fmla="*/ 169736 h 200691"/>
                <a:gd name="connsiteX13" fmla="*/ 180308 w 212026"/>
                <a:gd name="connsiteY13" fmla="*/ 173355 h 200691"/>
                <a:gd name="connsiteX14" fmla="*/ 176879 w 212026"/>
                <a:gd name="connsiteY14" fmla="*/ 176498 h 200691"/>
                <a:gd name="connsiteX15" fmla="*/ 168688 w 212026"/>
                <a:gd name="connsiteY15" fmla="*/ 183928 h 200691"/>
                <a:gd name="connsiteX16" fmla="*/ 167545 w 212026"/>
                <a:gd name="connsiteY16" fmla="*/ 184880 h 200691"/>
                <a:gd name="connsiteX17" fmla="*/ 151162 w 212026"/>
                <a:gd name="connsiteY17" fmla="*/ 198120 h 200691"/>
                <a:gd name="connsiteX18" fmla="*/ 148019 w 212026"/>
                <a:gd name="connsiteY18" fmla="*/ 200692 h 200691"/>
                <a:gd name="connsiteX19" fmla="*/ 126397 w 212026"/>
                <a:gd name="connsiteY19" fmla="*/ 126492 h 200691"/>
                <a:gd name="connsiteX20" fmla="*/ 125349 w 212026"/>
                <a:gd name="connsiteY20" fmla="*/ 122968 h 200691"/>
                <a:gd name="connsiteX21" fmla="*/ 120777 w 212026"/>
                <a:gd name="connsiteY21" fmla="*/ 107442 h 200691"/>
                <a:gd name="connsiteX22" fmla="*/ 119349 w 212026"/>
                <a:gd name="connsiteY22" fmla="*/ 105156 h 200691"/>
                <a:gd name="connsiteX23" fmla="*/ 108204 w 212026"/>
                <a:gd name="connsiteY23" fmla="*/ 107537 h 200691"/>
                <a:gd name="connsiteX24" fmla="*/ 82582 w 212026"/>
                <a:gd name="connsiteY24" fmla="*/ 113062 h 200691"/>
                <a:gd name="connsiteX25" fmla="*/ 72866 w 212026"/>
                <a:gd name="connsiteY25" fmla="*/ 115443 h 200691"/>
                <a:gd name="connsiteX26" fmla="*/ 34862 w 212026"/>
                <a:gd name="connsiteY26" fmla="*/ 124111 h 200691"/>
                <a:gd name="connsiteX27" fmla="*/ 6191 w 212026"/>
                <a:gd name="connsiteY27" fmla="*/ 130397 h 200691"/>
                <a:gd name="connsiteX28" fmla="*/ 0 w 212026"/>
                <a:gd name="connsiteY28" fmla="*/ 106013 h 200691"/>
                <a:gd name="connsiteX29" fmla="*/ 6954 w 212026"/>
                <a:gd name="connsiteY29" fmla="*/ 104870 h 200691"/>
                <a:gd name="connsiteX30" fmla="*/ 11430 w 212026"/>
                <a:gd name="connsiteY30" fmla="*/ 104108 h 200691"/>
                <a:gd name="connsiteX31" fmla="*/ 16573 w 212026"/>
                <a:gd name="connsiteY31" fmla="*/ 102775 h 200691"/>
                <a:gd name="connsiteX32" fmla="*/ 23241 w 212026"/>
                <a:gd name="connsiteY32" fmla="*/ 101155 h 200691"/>
                <a:gd name="connsiteX33" fmla="*/ 20860 w 212026"/>
                <a:gd name="connsiteY33" fmla="*/ 75343 h 200691"/>
                <a:gd name="connsiteX34" fmla="*/ 39243 w 212026"/>
                <a:gd name="connsiteY34" fmla="*/ 47625 h 200691"/>
                <a:gd name="connsiteX35" fmla="*/ 44577 w 212026"/>
                <a:gd name="connsiteY35" fmla="*/ 46958 h 200691"/>
                <a:gd name="connsiteX36" fmla="*/ 76581 w 212026"/>
                <a:gd name="connsiteY36" fmla="*/ 42386 h 200691"/>
                <a:gd name="connsiteX37" fmla="*/ 86583 w 212026"/>
                <a:gd name="connsiteY37" fmla="*/ 39052 h 200691"/>
                <a:gd name="connsiteX38" fmla="*/ 88106 w 212026"/>
                <a:gd name="connsiteY38" fmla="*/ 32956 h 200691"/>
                <a:gd name="connsiteX39" fmla="*/ 88678 w 212026"/>
                <a:gd name="connsiteY39" fmla="*/ 30861 h 200691"/>
                <a:gd name="connsiteX40" fmla="*/ 91916 w 212026"/>
                <a:gd name="connsiteY40" fmla="*/ 16954 h 200691"/>
                <a:gd name="connsiteX41" fmla="*/ 95250 w 212026"/>
                <a:gd name="connsiteY41" fmla="*/ 2857 h 200691"/>
                <a:gd name="connsiteX42" fmla="*/ 95821 w 212026"/>
                <a:gd name="connsiteY42" fmla="*/ 0 h 200691"/>
                <a:gd name="connsiteX43" fmla="*/ 138113 w 212026"/>
                <a:gd name="connsiteY43" fmla="*/ 22479 h 200691"/>
                <a:gd name="connsiteX44" fmla="*/ 202597 w 212026"/>
                <a:gd name="connsiteY44" fmla="*/ 57912 h 20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2026" h="200691">
                  <a:moveTo>
                    <a:pt x="202597" y="57912"/>
                  </a:moveTo>
                  <a:lnTo>
                    <a:pt x="212027" y="115824"/>
                  </a:lnTo>
                  <a:lnTo>
                    <a:pt x="211170" y="120586"/>
                  </a:lnTo>
                  <a:lnTo>
                    <a:pt x="209836" y="126968"/>
                  </a:lnTo>
                  <a:lnTo>
                    <a:pt x="208122" y="135731"/>
                  </a:lnTo>
                  <a:lnTo>
                    <a:pt x="203931" y="143923"/>
                  </a:lnTo>
                  <a:lnTo>
                    <a:pt x="199644" y="152305"/>
                  </a:lnTo>
                  <a:lnTo>
                    <a:pt x="198787" y="153924"/>
                  </a:lnTo>
                  <a:lnTo>
                    <a:pt x="192691" y="160591"/>
                  </a:lnTo>
                  <a:lnTo>
                    <a:pt x="191548" y="161830"/>
                  </a:lnTo>
                  <a:lnTo>
                    <a:pt x="188786" y="164878"/>
                  </a:lnTo>
                  <a:lnTo>
                    <a:pt x="186309" y="167640"/>
                  </a:lnTo>
                  <a:lnTo>
                    <a:pt x="184309" y="169736"/>
                  </a:lnTo>
                  <a:lnTo>
                    <a:pt x="180308" y="173355"/>
                  </a:lnTo>
                  <a:lnTo>
                    <a:pt x="176879" y="176498"/>
                  </a:lnTo>
                  <a:lnTo>
                    <a:pt x="168688" y="183928"/>
                  </a:lnTo>
                  <a:lnTo>
                    <a:pt x="167545" y="184880"/>
                  </a:lnTo>
                  <a:lnTo>
                    <a:pt x="151162" y="198120"/>
                  </a:lnTo>
                  <a:lnTo>
                    <a:pt x="148019" y="200692"/>
                  </a:lnTo>
                  <a:lnTo>
                    <a:pt x="126397" y="126492"/>
                  </a:lnTo>
                  <a:lnTo>
                    <a:pt x="125349" y="122968"/>
                  </a:lnTo>
                  <a:lnTo>
                    <a:pt x="120777" y="107442"/>
                  </a:lnTo>
                  <a:lnTo>
                    <a:pt x="119349" y="105156"/>
                  </a:lnTo>
                  <a:lnTo>
                    <a:pt x="108204" y="107537"/>
                  </a:lnTo>
                  <a:lnTo>
                    <a:pt x="82582" y="113062"/>
                  </a:lnTo>
                  <a:lnTo>
                    <a:pt x="72866" y="115443"/>
                  </a:lnTo>
                  <a:lnTo>
                    <a:pt x="34862" y="124111"/>
                  </a:lnTo>
                  <a:lnTo>
                    <a:pt x="6191" y="130397"/>
                  </a:lnTo>
                  <a:lnTo>
                    <a:pt x="0" y="106013"/>
                  </a:lnTo>
                  <a:lnTo>
                    <a:pt x="6954" y="104870"/>
                  </a:lnTo>
                  <a:lnTo>
                    <a:pt x="11430" y="104108"/>
                  </a:lnTo>
                  <a:lnTo>
                    <a:pt x="16573" y="102775"/>
                  </a:lnTo>
                  <a:lnTo>
                    <a:pt x="23241" y="101155"/>
                  </a:lnTo>
                  <a:lnTo>
                    <a:pt x="20860" y="75343"/>
                  </a:lnTo>
                  <a:lnTo>
                    <a:pt x="39243" y="47625"/>
                  </a:lnTo>
                  <a:lnTo>
                    <a:pt x="44577" y="46958"/>
                  </a:lnTo>
                  <a:lnTo>
                    <a:pt x="76581" y="42386"/>
                  </a:lnTo>
                  <a:lnTo>
                    <a:pt x="86583" y="39052"/>
                  </a:lnTo>
                  <a:lnTo>
                    <a:pt x="88106" y="32956"/>
                  </a:lnTo>
                  <a:lnTo>
                    <a:pt x="88678" y="30861"/>
                  </a:lnTo>
                  <a:lnTo>
                    <a:pt x="91916" y="16954"/>
                  </a:lnTo>
                  <a:lnTo>
                    <a:pt x="95250" y="2857"/>
                  </a:lnTo>
                  <a:lnTo>
                    <a:pt x="95821" y="0"/>
                  </a:lnTo>
                  <a:lnTo>
                    <a:pt x="138113" y="22479"/>
                  </a:lnTo>
                  <a:lnTo>
                    <a:pt x="202597" y="5791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8" name="서울특별시 노원구 상계5동">
              <a:extLst>
                <a:ext uri="{FF2B5EF4-FFF2-40B4-BE49-F238E27FC236}">
                  <a16:creationId xmlns:a16="http://schemas.microsoft.com/office/drawing/2014/main" id="{5C5BFEBF-5378-38C2-0863-A836E7C67FAF}"/>
                </a:ext>
              </a:extLst>
            </p:cNvPr>
            <p:cNvSpPr/>
            <p:nvPr/>
          </p:nvSpPr>
          <p:spPr>
            <a:xfrm>
              <a:off x="7760303" y="1560671"/>
              <a:ext cx="157543" cy="175831"/>
            </a:xfrm>
            <a:custGeom>
              <a:avLst/>
              <a:gdLst>
                <a:gd name="connsiteX0" fmla="*/ 79724 w 157543"/>
                <a:gd name="connsiteY0" fmla="*/ 1905 h 175831"/>
                <a:gd name="connsiteX1" fmla="*/ 94679 w 157543"/>
                <a:gd name="connsiteY1" fmla="*/ 12764 h 175831"/>
                <a:gd name="connsiteX2" fmla="*/ 94965 w 157543"/>
                <a:gd name="connsiteY2" fmla="*/ 21908 h 175831"/>
                <a:gd name="connsiteX3" fmla="*/ 94774 w 157543"/>
                <a:gd name="connsiteY3" fmla="*/ 25908 h 175831"/>
                <a:gd name="connsiteX4" fmla="*/ 94679 w 157543"/>
                <a:gd name="connsiteY4" fmla="*/ 28575 h 175831"/>
                <a:gd name="connsiteX5" fmla="*/ 92964 w 157543"/>
                <a:gd name="connsiteY5" fmla="*/ 34481 h 175831"/>
                <a:gd name="connsiteX6" fmla="*/ 91536 w 157543"/>
                <a:gd name="connsiteY6" fmla="*/ 39338 h 175831"/>
                <a:gd name="connsiteX7" fmla="*/ 90774 w 157543"/>
                <a:gd name="connsiteY7" fmla="*/ 44672 h 175831"/>
                <a:gd name="connsiteX8" fmla="*/ 91059 w 157543"/>
                <a:gd name="connsiteY8" fmla="*/ 47435 h 175831"/>
                <a:gd name="connsiteX9" fmla="*/ 91250 w 157543"/>
                <a:gd name="connsiteY9" fmla="*/ 48673 h 175831"/>
                <a:gd name="connsiteX10" fmla="*/ 92202 w 157543"/>
                <a:gd name="connsiteY10" fmla="*/ 51054 h 175831"/>
                <a:gd name="connsiteX11" fmla="*/ 93917 w 157543"/>
                <a:gd name="connsiteY11" fmla="*/ 53626 h 175831"/>
                <a:gd name="connsiteX12" fmla="*/ 96012 w 157543"/>
                <a:gd name="connsiteY12" fmla="*/ 56483 h 175831"/>
                <a:gd name="connsiteX13" fmla="*/ 96964 w 157543"/>
                <a:gd name="connsiteY13" fmla="*/ 57817 h 175831"/>
                <a:gd name="connsiteX14" fmla="*/ 99727 w 157543"/>
                <a:gd name="connsiteY14" fmla="*/ 62008 h 175831"/>
                <a:gd name="connsiteX15" fmla="*/ 101155 w 157543"/>
                <a:gd name="connsiteY15" fmla="*/ 63913 h 175831"/>
                <a:gd name="connsiteX16" fmla="*/ 101727 w 157543"/>
                <a:gd name="connsiteY16" fmla="*/ 64484 h 175831"/>
                <a:gd name="connsiteX17" fmla="*/ 102965 w 157543"/>
                <a:gd name="connsiteY17" fmla="*/ 65532 h 175831"/>
                <a:gd name="connsiteX18" fmla="*/ 114871 w 157543"/>
                <a:gd name="connsiteY18" fmla="*/ 73057 h 175831"/>
                <a:gd name="connsiteX19" fmla="*/ 122682 w 157543"/>
                <a:gd name="connsiteY19" fmla="*/ 77629 h 175831"/>
                <a:gd name="connsiteX20" fmla="*/ 143446 w 157543"/>
                <a:gd name="connsiteY20" fmla="*/ 95822 h 175831"/>
                <a:gd name="connsiteX21" fmla="*/ 157544 w 157543"/>
                <a:gd name="connsiteY21" fmla="*/ 118967 h 175831"/>
                <a:gd name="connsiteX22" fmla="*/ 106775 w 157543"/>
                <a:gd name="connsiteY22" fmla="*/ 175831 h 175831"/>
                <a:gd name="connsiteX23" fmla="*/ 42291 w 157543"/>
                <a:gd name="connsiteY23" fmla="*/ 140398 h 175831"/>
                <a:gd name="connsiteX24" fmla="*/ 0 w 157543"/>
                <a:gd name="connsiteY24" fmla="*/ 117920 h 175831"/>
                <a:gd name="connsiteX25" fmla="*/ 17812 w 157543"/>
                <a:gd name="connsiteY25" fmla="*/ 5048 h 175831"/>
                <a:gd name="connsiteX26" fmla="*/ 18193 w 157543"/>
                <a:gd name="connsiteY26" fmla="*/ 3905 h 175831"/>
                <a:gd name="connsiteX27" fmla="*/ 51626 w 157543"/>
                <a:gd name="connsiteY27" fmla="*/ 0 h 175831"/>
                <a:gd name="connsiteX28" fmla="*/ 61817 w 157543"/>
                <a:gd name="connsiteY28" fmla="*/ 1238 h 175831"/>
                <a:gd name="connsiteX29" fmla="*/ 66008 w 157543"/>
                <a:gd name="connsiteY29" fmla="*/ 4000 h 175831"/>
                <a:gd name="connsiteX30" fmla="*/ 79724 w 157543"/>
                <a:gd name="connsiteY30" fmla="*/ 1905 h 17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57543" h="175831">
                  <a:moveTo>
                    <a:pt x="79724" y="1905"/>
                  </a:moveTo>
                  <a:lnTo>
                    <a:pt x="94679" y="12764"/>
                  </a:lnTo>
                  <a:lnTo>
                    <a:pt x="94965" y="21908"/>
                  </a:lnTo>
                  <a:lnTo>
                    <a:pt x="94774" y="25908"/>
                  </a:lnTo>
                  <a:lnTo>
                    <a:pt x="94679" y="28575"/>
                  </a:lnTo>
                  <a:lnTo>
                    <a:pt x="92964" y="34481"/>
                  </a:lnTo>
                  <a:lnTo>
                    <a:pt x="91536" y="39338"/>
                  </a:lnTo>
                  <a:lnTo>
                    <a:pt x="90774" y="44672"/>
                  </a:lnTo>
                  <a:lnTo>
                    <a:pt x="91059" y="47435"/>
                  </a:lnTo>
                  <a:lnTo>
                    <a:pt x="91250" y="48673"/>
                  </a:lnTo>
                  <a:lnTo>
                    <a:pt x="92202" y="51054"/>
                  </a:lnTo>
                  <a:lnTo>
                    <a:pt x="93917" y="53626"/>
                  </a:lnTo>
                  <a:lnTo>
                    <a:pt x="96012" y="56483"/>
                  </a:lnTo>
                  <a:lnTo>
                    <a:pt x="96964" y="57817"/>
                  </a:lnTo>
                  <a:lnTo>
                    <a:pt x="99727" y="62008"/>
                  </a:lnTo>
                  <a:lnTo>
                    <a:pt x="101155" y="63913"/>
                  </a:lnTo>
                  <a:lnTo>
                    <a:pt x="101727" y="64484"/>
                  </a:lnTo>
                  <a:lnTo>
                    <a:pt x="102965" y="65532"/>
                  </a:lnTo>
                  <a:lnTo>
                    <a:pt x="114871" y="73057"/>
                  </a:lnTo>
                  <a:lnTo>
                    <a:pt x="122682" y="77629"/>
                  </a:lnTo>
                  <a:lnTo>
                    <a:pt x="143446" y="95822"/>
                  </a:lnTo>
                  <a:lnTo>
                    <a:pt x="157544" y="118967"/>
                  </a:lnTo>
                  <a:lnTo>
                    <a:pt x="106775" y="175831"/>
                  </a:lnTo>
                  <a:lnTo>
                    <a:pt x="42291" y="140398"/>
                  </a:lnTo>
                  <a:lnTo>
                    <a:pt x="0" y="117920"/>
                  </a:lnTo>
                  <a:lnTo>
                    <a:pt x="17812" y="5048"/>
                  </a:lnTo>
                  <a:lnTo>
                    <a:pt x="18193" y="3905"/>
                  </a:lnTo>
                  <a:lnTo>
                    <a:pt x="51626" y="0"/>
                  </a:lnTo>
                  <a:lnTo>
                    <a:pt x="61817" y="1238"/>
                  </a:lnTo>
                  <a:lnTo>
                    <a:pt x="66008" y="4000"/>
                  </a:lnTo>
                  <a:lnTo>
                    <a:pt x="79724" y="19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9" name="서울특별시 노원구 상계8동">
              <a:extLst>
                <a:ext uri="{FF2B5EF4-FFF2-40B4-BE49-F238E27FC236}">
                  <a16:creationId xmlns:a16="http://schemas.microsoft.com/office/drawing/2014/main" id="{70498CF1-1ECB-F5DA-BC2B-15B3D658EAB5}"/>
                </a:ext>
              </a:extLst>
            </p:cNvPr>
            <p:cNvSpPr/>
            <p:nvPr/>
          </p:nvSpPr>
          <p:spPr>
            <a:xfrm>
              <a:off x="7453979" y="1503616"/>
              <a:ext cx="179069" cy="181641"/>
            </a:xfrm>
            <a:custGeom>
              <a:avLst/>
              <a:gdLst>
                <a:gd name="connsiteX0" fmla="*/ 134398 w 179069"/>
                <a:gd name="connsiteY0" fmla="*/ 12382 h 181641"/>
                <a:gd name="connsiteX1" fmla="*/ 160591 w 179069"/>
                <a:gd name="connsiteY1" fmla="*/ 127159 h 181641"/>
                <a:gd name="connsiteX2" fmla="*/ 166878 w 179069"/>
                <a:gd name="connsiteY2" fmla="*/ 135350 h 181641"/>
                <a:gd name="connsiteX3" fmla="*/ 178975 w 179069"/>
                <a:gd name="connsiteY3" fmla="*/ 181165 h 181641"/>
                <a:gd name="connsiteX4" fmla="*/ 179070 w 179069"/>
                <a:gd name="connsiteY4" fmla="*/ 181642 h 181641"/>
                <a:gd name="connsiteX5" fmla="*/ 71723 w 179069"/>
                <a:gd name="connsiteY5" fmla="*/ 172879 h 181641"/>
                <a:gd name="connsiteX6" fmla="*/ 48006 w 179069"/>
                <a:gd name="connsiteY6" fmla="*/ 170402 h 181641"/>
                <a:gd name="connsiteX7" fmla="*/ 45339 w 179069"/>
                <a:gd name="connsiteY7" fmla="*/ 136969 h 181641"/>
                <a:gd name="connsiteX8" fmla="*/ 44291 w 179069"/>
                <a:gd name="connsiteY8" fmla="*/ 131064 h 181641"/>
                <a:gd name="connsiteX9" fmla="*/ 41815 w 179069"/>
                <a:gd name="connsiteY9" fmla="*/ 124111 h 181641"/>
                <a:gd name="connsiteX10" fmla="*/ 40386 w 179069"/>
                <a:gd name="connsiteY10" fmla="*/ 120206 h 181641"/>
                <a:gd name="connsiteX11" fmla="*/ 36671 w 179069"/>
                <a:gd name="connsiteY11" fmla="*/ 113348 h 181641"/>
                <a:gd name="connsiteX12" fmla="*/ 32385 w 179069"/>
                <a:gd name="connsiteY12" fmla="*/ 106775 h 181641"/>
                <a:gd name="connsiteX13" fmla="*/ 22479 w 179069"/>
                <a:gd name="connsiteY13" fmla="*/ 92488 h 181641"/>
                <a:gd name="connsiteX14" fmla="*/ 17526 w 179069"/>
                <a:gd name="connsiteY14" fmla="*/ 86011 h 181641"/>
                <a:gd name="connsiteX15" fmla="*/ 16954 w 179069"/>
                <a:gd name="connsiteY15" fmla="*/ 85249 h 181641"/>
                <a:gd name="connsiteX16" fmla="*/ 16193 w 179069"/>
                <a:gd name="connsiteY16" fmla="*/ 84296 h 181641"/>
                <a:gd name="connsiteX17" fmla="*/ 15335 w 179069"/>
                <a:gd name="connsiteY17" fmla="*/ 83058 h 181641"/>
                <a:gd name="connsiteX18" fmla="*/ 8477 w 179069"/>
                <a:gd name="connsiteY18" fmla="*/ 69533 h 181641"/>
                <a:gd name="connsiteX19" fmla="*/ 8287 w 179069"/>
                <a:gd name="connsiteY19" fmla="*/ 68961 h 181641"/>
                <a:gd name="connsiteX20" fmla="*/ 3429 w 179069"/>
                <a:gd name="connsiteY20" fmla="*/ 56864 h 181641"/>
                <a:gd name="connsiteX21" fmla="*/ 1143 w 179069"/>
                <a:gd name="connsiteY21" fmla="*/ 44672 h 181641"/>
                <a:gd name="connsiteX22" fmla="*/ 0 w 179069"/>
                <a:gd name="connsiteY22" fmla="*/ 38291 h 181641"/>
                <a:gd name="connsiteX23" fmla="*/ 2000 w 179069"/>
                <a:gd name="connsiteY23" fmla="*/ 0 h 181641"/>
                <a:gd name="connsiteX24" fmla="*/ 134398 w 179069"/>
                <a:gd name="connsiteY24" fmla="*/ 12382 h 18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069" h="181641">
                  <a:moveTo>
                    <a:pt x="134398" y="12382"/>
                  </a:moveTo>
                  <a:lnTo>
                    <a:pt x="160591" y="127159"/>
                  </a:lnTo>
                  <a:lnTo>
                    <a:pt x="166878" y="135350"/>
                  </a:lnTo>
                  <a:lnTo>
                    <a:pt x="178975" y="181165"/>
                  </a:lnTo>
                  <a:lnTo>
                    <a:pt x="179070" y="181642"/>
                  </a:lnTo>
                  <a:lnTo>
                    <a:pt x="71723" y="172879"/>
                  </a:lnTo>
                  <a:lnTo>
                    <a:pt x="48006" y="170402"/>
                  </a:lnTo>
                  <a:lnTo>
                    <a:pt x="45339" y="136969"/>
                  </a:lnTo>
                  <a:lnTo>
                    <a:pt x="44291" y="131064"/>
                  </a:lnTo>
                  <a:lnTo>
                    <a:pt x="41815" y="124111"/>
                  </a:lnTo>
                  <a:lnTo>
                    <a:pt x="40386" y="120206"/>
                  </a:lnTo>
                  <a:lnTo>
                    <a:pt x="36671" y="113348"/>
                  </a:lnTo>
                  <a:lnTo>
                    <a:pt x="32385" y="106775"/>
                  </a:lnTo>
                  <a:lnTo>
                    <a:pt x="22479" y="92488"/>
                  </a:lnTo>
                  <a:lnTo>
                    <a:pt x="17526" y="86011"/>
                  </a:lnTo>
                  <a:lnTo>
                    <a:pt x="16954" y="85249"/>
                  </a:lnTo>
                  <a:lnTo>
                    <a:pt x="16193" y="84296"/>
                  </a:lnTo>
                  <a:lnTo>
                    <a:pt x="15335" y="83058"/>
                  </a:lnTo>
                  <a:lnTo>
                    <a:pt x="8477" y="69533"/>
                  </a:lnTo>
                  <a:lnTo>
                    <a:pt x="8287" y="68961"/>
                  </a:lnTo>
                  <a:lnTo>
                    <a:pt x="3429" y="56864"/>
                  </a:lnTo>
                  <a:lnTo>
                    <a:pt x="1143" y="44672"/>
                  </a:lnTo>
                  <a:lnTo>
                    <a:pt x="0" y="38291"/>
                  </a:lnTo>
                  <a:lnTo>
                    <a:pt x="2000" y="0"/>
                  </a:lnTo>
                  <a:lnTo>
                    <a:pt x="134398" y="1238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0" name="서울특별시 노원구 상계9동">
              <a:extLst>
                <a:ext uri="{FF2B5EF4-FFF2-40B4-BE49-F238E27FC236}">
                  <a16:creationId xmlns:a16="http://schemas.microsoft.com/office/drawing/2014/main" id="{27A2A2F2-70EB-E69A-3E91-F62EBB899044}"/>
                </a:ext>
              </a:extLst>
            </p:cNvPr>
            <p:cNvSpPr/>
            <p:nvPr/>
          </p:nvSpPr>
          <p:spPr>
            <a:xfrm>
              <a:off x="7588376" y="1456562"/>
              <a:ext cx="251650" cy="224980"/>
            </a:xfrm>
            <a:custGeom>
              <a:avLst/>
              <a:gdLst>
                <a:gd name="connsiteX0" fmla="*/ 251650 w 251650"/>
                <a:gd name="connsiteY0" fmla="*/ 106013 h 224980"/>
                <a:gd name="connsiteX1" fmla="*/ 237934 w 251650"/>
                <a:gd name="connsiteY1" fmla="*/ 108109 h 224980"/>
                <a:gd name="connsiteX2" fmla="*/ 233743 w 251650"/>
                <a:gd name="connsiteY2" fmla="*/ 105347 h 224980"/>
                <a:gd name="connsiteX3" fmla="*/ 223552 w 251650"/>
                <a:gd name="connsiteY3" fmla="*/ 104108 h 224980"/>
                <a:gd name="connsiteX4" fmla="*/ 190119 w 251650"/>
                <a:gd name="connsiteY4" fmla="*/ 108014 h 224980"/>
                <a:gd name="connsiteX5" fmla="*/ 189738 w 251650"/>
                <a:gd name="connsiteY5" fmla="*/ 109156 h 224980"/>
                <a:gd name="connsiteX6" fmla="*/ 171926 w 251650"/>
                <a:gd name="connsiteY6" fmla="*/ 222028 h 224980"/>
                <a:gd name="connsiteX7" fmla="*/ 171355 w 251650"/>
                <a:gd name="connsiteY7" fmla="*/ 224885 h 224980"/>
                <a:gd name="connsiteX8" fmla="*/ 144971 w 251650"/>
                <a:gd name="connsiteY8" fmla="*/ 224981 h 224980"/>
                <a:gd name="connsiteX9" fmla="*/ 132398 w 251650"/>
                <a:gd name="connsiteY9" fmla="*/ 224981 h 224980"/>
                <a:gd name="connsiteX10" fmla="*/ 121348 w 251650"/>
                <a:gd name="connsiteY10" fmla="*/ 224981 h 224980"/>
                <a:gd name="connsiteX11" fmla="*/ 121730 w 251650"/>
                <a:gd name="connsiteY11" fmla="*/ 221742 h 224980"/>
                <a:gd name="connsiteX12" fmla="*/ 122587 w 251650"/>
                <a:gd name="connsiteY12" fmla="*/ 215932 h 224980"/>
                <a:gd name="connsiteX13" fmla="*/ 123634 w 251650"/>
                <a:gd name="connsiteY13" fmla="*/ 214789 h 224980"/>
                <a:gd name="connsiteX14" fmla="*/ 125063 w 251650"/>
                <a:gd name="connsiteY14" fmla="*/ 206693 h 224980"/>
                <a:gd name="connsiteX15" fmla="*/ 126302 w 251650"/>
                <a:gd name="connsiteY15" fmla="*/ 199835 h 224980"/>
                <a:gd name="connsiteX16" fmla="*/ 130397 w 251650"/>
                <a:gd name="connsiteY16" fmla="*/ 163259 h 224980"/>
                <a:gd name="connsiteX17" fmla="*/ 128588 w 251650"/>
                <a:gd name="connsiteY17" fmla="*/ 162592 h 224980"/>
                <a:gd name="connsiteX18" fmla="*/ 125444 w 251650"/>
                <a:gd name="connsiteY18" fmla="*/ 161544 h 224980"/>
                <a:gd name="connsiteX19" fmla="*/ 115919 w 251650"/>
                <a:gd name="connsiteY19" fmla="*/ 158210 h 224980"/>
                <a:gd name="connsiteX20" fmla="*/ 113729 w 251650"/>
                <a:gd name="connsiteY20" fmla="*/ 157639 h 224980"/>
                <a:gd name="connsiteX21" fmla="*/ 112205 w 251650"/>
                <a:gd name="connsiteY21" fmla="*/ 157258 h 224980"/>
                <a:gd name="connsiteX22" fmla="*/ 108490 w 251650"/>
                <a:gd name="connsiteY22" fmla="*/ 156591 h 224980"/>
                <a:gd name="connsiteX23" fmla="*/ 102203 w 251650"/>
                <a:gd name="connsiteY23" fmla="*/ 156020 h 224980"/>
                <a:gd name="connsiteX24" fmla="*/ 97631 w 251650"/>
                <a:gd name="connsiteY24" fmla="*/ 156400 h 224980"/>
                <a:gd name="connsiteX25" fmla="*/ 88297 w 251650"/>
                <a:gd name="connsiteY25" fmla="*/ 157925 h 224980"/>
                <a:gd name="connsiteX26" fmla="*/ 32671 w 251650"/>
                <a:gd name="connsiteY26" fmla="*/ 167069 h 224980"/>
                <a:gd name="connsiteX27" fmla="*/ 32481 w 251650"/>
                <a:gd name="connsiteY27" fmla="*/ 182404 h 224980"/>
                <a:gd name="connsiteX28" fmla="*/ 26194 w 251650"/>
                <a:gd name="connsiteY28" fmla="*/ 174212 h 224980"/>
                <a:gd name="connsiteX29" fmla="*/ 0 w 251650"/>
                <a:gd name="connsiteY29" fmla="*/ 59436 h 224980"/>
                <a:gd name="connsiteX30" fmla="*/ 36766 w 251650"/>
                <a:gd name="connsiteY30" fmla="*/ 45339 h 224980"/>
                <a:gd name="connsiteX31" fmla="*/ 64865 w 251650"/>
                <a:gd name="connsiteY31" fmla="*/ 27813 h 224980"/>
                <a:gd name="connsiteX32" fmla="*/ 117348 w 251650"/>
                <a:gd name="connsiteY32" fmla="*/ 25241 h 224980"/>
                <a:gd name="connsiteX33" fmla="*/ 129064 w 251650"/>
                <a:gd name="connsiteY33" fmla="*/ 21336 h 224980"/>
                <a:gd name="connsiteX34" fmla="*/ 166021 w 251650"/>
                <a:gd name="connsiteY34" fmla="*/ 8858 h 224980"/>
                <a:gd name="connsiteX35" fmla="*/ 187166 w 251650"/>
                <a:gd name="connsiteY35" fmla="*/ 0 h 224980"/>
                <a:gd name="connsiteX36" fmla="*/ 182023 w 251650"/>
                <a:gd name="connsiteY36" fmla="*/ 60198 h 224980"/>
                <a:gd name="connsiteX37" fmla="*/ 251650 w 251650"/>
                <a:gd name="connsiteY37" fmla="*/ 106013 h 22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1650" h="224980">
                  <a:moveTo>
                    <a:pt x="251650" y="106013"/>
                  </a:moveTo>
                  <a:lnTo>
                    <a:pt x="237934" y="108109"/>
                  </a:lnTo>
                  <a:lnTo>
                    <a:pt x="233743" y="105347"/>
                  </a:lnTo>
                  <a:lnTo>
                    <a:pt x="223552" y="104108"/>
                  </a:lnTo>
                  <a:lnTo>
                    <a:pt x="190119" y="108014"/>
                  </a:lnTo>
                  <a:lnTo>
                    <a:pt x="189738" y="109156"/>
                  </a:lnTo>
                  <a:lnTo>
                    <a:pt x="171926" y="222028"/>
                  </a:lnTo>
                  <a:lnTo>
                    <a:pt x="171355" y="224885"/>
                  </a:lnTo>
                  <a:lnTo>
                    <a:pt x="144971" y="224981"/>
                  </a:lnTo>
                  <a:lnTo>
                    <a:pt x="132398" y="224981"/>
                  </a:lnTo>
                  <a:lnTo>
                    <a:pt x="121348" y="224981"/>
                  </a:lnTo>
                  <a:lnTo>
                    <a:pt x="121730" y="221742"/>
                  </a:lnTo>
                  <a:lnTo>
                    <a:pt x="122587" y="215932"/>
                  </a:lnTo>
                  <a:lnTo>
                    <a:pt x="123634" y="214789"/>
                  </a:lnTo>
                  <a:lnTo>
                    <a:pt x="125063" y="206693"/>
                  </a:lnTo>
                  <a:lnTo>
                    <a:pt x="126302" y="199835"/>
                  </a:lnTo>
                  <a:lnTo>
                    <a:pt x="130397" y="163259"/>
                  </a:lnTo>
                  <a:lnTo>
                    <a:pt x="128588" y="162592"/>
                  </a:lnTo>
                  <a:lnTo>
                    <a:pt x="125444" y="161544"/>
                  </a:lnTo>
                  <a:lnTo>
                    <a:pt x="115919" y="158210"/>
                  </a:lnTo>
                  <a:lnTo>
                    <a:pt x="113729" y="157639"/>
                  </a:lnTo>
                  <a:lnTo>
                    <a:pt x="112205" y="157258"/>
                  </a:lnTo>
                  <a:lnTo>
                    <a:pt x="108490" y="156591"/>
                  </a:lnTo>
                  <a:lnTo>
                    <a:pt x="102203" y="156020"/>
                  </a:lnTo>
                  <a:lnTo>
                    <a:pt x="97631" y="156400"/>
                  </a:lnTo>
                  <a:lnTo>
                    <a:pt x="88297" y="157925"/>
                  </a:lnTo>
                  <a:lnTo>
                    <a:pt x="32671" y="167069"/>
                  </a:lnTo>
                  <a:lnTo>
                    <a:pt x="32481" y="182404"/>
                  </a:lnTo>
                  <a:lnTo>
                    <a:pt x="26194" y="174212"/>
                  </a:lnTo>
                  <a:lnTo>
                    <a:pt x="0" y="59436"/>
                  </a:lnTo>
                  <a:lnTo>
                    <a:pt x="36766" y="45339"/>
                  </a:lnTo>
                  <a:lnTo>
                    <a:pt x="64865" y="27813"/>
                  </a:lnTo>
                  <a:lnTo>
                    <a:pt x="117348" y="25241"/>
                  </a:lnTo>
                  <a:lnTo>
                    <a:pt x="129064" y="21336"/>
                  </a:lnTo>
                  <a:lnTo>
                    <a:pt x="166021" y="8858"/>
                  </a:lnTo>
                  <a:lnTo>
                    <a:pt x="187166" y="0"/>
                  </a:lnTo>
                  <a:lnTo>
                    <a:pt x="182023" y="60198"/>
                  </a:lnTo>
                  <a:lnTo>
                    <a:pt x="251650" y="1060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1" name="서울특별시 노원구 상계10동">
              <a:extLst>
                <a:ext uri="{FF2B5EF4-FFF2-40B4-BE49-F238E27FC236}">
                  <a16:creationId xmlns:a16="http://schemas.microsoft.com/office/drawing/2014/main" id="{F703FFA4-307B-D277-89D6-4A4E9061B7D5}"/>
                </a:ext>
              </a:extLst>
            </p:cNvPr>
            <p:cNvSpPr/>
            <p:nvPr/>
          </p:nvSpPr>
          <p:spPr>
            <a:xfrm>
              <a:off x="7501985" y="1612582"/>
              <a:ext cx="257746" cy="194214"/>
            </a:xfrm>
            <a:custGeom>
              <a:avLst/>
              <a:gdLst>
                <a:gd name="connsiteX0" fmla="*/ 257746 w 257746"/>
                <a:gd name="connsiteY0" fmla="*/ 68866 h 194214"/>
                <a:gd name="connsiteX1" fmla="*/ 254413 w 257746"/>
                <a:gd name="connsiteY1" fmla="*/ 82963 h 194214"/>
                <a:gd name="connsiteX2" fmla="*/ 251174 w 257746"/>
                <a:gd name="connsiteY2" fmla="*/ 96869 h 194214"/>
                <a:gd name="connsiteX3" fmla="*/ 250603 w 257746"/>
                <a:gd name="connsiteY3" fmla="*/ 98965 h 194214"/>
                <a:gd name="connsiteX4" fmla="*/ 249079 w 257746"/>
                <a:gd name="connsiteY4" fmla="*/ 105061 h 194214"/>
                <a:gd name="connsiteX5" fmla="*/ 239078 w 257746"/>
                <a:gd name="connsiteY5" fmla="*/ 108394 h 194214"/>
                <a:gd name="connsiteX6" fmla="*/ 207073 w 257746"/>
                <a:gd name="connsiteY6" fmla="*/ 112967 h 194214"/>
                <a:gd name="connsiteX7" fmla="*/ 201739 w 257746"/>
                <a:gd name="connsiteY7" fmla="*/ 113633 h 194214"/>
                <a:gd name="connsiteX8" fmla="*/ 183356 w 257746"/>
                <a:gd name="connsiteY8" fmla="*/ 141351 h 194214"/>
                <a:gd name="connsiteX9" fmla="*/ 185738 w 257746"/>
                <a:gd name="connsiteY9" fmla="*/ 167164 h 194214"/>
                <a:gd name="connsiteX10" fmla="*/ 179070 w 257746"/>
                <a:gd name="connsiteY10" fmla="*/ 168783 h 194214"/>
                <a:gd name="connsiteX11" fmla="*/ 173927 w 257746"/>
                <a:gd name="connsiteY11" fmla="*/ 170117 h 194214"/>
                <a:gd name="connsiteX12" fmla="*/ 169450 w 257746"/>
                <a:gd name="connsiteY12" fmla="*/ 170878 h 194214"/>
                <a:gd name="connsiteX13" fmla="*/ 162496 w 257746"/>
                <a:gd name="connsiteY13" fmla="*/ 172021 h 194214"/>
                <a:gd name="connsiteX14" fmla="*/ 49149 w 257746"/>
                <a:gd name="connsiteY14" fmla="*/ 194215 h 194214"/>
                <a:gd name="connsiteX15" fmla="*/ 17526 w 257746"/>
                <a:gd name="connsiteY15" fmla="*/ 127540 h 194214"/>
                <a:gd name="connsiteX16" fmla="*/ 1429 w 257746"/>
                <a:gd name="connsiteY16" fmla="*/ 82296 h 194214"/>
                <a:gd name="connsiteX17" fmla="*/ 0 w 257746"/>
                <a:gd name="connsiteY17" fmla="*/ 61436 h 194214"/>
                <a:gd name="connsiteX18" fmla="*/ 23717 w 257746"/>
                <a:gd name="connsiteY18" fmla="*/ 63913 h 194214"/>
                <a:gd name="connsiteX19" fmla="*/ 131064 w 257746"/>
                <a:gd name="connsiteY19" fmla="*/ 72676 h 194214"/>
                <a:gd name="connsiteX20" fmla="*/ 130969 w 257746"/>
                <a:gd name="connsiteY20" fmla="*/ 72199 h 194214"/>
                <a:gd name="connsiteX21" fmla="*/ 118872 w 257746"/>
                <a:gd name="connsiteY21" fmla="*/ 26384 h 194214"/>
                <a:gd name="connsiteX22" fmla="*/ 119063 w 257746"/>
                <a:gd name="connsiteY22" fmla="*/ 11049 h 194214"/>
                <a:gd name="connsiteX23" fmla="*/ 174689 w 257746"/>
                <a:gd name="connsiteY23" fmla="*/ 1905 h 194214"/>
                <a:gd name="connsiteX24" fmla="*/ 184023 w 257746"/>
                <a:gd name="connsiteY24" fmla="*/ 381 h 194214"/>
                <a:gd name="connsiteX25" fmla="*/ 188595 w 257746"/>
                <a:gd name="connsiteY25" fmla="*/ 0 h 194214"/>
                <a:gd name="connsiteX26" fmla="*/ 194882 w 257746"/>
                <a:gd name="connsiteY26" fmla="*/ 571 h 194214"/>
                <a:gd name="connsiteX27" fmla="*/ 198597 w 257746"/>
                <a:gd name="connsiteY27" fmla="*/ 1238 h 194214"/>
                <a:gd name="connsiteX28" fmla="*/ 200120 w 257746"/>
                <a:gd name="connsiteY28" fmla="*/ 1619 h 194214"/>
                <a:gd name="connsiteX29" fmla="*/ 202311 w 257746"/>
                <a:gd name="connsiteY29" fmla="*/ 2191 h 194214"/>
                <a:gd name="connsiteX30" fmla="*/ 211836 w 257746"/>
                <a:gd name="connsiteY30" fmla="*/ 5524 h 194214"/>
                <a:gd name="connsiteX31" fmla="*/ 214979 w 257746"/>
                <a:gd name="connsiteY31" fmla="*/ 6572 h 194214"/>
                <a:gd name="connsiteX32" fmla="*/ 216789 w 257746"/>
                <a:gd name="connsiteY32" fmla="*/ 7239 h 194214"/>
                <a:gd name="connsiteX33" fmla="*/ 212693 w 257746"/>
                <a:gd name="connsiteY33" fmla="*/ 43815 h 194214"/>
                <a:gd name="connsiteX34" fmla="*/ 211455 w 257746"/>
                <a:gd name="connsiteY34" fmla="*/ 50673 h 194214"/>
                <a:gd name="connsiteX35" fmla="*/ 210026 w 257746"/>
                <a:gd name="connsiteY35" fmla="*/ 58769 h 194214"/>
                <a:gd name="connsiteX36" fmla="*/ 208979 w 257746"/>
                <a:gd name="connsiteY36" fmla="*/ 59912 h 194214"/>
                <a:gd name="connsiteX37" fmla="*/ 208122 w 257746"/>
                <a:gd name="connsiteY37" fmla="*/ 65722 h 194214"/>
                <a:gd name="connsiteX38" fmla="*/ 207740 w 257746"/>
                <a:gd name="connsiteY38" fmla="*/ 68961 h 194214"/>
                <a:gd name="connsiteX39" fmla="*/ 218790 w 257746"/>
                <a:gd name="connsiteY39" fmla="*/ 68961 h 194214"/>
                <a:gd name="connsiteX40" fmla="*/ 231363 w 257746"/>
                <a:gd name="connsiteY40" fmla="*/ 68961 h 194214"/>
                <a:gd name="connsiteX41" fmla="*/ 257746 w 257746"/>
                <a:gd name="connsiteY41" fmla="*/ 68866 h 19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57746" h="194214">
                  <a:moveTo>
                    <a:pt x="257746" y="68866"/>
                  </a:moveTo>
                  <a:lnTo>
                    <a:pt x="254413" y="82963"/>
                  </a:lnTo>
                  <a:lnTo>
                    <a:pt x="251174" y="96869"/>
                  </a:lnTo>
                  <a:lnTo>
                    <a:pt x="250603" y="98965"/>
                  </a:lnTo>
                  <a:lnTo>
                    <a:pt x="249079" y="105061"/>
                  </a:lnTo>
                  <a:lnTo>
                    <a:pt x="239078" y="108394"/>
                  </a:lnTo>
                  <a:lnTo>
                    <a:pt x="207073" y="112967"/>
                  </a:lnTo>
                  <a:lnTo>
                    <a:pt x="201739" y="113633"/>
                  </a:lnTo>
                  <a:lnTo>
                    <a:pt x="183356" y="141351"/>
                  </a:lnTo>
                  <a:lnTo>
                    <a:pt x="185738" y="167164"/>
                  </a:lnTo>
                  <a:lnTo>
                    <a:pt x="179070" y="168783"/>
                  </a:lnTo>
                  <a:lnTo>
                    <a:pt x="173927" y="170117"/>
                  </a:lnTo>
                  <a:lnTo>
                    <a:pt x="169450" y="170878"/>
                  </a:lnTo>
                  <a:lnTo>
                    <a:pt x="162496" y="172021"/>
                  </a:lnTo>
                  <a:lnTo>
                    <a:pt x="49149" y="194215"/>
                  </a:lnTo>
                  <a:lnTo>
                    <a:pt x="17526" y="127540"/>
                  </a:lnTo>
                  <a:lnTo>
                    <a:pt x="1429" y="82296"/>
                  </a:lnTo>
                  <a:lnTo>
                    <a:pt x="0" y="61436"/>
                  </a:lnTo>
                  <a:lnTo>
                    <a:pt x="23717" y="63913"/>
                  </a:lnTo>
                  <a:lnTo>
                    <a:pt x="131064" y="72676"/>
                  </a:lnTo>
                  <a:lnTo>
                    <a:pt x="130969" y="72199"/>
                  </a:lnTo>
                  <a:lnTo>
                    <a:pt x="118872" y="26384"/>
                  </a:lnTo>
                  <a:lnTo>
                    <a:pt x="119063" y="11049"/>
                  </a:lnTo>
                  <a:lnTo>
                    <a:pt x="174689" y="1905"/>
                  </a:lnTo>
                  <a:lnTo>
                    <a:pt x="184023" y="381"/>
                  </a:lnTo>
                  <a:lnTo>
                    <a:pt x="188595" y="0"/>
                  </a:lnTo>
                  <a:lnTo>
                    <a:pt x="194882" y="571"/>
                  </a:lnTo>
                  <a:lnTo>
                    <a:pt x="198597" y="1238"/>
                  </a:lnTo>
                  <a:lnTo>
                    <a:pt x="200120" y="1619"/>
                  </a:lnTo>
                  <a:lnTo>
                    <a:pt x="202311" y="2191"/>
                  </a:lnTo>
                  <a:lnTo>
                    <a:pt x="211836" y="5524"/>
                  </a:lnTo>
                  <a:lnTo>
                    <a:pt x="214979" y="6572"/>
                  </a:lnTo>
                  <a:lnTo>
                    <a:pt x="216789" y="7239"/>
                  </a:lnTo>
                  <a:lnTo>
                    <a:pt x="212693" y="43815"/>
                  </a:lnTo>
                  <a:lnTo>
                    <a:pt x="211455" y="50673"/>
                  </a:lnTo>
                  <a:lnTo>
                    <a:pt x="210026" y="58769"/>
                  </a:lnTo>
                  <a:lnTo>
                    <a:pt x="208979" y="59912"/>
                  </a:lnTo>
                  <a:lnTo>
                    <a:pt x="208122" y="65722"/>
                  </a:lnTo>
                  <a:lnTo>
                    <a:pt x="207740" y="68961"/>
                  </a:lnTo>
                  <a:lnTo>
                    <a:pt x="218790" y="68961"/>
                  </a:lnTo>
                  <a:lnTo>
                    <a:pt x="231363" y="68961"/>
                  </a:lnTo>
                  <a:lnTo>
                    <a:pt x="257746" y="6886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2" name="서울특별시 노원구 상계3·4동">
              <a:extLst>
                <a:ext uri="{FF2B5EF4-FFF2-40B4-BE49-F238E27FC236}">
                  <a16:creationId xmlns:a16="http://schemas.microsoft.com/office/drawing/2014/main" id="{25DD0651-A8CF-110B-1A8B-057C75EA2E34}"/>
                </a:ext>
              </a:extLst>
            </p:cNvPr>
            <p:cNvSpPr/>
            <p:nvPr/>
          </p:nvSpPr>
          <p:spPr>
            <a:xfrm>
              <a:off x="7770399" y="1147571"/>
              <a:ext cx="544734" cy="532066"/>
            </a:xfrm>
            <a:custGeom>
              <a:avLst/>
              <a:gdLst>
                <a:gd name="connsiteX0" fmla="*/ 501872 w 544734"/>
                <a:gd name="connsiteY0" fmla="*/ 512540 h 532066"/>
                <a:gd name="connsiteX1" fmla="*/ 443675 w 544734"/>
                <a:gd name="connsiteY1" fmla="*/ 502539 h 532066"/>
                <a:gd name="connsiteX2" fmla="*/ 441293 w 544734"/>
                <a:gd name="connsiteY2" fmla="*/ 498729 h 532066"/>
                <a:gd name="connsiteX3" fmla="*/ 408432 w 544734"/>
                <a:gd name="connsiteY3" fmla="*/ 491681 h 532066"/>
                <a:gd name="connsiteX4" fmla="*/ 354521 w 544734"/>
                <a:gd name="connsiteY4" fmla="*/ 504349 h 532066"/>
                <a:gd name="connsiteX5" fmla="*/ 307087 w 544734"/>
                <a:gd name="connsiteY5" fmla="*/ 514922 h 532066"/>
                <a:gd name="connsiteX6" fmla="*/ 241554 w 544734"/>
                <a:gd name="connsiteY6" fmla="*/ 524542 h 532066"/>
                <a:gd name="connsiteX7" fmla="*/ 226886 w 544734"/>
                <a:gd name="connsiteY7" fmla="*/ 526542 h 532066"/>
                <a:gd name="connsiteX8" fmla="*/ 222123 w 544734"/>
                <a:gd name="connsiteY8" fmla="*/ 525780 h 532066"/>
                <a:gd name="connsiteX9" fmla="*/ 221075 w 544734"/>
                <a:gd name="connsiteY9" fmla="*/ 525399 h 532066"/>
                <a:gd name="connsiteX10" fmla="*/ 216980 w 544734"/>
                <a:gd name="connsiteY10" fmla="*/ 522732 h 532066"/>
                <a:gd name="connsiteX11" fmla="*/ 206502 w 544734"/>
                <a:gd name="connsiteY11" fmla="*/ 516255 h 532066"/>
                <a:gd name="connsiteX12" fmla="*/ 204026 w 544734"/>
                <a:gd name="connsiteY12" fmla="*/ 515493 h 532066"/>
                <a:gd name="connsiteX13" fmla="*/ 173736 w 544734"/>
                <a:gd name="connsiteY13" fmla="*/ 512255 h 532066"/>
                <a:gd name="connsiteX14" fmla="*/ 162973 w 544734"/>
                <a:gd name="connsiteY14" fmla="*/ 518065 h 532066"/>
                <a:gd name="connsiteX15" fmla="*/ 158115 w 544734"/>
                <a:gd name="connsiteY15" fmla="*/ 522446 h 532066"/>
                <a:gd name="connsiteX16" fmla="*/ 154781 w 544734"/>
                <a:gd name="connsiteY16" fmla="*/ 525494 h 532066"/>
                <a:gd name="connsiteX17" fmla="*/ 147447 w 544734"/>
                <a:gd name="connsiteY17" fmla="*/ 532067 h 532066"/>
                <a:gd name="connsiteX18" fmla="*/ 133350 w 544734"/>
                <a:gd name="connsiteY18" fmla="*/ 508921 h 532066"/>
                <a:gd name="connsiteX19" fmla="*/ 112586 w 544734"/>
                <a:gd name="connsiteY19" fmla="*/ 490728 h 532066"/>
                <a:gd name="connsiteX20" fmla="*/ 104775 w 544734"/>
                <a:gd name="connsiteY20" fmla="*/ 486156 h 532066"/>
                <a:gd name="connsiteX21" fmla="*/ 92869 w 544734"/>
                <a:gd name="connsiteY21" fmla="*/ 478631 h 532066"/>
                <a:gd name="connsiteX22" fmla="*/ 91630 w 544734"/>
                <a:gd name="connsiteY22" fmla="*/ 477584 h 532066"/>
                <a:gd name="connsiteX23" fmla="*/ 91059 w 544734"/>
                <a:gd name="connsiteY23" fmla="*/ 477012 h 532066"/>
                <a:gd name="connsiteX24" fmla="*/ 89631 w 544734"/>
                <a:gd name="connsiteY24" fmla="*/ 475107 h 532066"/>
                <a:gd name="connsiteX25" fmla="*/ 86868 w 544734"/>
                <a:gd name="connsiteY25" fmla="*/ 470916 h 532066"/>
                <a:gd name="connsiteX26" fmla="*/ 85916 w 544734"/>
                <a:gd name="connsiteY26" fmla="*/ 469583 h 532066"/>
                <a:gd name="connsiteX27" fmla="*/ 83820 w 544734"/>
                <a:gd name="connsiteY27" fmla="*/ 466725 h 532066"/>
                <a:gd name="connsiteX28" fmla="*/ 82105 w 544734"/>
                <a:gd name="connsiteY28" fmla="*/ 464153 h 532066"/>
                <a:gd name="connsiteX29" fmla="*/ 81153 w 544734"/>
                <a:gd name="connsiteY29" fmla="*/ 461772 h 532066"/>
                <a:gd name="connsiteX30" fmla="*/ 80963 w 544734"/>
                <a:gd name="connsiteY30" fmla="*/ 460534 h 532066"/>
                <a:gd name="connsiteX31" fmla="*/ 80677 w 544734"/>
                <a:gd name="connsiteY31" fmla="*/ 457772 h 532066"/>
                <a:gd name="connsiteX32" fmla="*/ 81439 w 544734"/>
                <a:gd name="connsiteY32" fmla="*/ 452438 h 532066"/>
                <a:gd name="connsiteX33" fmla="*/ 82868 w 544734"/>
                <a:gd name="connsiteY33" fmla="*/ 447580 h 532066"/>
                <a:gd name="connsiteX34" fmla="*/ 84582 w 544734"/>
                <a:gd name="connsiteY34" fmla="*/ 441674 h 532066"/>
                <a:gd name="connsiteX35" fmla="*/ 84677 w 544734"/>
                <a:gd name="connsiteY35" fmla="*/ 439007 h 532066"/>
                <a:gd name="connsiteX36" fmla="*/ 84868 w 544734"/>
                <a:gd name="connsiteY36" fmla="*/ 435007 h 532066"/>
                <a:gd name="connsiteX37" fmla="*/ 84582 w 544734"/>
                <a:gd name="connsiteY37" fmla="*/ 425863 h 532066"/>
                <a:gd name="connsiteX38" fmla="*/ 69628 w 544734"/>
                <a:gd name="connsiteY38" fmla="*/ 415004 h 532066"/>
                <a:gd name="connsiteX39" fmla="*/ 0 w 544734"/>
                <a:gd name="connsiteY39" fmla="*/ 369189 h 532066"/>
                <a:gd name="connsiteX40" fmla="*/ 5144 w 544734"/>
                <a:gd name="connsiteY40" fmla="*/ 308991 h 532066"/>
                <a:gd name="connsiteX41" fmla="*/ 7334 w 544734"/>
                <a:gd name="connsiteY41" fmla="*/ 308134 h 532066"/>
                <a:gd name="connsiteX42" fmla="*/ 11811 w 544734"/>
                <a:gd name="connsiteY42" fmla="*/ 306229 h 532066"/>
                <a:gd name="connsiteX43" fmla="*/ 25908 w 544734"/>
                <a:gd name="connsiteY43" fmla="*/ 301085 h 532066"/>
                <a:gd name="connsiteX44" fmla="*/ 45244 w 544734"/>
                <a:gd name="connsiteY44" fmla="*/ 305372 h 532066"/>
                <a:gd name="connsiteX45" fmla="*/ 50388 w 544734"/>
                <a:gd name="connsiteY45" fmla="*/ 307658 h 532066"/>
                <a:gd name="connsiteX46" fmla="*/ 77248 w 544734"/>
                <a:gd name="connsiteY46" fmla="*/ 299085 h 532066"/>
                <a:gd name="connsiteX47" fmla="*/ 85344 w 544734"/>
                <a:gd name="connsiteY47" fmla="*/ 294894 h 532066"/>
                <a:gd name="connsiteX48" fmla="*/ 88392 w 544734"/>
                <a:gd name="connsiteY48" fmla="*/ 293180 h 532066"/>
                <a:gd name="connsiteX49" fmla="*/ 89535 w 544734"/>
                <a:gd name="connsiteY49" fmla="*/ 292513 h 532066"/>
                <a:gd name="connsiteX50" fmla="*/ 91440 w 544734"/>
                <a:gd name="connsiteY50" fmla="*/ 291370 h 532066"/>
                <a:gd name="connsiteX51" fmla="*/ 133255 w 544734"/>
                <a:gd name="connsiteY51" fmla="*/ 254794 h 532066"/>
                <a:gd name="connsiteX52" fmla="*/ 136493 w 544734"/>
                <a:gd name="connsiteY52" fmla="*/ 245745 h 532066"/>
                <a:gd name="connsiteX53" fmla="*/ 137160 w 544734"/>
                <a:gd name="connsiteY53" fmla="*/ 239078 h 532066"/>
                <a:gd name="connsiteX54" fmla="*/ 161830 w 544734"/>
                <a:gd name="connsiteY54" fmla="*/ 155924 h 532066"/>
                <a:gd name="connsiteX55" fmla="*/ 175641 w 544734"/>
                <a:gd name="connsiteY55" fmla="*/ 117920 h 532066"/>
                <a:gd name="connsiteX56" fmla="*/ 193548 w 544734"/>
                <a:gd name="connsiteY56" fmla="*/ 84868 h 532066"/>
                <a:gd name="connsiteX57" fmla="*/ 222123 w 544734"/>
                <a:gd name="connsiteY57" fmla="*/ 54483 h 532066"/>
                <a:gd name="connsiteX58" fmla="*/ 233839 w 544734"/>
                <a:gd name="connsiteY58" fmla="*/ 42863 h 532066"/>
                <a:gd name="connsiteX59" fmla="*/ 250889 w 544734"/>
                <a:gd name="connsiteY59" fmla="*/ 41529 h 532066"/>
                <a:gd name="connsiteX60" fmla="*/ 314802 w 544734"/>
                <a:gd name="connsiteY60" fmla="*/ 13049 h 532066"/>
                <a:gd name="connsiteX61" fmla="*/ 338138 w 544734"/>
                <a:gd name="connsiteY61" fmla="*/ 0 h 532066"/>
                <a:gd name="connsiteX62" fmla="*/ 354521 w 544734"/>
                <a:gd name="connsiteY62" fmla="*/ 7144 h 532066"/>
                <a:gd name="connsiteX63" fmla="*/ 361855 w 544734"/>
                <a:gd name="connsiteY63" fmla="*/ 9620 h 532066"/>
                <a:gd name="connsiteX64" fmla="*/ 411766 w 544734"/>
                <a:gd name="connsiteY64" fmla="*/ 19717 h 532066"/>
                <a:gd name="connsiteX65" fmla="*/ 419386 w 544734"/>
                <a:gd name="connsiteY65" fmla="*/ 19526 h 532066"/>
                <a:gd name="connsiteX66" fmla="*/ 422720 w 544734"/>
                <a:gd name="connsiteY66" fmla="*/ 18764 h 532066"/>
                <a:gd name="connsiteX67" fmla="*/ 428720 w 544734"/>
                <a:gd name="connsiteY67" fmla="*/ 17335 h 532066"/>
                <a:gd name="connsiteX68" fmla="*/ 469964 w 544734"/>
                <a:gd name="connsiteY68" fmla="*/ 20193 h 532066"/>
                <a:gd name="connsiteX69" fmla="*/ 472250 w 544734"/>
                <a:gd name="connsiteY69" fmla="*/ 20384 h 532066"/>
                <a:gd name="connsiteX70" fmla="*/ 473774 w 544734"/>
                <a:gd name="connsiteY70" fmla="*/ 20479 h 532066"/>
                <a:gd name="connsiteX71" fmla="*/ 481489 w 544734"/>
                <a:gd name="connsiteY71" fmla="*/ 21146 h 532066"/>
                <a:gd name="connsiteX72" fmla="*/ 519875 w 544734"/>
                <a:gd name="connsiteY72" fmla="*/ 30385 h 532066"/>
                <a:gd name="connsiteX73" fmla="*/ 526352 w 544734"/>
                <a:gd name="connsiteY73" fmla="*/ 32671 h 532066"/>
                <a:gd name="connsiteX74" fmla="*/ 529876 w 544734"/>
                <a:gd name="connsiteY74" fmla="*/ 34004 h 532066"/>
                <a:gd name="connsiteX75" fmla="*/ 531209 w 544734"/>
                <a:gd name="connsiteY75" fmla="*/ 34481 h 532066"/>
                <a:gd name="connsiteX76" fmla="*/ 535114 w 544734"/>
                <a:gd name="connsiteY76" fmla="*/ 36005 h 532066"/>
                <a:gd name="connsiteX77" fmla="*/ 537496 w 544734"/>
                <a:gd name="connsiteY77" fmla="*/ 56674 h 532066"/>
                <a:gd name="connsiteX78" fmla="*/ 544735 w 544734"/>
                <a:gd name="connsiteY78" fmla="*/ 88773 h 532066"/>
                <a:gd name="connsiteX79" fmla="*/ 544163 w 544734"/>
                <a:gd name="connsiteY79" fmla="*/ 91631 h 532066"/>
                <a:gd name="connsiteX80" fmla="*/ 544068 w 544734"/>
                <a:gd name="connsiteY80" fmla="*/ 92583 h 532066"/>
                <a:gd name="connsiteX81" fmla="*/ 536258 w 544734"/>
                <a:gd name="connsiteY81" fmla="*/ 110490 h 532066"/>
                <a:gd name="connsiteX82" fmla="*/ 532162 w 544734"/>
                <a:gd name="connsiteY82" fmla="*/ 118205 h 532066"/>
                <a:gd name="connsiteX83" fmla="*/ 530257 w 544734"/>
                <a:gd name="connsiteY83" fmla="*/ 119348 h 532066"/>
                <a:gd name="connsiteX84" fmla="*/ 527971 w 544734"/>
                <a:gd name="connsiteY84" fmla="*/ 120587 h 532066"/>
                <a:gd name="connsiteX85" fmla="*/ 521875 w 544734"/>
                <a:gd name="connsiteY85" fmla="*/ 122301 h 532066"/>
                <a:gd name="connsiteX86" fmla="*/ 520446 w 544734"/>
                <a:gd name="connsiteY86" fmla="*/ 122587 h 532066"/>
                <a:gd name="connsiteX87" fmla="*/ 514827 w 544734"/>
                <a:gd name="connsiteY87" fmla="*/ 124111 h 532066"/>
                <a:gd name="connsiteX88" fmla="*/ 507683 w 544734"/>
                <a:gd name="connsiteY88" fmla="*/ 132207 h 532066"/>
                <a:gd name="connsiteX89" fmla="*/ 481013 w 544734"/>
                <a:gd name="connsiteY89" fmla="*/ 163925 h 532066"/>
                <a:gd name="connsiteX90" fmla="*/ 480822 w 544734"/>
                <a:gd name="connsiteY90" fmla="*/ 164306 h 532066"/>
                <a:gd name="connsiteX91" fmla="*/ 479013 w 544734"/>
                <a:gd name="connsiteY91" fmla="*/ 167926 h 532066"/>
                <a:gd name="connsiteX92" fmla="*/ 463201 w 544734"/>
                <a:gd name="connsiteY92" fmla="*/ 211360 h 532066"/>
                <a:gd name="connsiteX93" fmla="*/ 463391 w 544734"/>
                <a:gd name="connsiteY93" fmla="*/ 214503 h 532066"/>
                <a:gd name="connsiteX94" fmla="*/ 463487 w 544734"/>
                <a:gd name="connsiteY94" fmla="*/ 216122 h 532066"/>
                <a:gd name="connsiteX95" fmla="*/ 465011 w 544734"/>
                <a:gd name="connsiteY95" fmla="*/ 225838 h 532066"/>
                <a:gd name="connsiteX96" fmla="*/ 467106 w 544734"/>
                <a:gd name="connsiteY96" fmla="*/ 234315 h 532066"/>
                <a:gd name="connsiteX97" fmla="*/ 471202 w 544734"/>
                <a:gd name="connsiteY97" fmla="*/ 242221 h 532066"/>
                <a:gd name="connsiteX98" fmla="*/ 474726 w 544734"/>
                <a:gd name="connsiteY98" fmla="*/ 244507 h 532066"/>
                <a:gd name="connsiteX99" fmla="*/ 480632 w 544734"/>
                <a:gd name="connsiteY99" fmla="*/ 244030 h 532066"/>
                <a:gd name="connsiteX100" fmla="*/ 484156 w 544734"/>
                <a:gd name="connsiteY100" fmla="*/ 245840 h 532066"/>
                <a:gd name="connsiteX101" fmla="*/ 495586 w 544734"/>
                <a:gd name="connsiteY101" fmla="*/ 257842 h 532066"/>
                <a:gd name="connsiteX102" fmla="*/ 530924 w 544734"/>
                <a:gd name="connsiteY102" fmla="*/ 326993 h 532066"/>
                <a:gd name="connsiteX103" fmla="*/ 532257 w 544734"/>
                <a:gd name="connsiteY103" fmla="*/ 330803 h 532066"/>
                <a:gd name="connsiteX104" fmla="*/ 534162 w 544734"/>
                <a:gd name="connsiteY104" fmla="*/ 336804 h 532066"/>
                <a:gd name="connsiteX105" fmla="*/ 534258 w 544734"/>
                <a:gd name="connsiteY105" fmla="*/ 341567 h 532066"/>
                <a:gd name="connsiteX106" fmla="*/ 533972 w 544734"/>
                <a:gd name="connsiteY106" fmla="*/ 370332 h 532066"/>
                <a:gd name="connsiteX107" fmla="*/ 510064 w 544734"/>
                <a:gd name="connsiteY107" fmla="*/ 480060 h 532066"/>
                <a:gd name="connsiteX108" fmla="*/ 501872 w 544734"/>
                <a:gd name="connsiteY108" fmla="*/ 512540 h 53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544734" h="532066">
                  <a:moveTo>
                    <a:pt x="501872" y="512540"/>
                  </a:moveTo>
                  <a:lnTo>
                    <a:pt x="443675" y="502539"/>
                  </a:lnTo>
                  <a:lnTo>
                    <a:pt x="441293" y="498729"/>
                  </a:lnTo>
                  <a:lnTo>
                    <a:pt x="408432" y="491681"/>
                  </a:lnTo>
                  <a:lnTo>
                    <a:pt x="354521" y="504349"/>
                  </a:lnTo>
                  <a:lnTo>
                    <a:pt x="307087" y="514922"/>
                  </a:lnTo>
                  <a:lnTo>
                    <a:pt x="241554" y="524542"/>
                  </a:lnTo>
                  <a:lnTo>
                    <a:pt x="226886" y="526542"/>
                  </a:lnTo>
                  <a:lnTo>
                    <a:pt x="222123" y="525780"/>
                  </a:lnTo>
                  <a:lnTo>
                    <a:pt x="221075" y="525399"/>
                  </a:lnTo>
                  <a:lnTo>
                    <a:pt x="216980" y="522732"/>
                  </a:lnTo>
                  <a:lnTo>
                    <a:pt x="206502" y="516255"/>
                  </a:lnTo>
                  <a:lnTo>
                    <a:pt x="204026" y="515493"/>
                  </a:lnTo>
                  <a:lnTo>
                    <a:pt x="173736" y="512255"/>
                  </a:lnTo>
                  <a:lnTo>
                    <a:pt x="162973" y="518065"/>
                  </a:lnTo>
                  <a:lnTo>
                    <a:pt x="158115" y="522446"/>
                  </a:lnTo>
                  <a:lnTo>
                    <a:pt x="154781" y="525494"/>
                  </a:lnTo>
                  <a:lnTo>
                    <a:pt x="147447" y="532067"/>
                  </a:lnTo>
                  <a:lnTo>
                    <a:pt x="133350" y="508921"/>
                  </a:lnTo>
                  <a:lnTo>
                    <a:pt x="112586" y="490728"/>
                  </a:lnTo>
                  <a:lnTo>
                    <a:pt x="104775" y="486156"/>
                  </a:lnTo>
                  <a:lnTo>
                    <a:pt x="92869" y="478631"/>
                  </a:lnTo>
                  <a:lnTo>
                    <a:pt x="91630" y="477584"/>
                  </a:lnTo>
                  <a:lnTo>
                    <a:pt x="91059" y="477012"/>
                  </a:lnTo>
                  <a:lnTo>
                    <a:pt x="89631" y="475107"/>
                  </a:lnTo>
                  <a:lnTo>
                    <a:pt x="86868" y="470916"/>
                  </a:lnTo>
                  <a:lnTo>
                    <a:pt x="85916" y="469583"/>
                  </a:lnTo>
                  <a:lnTo>
                    <a:pt x="83820" y="466725"/>
                  </a:lnTo>
                  <a:lnTo>
                    <a:pt x="82105" y="464153"/>
                  </a:lnTo>
                  <a:lnTo>
                    <a:pt x="81153" y="461772"/>
                  </a:lnTo>
                  <a:lnTo>
                    <a:pt x="80963" y="460534"/>
                  </a:lnTo>
                  <a:lnTo>
                    <a:pt x="80677" y="457772"/>
                  </a:lnTo>
                  <a:lnTo>
                    <a:pt x="81439" y="452438"/>
                  </a:lnTo>
                  <a:lnTo>
                    <a:pt x="82868" y="447580"/>
                  </a:lnTo>
                  <a:lnTo>
                    <a:pt x="84582" y="441674"/>
                  </a:lnTo>
                  <a:lnTo>
                    <a:pt x="84677" y="439007"/>
                  </a:lnTo>
                  <a:lnTo>
                    <a:pt x="84868" y="435007"/>
                  </a:lnTo>
                  <a:lnTo>
                    <a:pt x="84582" y="425863"/>
                  </a:lnTo>
                  <a:lnTo>
                    <a:pt x="69628" y="415004"/>
                  </a:lnTo>
                  <a:lnTo>
                    <a:pt x="0" y="369189"/>
                  </a:lnTo>
                  <a:lnTo>
                    <a:pt x="5144" y="308991"/>
                  </a:lnTo>
                  <a:lnTo>
                    <a:pt x="7334" y="308134"/>
                  </a:lnTo>
                  <a:lnTo>
                    <a:pt x="11811" y="306229"/>
                  </a:lnTo>
                  <a:lnTo>
                    <a:pt x="25908" y="301085"/>
                  </a:lnTo>
                  <a:lnTo>
                    <a:pt x="45244" y="305372"/>
                  </a:lnTo>
                  <a:lnTo>
                    <a:pt x="50388" y="307658"/>
                  </a:lnTo>
                  <a:lnTo>
                    <a:pt x="77248" y="299085"/>
                  </a:lnTo>
                  <a:lnTo>
                    <a:pt x="85344" y="294894"/>
                  </a:lnTo>
                  <a:lnTo>
                    <a:pt x="88392" y="293180"/>
                  </a:lnTo>
                  <a:lnTo>
                    <a:pt x="89535" y="292513"/>
                  </a:lnTo>
                  <a:lnTo>
                    <a:pt x="91440" y="291370"/>
                  </a:lnTo>
                  <a:lnTo>
                    <a:pt x="133255" y="254794"/>
                  </a:lnTo>
                  <a:lnTo>
                    <a:pt x="136493" y="245745"/>
                  </a:lnTo>
                  <a:lnTo>
                    <a:pt x="137160" y="239078"/>
                  </a:lnTo>
                  <a:lnTo>
                    <a:pt x="161830" y="155924"/>
                  </a:lnTo>
                  <a:lnTo>
                    <a:pt x="175641" y="117920"/>
                  </a:lnTo>
                  <a:lnTo>
                    <a:pt x="193548" y="84868"/>
                  </a:lnTo>
                  <a:lnTo>
                    <a:pt x="222123" y="54483"/>
                  </a:lnTo>
                  <a:lnTo>
                    <a:pt x="233839" y="42863"/>
                  </a:lnTo>
                  <a:lnTo>
                    <a:pt x="250889" y="41529"/>
                  </a:lnTo>
                  <a:lnTo>
                    <a:pt x="314802" y="13049"/>
                  </a:lnTo>
                  <a:lnTo>
                    <a:pt x="338138" y="0"/>
                  </a:lnTo>
                  <a:lnTo>
                    <a:pt x="354521" y="7144"/>
                  </a:lnTo>
                  <a:lnTo>
                    <a:pt x="361855" y="9620"/>
                  </a:lnTo>
                  <a:lnTo>
                    <a:pt x="411766" y="19717"/>
                  </a:lnTo>
                  <a:lnTo>
                    <a:pt x="419386" y="19526"/>
                  </a:lnTo>
                  <a:lnTo>
                    <a:pt x="422720" y="18764"/>
                  </a:lnTo>
                  <a:lnTo>
                    <a:pt x="428720" y="17335"/>
                  </a:lnTo>
                  <a:lnTo>
                    <a:pt x="469964" y="20193"/>
                  </a:lnTo>
                  <a:lnTo>
                    <a:pt x="472250" y="20384"/>
                  </a:lnTo>
                  <a:lnTo>
                    <a:pt x="473774" y="20479"/>
                  </a:lnTo>
                  <a:lnTo>
                    <a:pt x="481489" y="21146"/>
                  </a:lnTo>
                  <a:lnTo>
                    <a:pt x="519875" y="30385"/>
                  </a:lnTo>
                  <a:lnTo>
                    <a:pt x="526352" y="32671"/>
                  </a:lnTo>
                  <a:lnTo>
                    <a:pt x="529876" y="34004"/>
                  </a:lnTo>
                  <a:lnTo>
                    <a:pt x="531209" y="34481"/>
                  </a:lnTo>
                  <a:lnTo>
                    <a:pt x="535114" y="36005"/>
                  </a:lnTo>
                  <a:lnTo>
                    <a:pt x="537496" y="56674"/>
                  </a:lnTo>
                  <a:lnTo>
                    <a:pt x="544735" y="88773"/>
                  </a:lnTo>
                  <a:lnTo>
                    <a:pt x="544163" y="91631"/>
                  </a:lnTo>
                  <a:lnTo>
                    <a:pt x="544068" y="92583"/>
                  </a:lnTo>
                  <a:lnTo>
                    <a:pt x="536258" y="110490"/>
                  </a:lnTo>
                  <a:lnTo>
                    <a:pt x="532162" y="118205"/>
                  </a:lnTo>
                  <a:lnTo>
                    <a:pt x="530257" y="119348"/>
                  </a:lnTo>
                  <a:lnTo>
                    <a:pt x="527971" y="120587"/>
                  </a:lnTo>
                  <a:lnTo>
                    <a:pt x="521875" y="122301"/>
                  </a:lnTo>
                  <a:lnTo>
                    <a:pt x="520446" y="122587"/>
                  </a:lnTo>
                  <a:lnTo>
                    <a:pt x="514827" y="124111"/>
                  </a:lnTo>
                  <a:lnTo>
                    <a:pt x="507683" y="132207"/>
                  </a:lnTo>
                  <a:lnTo>
                    <a:pt x="481013" y="163925"/>
                  </a:lnTo>
                  <a:lnTo>
                    <a:pt x="480822" y="164306"/>
                  </a:lnTo>
                  <a:lnTo>
                    <a:pt x="479013" y="167926"/>
                  </a:lnTo>
                  <a:lnTo>
                    <a:pt x="463201" y="211360"/>
                  </a:lnTo>
                  <a:lnTo>
                    <a:pt x="463391" y="214503"/>
                  </a:lnTo>
                  <a:lnTo>
                    <a:pt x="463487" y="216122"/>
                  </a:lnTo>
                  <a:lnTo>
                    <a:pt x="465011" y="225838"/>
                  </a:lnTo>
                  <a:lnTo>
                    <a:pt x="467106" y="234315"/>
                  </a:lnTo>
                  <a:lnTo>
                    <a:pt x="471202" y="242221"/>
                  </a:lnTo>
                  <a:lnTo>
                    <a:pt x="474726" y="244507"/>
                  </a:lnTo>
                  <a:lnTo>
                    <a:pt x="480632" y="244030"/>
                  </a:lnTo>
                  <a:lnTo>
                    <a:pt x="484156" y="245840"/>
                  </a:lnTo>
                  <a:lnTo>
                    <a:pt x="495586" y="257842"/>
                  </a:lnTo>
                  <a:lnTo>
                    <a:pt x="530924" y="326993"/>
                  </a:lnTo>
                  <a:lnTo>
                    <a:pt x="532257" y="330803"/>
                  </a:lnTo>
                  <a:lnTo>
                    <a:pt x="534162" y="336804"/>
                  </a:lnTo>
                  <a:lnTo>
                    <a:pt x="534258" y="341567"/>
                  </a:lnTo>
                  <a:lnTo>
                    <a:pt x="533972" y="370332"/>
                  </a:lnTo>
                  <a:lnTo>
                    <a:pt x="510064" y="480060"/>
                  </a:lnTo>
                  <a:lnTo>
                    <a:pt x="501872" y="51254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3" name="서울특별시 노원구 상계6·7동">
              <a:extLst>
                <a:ext uri="{FF2B5EF4-FFF2-40B4-BE49-F238E27FC236}">
                  <a16:creationId xmlns:a16="http://schemas.microsoft.com/office/drawing/2014/main" id="{17EC320F-0C71-A8B6-A8D5-34019BEC213B}"/>
                </a:ext>
              </a:extLst>
            </p:cNvPr>
            <p:cNvSpPr/>
            <p:nvPr/>
          </p:nvSpPr>
          <p:spPr>
            <a:xfrm>
              <a:off x="7551134" y="1783746"/>
              <a:ext cx="261366" cy="328517"/>
            </a:xfrm>
            <a:custGeom>
              <a:avLst/>
              <a:gdLst>
                <a:gd name="connsiteX0" fmla="*/ 261366 w 261366"/>
                <a:gd name="connsiteY0" fmla="*/ 95536 h 328517"/>
                <a:gd name="connsiteX1" fmla="*/ 239839 w 261366"/>
                <a:gd name="connsiteY1" fmla="*/ 104013 h 328517"/>
                <a:gd name="connsiteX2" fmla="*/ 217455 w 261366"/>
                <a:gd name="connsiteY2" fmla="*/ 113252 h 328517"/>
                <a:gd name="connsiteX3" fmla="*/ 212884 w 261366"/>
                <a:gd name="connsiteY3" fmla="*/ 115538 h 328517"/>
                <a:gd name="connsiteX4" fmla="*/ 211264 w 261366"/>
                <a:gd name="connsiteY4" fmla="*/ 116586 h 328517"/>
                <a:gd name="connsiteX5" fmla="*/ 210026 w 261366"/>
                <a:gd name="connsiteY5" fmla="*/ 117443 h 328517"/>
                <a:gd name="connsiteX6" fmla="*/ 132493 w 261366"/>
                <a:gd name="connsiteY6" fmla="*/ 189452 h 328517"/>
                <a:gd name="connsiteX7" fmla="*/ 131826 w 261366"/>
                <a:gd name="connsiteY7" fmla="*/ 190214 h 328517"/>
                <a:gd name="connsiteX8" fmla="*/ 130873 w 261366"/>
                <a:gd name="connsiteY8" fmla="*/ 191262 h 328517"/>
                <a:gd name="connsiteX9" fmla="*/ 130492 w 261366"/>
                <a:gd name="connsiteY9" fmla="*/ 191643 h 328517"/>
                <a:gd name="connsiteX10" fmla="*/ 129540 w 261366"/>
                <a:gd name="connsiteY10" fmla="*/ 192977 h 328517"/>
                <a:gd name="connsiteX11" fmla="*/ 128206 w 261366"/>
                <a:gd name="connsiteY11" fmla="*/ 194882 h 328517"/>
                <a:gd name="connsiteX12" fmla="*/ 127063 w 261366"/>
                <a:gd name="connsiteY12" fmla="*/ 196787 h 328517"/>
                <a:gd name="connsiteX13" fmla="*/ 126111 w 261366"/>
                <a:gd name="connsiteY13" fmla="*/ 199454 h 328517"/>
                <a:gd name="connsiteX14" fmla="*/ 125444 w 261366"/>
                <a:gd name="connsiteY14" fmla="*/ 201263 h 328517"/>
                <a:gd name="connsiteX15" fmla="*/ 124873 w 261366"/>
                <a:gd name="connsiteY15" fmla="*/ 206978 h 328517"/>
                <a:gd name="connsiteX16" fmla="*/ 124682 w 261366"/>
                <a:gd name="connsiteY16" fmla="*/ 210217 h 328517"/>
                <a:gd name="connsiteX17" fmla="*/ 124206 w 261366"/>
                <a:gd name="connsiteY17" fmla="*/ 215456 h 328517"/>
                <a:gd name="connsiteX18" fmla="*/ 123920 w 261366"/>
                <a:gd name="connsiteY18" fmla="*/ 224981 h 328517"/>
                <a:gd name="connsiteX19" fmla="*/ 121634 w 261366"/>
                <a:gd name="connsiteY19" fmla="*/ 254127 h 328517"/>
                <a:gd name="connsiteX20" fmla="*/ 120682 w 261366"/>
                <a:gd name="connsiteY20" fmla="*/ 258985 h 328517"/>
                <a:gd name="connsiteX21" fmla="*/ 111061 w 261366"/>
                <a:gd name="connsiteY21" fmla="*/ 285274 h 328517"/>
                <a:gd name="connsiteX22" fmla="*/ 107823 w 261366"/>
                <a:gd name="connsiteY22" fmla="*/ 294132 h 328517"/>
                <a:gd name="connsiteX23" fmla="*/ 85154 w 261366"/>
                <a:gd name="connsiteY23" fmla="*/ 328517 h 328517"/>
                <a:gd name="connsiteX24" fmla="*/ 13716 w 261366"/>
                <a:gd name="connsiteY24" fmla="*/ 271748 h 328517"/>
                <a:gd name="connsiteX25" fmla="*/ 16192 w 261366"/>
                <a:gd name="connsiteY25" fmla="*/ 256032 h 328517"/>
                <a:gd name="connsiteX26" fmla="*/ 28098 w 261366"/>
                <a:gd name="connsiteY26" fmla="*/ 189357 h 328517"/>
                <a:gd name="connsiteX27" fmla="*/ 31052 w 261366"/>
                <a:gd name="connsiteY27" fmla="*/ 177356 h 328517"/>
                <a:gd name="connsiteX28" fmla="*/ 25336 w 261366"/>
                <a:gd name="connsiteY28" fmla="*/ 156686 h 328517"/>
                <a:gd name="connsiteX29" fmla="*/ 23431 w 261366"/>
                <a:gd name="connsiteY29" fmla="*/ 150209 h 328517"/>
                <a:gd name="connsiteX30" fmla="*/ 20764 w 261366"/>
                <a:gd name="connsiteY30" fmla="*/ 141351 h 328517"/>
                <a:gd name="connsiteX31" fmla="*/ 18669 w 261366"/>
                <a:gd name="connsiteY31" fmla="*/ 134493 h 328517"/>
                <a:gd name="connsiteX32" fmla="*/ 15621 w 261366"/>
                <a:gd name="connsiteY32" fmla="*/ 128492 h 328517"/>
                <a:gd name="connsiteX33" fmla="*/ 11620 w 261366"/>
                <a:gd name="connsiteY33" fmla="*/ 120682 h 328517"/>
                <a:gd name="connsiteX34" fmla="*/ 8191 w 261366"/>
                <a:gd name="connsiteY34" fmla="*/ 113824 h 328517"/>
                <a:gd name="connsiteX35" fmla="*/ 6382 w 261366"/>
                <a:gd name="connsiteY35" fmla="*/ 110300 h 328517"/>
                <a:gd name="connsiteX36" fmla="*/ 4476 w 261366"/>
                <a:gd name="connsiteY36" fmla="*/ 102299 h 328517"/>
                <a:gd name="connsiteX37" fmla="*/ 4096 w 261366"/>
                <a:gd name="connsiteY37" fmla="*/ 100584 h 328517"/>
                <a:gd name="connsiteX38" fmla="*/ 3238 w 261366"/>
                <a:gd name="connsiteY38" fmla="*/ 96869 h 328517"/>
                <a:gd name="connsiteX39" fmla="*/ 2000 w 261366"/>
                <a:gd name="connsiteY39" fmla="*/ 87440 h 328517"/>
                <a:gd name="connsiteX40" fmla="*/ 1048 w 261366"/>
                <a:gd name="connsiteY40" fmla="*/ 68961 h 328517"/>
                <a:gd name="connsiteX41" fmla="*/ 952 w 261366"/>
                <a:gd name="connsiteY41" fmla="*/ 67342 h 328517"/>
                <a:gd name="connsiteX42" fmla="*/ 857 w 261366"/>
                <a:gd name="connsiteY42" fmla="*/ 65532 h 328517"/>
                <a:gd name="connsiteX43" fmla="*/ 667 w 261366"/>
                <a:gd name="connsiteY43" fmla="*/ 58198 h 328517"/>
                <a:gd name="connsiteX44" fmla="*/ 476 w 261366"/>
                <a:gd name="connsiteY44" fmla="*/ 49530 h 328517"/>
                <a:gd name="connsiteX45" fmla="*/ 0 w 261366"/>
                <a:gd name="connsiteY45" fmla="*/ 23051 h 328517"/>
                <a:gd name="connsiteX46" fmla="*/ 113347 w 261366"/>
                <a:gd name="connsiteY46" fmla="*/ 857 h 328517"/>
                <a:gd name="connsiteX47" fmla="*/ 119539 w 261366"/>
                <a:gd name="connsiteY47" fmla="*/ 25241 h 328517"/>
                <a:gd name="connsiteX48" fmla="*/ 148209 w 261366"/>
                <a:gd name="connsiteY48" fmla="*/ 18955 h 328517"/>
                <a:gd name="connsiteX49" fmla="*/ 186214 w 261366"/>
                <a:gd name="connsiteY49" fmla="*/ 10287 h 328517"/>
                <a:gd name="connsiteX50" fmla="*/ 195929 w 261366"/>
                <a:gd name="connsiteY50" fmla="*/ 7906 h 328517"/>
                <a:gd name="connsiteX51" fmla="*/ 221552 w 261366"/>
                <a:gd name="connsiteY51" fmla="*/ 2381 h 328517"/>
                <a:gd name="connsiteX52" fmla="*/ 232696 w 261366"/>
                <a:gd name="connsiteY52" fmla="*/ 0 h 328517"/>
                <a:gd name="connsiteX53" fmla="*/ 234124 w 261366"/>
                <a:gd name="connsiteY53" fmla="*/ 2286 h 328517"/>
                <a:gd name="connsiteX54" fmla="*/ 238696 w 261366"/>
                <a:gd name="connsiteY54" fmla="*/ 17812 h 328517"/>
                <a:gd name="connsiteX55" fmla="*/ 239744 w 261366"/>
                <a:gd name="connsiteY55" fmla="*/ 21336 h 328517"/>
                <a:gd name="connsiteX56" fmla="*/ 261366 w 261366"/>
                <a:gd name="connsiteY56" fmla="*/ 95536 h 32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61366" h="328517">
                  <a:moveTo>
                    <a:pt x="261366" y="95536"/>
                  </a:moveTo>
                  <a:lnTo>
                    <a:pt x="239839" y="104013"/>
                  </a:lnTo>
                  <a:lnTo>
                    <a:pt x="217455" y="113252"/>
                  </a:lnTo>
                  <a:lnTo>
                    <a:pt x="212884" y="115538"/>
                  </a:lnTo>
                  <a:lnTo>
                    <a:pt x="211264" y="116586"/>
                  </a:lnTo>
                  <a:lnTo>
                    <a:pt x="210026" y="117443"/>
                  </a:lnTo>
                  <a:lnTo>
                    <a:pt x="132493" y="189452"/>
                  </a:lnTo>
                  <a:lnTo>
                    <a:pt x="131826" y="190214"/>
                  </a:lnTo>
                  <a:lnTo>
                    <a:pt x="130873" y="191262"/>
                  </a:lnTo>
                  <a:lnTo>
                    <a:pt x="130492" y="191643"/>
                  </a:lnTo>
                  <a:lnTo>
                    <a:pt x="129540" y="192977"/>
                  </a:lnTo>
                  <a:lnTo>
                    <a:pt x="128206" y="194882"/>
                  </a:lnTo>
                  <a:lnTo>
                    <a:pt x="127063" y="196787"/>
                  </a:lnTo>
                  <a:lnTo>
                    <a:pt x="126111" y="199454"/>
                  </a:lnTo>
                  <a:lnTo>
                    <a:pt x="125444" y="201263"/>
                  </a:lnTo>
                  <a:lnTo>
                    <a:pt x="124873" y="206978"/>
                  </a:lnTo>
                  <a:lnTo>
                    <a:pt x="124682" y="210217"/>
                  </a:lnTo>
                  <a:lnTo>
                    <a:pt x="124206" y="215456"/>
                  </a:lnTo>
                  <a:lnTo>
                    <a:pt x="123920" y="224981"/>
                  </a:lnTo>
                  <a:lnTo>
                    <a:pt x="121634" y="254127"/>
                  </a:lnTo>
                  <a:lnTo>
                    <a:pt x="120682" y="258985"/>
                  </a:lnTo>
                  <a:lnTo>
                    <a:pt x="111061" y="285274"/>
                  </a:lnTo>
                  <a:lnTo>
                    <a:pt x="107823" y="294132"/>
                  </a:lnTo>
                  <a:lnTo>
                    <a:pt x="85154" y="328517"/>
                  </a:lnTo>
                  <a:lnTo>
                    <a:pt x="13716" y="271748"/>
                  </a:lnTo>
                  <a:lnTo>
                    <a:pt x="16192" y="256032"/>
                  </a:lnTo>
                  <a:lnTo>
                    <a:pt x="28098" y="189357"/>
                  </a:lnTo>
                  <a:lnTo>
                    <a:pt x="31052" y="177356"/>
                  </a:lnTo>
                  <a:lnTo>
                    <a:pt x="25336" y="156686"/>
                  </a:lnTo>
                  <a:lnTo>
                    <a:pt x="23431" y="150209"/>
                  </a:lnTo>
                  <a:lnTo>
                    <a:pt x="20764" y="141351"/>
                  </a:lnTo>
                  <a:lnTo>
                    <a:pt x="18669" y="134493"/>
                  </a:lnTo>
                  <a:lnTo>
                    <a:pt x="15621" y="128492"/>
                  </a:lnTo>
                  <a:lnTo>
                    <a:pt x="11620" y="120682"/>
                  </a:lnTo>
                  <a:lnTo>
                    <a:pt x="8191" y="113824"/>
                  </a:lnTo>
                  <a:lnTo>
                    <a:pt x="6382" y="110300"/>
                  </a:lnTo>
                  <a:lnTo>
                    <a:pt x="4476" y="102299"/>
                  </a:lnTo>
                  <a:lnTo>
                    <a:pt x="4096" y="100584"/>
                  </a:lnTo>
                  <a:lnTo>
                    <a:pt x="3238" y="96869"/>
                  </a:lnTo>
                  <a:lnTo>
                    <a:pt x="2000" y="87440"/>
                  </a:lnTo>
                  <a:lnTo>
                    <a:pt x="1048" y="68961"/>
                  </a:lnTo>
                  <a:lnTo>
                    <a:pt x="952" y="67342"/>
                  </a:lnTo>
                  <a:lnTo>
                    <a:pt x="857" y="65532"/>
                  </a:lnTo>
                  <a:lnTo>
                    <a:pt x="667" y="58198"/>
                  </a:lnTo>
                  <a:lnTo>
                    <a:pt x="476" y="49530"/>
                  </a:lnTo>
                  <a:lnTo>
                    <a:pt x="0" y="23051"/>
                  </a:lnTo>
                  <a:lnTo>
                    <a:pt x="113347" y="857"/>
                  </a:lnTo>
                  <a:lnTo>
                    <a:pt x="119539" y="25241"/>
                  </a:lnTo>
                  <a:lnTo>
                    <a:pt x="148209" y="18955"/>
                  </a:lnTo>
                  <a:lnTo>
                    <a:pt x="186214" y="10287"/>
                  </a:lnTo>
                  <a:lnTo>
                    <a:pt x="195929" y="7906"/>
                  </a:lnTo>
                  <a:lnTo>
                    <a:pt x="221552" y="2381"/>
                  </a:lnTo>
                  <a:lnTo>
                    <a:pt x="232696" y="0"/>
                  </a:lnTo>
                  <a:lnTo>
                    <a:pt x="234124" y="2286"/>
                  </a:lnTo>
                  <a:lnTo>
                    <a:pt x="238696" y="17812"/>
                  </a:lnTo>
                  <a:lnTo>
                    <a:pt x="239744" y="21336"/>
                  </a:lnTo>
                  <a:lnTo>
                    <a:pt x="261366" y="955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84" name="서울특별시 노원구 중계2·3동">
              <a:extLst>
                <a:ext uri="{FF2B5EF4-FFF2-40B4-BE49-F238E27FC236}">
                  <a16:creationId xmlns:a16="http://schemas.microsoft.com/office/drawing/2014/main" id="{D9C1084E-53A1-36C8-CA2D-C3ADAC760021}"/>
                </a:ext>
              </a:extLst>
            </p:cNvPr>
            <p:cNvSpPr/>
            <p:nvPr/>
          </p:nvSpPr>
          <p:spPr>
            <a:xfrm>
              <a:off x="7658957" y="1879282"/>
              <a:ext cx="212597" cy="241172"/>
            </a:xfrm>
            <a:custGeom>
              <a:avLst/>
              <a:gdLst>
                <a:gd name="connsiteX0" fmla="*/ 192881 w 212597"/>
                <a:gd name="connsiteY0" fmla="*/ 93821 h 241172"/>
                <a:gd name="connsiteX1" fmla="*/ 200882 w 212597"/>
                <a:gd name="connsiteY1" fmla="*/ 110109 h 241172"/>
                <a:gd name="connsiteX2" fmla="*/ 212597 w 212597"/>
                <a:gd name="connsiteY2" fmla="*/ 133921 h 241172"/>
                <a:gd name="connsiteX3" fmla="*/ 167354 w 212597"/>
                <a:gd name="connsiteY3" fmla="*/ 201073 h 241172"/>
                <a:gd name="connsiteX4" fmla="*/ 120872 w 212597"/>
                <a:gd name="connsiteY4" fmla="*/ 213931 h 241172"/>
                <a:gd name="connsiteX5" fmla="*/ 22193 w 212597"/>
                <a:gd name="connsiteY5" fmla="*/ 241173 h 241172"/>
                <a:gd name="connsiteX6" fmla="*/ 0 w 212597"/>
                <a:gd name="connsiteY6" fmla="*/ 198596 h 241172"/>
                <a:gd name="connsiteX7" fmla="*/ 3238 w 212597"/>
                <a:gd name="connsiteY7" fmla="*/ 189738 h 241172"/>
                <a:gd name="connsiteX8" fmla="*/ 12859 w 212597"/>
                <a:gd name="connsiteY8" fmla="*/ 163449 h 241172"/>
                <a:gd name="connsiteX9" fmla="*/ 13811 w 212597"/>
                <a:gd name="connsiteY9" fmla="*/ 158591 h 241172"/>
                <a:gd name="connsiteX10" fmla="*/ 16097 w 212597"/>
                <a:gd name="connsiteY10" fmla="*/ 129445 h 241172"/>
                <a:gd name="connsiteX11" fmla="*/ 16383 w 212597"/>
                <a:gd name="connsiteY11" fmla="*/ 119920 h 241172"/>
                <a:gd name="connsiteX12" fmla="*/ 16859 w 212597"/>
                <a:gd name="connsiteY12" fmla="*/ 114681 h 241172"/>
                <a:gd name="connsiteX13" fmla="*/ 17050 w 212597"/>
                <a:gd name="connsiteY13" fmla="*/ 111442 h 241172"/>
                <a:gd name="connsiteX14" fmla="*/ 17621 w 212597"/>
                <a:gd name="connsiteY14" fmla="*/ 105727 h 241172"/>
                <a:gd name="connsiteX15" fmla="*/ 18288 w 212597"/>
                <a:gd name="connsiteY15" fmla="*/ 103918 h 241172"/>
                <a:gd name="connsiteX16" fmla="*/ 19240 w 212597"/>
                <a:gd name="connsiteY16" fmla="*/ 101251 h 241172"/>
                <a:gd name="connsiteX17" fmla="*/ 20383 w 212597"/>
                <a:gd name="connsiteY17" fmla="*/ 99346 h 241172"/>
                <a:gd name="connsiteX18" fmla="*/ 21717 w 212597"/>
                <a:gd name="connsiteY18" fmla="*/ 97441 h 241172"/>
                <a:gd name="connsiteX19" fmla="*/ 22669 w 212597"/>
                <a:gd name="connsiteY19" fmla="*/ 96107 h 241172"/>
                <a:gd name="connsiteX20" fmla="*/ 23050 w 212597"/>
                <a:gd name="connsiteY20" fmla="*/ 95726 h 241172"/>
                <a:gd name="connsiteX21" fmla="*/ 24003 w 212597"/>
                <a:gd name="connsiteY21" fmla="*/ 94678 h 241172"/>
                <a:gd name="connsiteX22" fmla="*/ 24669 w 212597"/>
                <a:gd name="connsiteY22" fmla="*/ 93917 h 241172"/>
                <a:gd name="connsiteX23" fmla="*/ 102203 w 212597"/>
                <a:gd name="connsiteY23" fmla="*/ 21907 h 241172"/>
                <a:gd name="connsiteX24" fmla="*/ 103441 w 212597"/>
                <a:gd name="connsiteY24" fmla="*/ 21050 h 241172"/>
                <a:gd name="connsiteX25" fmla="*/ 105060 w 212597"/>
                <a:gd name="connsiteY25" fmla="*/ 20002 h 241172"/>
                <a:gd name="connsiteX26" fmla="*/ 109632 w 212597"/>
                <a:gd name="connsiteY26" fmla="*/ 17717 h 241172"/>
                <a:gd name="connsiteX27" fmla="*/ 132016 w 212597"/>
                <a:gd name="connsiteY27" fmla="*/ 8477 h 241172"/>
                <a:gd name="connsiteX28" fmla="*/ 153543 w 212597"/>
                <a:gd name="connsiteY28" fmla="*/ 0 h 241172"/>
                <a:gd name="connsiteX29" fmla="*/ 192881 w 212597"/>
                <a:gd name="connsiteY29" fmla="*/ 93821 h 24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2597" h="241172">
                  <a:moveTo>
                    <a:pt x="192881" y="93821"/>
                  </a:moveTo>
                  <a:lnTo>
                    <a:pt x="200882" y="110109"/>
                  </a:lnTo>
                  <a:lnTo>
                    <a:pt x="212597" y="133921"/>
                  </a:lnTo>
                  <a:lnTo>
                    <a:pt x="167354" y="201073"/>
                  </a:lnTo>
                  <a:lnTo>
                    <a:pt x="120872" y="213931"/>
                  </a:lnTo>
                  <a:lnTo>
                    <a:pt x="22193" y="241173"/>
                  </a:lnTo>
                  <a:lnTo>
                    <a:pt x="0" y="198596"/>
                  </a:lnTo>
                  <a:lnTo>
                    <a:pt x="3238" y="189738"/>
                  </a:lnTo>
                  <a:lnTo>
                    <a:pt x="12859" y="163449"/>
                  </a:lnTo>
                  <a:lnTo>
                    <a:pt x="13811" y="158591"/>
                  </a:lnTo>
                  <a:lnTo>
                    <a:pt x="16097" y="129445"/>
                  </a:lnTo>
                  <a:lnTo>
                    <a:pt x="16383" y="119920"/>
                  </a:lnTo>
                  <a:lnTo>
                    <a:pt x="16859" y="114681"/>
                  </a:lnTo>
                  <a:lnTo>
                    <a:pt x="17050" y="111442"/>
                  </a:lnTo>
                  <a:lnTo>
                    <a:pt x="17621" y="105727"/>
                  </a:lnTo>
                  <a:lnTo>
                    <a:pt x="18288" y="103918"/>
                  </a:lnTo>
                  <a:lnTo>
                    <a:pt x="19240" y="101251"/>
                  </a:lnTo>
                  <a:lnTo>
                    <a:pt x="20383" y="99346"/>
                  </a:lnTo>
                  <a:lnTo>
                    <a:pt x="21717" y="97441"/>
                  </a:lnTo>
                  <a:lnTo>
                    <a:pt x="22669" y="96107"/>
                  </a:lnTo>
                  <a:lnTo>
                    <a:pt x="23050" y="95726"/>
                  </a:lnTo>
                  <a:lnTo>
                    <a:pt x="24003" y="94678"/>
                  </a:lnTo>
                  <a:lnTo>
                    <a:pt x="24669" y="93917"/>
                  </a:lnTo>
                  <a:lnTo>
                    <a:pt x="102203" y="21907"/>
                  </a:lnTo>
                  <a:lnTo>
                    <a:pt x="103441" y="21050"/>
                  </a:lnTo>
                  <a:lnTo>
                    <a:pt x="105060" y="20002"/>
                  </a:lnTo>
                  <a:lnTo>
                    <a:pt x="109632" y="17717"/>
                  </a:lnTo>
                  <a:lnTo>
                    <a:pt x="132016" y="8477"/>
                  </a:lnTo>
                  <a:lnTo>
                    <a:pt x="153543" y="0"/>
                  </a:lnTo>
                  <a:lnTo>
                    <a:pt x="192881" y="9382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5" name="서울특별시 노원구 공릉1동">
              <a:extLst>
                <a:ext uri="{FF2B5EF4-FFF2-40B4-BE49-F238E27FC236}">
                  <a16:creationId xmlns:a16="http://schemas.microsoft.com/office/drawing/2014/main" id="{C902149D-F235-2572-FE5F-470ECBE75764}"/>
                </a:ext>
              </a:extLst>
            </p:cNvPr>
            <p:cNvSpPr/>
            <p:nvPr/>
          </p:nvSpPr>
          <p:spPr>
            <a:xfrm>
              <a:off x="7736205" y="2225230"/>
              <a:ext cx="312705" cy="285940"/>
            </a:xfrm>
            <a:custGeom>
              <a:avLst/>
              <a:gdLst>
                <a:gd name="connsiteX0" fmla="*/ 125349 w 312705"/>
                <a:gd name="connsiteY0" fmla="*/ 5715 h 285940"/>
                <a:gd name="connsiteX1" fmla="*/ 133064 w 312705"/>
                <a:gd name="connsiteY1" fmla="*/ 8763 h 285940"/>
                <a:gd name="connsiteX2" fmla="*/ 139827 w 312705"/>
                <a:gd name="connsiteY2" fmla="*/ 13049 h 285940"/>
                <a:gd name="connsiteX3" fmla="*/ 158496 w 312705"/>
                <a:gd name="connsiteY3" fmla="*/ 25813 h 285940"/>
                <a:gd name="connsiteX4" fmla="*/ 174307 w 312705"/>
                <a:gd name="connsiteY4" fmla="*/ 36767 h 285940"/>
                <a:gd name="connsiteX5" fmla="*/ 201168 w 312705"/>
                <a:gd name="connsiteY5" fmla="*/ 58198 h 285940"/>
                <a:gd name="connsiteX6" fmla="*/ 203740 w 312705"/>
                <a:gd name="connsiteY6" fmla="*/ 60293 h 285940"/>
                <a:gd name="connsiteX7" fmla="*/ 204692 w 312705"/>
                <a:gd name="connsiteY7" fmla="*/ 61150 h 285940"/>
                <a:gd name="connsiteX8" fmla="*/ 205550 w 312705"/>
                <a:gd name="connsiteY8" fmla="*/ 61913 h 285940"/>
                <a:gd name="connsiteX9" fmla="*/ 206121 w 312705"/>
                <a:gd name="connsiteY9" fmla="*/ 62484 h 285940"/>
                <a:gd name="connsiteX10" fmla="*/ 206978 w 312705"/>
                <a:gd name="connsiteY10" fmla="*/ 63341 h 285940"/>
                <a:gd name="connsiteX11" fmla="*/ 210026 w 312705"/>
                <a:gd name="connsiteY11" fmla="*/ 66675 h 285940"/>
                <a:gd name="connsiteX12" fmla="*/ 212407 w 312705"/>
                <a:gd name="connsiteY12" fmla="*/ 69342 h 285940"/>
                <a:gd name="connsiteX13" fmla="*/ 213170 w 312705"/>
                <a:gd name="connsiteY13" fmla="*/ 70199 h 285940"/>
                <a:gd name="connsiteX14" fmla="*/ 214217 w 312705"/>
                <a:gd name="connsiteY14" fmla="*/ 71628 h 285940"/>
                <a:gd name="connsiteX15" fmla="*/ 214789 w 312705"/>
                <a:gd name="connsiteY15" fmla="*/ 72390 h 285940"/>
                <a:gd name="connsiteX16" fmla="*/ 217646 w 312705"/>
                <a:gd name="connsiteY16" fmla="*/ 76295 h 285940"/>
                <a:gd name="connsiteX17" fmla="*/ 225552 w 312705"/>
                <a:gd name="connsiteY17" fmla="*/ 88202 h 285940"/>
                <a:gd name="connsiteX18" fmla="*/ 226314 w 312705"/>
                <a:gd name="connsiteY18" fmla="*/ 89630 h 285940"/>
                <a:gd name="connsiteX19" fmla="*/ 230695 w 312705"/>
                <a:gd name="connsiteY19" fmla="*/ 98298 h 285940"/>
                <a:gd name="connsiteX20" fmla="*/ 232029 w 312705"/>
                <a:gd name="connsiteY20" fmla="*/ 101060 h 285940"/>
                <a:gd name="connsiteX21" fmla="*/ 232981 w 312705"/>
                <a:gd name="connsiteY21" fmla="*/ 103346 h 285940"/>
                <a:gd name="connsiteX22" fmla="*/ 234410 w 312705"/>
                <a:gd name="connsiteY22" fmla="*/ 106966 h 285940"/>
                <a:gd name="connsiteX23" fmla="*/ 234982 w 312705"/>
                <a:gd name="connsiteY23" fmla="*/ 108299 h 285940"/>
                <a:gd name="connsiteX24" fmla="*/ 235744 w 312705"/>
                <a:gd name="connsiteY24" fmla="*/ 110871 h 285940"/>
                <a:gd name="connsiteX25" fmla="*/ 236696 w 312705"/>
                <a:gd name="connsiteY25" fmla="*/ 114110 h 285940"/>
                <a:gd name="connsiteX26" fmla="*/ 238030 w 312705"/>
                <a:gd name="connsiteY26" fmla="*/ 119444 h 285940"/>
                <a:gd name="connsiteX27" fmla="*/ 238315 w 312705"/>
                <a:gd name="connsiteY27" fmla="*/ 120777 h 285940"/>
                <a:gd name="connsiteX28" fmla="*/ 238410 w 312705"/>
                <a:gd name="connsiteY28" fmla="*/ 121253 h 285940"/>
                <a:gd name="connsiteX29" fmla="*/ 240125 w 312705"/>
                <a:gd name="connsiteY29" fmla="*/ 131731 h 285940"/>
                <a:gd name="connsiteX30" fmla="*/ 240316 w 312705"/>
                <a:gd name="connsiteY30" fmla="*/ 133445 h 285940"/>
                <a:gd name="connsiteX31" fmla="*/ 241745 w 312705"/>
                <a:gd name="connsiteY31" fmla="*/ 142494 h 285940"/>
                <a:gd name="connsiteX32" fmla="*/ 242316 w 312705"/>
                <a:gd name="connsiteY32" fmla="*/ 145923 h 285940"/>
                <a:gd name="connsiteX33" fmla="*/ 242697 w 312705"/>
                <a:gd name="connsiteY33" fmla="*/ 148400 h 285940"/>
                <a:gd name="connsiteX34" fmla="*/ 243078 w 312705"/>
                <a:gd name="connsiteY34" fmla="*/ 150590 h 285940"/>
                <a:gd name="connsiteX35" fmla="*/ 244030 w 312705"/>
                <a:gd name="connsiteY35" fmla="*/ 156686 h 285940"/>
                <a:gd name="connsiteX36" fmla="*/ 245078 w 312705"/>
                <a:gd name="connsiteY36" fmla="*/ 163544 h 285940"/>
                <a:gd name="connsiteX37" fmla="*/ 247745 w 312705"/>
                <a:gd name="connsiteY37" fmla="*/ 173165 h 285940"/>
                <a:gd name="connsiteX38" fmla="*/ 249364 w 312705"/>
                <a:gd name="connsiteY38" fmla="*/ 177356 h 285940"/>
                <a:gd name="connsiteX39" fmla="*/ 252413 w 312705"/>
                <a:gd name="connsiteY39" fmla="*/ 183833 h 285940"/>
                <a:gd name="connsiteX40" fmla="*/ 256032 w 312705"/>
                <a:gd name="connsiteY40" fmla="*/ 188214 h 285940"/>
                <a:gd name="connsiteX41" fmla="*/ 256794 w 312705"/>
                <a:gd name="connsiteY41" fmla="*/ 188976 h 285940"/>
                <a:gd name="connsiteX42" fmla="*/ 257937 w 312705"/>
                <a:gd name="connsiteY42" fmla="*/ 190024 h 285940"/>
                <a:gd name="connsiteX43" fmla="*/ 266033 w 312705"/>
                <a:gd name="connsiteY43" fmla="*/ 197168 h 285940"/>
                <a:gd name="connsiteX44" fmla="*/ 270415 w 312705"/>
                <a:gd name="connsiteY44" fmla="*/ 200120 h 285940"/>
                <a:gd name="connsiteX45" fmla="*/ 274701 w 312705"/>
                <a:gd name="connsiteY45" fmla="*/ 202502 h 285940"/>
                <a:gd name="connsiteX46" fmla="*/ 276510 w 312705"/>
                <a:gd name="connsiteY46" fmla="*/ 203454 h 285940"/>
                <a:gd name="connsiteX47" fmla="*/ 277559 w 312705"/>
                <a:gd name="connsiteY47" fmla="*/ 203930 h 285940"/>
                <a:gd name="connsiteX48" fmla="*/ 280988 w 312705"/>
                <a:gd name="connsiteY48" fmla="*/ 205645 h 285940"/>
                <a:gd name="connsiteX49" fmla="*/ 283083 w 312705"/>
                <a:gd name="connsiteY49" fmla="*/ 206502 h 285940"/>
                <a:gd name="connsiteX50" fmla="*/ 285940 w 312705"/>
                <a:gd name="connsiteY50" fmla="*/ 207550 h 285940"/>
                <a:gd name="connsiteX51" fmla="*/ 288798 w 312705"/>
                <a:gd name="connsiteY51" fmla="*/ 208693 h 285940"/>
                <a:gd name="connsiteX52" fmla="*/ 297466 w 312705"/>
                <a:gd name="connsiteY52" fmla="*/ 210598 h 285940"/>
                <a:gd name="connsiteX53" fmla="*/ 301752 w 312705"/>
                <a:gd name="connsiteY53" fmla="*/ 210884 h 285940"/>
                <a:gd name="connsiteX54" fmla="*/ 312706 w 312705"/>
                <a:gd name="connsiteY54" fmla="*/ 220218 h 285940"/>
                <a:gd name="connsiteX55" fmla="*/ 207740 w 312705"/>
                <a:gd name="connsiteY55" fmla="*/ 259652 h 285940"/>
                <a:gd name="connsiteX56" fmla="*/ 127159 w 312705"/>
                <a:gd name="connsiteY56" fmla="*/ 285941 h 285940"/>
                <a:gd name="connsiteX57" fmla="*/ 123254 w 312705"/>
                <a:gd name="connsiteY57" fmla="*/ 272510 h 285940"/>
                <a:gd name="connsiteX58" fmla="*/ 123254 w 312705"/>
                <a:gd name="connsiteY58" fmla="*/ 271367 h 285940"/>
                <a:gd name="connsiteX59" fmla="*/ 123063 w 312705"/>
                <a:gd name="connsiteY59" fmla="*/ 255270 h 285940"/>
                <a:gd name="connsiteX60" fmla="*/ 122872 w 312705"/>
                <a:gd name="connsiteY60" fmla="*/ 241554 h 285940"/>
                <a:gd name="connsiteX61" fmla="*/ 116777 w 312705"/>
                <a:gd name="connsiteY61" fmla="*/ 178213 h 285940"/>
                <a:gd name="connsiteX62" fmla="*/ 102489 w 312705"/>
                <a:gd name="connsiteY62" fmla="*/ 142304 h 285940"/>
                <a:gd name="connsiteX63" fmla="*/ 70104 w 312705"/>
                <a:gd name="connsiteY63" fmla="*/ 106108 h 285940"/>
                <a:gd name="connsiteX64" fmla="*/ 50196 w 312705"/>
                <a:gd name="connsiteY64" fmla="*/ 89630 h 285940"/>
                <a:gd name="connsiteX65" fmla="*/ 17431 w 312705"/>
                <a:gd name="connsiteY65" fmla="*/ 58198 h 285940"/>
                <a:gd name="connsiteX66" fmla="*/ 10001 w 312705"/>
                <a:gd name="connsiteY66" fmla="*/ 50483 h 285940"/>
                <a:gd name="connsiteX67" fmla="*/ 8191 w 312705"/>
                <a:gd name="connsiteY67" fmla="*/ 45815 h 285940"/>
                <a:gd name="connsiteX68" fmla="*/ 5429 w 312705"/>
                <a:gd name="connsiteY68" fmla="*/ 38291 h 285940"/>
                <a:gd name="connsiteX69" fmla="*/ 0 w 312705"/>
                <a:gd name="connsiteY69" fmla="*/ 11240 h 285940"/>
                <a:gd name="connsiteX70" fmla="*/ 107061 w 312705"/>
                <a:gd name="connsiteY70" fmla="*/ 0 h 285940"/>
                <a:gd name="connsiteX71" fmla="*/ 125349 w 312705"/>
                <a:gd name="connsiteY71" fmla="*/ 5715 h 28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12705" h="285940">
                  <a:moveTo>
                    <a:pt x="125349" y="5715"/>
                  </a:moveTo>
                  <a:lnTo>
                    <a:pt x="133064" y="8763"/>
                  </a:lnTo>
                  <a:lnTo>
                    <a:pt x="139827" y="13049"/>
                  </a:lnTo>
                  <a:lnTo>
                    <a:pt x="158496" y="25813"/>
                  </a:lnTo>
                  <a:lnTo>
                    <a:pt x="174307" y="36767"/>
                  </a:lnTo>
                  <a:lnTo>
                    <a:pt x="201168" y="58198"/>
                  </a:lnTo>
                  <a:lnTo>
                    <a:pt x="203740" y="60293"/>
                  </a:lnTo>
                  <a:lnTo>
                    <a:pt x="204692" y="61150"/>
                  </a:lnTo>
                  <a:lnTo>
                    <a:pt x="205550" y="61913"/>
                  </a:lnTo>
                  <a:lnTo>
                    <a:pt x="206121" y="62484"/>
                  </a:lnTo>
                  <a:lnTo>
                    <a:pt x="206978" y="63341"/>
                  </a:lnTo>
                  <a:lnTo>
                    <a:pt x="210026" y="66675"/>
                  </a:lnTo>
                  <a:lnTo>
                    <a:pt x="212407" y="69342"/>
                  </a:lnTo>
                  <a:lnTo>
                    <a:pt x="213170" y="70199"/>
                  </a:lnTo>
                  <a:lnTo>
                    <a:pt x="214217" y="71628"/>
                  </a:lnTo>
                  <a:lnTo>
                    <a:pt x="214789" y="72390"/>
                  </a:lnTo>
                  <a:lnTo>
                    <a:pt x="217646" y="76295"/>
                  </a:lnTo>
                  <a:lnTo>
                    <a:pt x="225552" y="88202"/>
                  </a:lnTo>
                  <a:lnTo>
                    <a:pt x="226314" y="89630"/>
                  </a:lnTo>
                  <a:lnTo>
                    <a:pt x="230695" y="98298"/>
                  </a:lnTo>
                  <a:lnTo>
                    <a:pt x="232029" y="101060"/>
                  </a:lnTo>
                  <a:lnTo>
                    <a:pt x="232981" y="103346"/>
                  </a:lnTo>
                  <a:lnTo>
                    <a:pt x="234410" y="106966"/>
                  </a:lnTo>
                  <a:lnTo>
                    <a:pt x="234982" y="108299"/>
                  </a:lnTo>
                  <a:lnTo>
                    <a:pt x="235744" y="110871"/>
                  </a:lnTo>
                  <a:lnTo>
                    <a:pt x="236696" y="114110"/>
                  </a:lnTo>
                  <a:lnTo>
                    <a:pt x="238030" y="119444"/>
                  </a:lnTo>
                  <a:lnTo>
                    <a:pt x="238315" y="120777"/>
                  </a:lnTo>
                  <a:lnTo>
                    <a:pt x="238410" y="121253"/>
                  </a:lnTo>
                  <a:lnTo>
                    <a:pt x="240125" y="131731"/>
                  </a:lnTo>
                  <a:lnTo>
                    <a:pt x="240316" y="133445"/>
                  </a:lnTo>
                  <a:lnTo>
                    <a:pt x="241745" y="142494"/>
                  </a:lnTo>
                  <a:lnTo>
                    <a:pt x="242316" y="145923"/>
                  </a:lnTo>
                  <a:lnTo>
                    <a:pt x="242697" y="148400"/>
                  </a:lnTo>
                  <a:lnTo>
                    <a:pt x="243078" y="150590"/>
                  </a:lnTo>
                  <a:lnTo>
                    <a:pt x="244030" y="156686"/>
                  </a:lnTo>
                  <a:lnTo>
                    <a:pt x="245078" y="163544"/>
                  </a:lnTo>
                  <a:lnTo>
                    <a:pt x="247745" y="173165"/>
                  </a:lnTo>
                  <a:lnTo>
                    <a:pt x="249364" y="177356"/>
                  </a:lnTo>
                  <a:lnTo>
                    <a:pt x="252413" y="183833"/>
                  </a:lnTo>
                  <a:lnTo>
                    <a:pt x="256032" y="188214"/>
                  </a:lnTo>
                  <a:lnTo>
                    <a:pt x="256794" y="188976"/>
                  </a:lnTo>
                  <a:lnTo>
                    <a:pt x="257937" y="190024"/>
                  </a:lnTo>
                  <a:lnTo>
                    <a:pt x="266033" y="197168"/>
                  </a:lnTo>
                  <a:lnTo>
                    <a:pt x="270415" y="200120"/>
                  </a:lnTo>
                  <a:lnTo>
                    <a:pt x="274701" y="202502"/>
                  </a:lnTo>
                  <a:lnTo>
                    <a:pt x="276510" y="203454"/>
                  </a:lnTo>
                  <a:lnTo>
                    <a:pt x="277559" y="203930"/>
                  </a:lnTo>
                  <a:lnTo>
                    <a:pt x="280988" y="205645"/>
                  </a:lnTo>
                  <a:lnTo>
                    <a:pt x="283083" y="206502"/>
                  </a:lnTo>
                  <a:lnTo>
                    <a:pt x="285940" y="207550"/>
                  </a:lnTo>
                  <a:lnTo>
                    <a:pt x="288798" y="208693"/>
                  </a:lnTo>
                  <a:lnTo>
                    <a:pt x="297466" y="210598"/>
                  </a:lnTo>
                  <a:lnTo>
                    <a:pt x="301752" y="210884"/>
                  </a:lnTo>
                  <a:lnTo>
                    <a:pt x="312706" y="220218"/>
                  </a:lnTo>
                  <a:lnTo>
                    <a:pt x="207740" y="259652"/>
                  </a:lnTo>
                  <a:lnTo>
                    <a:pt x="127159" y="285941"/>
                  </a:lnTo>
                  <a:lnTo>
                    <a:pt x="123254" y="272510"/>
                  </a:lnTo>
                  <a:lnTo>
                    <a:pt x="123254" y="271367"/>
                  </a:lnTo>
                  <a:lnTo>
                    <a:pt x="123063" y="255270"/>
                  </a:lnTo>
                  <a:lnTo>
                    <a:pt x="122872" y="241554"/>
                  </a:lnTo>
                  <a:lnTo>
                    <a:pt x="116777" y="178213"/>
                  </a:lnTo>
                  <a:lnTo>
                    <a:pt x="102489" y="142304"/>
                  </a:lnTo>
                  <a:lnTo>
                    <a:pt x="70104" y="106108"/>
                  </a:lnTo>
                  <a:lnTo>
                    <a:pt x="50196" y="89630"/>
                  </a:lnTo>
                  <a:lnTo>
                    <a:pt x="17431" y="58198"/>
                  </a:lnTo>
                  <a:lnTo>
                    <a:pt x="10001" y="50483"/>
                  </a:lnTo>
                  <a:lnTo>
                    <a:pt x="8191" y="45815"/>
                  </a:lnTo>
                  <a:lnTo>
                    <a:pt x="5429" y="38291"/>
                  </a:lnTo>
                  <a:lnTo>
                    <a:pt x="0" y="11240"/>
                  </a:lnTo>
                  <a:lnTo>
                    <a:pt x="107061" y="0"/>
                  </a:lnTo>
                  <a:lnTo>
                    <a:pt x="125349" y="571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3" name="서울특별시 은평구">
            <a:extLst>
              <a:ext uri="{FF2B5EF4-FFF2-40B4-BE49-F238E27FC236}">
                <a16:creationId xmlns:a16="http://schemas.microsoft.com/office/drawing/2014/main" id="{18CE0B7F-5FBE-D544-0A2B-811AA11D4FB7}"/>
              </a:ext>
            </a:extLst>
          </p:cNvPr>
          <p:cNvGrpSpPr/>
          <p:nvPr/>
        </p:nvGrpSpPr>
        <p:grpSpPr>
          <a:xfrm>
            <a:off x="4452168" y="1779736"/>
            <a:ext cx="935857" cy="1092392"/>
            <a:chOff x="4434078" y="1725072"/>
            <a:chExt cx="1623345" cy="1505997"/>
          </a:xfrm>
          <a:solidFill>
            <a:srgbClr val="DC3545"/>
          </a:solidFill>
        </p:grpSpPr>
        <p:sp>
          <p:nvSpPr>
            <p:cNvPr id="751" name="서울특별시 은평구 녹번동">
              <a:extLst>
                <a:ext uri="{FF2B5EF4-FFF2-40B4-BE49-F238E27FC236}">
                  <a16:creationId xmlns:a16="http://schemas.microsoft.com/office/drawing/2014/main" id="{05767797-7623-14AD-8865-18723041836D}"/>
                </a:ext>
              </a:extLst>
            </p:cNvPr>
            <p:cNvSpPr/>
            <p:nvPr/>
          </p:nvSpPr>
          <p:spPr>
            <a:xfrm>
              <a:off x="5129974" y="2597753"/>
              <a:ext cx="539305" cy="240506"/>
            </a:xfrm>
            <a:custGeom>
              <a:avLst/>
              <a:gdLst>
                <a:gd name="connsiteX0" fmla="*/ 532162 w 539305"/>
                <a:gd name="connsiteY0" fmla="*/ 20765 h 240506"/>
                <a:gd name="connsiteX1" fmla="*/ 539306 w 539305"/>
                <a:gd name="connsiteY1" fmla="*/ 53912 h 240506"/>
                <a:gd name="connsiteX2" fmla="*/ 538734 w 539305"/>
                <a:gd name="connsiteY2" fmla="*/ 54483 h 240506"/>
                <a:gd name="connsiteX3" fmla="*/ 534353 w 539305"/>
                <a:gd name="connsiteY3" fmla="*/ 56483 h 240506"/>
                <a:gd name="connsiteX4" fmla="*/ 533400 w 539305"/>
                <a:gd name="connsiteY4" fmla="*/ 56864 h 240506"/>
                <a:gd name="connsiteX5" fmla="*/ 532257 w 539305"/>
                <a:gd name="connsiteY5" fmla="*/ 57150 h 240506"/>
                <a:gd name="connsiteX6" fmla="*/ 527876 w 539305"/>
                <a:gd name="connsiteY6" fmla="*/ 57436 h 240506"/>
                <a:gd name="connsiteX7" fmla="*/ 523685 w 539305"/>
                <a:gd name="connsiteY7" fmla="*/ 57341 h 240506"/>
                <a:gd name="connsiteX8" fmla="*/ 522732 w 539305"/>
                <a:gd name="connsiteY8" fmla="*/ 57245 h 240506"/>
                <a:gd name="connsiteX9" fmla="*/ 521970 w 539305"/>
                <a:gd name="connsiteY9" fmla="*/ 57245 h 240506"/>
                <a:gd name="connsiteX10" fmla="*/ 520827 w 539305"/>
                <a:gd name="connsiteY10" fmla="*/ 56769 h 240506"/>
                <a:gd name="connsiteX11" fmla="*/ 519684 w 539305"/>
                <a:gd name="connsiteY11" fmla="*/ 55626 h 240506"/>
                <a:gd name="connsiteX12" fmla="*/ 517493 w 539305"/>
                <a:gd name="connsiteY12" fmla="*/ 52959 h 240506"/>
                <a:gd name="connsiteX13" fmla="*/ 516922 w 539305"/>
                <a:gd name="connsiteY13" fmla="*/ 52197 h 240506"/>
                <a:gd name="connsiteX14" fmla="*/ 516255 w 539305"/>
                <a:gd name="connsiteY14" fmla="*/ 51245 h 240506"/>
                <a:gd name="connsiteX15" fmla="*/ 515398 w 539305"/>
                <a:gd name="connsiteY15" fmla="*/ 50673 h 240506"/>
                <a:gd name="connsiteX16" fmla="*/ 514255 w 539305"/>
                <a:gd name="connsiteY16" fmla="*/ 50387 h 240506"/>
                <a:gd name="connsiteX17" fmla="*/ 510921 w 539305"/>
                <a:gd name="connsiteY17" fmla="*/ 50387 h 240506"/>
                <a:gd name="connsiteX18" fmla="*/ 510350 w 539305"/>
                <a:gd name="connsiteY18" fmla="*/ 50483 h 240506"/>
                <a:gd name="connsiteX19" fmla="*/ 509016 w 539305"/>
                <a:gd name="connsiteY19" fmla="*/ 51054 h 240506"/>
                <a:gd name="connsiteX20" fmla="*/ 503301 w 539305"/>
                <a:gd name="connsiteY20" fmla="*/ 52007 h 240506"/>
                <a:gd name="connsiteX21" fmla="*/ 502253 w 539305"/>
                <a:gd name="connsiteY21" fmla="*/ 51911 h 240506"/>
                <a:gd name="connsiteX22" fmla="*/ 501015 w 539305"/>
                <a:gd name="connsiteY22" fmla="*/ 51816 h 240506"/>
                <a:gd name="connsiteX23" fmla="*/ 499777 w 539305"/>
                <a:gd name="connsiteY23" fmla="*/ 53054 h 240506"/>
                <a:gd name="connsiteX24" fmla="*/ 498443 w 539305"/>
                <a:gd name="connsiteY24" fmla="*/ 53531 h 240506"/>
                <a:gd name="connsiteX25" fmla="*/ 497396 w 539305"/>
                <a:gd name="connsiteY25" fmla="*/ 54292 h 240506"/>
                <a:gd name="connsiteX26" fmla="*/ 496729 w 539305"/>
                <a:gd name="connsiteY26" fmla="*/ 54864 h 240506"/>
                <a:gd name="connsiteX27" fmla="*/ 496443 w 539305"/>
                <a:gd name="connsiteY27" fmla="*/ 55436 h 240506"/>
                <a:gd name="connsiteX28" fmla="*/ 495776 w 539305"/>
                <a:gd name="connsiteY28" fmla="*/ 56007 h 240506"/>
                <a:gd name="connsiteX29" fmla="*/ 494824 w 539305"/>
                <a:gd name="connsiteY29" fmla="*/ 56674 h 240506"/>
                <a:gd name="connsiteX30" fmla="*/ 493967 w 539305"/>
                <a:gd name="connsiteY30" fmla="*/ 57150 h 240506"/>
                <a:gd name="connsiteX31" fmla="*/ 493205 w 539305"/>
                <a:gd name="connsiteY31" fmla="*/ 57341 h 240506"/>
                <a:gd name="connsiteX32" fmla="*/ 492538 w 539305"/>
                <a:gd name="connsiteY32" fmla="*/ 57436 h 240506"/>
                <a:gd name="connsiteX33" fmla="*/ 490157 w 539305"/>
                <a:gd name="connsiteY33" fmla="*/ 57436 h 240506"/>
                <a:gd name="connsiteX34" fmla="*/ 486251 w 539305"/>
                <a:gd name="connsiteY34" fmla="*/ 56864 h 240506"/>
                <a:gd name="connsiteX35" fmla="*/ 482537 w 539305"/>
                <a:gd name="connsiteY35" fmla="*/ 55626 h 240506"/>
                <a:gd name="connsiteX36" fmla="*/ 481965 w 539305"/>
                <a:gd name="connsiteY36" fmla="*/ 55340 h 240506"/>
                <a:gd name="connsiteX37" fmla="*/ 466154 w 539305"/>
                <a:gd name="connsiteY37" fmla="*/ 68008 h 240506"/>
                <a:gd name="connsiteX38" fmla="*/ 459772 w 539305"/>
                <a:gd name="connsiteY38" fmla="*/ 81534 h 240506"/>
                <a:gd name="connsiteX39" fmla="*/ 454438 w 539305"/>
                <a:gd name="connsiteY39" fmla="*/ 91154 h 240506"/>
                <a:gd name="connsiteX40" fmla="*/ 440341 w 539305"/>
                <a:gd name="connsiteY40" fmla="*/ 109347 h 240506"/>
                <a:gd name="connsiteX41" fmla="*/ 438531 w 539305"/>
                <a:gd name="connsiteY41" fmla="*/ 109347 h 240506"/>
                <a:gd name="connsiteX42" fmla="*/ 436817 w 539305"/>
                <a:gd name="connsiteY42" fmla="*/ 109347 h 240506"/>
                <a:gd name="connsiteX43" fmla="*/ 425768 w 539305"/>
                <a:gd name="connsiteY43" fmla="*/ 109252 h 240506"/>
                <a:gd name="connsiteX44" fmla="*/ 411861 w 539305"/>
                <a:gd name="connsiteY44" fmla="*/ 109157 h 240506"/>
                <a:gd name="connsiteX45" fmla="*/ 399383 w 539305"/>
                <a:gd name="connsiteY45" fmla="*/ 109061 h 240506"/>
                <a:gd name="connsiteX46" fmla="*/ 396335 w 539305"/>
                <a:gd name="connsiteY46" fmla="*/ 109252 h 240506"/>
                <a:gd name="connsiteX47" fmla="*/ 395002 w 539305"/>
                <a:gd name="connsiteY47" fmla="*/ 109252 h 240506"/>
                <a:gd name="connsiteX48" fmla="*/ 392240 w 539305"/>
                <a:gd name="connsiteY48" fmla="*/ 111824 h 240506"/>
                <a:gd name="connsiteX49" fmla="*/ 359093 w 539305"/>
                <a:gd name="connsiteY49" fmla="*/ 144875 h 240506"/>
                <a:gd name="connsiteX50" fmla="*/ 354330 w 539305"/>
                <a:gd name="connsiteY50" fmla="*/ 163544 h 240506"/>
                <a:gd name="connsiteX51" fmla="*/ 371094 w 539305"/>
                <a:gd name="connsiteY51" fmla="*/ 176594 h 240506"/>
                <a:gd name="connsiteX52" fmla="*/ 373094 w 539305"/>
                <a:gd name="connsiteY52" fmla="*/ 180308 h 240506"/>
                <a:gd name="connsiteX53" fmla="*/ 370808 w 539305"/>
                <a:gd name="connsiteY53" fmla="*/ 198596 h 240506"/>
                <a:gd name="connsiteX54" fmla="*/ 369951 w 539305"/>
                <a:gd name="connsiteY54" fmla="*/ 203645 h 240506"/>
                <a:gd name="connsiteX55" fmla="*/ 367856 w 539305"/>
                <a:gd name="connsiteY55" fmla="*/ 213455 h 240506"/>
                <a:gd name="connsiteX56" fmla="*/ 363474 w 539305"/>
                <a:gd name="connsiteY56" fmla="*/ 220790 h 240506"/>
                <a:gd name="connsiteX57" fmla="*/ 361760 w 539305"/>
                <a:gd name="connsiteY57" fmla="*/ 222123 h 240506"/>
                <a:gd name="connsiteX58" fmla="*/ 339185 w 539305"/>
                <a:gd name="connsiteY58" fmla="*/ 235934 h 240506"/>
                <a:gd name="connsiteX59" fmla="*/ 332994 w 539305"/>
                <a:gd name="connsiteY59" fmla="*/ 238316 h 240506"/>
                <a:gd name="connsiteX60" fmla="*/ 331851 w 539305"/>
                <a:gd name="connsiteY60" fmla="*/ 238601 h 240506"/>
                <a:gd name="connsiteX61" fmla="*/ 325755 w 539305"/>
                <a:gd name="connsiteY61" fmla="*/ 240506 h 240506"/>
                <a:gd name="connsiteX62" fmla="*/ 317945 w 539305"/>
                <a:gd name="connsiteY62" fmla="*/ 231267 h 240506"/>
                <a:gd name="connsiteX63" fmla="*/ 275749 w 539305"/>
                <a:gd name="connsiteY63" fmla="*/ 183642 h 240506"/>
                <a:gd name="connsiteX64" fmla="*/ 270415 w 539305"/>
                <a:gd name="connsiteY64" fmla="*/ 181451 h 240506"/>
                <a:gd name="connsiteX65" fmla="*/ 247364 w 539305"/>
                <a:gd name="connsiteY65" fmla="*/ 179642 h 240506"/>
                <a:gd name="connsiteX66" fmla="*/ 143256 w 539305"/>
                <a:gd name="connsiteY66" fmla="*/ 169926 h 240506"/>
                <a:gd name="connsiteX67" fmla="*/ 141827 w 539305"/>
                <a:gd name="connsiteY67" fmla="*/ 169736 h 240506"/>
                <a:gd name="connsiteX68" fmla="*/ 140779 w 539305"/>
                <a:gd name="connsiteY68" fmla="*/ 169545 h 240506"/>
                <a:gd name="connsiteX69" fmla="*/ 123920 w 539305"/>
                <a:gd name="connsiteY69" fmla="*/ 167450 h 240506"/>
                <a:gd name="connsiteX70" fmla="*/ 105251 w 539305"/>
                <a:gd name="connsiteY70" fmla="*/ 152876 h 240506"/>
                <a:gd name="connsiteX71" fmla="*/ 88297 w 539305"/>
                <a:gd name="connsiteY71" fmla="*/ 156400 h 240506"/>
                <a:gd name="connsiteX72" fmla="*/ 82296 w 539305"/>
                <a:gd name="connsiteY72" fmla="*/ 157639 h 240506"/>
                <a:gd name="connsiteX73" fmla="*/ 73343 w 539305"/>
                <a:gd name="connsiteY73" fmla="*/ 159544 h 240506"/>
                <a:gd name="connsiteX74" fmla="*/ 61722 w 539305"/>
                <a:gd name="connsiteY74" fmla="*/ 161925 h 240506"/>
                <a:gd name="connsiteX75" fmla="*/ 32766 w 539305"/>
                <a:gd name="connsiteY75" fmla="*/ 168021 h 240506"/>
                <a:gd name="connsiteX76" fmla="*/ 32195 w 539305"/>
                <a:gd name="connsiteY76" fmla="*/ 168021 h 240506"/>
                <a:gd name="connsiteX77" fmla="*/ 16574 w 539305"/>
                <a:gd name="connsiteY77" fmla="*/ 166878 h 240506"/>
                <a:gd name="connsiteX78" fmla="*/ 0 w 539305"/>
                <a:gd name="connsiteY78" fmla="*/ 165354 h 240506"/>
                <a:gd name="connsiteX79" fmla="*/ 40958 w 539305"/>
                <a:gd name="connsiteY79" fmla="*/ 82106 h 240506"/>
                <a:gd name="connsiteX80" fmla="*/ 47816 w 539305"/>
                <a:gd name="connsiteY80" fmla="*/ 71057 h 240506"/>
                <a:gd name="connsiteX81" fmla="*/ 49244 w 539305"/>
                <a:gd name="connsiteY81" fmla="*/ 68580 h 240506"/>
                <a:gd name="connsiteX82" fmla="*/ 49816 w 539305"/>
                <a:gd name="connsiteY82" fmla="*/ 68199 h 240506"/>
                <a:gd name="connsiteX83" fmla="*/ 59055 w 539305"/>
                <a:gd name="connsiteY83" fmla="*/ 61246 h 240506"/>
                <a:gd name="connsiteX84" fmla="*/ 116872 w 539305"/>
                <a:gd name="connsiteY84" fmla="*/ 31147 h 240506"/>
                <a:gd name="connsiteX85" fmla="*/ 120968 w 539305"/>
                <a:gd name="connsiteY85" fmla="*/ 32861 h 240506"/>
                <a:gd name="connsiteX86" fmla="*/ 129254 w 539305"/>
                <a:gd name="connsiteY86" fmla="*/ 36386 h 240506"/>
                <a:gd name="connsiteX87" fmla="*/ 134208 w 539305"/>
                <a:gd name="connsiteY87" fmla="*/ 38481 h 240506"/>
                <a:gd name="connsiteX88" fmla="*/ 139065 w 539305"/>
                <a:gd name="connsiteY88" fmla="*/ 40386 h 240506"/>
                <a:gd name="connsiteX89" fmla="*/ 148781 w 539305"/>
                <a:gd name="connsiteY89" fmla="*/ 44196 h 240506"/>
                <a:gd name="connsiteX90" fmla="*/ 165068 w 539305"/>
                <a:gd name="connsiteY90" fmla="*/ 44767 h 240506"/>
                <a:gd name="connsiteX91" fmla="*/ 183261 w 539305"/>
                <a:gd name="connsiteY91" fmla="*/ 42577 h 240506"/>
                <a:gd name="connsiteX92" fmla="*/ 194596 w 539305"/>
                <a:gd name="connsiteY92" fmla="*/ 37243 h 240506"/>
                <a:gd name="connsiteX93" fmla="*/ 195167 w 539305"/>
                <a:gd name="connsiteY93" fmla="*/ 36862 h 240506"/>
                <a:gd name="connsiteX94" fmla="*/ 199358 w 539305"/>
                <a:gd name="connsiteY94" fmla="*/ 34004 h 240506"/>
                <a:gd name="connsiteX95" fmla="*/ 203454 w 539305"/>
                <a:gd name="connsiteY95" fmla="*/ 31337 h 240506"/>
                <a:gd name="connsiteX96" fmla="*/ 204788 w 539305"/>
                <a:gd name="connsiteY96" fmla="*/ 30480 h 240506"/>
                <a:gd name="connsiteX97" fmla="*/ 206216 w 539305"/>
                <a:gd name="connsiteY97" fmla="*/ 30004 h 240506"/>
                <a:gd name="connsiteX98" fmla="*/ 221456 w 539305"/>
                <a:gd name="connsiteY98" fmla="*/ 24956 h 240506"/>
                <a:gd name="connsiteX99" fmla="*/ 229743 w 539305"/>
                <a:gd name="connsiteY99" fmla="*/ 23241 h 240506"/>
                <a:gd name="connsiteX100" fmla="*/ 238030 w 539305"/>
                <a:gd name="connsiteY100" fmla="*/ 21622 h 240506"/>
                <a:gd name="connsiteX101" fmla="*/ 362617 w 539305"/>
                <a:gd name="connsiteY101" fmla="*/ 667 h 240506"/>
                <a:gd name="connsiteX102" fmla="*/ 366713 w 539305"/>
                <a:gd name="connsiteY102" fmla="*/ 476 h 240506"/>
                <a:gd name="connsiteX103" fmla="*/ 377381 w 539305"/>
                <a:gd name="connsiteY103" fmla="*/ 0 h 240506"/>
                <a:gd name="connsiteX104" fmla="*/ 389954 w 539305"/>
                <a:gd name="connsiteY104" fmla="*/ 4382 h 240506"/>
                <a:gd name="connsiteX105" fmla="*/ 404717 w 539305"/>
                <a:gd name="connsiteY105" fmla="*/ 12478 h 240506"/>
                <a:gd name="connsiteX106" fmla="*/ 532162 w 539305"/>
                <a:gd name="connsiteY106" fmla="*/ 20765 h 24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39305" h="240506">
                  <a:moveTo>
                    <a:pt x="532162" y="20765"/>
                  </a:moveTo>
                  <a:lnTo>
                    <a:pt x="539306" y="53912"/>
                  </a:lnTo>
                  <a:lnTo>
                    <a:pt x="538734" y="54483"/>
                  </a:lnTo>
                  <a:lnTo>
                    <a:pt x="534353" y="56483"/>
                  </a:lnTo>
                  <a:lnTo>
                    <a:pt x="533400" y="56864"/>
                  </a:lnTo>
                  <a:lnTo>
                    <a:pt x="532257" y="57150"/>
                  </a:lnTo>
                  <a:lnTo>
                    <a:pt x="527876" y="57436"/>
                  </a:lnTo>
                  <a:lnTo>
                    <a:pt x="523685" y="57341"/>
                  </a:lnTo>
                  <a:lnTo>
                    <a:pt x="522732" y="57245"/>
                  </a:lnTo>
                  <a:lnTo>
                    <a:pt x="521970" y="57245"/>
                  </a:lnTo>
                  <a:lnTo>
                    <a:pt x="520827" y="56769"/>
                  </a:lnTo>
                  <a:lnTo>
                    <a:pt x="519684" y="55626"/>
                  </a:lnTo>
                  <a:lnTo>
                    <a:pt x="517493" y="52959"/>
                  </a:lnTo>
                  <a:lnTo>
                    <a:pt x="516922" y="52197"/>
                  </a:lnTo>
                  <a:lnTo>
                    <a:pt x="516255" y="51245"/>
                  </a:lnTo>
                  <a:lnTo>
                    <a:pt x="515398" y="50673"/>
                  </a:lnTo>
                  <a:lnTo>
                    <a:pt x="514255" y="50387"/>
                  </a:lnTo>
                  <a:lnTo>
                    <a:pt x="510921" y="50387"/>
                  </a:lnTo>
                  <a:lnTo>
                    <a:pt x="510350" y="50483"/>
                  </a:lnTo>
                  <a:lnTo>
                    <a:pt x="509016" y="51054"/>
                  </a:lnTo>
                  <a:lnTo>
                    <a:pt x="503301" y="52007"/>
                  </a:lnTo>
                  <a:lnTo>
                    <a:pt x="502253" y="51911"/>
                  </a:lnTo>
                  <a:lnTo>
                    <a:pt x="501015" y="51816"/>
                  </a:lnTo>
                  <a:lnTo>
                    <a:pt x="499777" y="53054"/>
                  </a:lnTo>
                  <a:lnTo>
                    <a:pt x="498443" y="53531"/>
                  </a:lnTo>
                  <a:lnTo>
                    <a:pt x="497396" y="54292"/>
                  </a:lnTo>
                  <a:lnTo>
                    <a:pt x="496729" y="54864"/>
                  </a:lnTo>
                  <a:lnTo>
                    <a:pt x="496443" y="55436"/>
                  </a:lnTo>
                  <a:lnTo>
                    <a:pt x="495776" y="56007"/>
                  </a:lnTo>
                  <a:lnTo>
                    <a:pt x="494824" y="56674"/>
                  </a:lnTo>
                  <a:lnTo>
                    <a:pt x="493967" y="57150"/>
                  </a:lnTo>
                  <a:lnTo>
                    <a:pt x="493205" y="57341"/>
                  </a:lnTo>
                  <a:lnTo>
                    <a:pt x="492538" y="57436"/>
                  </a:lnTo>
                  <a:lnTo>
                    <a:pt x="490157" y="57436"/>
                  </a:lnTo>
                  <a:lnTo>
                    <a:pt x="486251" y="56864"/>
                  </a:lnTo>
                  <a:lnTo>
                    <a:pt x="482537" y="55626"/>
                  </a:lnTo>
                  <a:lnTo>
                    <a:pt x="481965" y="55340"/>
                  </a:lnTo>
                  <a:lnTo>
                    <a:pt x="466154" y="68008"/>
                  </a:lnTo>
                  <a:lnTo>
                    <a:pt x="459772" y="81534"/>
                  </a:lnTo>
                  <a:lnTo>
                    <a:pt x="454438" y="91154"/>
                  </a:lnTo>
                  <a:lnTo>
                    <a:pt x="440341" y="109347"/>
                  </a:lnTo>
                  <a:lnTo>
                    <a:pt x="438531" y="109347"/>
                  </a:lnTo>
                  <a:lnTo>
                    <a:pt x="436817" y="109347"/>
                  </a:lnTo>
                  <a:lnTo>
                    <a:pt x="425768" y="109252"/>
                  </a:lnTo>
                  <a:lnTo>
                    <a:pt x="411861" y="109157"/>
                  </a:lnTo>
                  <a:lnTo>
                    <a:pt x="399383" y="109061"/>
                  </a:lnTo>
                  <a:lnTo>
                    <a:pt x="396335" y="109252"/>
                  </a:lnTo>
                  <a:lnTo>
                    <a:pt x="395002" y="109252"/>
                  </a:lnTo>
                  <a:lnTo>
                    <a:pt x="392240" y="111824"/>
                  </a:lnTo>
                  <a:lnTo>
                    <a:pt x="359093" y="144875"/>
                  </a:lnTo>
                  <a:lnTo>
                    <a:pt x="354330" y="163544"/>
                  </a:lnTo>
                  <a:lnTo>
                    <a:pt x="371094" y="176594"/>
                  </a:lnTo>
                  <a:lnTo>
                    <a:pt x="373094" y="180308"/>
                  </a:lnTo>
                  <a:lnTo>
                    <a:pt x="370808" y="198596"/>
                  </a:lnTo>
                  <a:lnTo>
                    <a:pt x="369951" y="203645"/>
                  </a:lnTo>
                  <a:lnTo>
                    <a:pt x="367856" y="213455"/>
                  </a:lnTo>
                  <a:lnTo>
                    <a:pt x="363474" y="220790"/>
                  </a:lnTo>
                  <a:lnTo>
                    <a:pt x="361760" y="222123"/>
                  </a:lnTo>
                  <a:lnTo>
                    <a:pt x="339185" y="235934"/>
                  </a:lnTo>
                  <a:lnTo>
                    <a:pt x="332994" y="238316"/>
                  </a:lnTo>
                  <a:lnTo>
                    <a:pt x="331851" y="238601"/>
                  </a:lnTo>
                  <a:lnTo>
                    <a:pt x="325755" y="240506"/>
                  </a:lnTo>
                  <a:lnTo>
                    <a:pt x="317945" y="231267"/>
                  </a:lnTo>
                  <a:lnTo>
                    <a:pt x="275749" y="183642"/>
                  </a:lnTo>
                  <a:lnTo>
                    <a:pt x="270415" y="181451"/>
                  </a:lnTo>
                  <a:lnTo>
                    <a:pt x="247364" y="179642"/>
                  </a:lnTo>
                  <a:lnTo>
                    <a:pt x="143256" y="169926"/>
                  </a:lnTo>
                  <a:lnTo>
                    <a:pt x="141827" y="169736"/>
                  </a:lnTo>
                  <a:lnTo>
                    <a:pt x="140779" y="169545"/>
                  </a:lnTo>
                  <a:lnTo>
                    <a:pt x="123920" y="167450"/>
                  </a:lnTo>
                  <a:lnTo>
                    <a:pt x="105251" y="152876"/>
                  </a:lnTo>
                  <a:lnTo>
                    <a:pt x="88297" y="156400"/>
                  </a:lnTo>
                  <a:lnTo>
                    <a:pt x="82296" y="157639"/>
                  </a:lnTo>
                  <a:lnTo>
                    <a:pt x="73343" y="159544"/>
                  </a:lnTo>
                  <a:lnTo>
                    <a:pt x="61722" y="161925"/>
                  </a:lnTo>
                  <a:lnTo>
                    <a:pt x="32766" y="168021"/>
                  </a:lnTo>
                  <a:lnTo>
                    <a:pt x="32195" y="168021"/>
                  </a:lnTo>
                  <a:lnTo>
                    <a:pt x="16574" y="166878"/>
                  </a:lnTo>
                  <a:lnTo>
                    <a:pt x="0" y="165354"/>
                  </a:lnTo>
                  <a:lnTo>
                    <a:pt x="40958" y="82106"/>
                  </a:lnTo>
                  <a:lnTo>
                    <a:pt x="47816" y="71057"/>
                  </a:lnTo>
                  <a:lnTo>
                    <a:pt x="49244" y="68580"/>
                  </a:lnTo>
                  <a:lnTo>
                    <a:pt x="49816" y="68199"/>
                  </a:lnTo>
                  <a:lnTo>
                    <a:pt x="59055" y="61246"/>
                  </a:lnTo>
                  <a:lnTo>
                    <a:pt x="116872" y="31147"/>
                  </a:lnTo>
                  <a:lnTo>
                    <a:pt x="120968" y="32861"/>
                  </a:lnTo>
                  <a:lnTo>
                    <a:pt x="129254" y="36386"/>
                  </a:lnTo>
                  <a:lnTo>
                    <a:pt x="134208" y="38481"/>
                  </a:lnTo>
                  <a:lnTo>
                    <a:pt x="139065" y="40386"/>
                  </a:lnTo>
                  <a:lnTo>
                    <a:pt x="148781" y="44196"/>
                  </a:lnTo>
                  <a:lnTo>
                    <a:pt x="165068" y="44767"/>
                  </a:lnTo>
                  <a:lnTo>
                    <a:pt x="183261" y="42577"/>
                  </a:lnTo>
                  <a:lnTo>
                    <a:pt x="194596" y="37243"/>
                  </a:lnTo>
                  <a:lnTo>
                    <a:pt x="195167" y="36862"/>
                  </a:lnTo>
                  <a:lnTo>
                    <a:pt x="199358" y="34004"/>
                  </a:lnTo>
                  <a:lnTo>
                    <a:pt x="203454" y="31337"/>
                  </a:lnTo>
                  <a:lnTo>
                    <a:pt x="204788" y="30480"/>
                  </a:lnTo>
                  <a:lnTo>
                    <a:pt x="206216" y="30004"/>
                  </a:lnTo>
                  <a:lnTo>
                    <a:pt x="221456" y="24956"/>
                  </a:lnTo>
                  <a:lnTo>
                    <a:pt x="229743" y="23241"/>
                  </a:lnTo>
                  <a:lnTo>
                    <a:pt x="238030" y="21622"/>
                  </a:lnTo>
                  <a:lnTo>
                    <a:pt x="362617" y="667"/>
                  </a:lnTo>
                  <a:lnTo>
                    <a:pt x="366713" y="476"/>
                  </a:lnTo>
                  <a:lnTo>
                    <a:pt x="377381" y="0"/>
                  </a:lnTo>
                  <a:lnTo>
                    <a:pt x="389954" y="4382"/>
                  </a:lnTo>
                  <a:lnTo>
                    <a:pt x="404717" y="12478"/>
                  </a:lnTo>
                  <a:lnTo>
                    <a:pt x="532162" y="2076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2" name="서울특별시 은평구 불광1동">
              <a:extLst>
                <a:ext uri="{FF2B5EF4-FFF2-40B4-BE49-F238E27FC236}">
                  <a16:creationId xmlns:a16="http://schemas.microsoft.com/office/drawing/2014/main" id="{5D02A095-74B1-15BC-D091-5E6A844B829F}"/>
                </a:ext>
              </a:extLst>
            </p:cNvPr>
            <p:cNvSpPr/>
            <p:nvPr/>
          </p:nvSpPr>
          <p:spPr>
            <a:xfrm>
              <a:off x="5142738" y="2297049"/>
              <a:ext cx="577310" cy="337946"/>
            </a:xfrm>
            <a:custGeom>
              <a:avLst/>
              <a:gdLst>
                <a:gd name="connsiteX0" fmla="*/ 577310 w 577310"/>
                <a:gd name="connsiteY0" fmla="*/ 41148 h 337946"/>
                <a:gd name="connsiteX1" fmla="*/ 562356 w 577310"/>
                <a:gd name="connsiteY1" fmla="*/ 46101 h 337946"/>
                <a:gd name="connsiteX2" fmla="*/ 559117 w 577310"/>
                <a:gd name="connsiteY2" fmla="*/ 47434 h 337946"/>
                <a:gd name="connsiteX3" fmla="*/ 550831 w 577310"/>
                <a:gd name="connsiteY3" fmla="*/ 56388 h 337946"/>
                <a:gd name="connsiteX4" fmla="*/ 542163 w 577310"/>
                <a:gd name="connsiteY4" fmla="*/ 84201 h 337946"/>
                <a:gd name="connsiteX5" fmla="*/ 525685 w 577310"/>
                <a:gd name="connsiteY5" fmla="*/ 164592 h 337946"/>
                <a:gd name="connsiteX6" fmla="*/ 526923 w 577310"/>
                <a:gd name="connsiteY6" fmla="*/ 205073 h 337946"/>
                <a:gd name="connsiteX7" fmla="*/ 532257 w 577310"/>
                <a:gd name="connsiteY7" fmla="*/ 227552 h 337946"/>
                <a:gd name="connsiteX8" fmla="*/ 536734 w 577310"/>
                <a:gd name="connsiteY8" fmla="*/ 273367 h 337946"/>
                <a:gd name="connsiteX9" fmla="*/ 535019 w 577310"/>
                <a:gd name="connsiteY9" fmla="*/ 283559 h 337946"/>
                <a:gd name="connsiteX10" fmla="*/ 531209 w 577310"/>
                <a:gd name="connsiteY10" fmla="*/ 298704 h 337946"/>
                <a:gd name="connsiteX11" fmla="*/ 519398 w 577310"/>
                <a:gd name="connsiteY11" fmla="*/ 321469 h 337946"/>
                <a:gd name="connsiteX12" fmla="*/ 391954 w 577310"/>
                <a:gd name="connsiteY12" fmla="*/ 313182 h 337946"/>
                <a:gd name="connsiteX13" fmla="*/ 377190 w 577310"/>
                <a:gd name="connsiteY13" fmla="*/ 305086 h 337946"/>
                <a:gd name="connsiteX14" fmla="*/ 364617 w 577310"/>
                <a:gd name="connsiteY14" fmla="*/ 300704 h 337946"/>
                <a:gd name="connsiteX15" fmla="*/ 353949 w 577310"/>
                <a:gd name="connsiteY15" fmla="*/ 301180 h 337946"/>
                <a:gd name="connsiteX16" fmla="*/ 349853 w 577310"/>
                <a:gd name="connsiteY16" fmla="*/ 301371 h 337946"/>
                <a:gd name="connsiteX17" fmla="*/ 225266 w 577310"/>
                <a:gd name="connsiteY17" fmla="*/ 322326 h 337946"/>
                <a:gd name="connsiteX18" fmla="*/ 216979 w 577310"/>
                <a:gd name="connsiteY18" fmla="*/ 323945 h 337946"/>
                <a:gd name="connsiteX19" fmla="*/ 208693 w 577310"/>
                <a:gd name="connsiteY19" fmla="*/ 325660 h 337946"/>
                <a:gd name="connsiteX20" fmla="*/ 193453 w 577310"/>
                <a:gd name="connsiteY20" fmla="*/ 330708 h 337946"/>
                <a:gd name="connsiteX21" fmla="*/ 192024 w 577310"/>
                <a:gd name="connsiteY21" fmla="*/ 331184 h 337946"/>
                <a:gd name="connsiteX22" fmla="*/ 190690 w 577310"/>
                <a:gd name="connsiteY22" fmla="*/ 332042 h 337946"/>
                <a:gd name="connsiteX23" fmla="*/ 186595 w 577310"/>
                <a:gd name="connsiteY23" fmla="*/ 334709 h 337946"/>
                <a:gd name="connsiteX24" fmla="*/ 182404 w 577310"/>
                <a:gd name="connsiteY24" fmla="*/ 337566 h 337946"/>
                <a:gd name="connsiteX25" fmla="*/ 181832 w 577310"/>
                <a:gd name="connsiteY25" fmla="*/ 337947 h 337946"/>
                <a:gd name="connsiteX26" fmla="*/ 155162 w 577310"/>
                <a:gd name="connsiteY26" fmla="*/ 311658 h 337946"/>
                <a:gd name="connsiteX27" fmla="*/ 153352 w 577310"/>
                <a:gd name="connsiteY27" fmla="*/ 305848 h 337946"/>
                <a:gd name="connsiteX28" fmla="*/ 113728 w 577310"/>
                <a:gd name="connsiteY28" fmla="*/ 258699 h 337946"/>
                <a:gd name="connsiteX29" fmla="*/ 98584 w 577310"/>
                <a:gd name="connsiteY29" fmla="*/ 240697 h 337946"/>
                <a:gd name="connsiteX30" fmla="*/ 95059 w 577310"/>
                <a:gd name="connsiteY30" fmla="*/ 236792 h 337946"/>
                <a:gd name="connsiteX31" fmla="*/ 90488 w 577310"/>
                <a:gd name="connsiteY31" fmla="*/ 232219 h 337946"/>
                <a:gd name="connsiteX32" fmla="*/ 79629 w 577310"/>
                <a:gd name="connsiteY32" fmla="*/ 224314 h 337946"/>
                <a:gd name="connsiteX33" fmla="*/ 72104 w 577310"/>
                <a:gd name="connsiteY33" fmla="*/ 219361 h 337946"/>
                <a:gd name="connsiteX34" fmla="*/ 70866 w 577310"/>
                <a:gd name="connsiteY34" fmla="*/ 218504 h 337946"/>
                <a:gd name="connsiteX35" fmla="*/ 67723 w 577310"/>
                <a:gd name="connsiteY35" fmla="*/ 216408 h 337946"/>
                <a:gd name="connsiteX36" fmla="*/ 61722 w 577310"/>
                <a:gd name="connsiteY36" fmla="*/ 212503 h 337946"/>
                <a:gd name="connsiteX37" fmla="*/ 47244 w 577310"/>
                <a:gd name="connsiteY37" fmla="*/ 202406 h 337946"/>
                <a:gd name="connsiteX38" fmla="*/ 22765 w 577310"/>
                <a:gd name="connsiteY38" fmla="*/ 180880 h 337946"/>
                <a:gd name="connsiteX39" fmla="*/ 22003 w 577310"/>
                <a:gd name="connsiteY39" fmla="*/ 180118 h 337946"/>
                <a:gd name="connsiteX40" fmla="*/ 17335 w 577310"/>
                <a:gd name="connsiteY40" fmla="*/ 175165 h 337946"/>
                <a:gd name="connsiteX41" fmla="*/ 15049 w 577310"/>
                <a:gd name="connsiteY41" fmla="*/ 172784 h 337946"/>
                <a:gd name="connsiteX42" fmla="*/ 14478 w 577310"/>
                <a:gd name="connsiteY42" fmla="*/ 172117 h 337946"/>
                <a:gd name="connsiteX43" fmla="*/ 10954 w 577310"/>
                <a:gd name="connsiteY43" fmla="*/ 168021 h 337946"/>
                <a:gd name="connsiteX44" fmla="*/ 10477 w 577310"/>
                <a:gd name="connsiteY44" fmla="*/ 167450 h 337946"/>
                <a:gd name="connsiteX45" fmla="*/ 0 w 577310"/>
                <a:gd name="connsiteY45" fmla="*/ 155353 h 337946"/>
                <a:gd name="connsiteX46" fmla="*/ 24003 w 577310"/>
                <a:gd name="connsiteY46" fmla="*/ 142970 h 337946"/>
                <a:gd name="connsiteX47" fmla="*/ 84296 w 577310"/>
                <a:gd name="connsiteY47" fmla="*/ 112204 h 337946"/>
                <a:gd name="connsiteX48" fmla="*/ 92202 w 577310"/>
                <a:gd name="connsiteY48" fmla="*/ 110680 h 337946"/>
                <a:gd name="connsiteX49" fmla="*/ 221456 w 577310"/>
                <a:gd name="connsiteY49" fmla="*/ 103537 h 337946"/>
                <a:gd name="connsiteX50" fmla="*/ 227266 w 577310"/>
                <a:gd name="connsiteY50" fmla="*/ 104584 h 337946"/>
                <a:gd name="connsiteX51" fmla="*/ 233934 w 577310"/>
                <a:gd name="connsiteY51" fmla="*/ 106585 h 337946"/>
                <a:gd name="connsiteX52" fmla="*/ 244411 w 577310"/>
                <a:gd name="connsiteY52" fmla="*/ 110109 h 337946"/>
                <a:gd name="connsiteX53" fmla="*/ 244983 w 577310"/>
                <a:gd name="connsiteY53" fmla="*/ 110395 h 337946"/>
                <a:gd name="connsiteX54" fmla="*/ 243745 w 577310"/>
                <a:gd name="connsiteY54" fmla="*/ 116967 h 337946"/>
                <a:gd name="connsiteX55" fmla="*/ 247936 w 577310"/>
                <a:gd name="connsiteY55" fmla="*/ 119539 h 337946"/>
                <a:gd name="connsiteX56" fmla="*/ 282130 w 577310"/>
                <a:gd name="connsiteY56" fmla="*/ 134493 h 337946"/>
                <a:gd name="connsiteX57" fmla="*/ 293751 w 577310"/>
                <a:gd name="connsiteY57" fmla="*/ 131921 h 337946"/>
                <a:gd name="connsiteX58" fmla="*/ 301466 w 577310"/>
                <a:gd name="connsiteY58" fmla="*/ 128873 h 337946"/>
                <a:gd name="connsiteX59" fmla="*/ 308134 w 577310"/>
                <a:gd name="connsiteY59" fmla="*/ 124968 h 337946"/>
                <a:gd name="connsiteX60" fmla="*/ 312515 w 577310"/>
                <a:gd name="connsiteY60" fmla="*/ 121348 h 337946"/>
                <a:gd name="connsiteX61" fmla="*/ 316897 w 577310"/>
                <a:gd name="connsiteY61" fmla="*/ 116967 h 337946"/>
                <a:gd name="connsiteX62" fmla="*/ 317373 w 577310"/>
                <a:gd name="connsiteY62" fmla="*/ 116014 h 337946"/>
                <a:gd name="connsiteX63" fmla="*/ 318230 w 577310"/>
                <a:gd name="connsiteY63" fmla="*/ 114109 h 337946"/>
                <a:gd name="connsiteX64" fmla="*/ 318421 w 577310"/>
                <a:gd name="connsiteY64" fmla="*/ 107633 h 337946"/>
                <a:gd name="connsiteX65" fmla="*/ 318516 w 577310"/>
                <a:gd name="connsiteY65" fmla="*/ 98393 h 337946"/>
                <a:gd name="connsiteX66" fmla="*/ 326612 w 577310"/>
                <a:gd name="connsiteY66" fmla="*/ 76009 h 337946"/>
                <a:gd name="connsiteX67" fmla="*/ 332137 w 577310"/>
                <a:gd name="connsiteY67" fmla="*/ 63246 h 337946"/>
                <a:gd name="connsiteX68" fmla="*/ 340328 w 577310"/>
                <a:gd name="connsiteY68" fmla="*/ 51721 h 337946"/>
                <a:gd name="connsiteX69" fmla="*/ 345091 w 577310"/>
                <a:gd name="connsiteY69" fmla="*/ 44863 h 337946"/>
                <a:gd name="connsiteX70" fmla="*/ 354806 w 577310"/>
                <a:gd name="connsiteY70" fmla="*/ 31433 h 337946"/>
                <a:gd name="connsiteX71" fmla="*/ 390811 w 577310"/>
                <a:gd name="connsiteY71" fmla="*/ 40005 h 337946"/>
                <a:gd name="connsiteX72" fmla="*/ 450913 w 577310"/>
                <a:gd name="connsiteY72" fmla="*/ 11906 h 337946"/>
                <a:gd name="connsiteX73" fmla="*/ 463963 w 577310"/>
                <a:gd name="connsiteY73" fmla="*/ 7429 h 337946"/>
                <a:gd name="connsiteX74" fmla="*/ 485870 w 577310"/>
                <a:gd name="connsiteY74" fmla="*/ 0 h 337946"/>
                <a:gd name="connsiteX75" fmla="*/ 489775 w 577310"/>
                <a:gd name="connsiteY75" fmla="*/ 286 h 337946"/>
                <a:gd name="connsiteX76" fmla="*/ 494252 w 577310"/>
                <a:gd name="connsiteY76" fmla="*/ 667 h 337946"/>
                <a:gd name="connsiteX77" fmla="*/ 507587 w 577310"/>
                <a:gd name="connsiteY77" fmla="*/ 6096 h 337946"/>
                <a:gd name="connsiteX78" fmla="*/ 577310 w 577310"/>
                <a:gd name="connsiteY78" fmla="*/ 41148 h 33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7310" h="337946">
                  <a:moveTo>
                    <a:pt x="577310" y="41148"/>
                  </a:moveTo>
                  <a:lnTo>
                    <a:pt x="562356" y="46101"/>
                  </a:lnTo>
                  <a:lnTo>
                    <a:pt x="559117" y="47434"/>
                  </a:lnTo>
                  <a:lnTo>
                    <a:pt x="550831" y="56388"/>
                  </a:lnTo>
                  <a:lnTo>
                    <a:pt x="542163" y="84201"/>
                  </a:lnTo>
                  <a:lnTo>
                    <a:pt x="525685" y="164592"/>
                  </a:lnTo>
                  <a:lnTo>
                    <a:pt x="526923" y="205073"/>
                  </a:lnTo>
                  <a:lnTo>
                    <a:pt x="532257" y="227552"/>
                  </a:lnTo>
                  <a:lnTo>
                    <a:pt x="536734" y="273367"/>
                  </a:lnTo>
                  <a:lnTo>
                    <a:pt x="535019" y="283559"/>
                  </a:lnTo>
                  <a:lnTo>
                    <a:pt x="531209" y="298704"/>
                  </a:lnTo>
                  <a:lnTo>
                    <a:pt x="519398" y="321469"/>
                  </a:lnTo>
                  <a:lnTo>
                    <a:pt x="391954" y="313182"/>
                  </a:lnTo>
                  <a:lnTo>
                    <a:pt x="377190" y="305086"/>
                  </a:lnTo>
                  <a:lnTo>
                    <a:pt x="364617" y="300704"/>
                  </a:lnTo>
                  <a:lnTo>
                    <a:pt x="353949" y="301180"/>
                  </a:lnTo>
                  <a:lnTo>
                    <a:pt x="349853" y="301371"/>
                  </a:lnTo>
                  <a:lnTo>
                    <a:pt x="225266" y="322326"/>
                  </a:lnTo>
                  <a:lnTo>
                    <a:pt x="216979" y="323945"/>
                  </a:lnTo>
                  <a:lnTo>
                    <a:pt x="208693" y="325660"/>
                  </a:lnTo>
                  <a:lnTo>
                    <a:pt x="193453" y="330708"/>
                  </a:lnTo>
                  <a:lnTo>
                    <a:pt x="192024" y="331184"/>
                  </a:lnTo>
                  <a:lnTo>
                    <a:pt x="190690" y="332042"/>
                  </a:lnTo>
                  <a:lnTo>
                    <a:pt x="186595" y="334709"/>
                  </a:lnTo>
                  <a:lnTo>
                    <a:pt x="182404" y="337566"/>
                  </a:lnTo>
                  <a:lnTo>
                    <a:pt x="181832" y="337947"/>
                  </a:lnTo>
                  <a:lnTo>
                    <a:pt x="155162" y="311658"/>
                  </a:lnTo>
                  <a:lnTo>
                    <a:pt x="153352" y="305848"/>
                  </a:lnTo>
                  <a:lnTo>
                    <a:pt x="113728" y="258699"/>
                  </a:lnTo>
                  <a:lnTo>
                    <a:pt x="98584" y="240697"/>
                  </a:lnTo>
                  <a:lnTo>
                    <a:pt x="95059" y="236792"/>
                  </a:lnTo>
                  <a:lnTo>
                    <a:pt x="90488" y="232219"/>
                  </a:lnTo>
                  <a:lnTo>
                    <a:pt x="79629" y="224314"/>
                  </a:lnTo>
                  <a:lnTo>
                    <a:pt x="72104" y="219361"/>
                  </a:lnTo>
                  <a:lnTo>
                    <a:pt x="70866" y="218504"/>
                  </a:lnTo>
                  <a:lnTo>
                    <a:pt x="67723" y="216408"/>
                  </a:lnTo>
                  <a:lnTo>
                    <a:pt x="61722" y="212503"/>
                  </a:lnTo>
                  <a:lnTo>
                    <a:pt x="47244" y="202406"/>
                  </a:lnTo>
                  <a:lnTo>
                    <a:pt x="22765" y="180880"/>
                  </a:lnTo>
                  <a:lnTo>
                    <a:pt x="22003" y="180118"/>
                  </a:lnTo>
                  <a:lnTo>
                    <a:pt x="17335" y="175165"/>
                  </a:lnTo>
                  <a:lnTo>
                    <a:pt x="15049" y="172784"/>
                  </a:lnTo>
                  <a:lnTo>
                    <a:pt x="14478" y="172117"/>
                  </a:lnTo>
                  <a:lnTo>
                    <a:pt x="10954" y="168021"/>
                  </a:lnTo>
                  <a:lnTo>
                    <a:pt x="10477" y="167450"/>
                  </a:lnTo>
                  <a:lnTo>
                    <a:pt x="0" y="155353"/>
                  </a:lnTo>
                  <a:lnTo>
                    <a:pt x="24003" y="142970"/>
                  </a:lnTo>
                  <a:lnTo>
                    <a:pt x="84296" y="112204"/>
                  </a:lnTo>
                  <a:lnTo>
                    <a:pt x="92202" y="110680"/>
                  </a:lnTo>
                  <a:lnTo>
                    <a:pt x="221456" y="103537"/>
                  </a:lnTo>
                  <a:lnTo>
                    <a:pt x="227266" y="104584"/>
                  </a:lnTo>
                  <a:lnTo>
                    <a:pt x="233934" y="106585"/>
                  </a:lnTo>
                  <a:lnTo>
                    <a:pt x="244411" y="110109"/>
                  </a:lnTo>
                  <a:lnTo>
                    <a:pt x="244983" y="110395"/>
                  </a:lnTo>
                  <a:lnTo>
                    <a:pt x="243745" y="116967"/>
                  </a:lnTo>
                  <a:lnTo>
                    <a:pt x="247936" y="119539"/>
                  </a:lnTo>
                  <a:lnTo>
                    <a:pt x="282130" y="134493"/>
                  </a:lnTo>
                  <a:lnTo>
                    <a:pt x="293751" y="131921"/>
                  </a:lnTo>
                  <a:lnTo>
                    <a:pt x="301466" y="128873"/>
                  </a:lnTo>
                  <a:lnTo>
                    <a:pt x="308134" y="124968"/>
                  </a:lnTo>
                  <a:lnTo>
                    <a:pt x="312515" y="121348"/>
                  </a:lnTo>
                  <a:lnTo>
                    <a:pt x="316897" y="116967"/>
                  </a:lnTo>
                  <a:lnTo>
                    <a:pt x="317373" y="116014"/>
                  </a:lnTo>
                  <a:lnTo>
                    <a:pt x="318230" y="114109"/>
                  </a:lnTo>
                  <a:lnTo>
                    <a:pt x="318421" y="107633"/>
                  </a:lnTo>
                  <a:lnTo>
                    <a:pt x="318516" y="98393"/>
                  </a:lnTo>
                  <a:lnTo>
                    <a:pt x="326612" y="76009"/>
                  </a:lnTo>
                  <a:lnTo>
                    <a:pt x="332137" y="63246"/>
                  </a:lnTo>
                  <a:lnTo>
                    <a:pt x="340328" y="51721"/>
                  </a:lnTo>
                  <a:lnTo>
                    <a:pt x="345091" y="44863"/>
                  </a:lnTo>
                  <a:lnTo>
                    <a:pt x="354806" y="31433"/>
                  </a:lnTo>
                  <a:lnTo>
                    <a:pt x="390811" y="40005"/>
                  </a:lnTo>
                  <a:lnTo>
                    <a:pt x="450913" y="11906"/>
                  </a:lnTo>
                  <a:lnTo>
                    <a:pt x="463963" y="7429"/>
                  </a:lnTo>
                  <a:lnTo>
                    <a:pt x="485870" y="0"/>
                  </a:lnTo>
                  <a:lnTo>
                    <a:pt x="489775" y="286"/>
                  </a:lnTo>
                  <a:lnTo>
                    <a:pt x="494252" y="667"/>
                  </a:lnTo>
                  <a:lnTo>
                    <a:pt x="507587" y="6096"/>
                  </a:lnTo>
                  <a:lnTo>
                    <a:pt x="577310" y="411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53" name="서울특별시 은평구 갈현1동">
              <a:extLst>
                <a:ext uri="{FF2B5EF4-FFF2-40B4-BE49-F238E27FC236}">
                  <a16:creationId xmlns:a16="http://schemas.microsoft.com/office/drawing/2014/main" id="{179D93B0-D8D4-B624-0F58-629760611738}"/>
                </a:ext>
              </a:extLst>
            </p:cNvPr>
            <p:cNvSpPr/>
            <p:nvPr/>
          </p:nvSpPr>
          <p:spPr>
            <a:xfrm>
              <a:off x="4899945" y="2230374"/>
              <a:ext cx="242792" cy="229362"/>
            </a:xfrm>
            <a:custGeom>
              <a:avLst/>
              <a:gdLst>
                <a:gd name="connsiteX0" fmla="*/ 210979 w 242792"/>
                <a:gd name="connsiteY0" fmla="*/ 57150 h 229362"/>
                <a:gd name="connsiteX1" fmla="*/ 216979 w 242792"/>
                <a:gd name="connsiteY1" fmla="*/ 77057 h 229362"/>
                <a:gd name="connsiteX2" fmla="*/ 217361 w 242792"/>
                <a:gd name="connsiteY2" fmla="*/ 78486 h 229362"/>
                <a:gd name="connsiteX3" fmla="*/ 217646 w 242792"/>
                <a:gd name="connsiteY3" fmla="*/ 79248 h 229362"/>
                <a:gd name="connsiteX4" fmla="*/ 220694 w 242792"/>
                <a:gd name="connsiteY4" fmla="*/ 92773 h 229362"/>
                <a:gd name="connsiteX5" fmla="*/ 219837 w 242792"/>
                <a:gd name="connsiteY5" fmla="*/ 101537 h 229362"/>
                <a:gd name="connsiteX6" fmla="*/ 219170 w 242792"/>
                <a:gd name="connsiteY6" fmla="*/ 108299 h 229362"/>
                <a:gd name="connsiteX7" fmla="*/ 218122 w 242792"/>
                <a:gd name="connsiteY7" fmla="*/ 118681 h 229362"/>
                <a:gd name="connsiteX8" fmla="*/ 218027 w 242792"/>
                <a:gd name="connsiteY8" fmla="*/ 119348 h 229362"/>
                <a:gd name="connsiteX9" fmla="*/ 217646 w 242792"/>
                <a:gd name="connsiteY9" fmla="*/ 123444 h 229362"/>
                <a:gd name="connsiteX10" fmla="*/ 217265 w 242792"/>
                <a:gd name="connsiteY10" fmla="*/ 127540 h 229362"/>
                <a:gd name="connsiteX11" fmla="*/ 216599 w 242792"/>
                <a:gd name="connsiteY11" fmla="*/ 133731 h 229362"/>
                <a:gd name="connsiteX12" fmla="*/ 214789 w 242792"/>
                <a:gd name="connsiteY12" fmla="*/ 150685 h 229362"/>
                <a:gd name="connsiteX13" fmla="*/ 214027 w 242792"/>
                <a:gd name="connsiteY13" fmla="*/ 158115 h 229362"/>
                <a:gd name="connsiteX14" fmla="*/ 215170 w 242792"/>
                <a:gd name="connsiteY14" fmla="*/ 166116 h 229362"/>
                <a:gd name="connsiteX15" fmla="*/ 216027 w 242792"/>
                <a:gd name="connsiteY15" fmla="*/ 171926 h 229362"/>
                <a:gd name="connsiteX16" fmla="*/ 216122 w 242792"/>
                <a:gd name="connsiteY16" fmla="*/ 172784 h 229362"/>
                <a:gd name="connsiteX17" fmla="*/ 218218 w 242792"/>
                <a:gd name="connsiteY17" fmla="*/ 181642 h 229362"/>
                <a:gd name="connsiteX18" fmla="*/ 219742 w 242792"/>
                <a:gd name="connsiteY18" fmla="*/ 187642 h 229362"/>
                <a:gd name="connsiteX19" fmla="*/ 225076 w 242792"/>
                <a:gd name="connsiteY19" fmla="*/ 198596 h 229362"/>
                <a:gd name="connsiteX20" fmla="*/ 227838 w 242792"/>
                <a:gd name="connsiteY20" fmla="*/ 203930 h 229362"/>
                <a:gd name="connsiteX21" fmla="*/ 228314 w 242792"/>
                <a:gd name="connsiteY21" fmla="*/ 204597 h 229362"/>
                <a:gd name="connsiteX22" fmla="*/ 238316 w 242792"/>
                <a:gd name="connsiteY22" fmla="*/ 216694 h 229362"/>
                <a:gd name="connsiteX23" fmla="*/ 240411 w 242792"/>
                <a:gd name="connsiteY23" fmla="*/ 219265 h 229362"/>
                <a:gd name="connsiteX24" fmla="*/ 242792 w 242792"/>
                <a:gd name="connsiteY24" fmla="*/ 222028 h 229362"/>
                <a:gd name="connsiteX25" fmla="*/ 220694 w 242792"/>
                <a:gd name="connsiteY25" fmla="*/ 229362 h 229362"/>
                <a:gd name="connsiteX26" fmla="*/ 166211 w 242792"/>
                <a:gd name="connsiteY26" fmla="*/ 205740 h 229362"/>
                <a:gd name="connsiteX27" fmla="*/ 78486 w 242792"/>
                <a:gd name="connsiteY27" fmla="*/ 155353 h 229362"/>
                <a:gd name="connsiteX28" fmla="*/ 62675 w 242792"/>
                <a:gd name="connsiteY28" fmla="*/ 154876 h 229362"/>
                <a:gd name="connsiteX29" fmla="*/ 0 w 242792"/>
                <a:gd name="connsiteY29" fmla="*/ 103727 h 229362"/>
                <a:gd name="connsiteX30" fmla="*/ 15812 w 242792"/>
                <a:gd name="connsiteY30" fmla="*/ 37433 h 229362"/>
                <a:gd name="connsiteX31" fmla="*/ 21527 w 242792"/>
                <a:gd name="connsiteY31" fmla="*/ 37433 h 229362"/>
                <a:gd name="connsiteX32" fmla="*/ 40767 w 242792"/>
                <a:gd name="connsiteY32" fmla="*/ 34195 h 229362"/>
                <a:gd name="connsiteX33" fmla="*/ 52102 w 242792"/>
                <a:gd name="connsiteY33" fmla="*/ 29908 h 229362"/>
                <a:gd name="connsiteX34" fmla="*/ 59436 w 242792"/>
                <a:gd name="connsiteY34" fmla="*/ 27051 h 229362"/>
                <a:gd name="connsiteX35" fmla="*/ 75057 w 242792"/>
                <a:gd name="connsiteY35" fmla="*/ 12859 h 229362"/>
                <a:gd name="connsiteX36" fmla="*/ 84582 w 242792"/>
                <a:gd name="connsiteY36" fmla="*/ 10763 h 229362"/>
                <a:gd name="connsiteX37" fmla="*/ 87630 w 242792"/>
                <a:gd name="connsiteY37" fmla="*/ 10192 h 229362"/>
                <a:gd name="connsiteX38" fmla="*/ 90011 w 242792"/>
                <a:gd name="connsiteY38" fmla="*/ 9620 h 229362"/>
                <a:gd name="connsiteX39" fmla="*/ 136493 w 242792"/>
                <a:gd name="connsiteY39" fmla="*/ 0 h 229362"/>
                <a:gd name="connsiteX40" fmla="*/ 139732 w 242792"/>
                <a:gd name="connsiteY40" fmla="*/ 7429 h 229362"/>
                <a:gd name="connsiteX41" fmla="*/ 210979 w 242792"/>
                <a:gd name="connsiteY41" fmla="*/ 57150 h 22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2792" h="229362">
                  <a:moveTo>
                    <a:pt x="210979" y="57150"/>
                  </a:moveTo>
                  <a:lnTo>
                    <a:pt x="216979" y="77057"/>
                  </a:lnTo>
                  <a:lnTo>
                    <a:pt x="217361" y="78486"/>
                  </a:lnTo>
                  <a:lnTo>
                    <a:pt x="217646" y="79248"/>
                  </a:lnTo>
                  <a:lnTo>
                    <a:pt x="220694" y="92773"/>
                  </a:lnTo>
                  <a:lnTo>
                    <a:pt x="219837" y="101537"/>
                  </a:lnTo>
                  <a:lnTo>
                    <a:pt x="219170" y="108299"/>
                  </a:lnTo>
                  <a:lnTo>
                    <a:pt x="218122" y="118681"/>
                  </a:lnTo>
                  <a:lnTo>
                    <a:pt x="218027" y="119348"/>
                  </a:lnTo>
                  <a:lnTo>
                    <a:pt x="217646" y="123444"/>
                  </a:lnTo>
                  <a:lnTo>
                    <a:pt x="217265" y="127540"/>
                  </a:lnTo>
                  <a:lnTo>
                    <a:pt x="216599" y="133731"/>
                  </a:lnTo>
                  <a:lnTo>
                    <a:pt x="214789" y="150685"/>
                  </a:lnTo>
                  <a:lnTo>
                    <a:pt x="214027" y="158115"/>
                  </a:lnTo>
                  <a:lnTo>
                    <a:pt x="215170" y="166116"/>
                  </a:lnTo>
                  <a:lnTo>
                    <a:pt x="216027" y="171926"/>
                  </a:lnTo>
                  <a:lnTo>
                    <a:pt x="216122" y="172784"/>
                  </a:lnTo>
                  <a:lnTo>
                    <a:pt x="218218" y="181642"/>
                  </a:lnTo>
                  <a:lnTo>
                    <a:pt x="219742" y="187642"/>
                  </a:lnTo>
                  <a:lnTo>
                    <a:pt x="225076" y="198596"/>
                  </a:lnTo>
                  <a:lnTo>
                    <a:pt x="227838" y="203930"/>
                  </a:lnTo>
                  <a:lnTo>
                    <a:pt x="228314" y="204597"/>
                  </a:lnTo>
                  <a:lnTo>
                    <a:pt x="238316" y="216694"/>
                  </a:lnTo>
                  <a:lnTo>
                    <a:pt x="240411" y="219265"/>
                  </a:lnTo>
                  <a:lnTo>
                    <a:pt x="242792" y="222028"/>
                  </a:lnTo>
                  <a:lnTo>
                    <a:pt x="220694" y="229362"/>
                  </a:lnTo>
                  <a:lnTo>
                    <a:pt x="166211" y="205740"/>
                  </a:lnTo>
                  <a:lnTo>
                    <a:pt x="78486" y="155353"/>
                  </a:lnTo>
                  <a:lnTo>
                    <a:pt x="62675" y="154876"/>
                  </a:lnTo>
                  <a:lnTo>
                    <a:pt x="0" y="103727"/>
                  </a:lnTo>
                  <a:lnTo>
                    <a:pt x="15812" y="37433"/>
                  </a:lnTo>
                  <a:lnTo>
                    <a:pt x="21527" y="37433"/>
                  </a:lnTo>
                  <a:lnTo>
                    <a:pt x="40767" y="34195"/>
                  </a:lnTo>
                  <a:lnTo>
                    <a:pt x="52102" y="29908"/>
                  </a:lnTo>
                  <a:lnTo>
                    <a:pt x="59436" y="27051"/>
                  </a:lnTo>
                  <a:lnTo>
                    <a:pt x="75057" y="12859"/>
                  </a:lnTo>
                  <a:lnTo>
                    <a:pt x="84582" y="10763"/>
                  </a:lnTo>
                  <a:lnTo>
                    <a:pt x="87630" y="10192"/>
                  </a:lnTo>
                  <a:lnTo>
                    <a:pt x="90011" y="9620"/>
                  </a:lnTo>
                  <a:lnTo>
                    <a:pt x="136493" y="0"/>
                  </a:lnTo>
                  <a:lnTo>
                    <a:pt x="139732" y="7429"/>
                  </a:lnTo>
                  <a:lnTo>
                    <a:pt x="210979" y="5715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4" name="서울특별시 은평구 갈현2동">
              <a:extLst>
                <a:ext uri="{FF2B5EF4-FFF2-40B4-BE49-F238E27FC236}">
                  <a16:creationId xmlns:a16="http://schemas.microsoft.com/office/drawing/2014/main" id="{0A8C8C32-4727-7463-675B-8D268839710D}"/>
                </a:ext>
              </a:extLst>
            </p:cNvPr>
            <p:cNvSpPr/>
            <p:nvPr/>
          </p:nvSpPr>
          <p:spPr>
            <a:xfrm>
              <a:off x="4850320" y="2334101"/>
              <a:ext cx="270319" cy="255555"/>
            </a:xfrm>
            <a:custGeom>
              <a:avLst/>
              <a:gdLst>
                <a:gd name="connsiteX0" fmla="*/ 270320 w 270319"/>
                <a:gd name="connsiteY0" fmla="*/ 125635 h 255555"/>
                <a:gd name="connsiteX1" fmla="*/ 233267 w 270319"/>
                <a:gd name="connsiteY1" fmla="*/ 182689 h 255555"/>
                <a:gd name="connsiteX2" fmla="*/ 228029 w 270319"/>
                <a:gd name="connsiteY2" fmla="*/ 199168 h 255555"/>
                <a:gd name="connsiteX3" fmla="*/ 224790 w 270319"/>
                <a:gd name="connsiteY3" fmla="*/ 218218 h 255555"/>
                <a:gd name="connsiteX4" fmla="*/ 223266 w 270319"/>
                <a:gd name="connsiteY4" fmla="*/ 226600 h 255555"/>
                <a:gd name="connsiteX5" fmla="*/ 219075 w 270319"/>
                <a:gd name="connsiteY5" fmla="*/ 255556 h 255555"/>
                <a:gd name="connsiteX6" fmla="*/ 183928 w 270319"/>
                <a:gd name="connsiteY6" fmla="*/ 235458 h 255555"/>
                <a:gd name="connsiteX7" fmla="*/ 125063 w 270319"/>
                <a:gd name="connsiteY7" fmla="*/ 213646 h 255555"/>
                <a:gd name="connsiteX8" fmla="*/ 122111 w 270319"/>
                <a:gd name="connsiteY8" fmla="*/ 212598 h 255555"/>
                <a:gd name="connsiteX9" fmla="*/ 121063 w 270319"/>
                <a:gd name="connsiteY9" fmla="*/ 212217 h 255555"/>
                <a:gd name="connsiteX10" fmla="*/ 115919 w 270319"/>
                <a:gd name="connsiteY10" fmla="*/ 210312 h 255555"/>
                <a:gd name="connsiteX11" fmla="*/ 108204 w 270319"/>
                <a:gd name="connsiteY11" fmla="*/ 207550 h 255555"/>
                <a:gd name="connsiteX12" fmla="*/ 105823 w 270319"/>
                <a:gd name="connsiteY12" fmla="*/ 206692 h 255555"/>
                <a:gd name="connsiteX13" fmla="*/ 97250 w 270319"/>
                <a:gd name="connsiteY13" fmla="*/ 203644 h 255555"/>
                <a:gd name="connsiteX14" fmla="*/ 90488 w 270319"/>
                <a:gd name="connsiteY14" fmla="*/ 201263 h 255555"/>
                <a:gd name="connsiteX15" fmla="*/ 89630 w 270319"/>
                <a:gd name="connsiteY15" fmla="*/ 200882 h 255555"/>
                <a:gd name="connsiteX16" fmla="*/ 74866 w 270319"/>
                <a:gd name="connsiteY16" fmla="*/ 189929 h 255555"/>
                <a:gd name="connsiteX17" fmla="*/ 73723 w 270319"/>
                <a:gd name="connsiteY17" fmla="*/ 189071 h 255555"/>
                <a:gd name="connsiteX18" fmla="*/ 72580 w 270319"/>
                <a:gd name="connsiteY18" fmla="*/ 188214 h 255555"/>
                <a:gd name="connsiteX19" fmla="*/ 66294 w 270319"/>
                <a:gd name="connsiteY19" fmla="*/ 183547 h 255555"/>
                <a:gd name="connsiteX20" fmla="*/ 61341 w 270319"/>
                <a:gd name="connsiteY20" fmla="*/ 179737 h 255555"/>
                <a:gd name="connsiteX21" fmla="*/ 50102 w 270319"/>
                <a:gd name="connsiteY21" fmla="*/ 171355 h 255555"/>
                <a:gd name="connsiteX22" fmla="*/ 47435 w 270319"/>
                <a:gd name="connsiteY22" fmla="*/ 169069 h 255555"/>
                <a:gd name="connsiteX23" fmla="*/ 29908 w 270319"/>
                <a:gd name="connsiteY23" fmla="*/ 153352 h 255555"/>
                <a:gd name="connsiteX24" fmla="*/ 29623 w 270319"/>
                <a:gd name="connsiteY24" fmla="*/ 152876 h 255555"/>
                <a:gd name="connsiteX25" fmla="*/ 25527 w 270319"/>
                <a:gd name="connsiteY25" fmla="*/ 145542 h 255555"/>
                <a:gd name="connsiteX26" fmla="*/ 21527 w 270319"/>
                <a:gd name="connsiteY26" fmla="*/ 138398 h 255555"/>
                <a:gd name="connsiteX27" fmla="*/ 7144 w 270319"/>
                <a:gd name="connsiteY27" fmla="*/ 112109 h 255555"/>
                <a:gd name="connsiteX28" fmla="*/ 762 w 270319"/>
                <a:gd name="connsiteY28" fmla="*/ 106871 h 255555"/>
                <a:gd name="connsiteX29" fmla="*/ 0 w 270319"/>
                <a:gd name="connsiteY29" fmla="*/ 97346 h 255555"/>
                <a:gd name="connsiteX30" fmla="*/ 22384 w 270319"/>
                <a:gd name="connsiteY30" fmla="*/ 24860 h 255555"/>
                <a:gd name="connsiteX31" fmla="*/ 25241 w 270319"/>
                <a:gd name="connsiteY31" fmla="*/ 21622 h 255555"/>
                <a:gd name="connsiteX32" fmla="*/ 34195 w 270319"/>
                <a:gd name="connsiteY32" fmla="*/ 11811 h 255555"/>
                <a:gd name="connsiteX33" fmla="*/ 49625 w 270319"/>
                <a:gd name="connsiteY33" fmla="*/ 0 h 255555"/>
                <a:gd name="connsiteX34" fmla="*/ 112300 w 270319"/>
                <a:gd name="connsiteY34" fmla="*/ 51149 h 255555"/>
                <a:gd name="connsiteX35" fmla="*/ 128111 w 270319"/>
                <a:gd name="connsiteY35" fmla="*/ 51625 h 255555"/>
                <a:gd name="connsiteX36" fmla="*/ 215837 w 270319"/>
                <a:gd name="connsiteY36" fmla="*/ 102013 h 255555"/>
                <a:gd name="connsiteX37" fmla="*/ 270320 w 270319"/>
                <a:gd name="connsiteY37" fmla="*/ 125635 h 25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0319" h="255555">
                  <a:moveTo>
                    <a:pt x="270320" y="125635"/>
                  </a:moveTo>
                  <a:lnTo>
                    <a:pt x="233267" y="182689"/>
                  </a:lnTo>
                  <a:lnTo>
                    <a:pt x="228029" y="199168"/>
                  </a:lnTo>
                  <a:lnTo>
                    <a:pt x="224790" y="218218"/>
                  </a:lnTo>
                  <a:lnTo>
                    <a:pt x="223266" y="226600"/>
                  </a:lnTo>
                  <a:lnTo>
                    <a:pt x="219075" y="255556"/>
                  </a:lnTo>
                  <a:lnTo>
                    <a:pt x="183928" y="235458"/>
                  </a:lnTo>
                  <a:lnTo>
                    <a:pt x="125063" y="213646"/>
                  </a:lnTo>
                  <a:lnTo>
                    <a:pt x="122111" y="212598"/>
                  </a:lnTo>
                  <a:lnTo>
                    <a:pt x="121063" y="212217"/>
                  </a:lnTo>
                  <a:lnTo>
                    <a:pt x="115919" y="210312"/>
                  </a:lnTo>
                  <a:lnTo>
                    <a:pt x="108204" y="207550"/>
                  </a:lnTo>
                  <a:lnTo>
                    <a:pt x="105823" y="206692"/>
                  </a:lnTo>
                  <a:lnTo>
                    <a:pt x="97250" y="203644"/>
                  </a:lnTo>
                  <a:lnTo>
                    <a:pt x="90488" y="201263"/>
                  </a:lnTo>
                  <a:lnTo>
                    <a:pt x="89630" y="200882"/>
                  </a:lnTo>
                  <a:lnTo>
                    <a:pt x="74866" y="189929"/>
                  </a:lnTo>
                  <a:lnTo>
                    <a:pt x="73723" y="189071"/>
                  </a:lnTo>
                  <a:lnTo>
                    <a:pt x="72580" y="188214"/>
                  </a:lnTo>
                  <a:lnTo>
                    <a:pt x="66294" y="183547"/>
                  </a:lnTo>
                  <a:lnTo>
                    <a:pt x="61341" y="179737"/>
                  </a:lnTo>
                  <a:lnTo>
                    <a:pt x="50102" y="171355"/>
                  </a:lnTo>
                  <a:lnTo>
                    <a:pt x="47435" y="169069"/>
                  </a:lnTo>
                  <a:lnTo>
                    <a:pt x="29908" y="153352"/>
                  </a:lnTo>
                  <a:lnTo>
                    <a:pt x="29623" y="152876"/>
                  </a:lnTo>
                  <a:lnTo>
                    <a:pt x="25527" y="145542"/>
                  </a:lnTo>
                  <a:lnTo>
                    <a:pt x="21527" y="138398"/>
                  </a:lnTo>
                  <a:lnTo>
                    <a:pt x="7144" y="112109"/>
                  </a:lnTo>
                  <a:lnTo>
                    <a:pt x="762" y="106871"/>
                  </a:lnTo>
                  <a:lnTo>
                    <a:pt x="0" y="97346"/>
                  </a:lnTo>
                  <a:lnTo>
                    <a:pt x="22384" y="24860"/>
                  </a:lnTo>
                  <a:lnTo>
                    <a:pt x="25241" y="21622"/>
                  </a:lnTo>
                  <a:lnTo>
                    <a:pt x="34195" y="11811"/>
                  </a:lnTo>
                  <a:lnTo>
                    <a:pt x="49625" y="0"/>
                  </a:lnTo>
                  <a:lnTo>
                    <a:pt x="112300" y="51149"/>
                  </a:lnTo>
                  <a:lnTo>
                    <a:pt x="128111" y="51625"/>
                  </a:lnTo>
                  <a:lnTo>
                    <a:pt x="215837" y="102013"/>
                  </a:lnTo>
                  <a:lnTo>
                    <a:pt x="270320" y="12563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5" name="서울특별시 은평구 구산동">
              <a:extLst>
                <a:ext uri="{FF2B5EF4-FFF2-40B4-BE49-F238E27FC236}">
                  <a16:creationId xmlns:a16="http://schemas.microsoft.com/office/drawing/2014/main" id="{50D91874-8531-DBCD-FA38-813D5691ED16}"/>
                </a:ext>
              </a:extLst>
            </p:cNvPr>
            <p:cNvSpPr/>
            <p:nvPr/>
          </p:nvSpPr>
          <p:spPr>
            <a:xfrm>
              <a:off x="4774691" y="2440971"/>
              <a:ext cx="294703" cy="268509"/>
            </a:xfrm>
            <a:custGeom>
              <a:avLst/>
              <a:gdLst>
                <a:gd name="connsiteX0" fmla="*/ 294704 w 294703"/>
                <a:gd name="connsiteY0" fmla="*/ 148685 h 268509"/>
                <a:gd name="connsiteX1" fmla="*/ 291465 w 294703"/>
                <a:gd name="connsiteY1" fmla="*/ 158210 h 268509"/>
                <a:gd name="connsiteX2" fmla="*/ 287274 w 294703"/>
                <a:gd name="connsiteY2" fmla="*/ 166306 h 268509"/>
                <a:gd name="connsiteX3" fmla="*/ 286131 w 294703"/>
                <a:gd name="connsiteY3" fmla="*/ 168592 h 268509"/>
                <a:gd name="connsiteX4" fmla="*/ 257746 w 294703"/>
                <a:gd name="connsiteY4" fmla="*/ 218884 h 268509"/>
                <a:gd name="connsiteX5" fmla="*/ 195739 w 294703"/>
                <a:gd name="connsiteY5" fmla="*/ 217170 h 268509"/>
                <a:gd name="connsiteX6" fmla="*/ 190214 w 294703"/>
                <a:gd name="connsiteY6" fmla="*/ 216979 h 268509"/>
                <a:gd name="connsiteX7" fmla="*/ 153067 w 294703"/>
                <a:gd name="connsiteY7" fmla="*/ 255651 h 268509"/>
                <a:gd name="connsiteX8" fmla="*/ 124492 w 294703"/>
                <a:gd name="connsiteY8" fmla="*/ 262128 h 268509"/>
                <a:gd name="connsiteX9" fmla="*/ 120301 w 294703"/>
                <a:gd name="connsiteY9" fmla="*/ 262985 h 268509"/>
                <a:gd name="connsiteX10" fmla="*/ 117253 w 294703"/>
                <a:gd name="connsiteY10" fmla="*/ 263557 h 268509"/>
                <a:gd name="connsiteX11" fmla="*/ 115157 w 294703"/>
                <a:gd name="connsiteY11" fmla="*/ 263842 h 268509"/>
                <a:gd name="connsiteX12" fmla="*/ 72390 w 294703"/>
                <a:gd name="connsiteY12" fmla="*/ 268510 h 268509"/>
                <a:gd name="connsiteX13" fmla="*/ 65532 w 294703"/>
                <a:gd name="connsiteY13" fmla="*/ 267271 h 268509"/>
                <a:gd name="connsiteX14" fmla="*/ 64675 w 294703"/>
                <a:gd name="connsiteY14" fmla="*/ 267081 h 268509"/>
                <a:gd name="connsiteX15" fmla="*/ 63246 w 294703"/>
                <a:gd name="connsiteY15" fmla="*/ 266890 h 268509"/>
                <a:gd name="connsiteX16" fmla="*/ 12382 w 294703"/>
                <a:gd name="connsiteY16" fmla="*/ 249650 h 268509"/>
                <a:gd name="connsiteX17" fmla="*/ 21336 w 294703"/>
                <a:gd name="connsiteY17" fmla="*/ 224980 h 268509"/>
                <a:gd name="connsiteX18" fmla="*/ 17240 w 294703"/>
                <a:gd name="connsiteY18" fmla="*/ 183261 h 268509"/>
                <a:gd name="connsiteX19" fmla="*/ 15240 w 294703"/>
                <a:gd name="connsiteY19" fmla="*/ 172212 h 268509"/>
                <a:gd name="connsiteX20" fmla="*/ 3143 w 294703"/>
                <a:gd name="connsiteY20" fmla="*/ 130016 h 268509"/>
                <a:gd name="connsiteX21" fmla="*/ 2191 w 294703"/>
                <a:gd name="connsiteY21" fmla="*/ 129254 h 268509"/>
                <a:gd name="connsiteX22" fmla="*/ 0 w 294703"/>
                <a:gd name="connsiteY22" fmla="*/ 127730 h 268509"/>
                <a:gd name="connsiteX23" fmla="*/ 15621 w 294703"/>
                <a:gd name="connsiteY23" fmla="*/ 70866 h 268509"/>
                <a:gd name="connsiteX24" fmla="*/ 42863 w 294703"/>
                <a:gd name="connsiteY24" fmla="*/ 12668 h 268509"/>
                <a:gd name="connsiteX25" fmla="*/ 76390 w 294703"/>
                <a:gd name="connsiteY25" fmla="*/ 0 h 268509"/>
                <a:gd name="connsiteX26" fmla="*/ 82772 w 294703"/>
                <a:gd name="connsiteY26" fmla="*/ 5239 h 268509"/>
                <a:gd name="connsiteX27" fmla="*/ 97155 w 294703"/>
                <a:gd name="connsiteY27" fmla="*/ 31528 h 268509"/>
                <a:gd name="connsiteX28" fmla="*/ 101155 w 294703"/>
                <a:gd name="connsiteY28" fmla="*/ 38671 h 268509"/>
                <a:gd name="connsiteX29" fmla="*/ 105251 w 294703"/>
                <a:gd name="connsiteY29" fmla="*/ 46006 h 268509"/>
                <a:gd name="connsiteX30" fmla="*/ 105537 w 294703"/>
                <a:gd name="connsiteY30" fmla="*/ 46482 h 268509"/>
                <a:gd name="connsiteX31" fmla="*/ 123063 w 294703"/>
                <a:gd name="connsiteY31" fmla="*/ 62198 h 268509"/>
                <a:gd name="connsiteX32" fmla="*/ 125730 w 294703"/>
                <a:gd name="connsiteY32" fmla="*/ 64484 h 268509"/>
                <a:gd name="connsiteX33" fmla="*/ 136970 w 294703"/>
                <a:gd name="connsiteY33" fmla="*/ 72866 h 268509"/>
                <a:gd name="connsiteX34" fmla="*/ 141922 w 294703"/>
                <a:gd name="connsiteY34" fmla="*/ 76676 h 268509"/>
                <a:gd name="connsiteX35" fmla="*/ 148209 w 294703"/>
                <a:gd name="connsiteY35" fmla="*/ 81343 h 268509"/>
                <a:gd name="connsiteX36" fmla="*/ 149352 w 294703"/>
                <a:gd name="connsiteY36" fmla="*/ 82201 h 268509"/>
                <a:gd name="connsiteX37" fmla="*/ 150495 w 294703"/>
                <a:gd name="connsiteY37" fmla="*/ 83058 h 268509"/>
                <a:gd name="connsiteX38" fmla="*/ 165259 w 294703"/>
                <a:gd name="connsiteY38" fmla="*/ 94012 h 268509"/>
                <a:gd name="connsiteX39" fmla="*/ 166116 w 294703"/>
                <a:gd name="connsiteY39" fmla="*/ 94393 h 268509"/>
                <a:gd name="connsiteX40" fmla="*/ 172879 w 294703"/>
                <a:gd name="connsiteY40" fmla="*/ 96774 h 268509"/>
                <a:gd name="connsiteX41" fmla="*/ 181451 w 294703"/>
                <a:gd name="connsiteY41" fmla="*/ 99822 h 268509"/>
                <a:gd name="connsiteX42" fmla="*/ 183832 w 294703"/>
                <a:gd name="connsiteY42" fmla="*/ 100679 h 268509"/>
                <a:gd name="connsiteX43" fmla="*/ 191548 w 294703"/>
                <a:gd name="connsiteY43" fmla="*/ 103442 h 268509"/>
                <a:gd name="connsiteX44" fmla="*/ 196691 w 294703"/>
                <a:gd name="connsiteY44" fmla="*/ 105346 h 268509"/>
                <a:gd name="connsiteX45" fmla="*/ 197739 w 294703"/>
                <a:gd name="connsiteY45" fmla="*/ 105727 h 268509"/>
                <a:gd name="connsiteX46" fmla="*/ 200692 w 294703"/>
                <a:gd name="connsiteY46" fmla="*/ 106775 h 268509"/>
                <a:gd name="connsiteX47" fmla="*/ 259556 w 294703"/>
                <a:gd name="connsiteY47" fmla="*/ 128588 h 268509"/>
                <a:gd name="connsiteX48" fmla="*/ 294704 w 294703"/>
                <a:gd name="connsiteY48" fmla="*/ 148685 h 26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94703" h="268509">
                  <a:moveTo>
                    <a:pt x="294704" y="148685"/>
                  </a:moveTo>
                  <a:lnTo>
                    <a:pt x="291465" y="158210"/>
                  </a:lnTo>
                  <a:lnTo>
                    <a:pt x="287274" y="166306"/>
                  </a:lnTo>
                  <a:lnTo>
                    <a:pt x="286131" y="168592"/>
                  </a:lnTo>
                  <a:lnTo>
                    <a:pt x="257746" y="218884"/>
                  </a:lnTo>
                  <a:lnTo>
                    <a:pt x="195739" y="217170"/>
                  </a:lnTo>
                  <a:lnTo>
                    <a:pt x="190214" y="216979"/>
                  </a:lnTo>
                  <a:lnTo>
                    <a:pt x="153067" y="255651"/>
                  </a:lnTo>
                  <a:lnTo>
                    <a:pt x="124492" y="262128"/>
                  </a:lnTo>
                  <a:lnTo>
                    <a:pt x="120301" y="262985"/>
                  </a:lnTo>
                  <a:lnTo>
                    <a:pt x="117253" y="263557"/>
                  </a:lnTo>
                  <a:lnTo>
                    <a:pt x="115157" y="263842"/>
                  </a:lnTo>
                  <a:lnTo>
                    <a:pt x="72390" y="268510"/>
                  </a:lnTo>
                  <a:lnTo>
                    <a:pt x="65532" y="267271"/>
                  </a:lnTo>
                  <a:lnTo>
                    <a:pt x="64675" y="267081"/>
                  </a:lnTo>
                  <a:lnTo>
                    <a:pt x="63246" y="266890"/>
                  </a:lnTo>
                  <a:lnTo>
                    <a:pt x="12382" y="249650"/>
                  </a:lnTo>
                  <a:lnTo>
                    <a:pt x="21336" y="224980"/>
                  </a:lnTo>
                  <a:lnTo>
                    <a:pt x="17240" y="183261"/>
                  </a:lnTo>
                  <a:lnTo>
                    <a:pt x="15240" y="172212"/>
                  </a:lnTo>
                  <a:lnTo>
                    <a:pt x="3143" y="130016"/>
                  </a:lnTo>
                  <a:lnTo>
                    <a:pt x="2191" y="129254"/>
                  </a:lnTo>
                  <a:lnTo>
                    <a:pt x="0" y="127730"/>
                  </a:lnTo>
                  <a:lnTo>
                    <a:pt x="15621" y="70866"/>
                  </a:lnTo>
                  <a:lnTo>
                    <a:pt x="42863" y="12668"/>
                  </a:lnTo>
                  <a:lnTo>
                    <a:pt x="76390" y="0"/>
                  </a:lnTo>
                  <a:lnTo>
                    <a:pt x="82772" y="5239"/>
                  </a:lnTo>
                  <a:lnTo>
                    <a:pt x="97155" y="31528"/>
                  </a:lnTo>
                  <a:lnTo>
                    <a:pt x="101155" y="38671"/>
                  </a:lnTo>
                  <a:lnTo>
                    <a:pt x="105251" y="46006"/>
                  </a:lnTo>
                  <a:lnTo>
                    <a:pt x="105537" y="46482"/>
                  </a:lnTo>
                  <a:lnTo>
                    <a:pt x="123063" y="62198"/>
                  </a:lnTo>
                  <a:lnTo>
                    <a:pt x="125730" y="64484"/>
                  </a:lnTo>
                  <a:lnTo>
                    <a:pt x="136970" y="72866"/>
                  </a:lnTo>
                  <a:lnTo>
                    <a:pt x="141922" y="76676"/>
                  </a:lnTo>
                  <a:lnTo>
                    <a:pt x="148209" y="81343"/>
                  </a:lnTo>
                  <a:lnTo>
                    <a:pt x="149352" y="82201"/>
                  </a:lnTo>
                  <a:lnTo>
                    <a:pt x="150495" y="83058"/>
                  </a:lnTo>
                  <a:lnTo>
                    <a:pt x="165259" y="94012"/>
                  </a:lnTo>
                  <a:lnTo>
                    <a:pt x="166116" y="94393"/>
                  </a:lnTo>
                  <a:lnTo>
                    <a:pt x="172879" y="96774"/>
                  </a:lnTo>
                  <a:lnTo>
                    <a:pt x="181451" y="99822"/>
                  </a:lnTo>
                  <a:lnTo>
                    <a:pt x="183832" y="100679"/>
                  </a:lnTo>
                  <a:lnTo>
                    <a:pt x="191548" y="103442"/>
                  </a:lnTo>
                  <a:lnTo>
                    <a:pt x="196691" y="105346"/>
                  </a:lnTo>
                  <a:lnTo>
                    <a:pt x="197739" y="105727"/>
                  </a:lnTo>
                  <a:lnTo>
                    <a:pt x="200692" y="106775"/>
                  </a:lnTo>
                  <a:lnTo>
                    <a:pt x="259556" y="128588"/>
                  </a:lnTo>
                  <a:lnTo>
                    <a:pt x="294704" y="14868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6" name="서울특별시 은평구 대조동">
              <a:extLst>
                <a:ext uri="{FF2B5EF4-FFF2-40B4-BE49-F238E27FC236}">
                  <a16:creationId xmlns:a16="http://schemas.microsoft.com/office/drawing/2014/main" id="{FF419323-790A-54A2-8AFB-398156E05C3A}"/>
                </a:ext>
              </a:extLst>
            </p:cNvPr>
            <p:cNvSpPr/>
            <p:nvPr/>
          </p:nvSpPr>
          <p:spPr>
            <a:xfrm>
              <a:off x="5069395" y="2452401"/>
              <a:ext cx="255174" cy="227457"/>
            </a:xfrm>
            <a:custGeom>
              <a:avLst/>
              <a:gdLst>
                <a:gd name="connsiteX0" fmla="*/ 255175 w 255174"/>
                <a:gd name="connsiteY0" fmla="*/ 182594 h 227457"/>
                <a:gd name="connsiteX1" fmla="*/ 243840 w 255174"/>
                <a:gd name="connsiteY1" fmla="*/ 187928 h 227457"/>
                <a:gd name="connsiteX2" fmla="*/ 225647 w 255174"/>
                <a:gd name="connsiteY2" fmla="*/ 190119 h 227457"/>
                <a:gd name="connsiteX3" fmla="*/ 209360 w 255174"/>
                <a:gd name="connsiteY3" fmla="*/ 189547 h 227457"/>
                <a:gd name="connsiteX4" fmla="*/ 199644 w 255174"/>
                <a:gd name="connsiteY4" fmla="*/ 185738 h 227457"/>
                <a:gd name="connsiteX5" fmla="*/ 194786 w 255174"/>
                <a:gd name="connsiteY5" fmla="*/ 183833 h 227457"/>
                <a:gd name="connsiteX6" fmla="*/ 189833 w 255174"/>
                <a:gd name="connsiteY6" fmla="*/ 181737 h 227457"/>
                <a:gd name="connsiteX7" fmla="*/ 181546 w 255174"/>
                <a:gd name="connsiteY7" fmla="*/ 178213 h 227457"/>
                <a:gd name="connsiteX8" fmla="*/ 177451 w 255174"/>
                <a:gd name="connsiteY8" fmla="*/ 176498 h 227457"/>
                <a:gd name="connsiteX9" fmla="*/ 119634 w 255174"/>
                <a:gd name="connsiteY9" fmla="*/ 206597 h 227457"/>
                <a:gd name="connsiteX10" fmla="*/ 110395 w 255174"/>
                <a:gd name="connsiteY10" fmla="*/ 213550 h 227457"/>
                <a:gd name="connsiteX11" fmla="*/ 109823 w 255174"/>
                <a:gd name="connsiteY11" fmla="*/ 213931 h 227457"/>
                <a:gd name="connsiteX12" fmla="*/ 108395 w 255174"/>
                <a:gd name="connsiteY12" fmla="*/ 216408 h 227457"/>
                <a:gd name="connsiteX13" fmla="*/ 101537 w 255174"/>
                <a:gd name="connsiteY13" fmla="*/ 227457 h 227457"/>
                <a:gd name="connsiteX14" fmla="*/ 82772 w 255174"/>
                <a:gd name="connsiteY14" fmla="*/ 206502 h 227457"/>
                <a:gd name="connsiteX15" fmla="*/ 0 w 255174"/>
                <a:gd name="connsiteY15" fmla="*/ 137255 h 227457"/>
                <a:gd name="connsiteX16" fmla="*/ 4191 w 255174"/>
                <a:gd name="connsiteY16" fmla="*/ 108299 h 227457"/>
                <a:gd name="connsiteX17" fmla="*/ 5715 w 255174"/>
                <a:gd name="connsiteY17" fmla="*/ 99917 h 227457"/>
                <a:gd name="connsiteX18" fmla="*/ 8954 w 255174"/>
                <a:gd name="connsiteY18" fmla="*/ 80867 h 227457"/>
                <a:gd name="connsiteX19" fmla="*/ 14192 w 255174"/>
                <a:gd name="connsiteY19" fmla="*/ 64389 h 227457"/>
                <a:gd name="connsiteX20" fmla="*/ 51245 w 255174"/>
                <a:gd name="connsiteY20" fmla="*/ 7334 h 227457"/>
                <a:gd name="connsiteX21" fmla="*/ 73343 w 255174"/>
                <a:gd name="connsiteY21" fmla="*/ 0 h 227457"/>
                <a:gd name="connsiteX22" fmla="*/ 83820 w 255174"/>
                <a:gd name="connsiteY22" fmla="*/ 12097 h 227457"/>
                <a:gd name="connsiteX23" fmla="*/ 84296 w 255174"/>
                <a:gd name="connsiteY23" fmla="*/ 12668 h 227457"/>
                <a:gd name="connsiteX24" fmla="*/ 87821 w 255174"/>
                <a:gd name="connsiteY24" fmla="*/ 16764 h 227457"/>
                <a:gd name="connsiteX25" fmla="*/ 88392 w 255174"/>
                <a:gd name="connsiteY25" fmla="*/ 17431 h 227457"/>
                <a:gd name="connsiteX26" fmla="*/ 90678 w 255174"/>
                <a:gd name="connsiteY26" fmla="*/ 19812 h 227457"/>
                <a:gd name="connsiteX27" fmla="*/ 95345 w 255174"/>
                <a:gd name="connsiteY27" fmla="*/ 24765 h 227457"/>
                <a:gd name="connsiteX28" fmla="*/ 96107 w 255174"/>
                <a:gd name="connsiteY28" fmla="*/ 25527 h 227457"/>
                <a:gd name="connsiteX29" fmla="*/ 120587 w 255174"/>
                <a:gd name="connsiteY29" fmla="*/ 47054 h 227457"/>
                <a:gd name="connsiteX30" fmla="*/ 135064 w 255174"/>
                <a:gd name="connsiteY30" fmla="*/ 57150 h 227457"/>
                <a:gd name="connsiteX31" fmla="*/ 141065 w 255174"/>
                <a:gd name="connsiteY31" fmla="*/ 61055 h 227457"/>
                <a:gd name="connsiteX32" fmla="*/ 144208 w 255174"/>
                <a:gd name="connsiteY32" fmla="*/ 63151 h 227457"/>
                <a:gd name="connsiteX33" fmla="*/ 145447 w 255174"/>
                <a:gd name="connsiteY33" fmla="*/ 64008 h 227457"/>
                <a:gd name="connsiteX34" fmla="*/ 152971 w 255174"/>
                <a:gd name="connsiteY34" fmla="*/ 68961 h 227457"/>
                <a:gd name="connsiteX35" fmla="*/ 163830 w 255174"/>
                <a:gd name="connsiteY35" fmla="*/ 76867 h 227457"/>
                <a:gd name="connsiteX36" fmla="*/ 168402 w 255174"/>
                <a:gd name="connsiteY36" fmla="*/ 81439 h 227457"/>
                <a:gd name="connsiteX37" fmla="*/ 171926 w 255174"/>
                <a:gd name="connsiteY37" fmla="*/ 85344 h 227457"/>
                <a:gd name="connsiteX38" fmla="*/ 187071 w 255174"/>
                <a:gd name="connsiteY38" fmla="*/ 103346 h 227457"/>
                <a:gd name="connsiteX39" fmla="*/ 226695 w 255174"/>
                <a:gd name="connsiteY39" fmla="*/ 150495 h 227457"/>
                <a:gd name="connsiteX40" fmla="*/ 228505 w 255174"/>
                <a:gd name="connsiteY40" fmla="*/ 156305 h 227457"/>
                <a:gd name="connsiteX41" fmla="*/ 255175 w 255174"/>
                <a:gd name="connsiteY41" fmla="*/ 182594 h 227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55174" h="227457">
                  <a:moveTo>
                    <a:pt x="255175" y="182594"/>
                  </a:moveTo>
                  <a:lnTo>
                    <a:pt x="243840" y="187928"/>
                  </a:lnTo>
                  <a:lnTo>
                    <a:pt x="225647" y="190119"/>
                  </a:lnTo>
                  <a:lnTo>
                    <a:pt x="209360" y="189547"/>
                  </a:lnTo>
                  <a:lnTo>
                    <a:pt x="199644" y="185738"/>
                  </a:lnTo>
                  <a:lnTo>
                    <a:pt x="194786" y="183833"/>
                  </a:lnTo>
                  <a:lnTo>
                    <a:pt x="189833" y="181737"/>
                  </a:lnTo>
                  <a:lnTo>
                    <a:pt x="181546" y="178213"/>
                  </a:lnTo>
                  <a:lnTo>
                    <a:pt x="177451" y="176498"/>
                  </a:lnTo>
                  <a:lnTo>
                    <a:pt x="119634" y="206597"/>
                  </a:lnTo>
                  <a:lnTo>
                    <a:pt x="110395" y="213550"/>
                  </a:lnTo>
                  <a:lnTo>
                    <a:pt x="109823" y="213931"/>
                  </a:lnTo>
                  <a:lnTo>
                    <a:pt x="108395" y="216408"/>
                  </a:lnTo>
                  <a:lnTo>
                    <a:pt x="101537" y="227457"/>
                  </a:lnTo>
                  <a:lnTo>
                    <a:pt x="82772" y="206502"/>
                  </a:lnTo>
                  <a:lnTo>
                    <a:pt x="0" y="137255"/>
                  </a:lnTo>
                  <a:lnTo>
                    <a:pt x="4191" y="108299"/>
                  </a:lnTo>
                  <a:lnTo>
                    <a:pt x="5715" y="99917"/>
                  </a:lnTo>
                  <a:lnTo>
                    <a:pt x="8954" y="80867"/>
                  </a:lnTo>
                  <a:lnTo>
                    <a:pt x="14192" y="64389"/>
                  </a:lnTo>
                  <a:lnTo>
                    <a:pt x="51245" y="7334"/>
                  </a:lnTo>
                  <a:lnTo>
                    <a:pt x="73343" y="0"/>
                  </a:lnTo>
                  <a:lnTo>
                    <a:pt x="83820" y="12097"/>
                  </a:lnTo>
                  <a:lnTo>
                    <a:pt x="84296" y="12668"/>
                  </a:lnTo>
                  <a:lnTo>
                    <a:pt x="87821" y="16764"/>
                  </a:lnTo>
                  <a:lnTo>
                    <a:pt x="88392" y="17431"/>
                  </a:lnTo>
                  <a:lnTo>
                    <a:pt x="90678" y="19812"/>
                  </a:lnTo>
                  <a:lnTo>
                    <a:pt x="95345" y="24765"/>
                  </a:lnTo>
                  <a:lnTo>
                    <a:pt x="96107" y="25527"/>
                  </a:lnTo>
                  <a:lnTo>
                    <a:pt x="120587" y="47054"/>
                  </a:lnTo>
                  <a:lnTo>
                    <a:pt x="135064" y="57150"/>
                  </a:lnTo>
                  <a:lnTo>
                    <a:pt x="141065" y="61055"/>
                  </a:lnTo>
                  <a:lnTo>
                    <a:pt x="144208" y="63151"/>
                  </a:lnTo>
                  <a:lnTo>
                    <a:pt x="145447" y="64008"/>
                  </a:lnTo>
                  <a:lnTo>
                    <a:pt x="152971" y="68961"/>
                  </a:lnTo>
                  <a:lnTo>
                    <a:pt x="163830" y="76867"/>
                  </a:lnTo>
                  <a:lnTo>
                    <a:pt x="168402" y="81439"/>
                  </a:lnTo>
                  <a:lnTo>
                    <a:pt x="171926" y="85344"/>
                  </a:lnTo>
                  <a:lnTo>
                    <a:pt x="187071" y="103346"/>
                  </a:lnTo>
                  <a:lnTo>
                    <a:pt x="226695" y="150495"/>
                  </a:lnTo>
                  <a:lnTo>
                    <a:pt x="228505" y="156305"/>
                  </a:lnTo>
                  <a:lnTo>
                    <a:pt x="255175" y="18259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57" name="서울특별시 은평구 응암1동">
              <a:extLst>
                <a:ext uri="{FF2B5EF4-FFF2-40B4-BE49-F238E27FC236}">
                  <a16:creationId xmlns:a16="http://schemas.microsoft.com/office/drawing/2014/main" id="{4049FF7F-B48D-9878-8006-264EA7EF82A8}"/>
                </a:ext>
              </a:extLst>
            </p:cNvPr>
            <p:cNvSpPr/>
            <p:nvPr/>
          </p:nvSpPr>
          <p:spPr>
            <a:xfrm>
              <a:off x="5040534" y="2750629"/>
              <a:ext cx="415194" cy="190785"/>
            </a:xfrm>
            <a:custGeom>
              <a:avLst/>
              <a:gdLst>
                <a:gd name="connsiteX0" fmla="*/ 415195 w 415194"/>
                <a:gd name="connsiteY0" fmla="*/ 87630 h 190785"/>
                <a:gd name="connsiteX1" fmla="*/ 400240 w 415194"/>
                <a:gd name="connsiteY1" fmla="*/ 84677 h 190785"/>
                <a:gd name="connsiteX2" fmla="*/ 325660 w 415194"/>
                <a:gd name="connsiteY2" fmla="*/ 109157 h 190785"/>
                <a:gd name="connsiteX3" fmla="*/ 312896 w 415194"/>
                <a:gd name="connsiteY3" fmla="*/ 115919 h 190785"/>
                <a:gd name="connsiteX4" fmla="*/ 271367 w 415194"/>
                <a:gd name="connsiteY4" fmla="*/ 143732 h 190785"/>
                <a:gd name="connsiteX5" fmla="*/ 266129 w 415194"/>
                <a:gd name="connsiteY5" fmla="*/ 148209 h 190785"/>
                <a:gd name="connsiteX6" fmla="*/ 246126 w 415194"/>
                <a:gd name="connsiteY6" fmla="*/ 170307 h 190785"/>
                <a:gd name="connsiteX7" fmla="*/ 234791 w 415194"/>
                <a:gd name="connsiteY7" fmla="*/ 184118 h 190785"/>
                <a:gd name="connsiteX8" fmla="*/ 230696 w 415194"/>
                <a:gd name="connsiteY8" fmla="*/ 190786 h 190785"/>
                <a:gd name="connsiteX9" fmla="*/ 215741 w 415194"/>
                <a:gd name="connsiteY9" fmla="*/ 183166 h 190785"/>
                <a:gd name="connsiteX10" fmla="*/ 199168 w 415194"/>
                <a:gd name="connsiteY10" fmla="*/ 172879 h 190785"/>
                <a:gd name="connsiteX11" fmla="*/ 187833 w 415194"/>
                <a:gd name="connsiteY11" fmla="*/ 144209 h 190785"/>
                <a:gd name="connsiteX12" fmla="*/ 187738 w 415194"/>
                <a:gd name="connsiteY12" fmla="*/ 138208 h 190785"/>
                <a:gd name="connsiteX13" fmla="*/ 188119 w 415194"/>
                <a:gd name="connsiteY13" fmla="*/ 134398 h 190785"/>
                <a:gd name="connsiteX14" fmla="*/ 192786 w 415194"/>
                <a:gd name="connsiteY14" fmla="*/ 123254 h 190785"/>
                <a:gd name="connsiteX15" fmla="*/ 147923 w 415194"/>
                <a:gd name="connsiteY15" fmla="*/ 104680 h 190785"/>
                <a:gd name="connsiteX16" fmla="*/ 124682 w 415194"/>
                <a:gd name="connsiteY16" fmla="*/ 100489 h 190785"/>
                <a:gd name="connsiteX17" fmla="*/ 118586 w 415194"/>
                <a:gd name="connsiteY17" fmla="*/ 100108 h 190785"/>
                <a:gd name="connsiteX18" fmla="*/ 61627 w 415194"/>
                <a:gd name="connsiteY18" fmla="*/ 116300 h 190785"/>
                <a:gd name="connsiteX19" fmla="*/ 0 w 415194"/>
                <a:gd name="connsiteY19" fmla="*/ 96869 h 190785"/>
                <a:gd name="connsiteX20" fmla="*/ 6572 w 415194"/>
                <a:gd name="connsiteY20" fmla="*/ 58103 h 190785"/>
                <a:gd name="connsiteX21" fmla="*/ 89440 w 415194"/>
                <a:gd name="connsiteY21" fmla="*/ 12478 h 190785"/>
                <a:gd name="connsiteX22" fmla="*/ 106013 w 415194"/>
                <a:gd name="connsiteY22" fmla="*/ 14002 h 190785"/>
                <a:gd name="connsiteX23" fmla="*/ 121634 w 415194"/>
                <a:gd name="connsiteY23" fmla="*/ 15145 h 190785"/>
                <a:gd name="connsiteX24" fmla="*/ 122206 w 415194"/>
                <a:gd name="connsiteY24" fmla="*/ 15145 h 190785"/>
                <a:gd name="connsiteX25" fmla="*/ 151162 w 415194"/>
                <a:gd name="connsiteY25" fmla="*/ 9049 h 190785"/>
                <a:gd name="connsiteX26" fmla="*/ 162782 w 415194"/>
                <a:gd name="connsiteY26" fmla="*/ 6667 h 190785"/>
                <a:gd name="connsiteX27" fmla="*/ 171736 w 415194"/>
                <a:gd name="connsiteY27" fmla="*/ 4763 h 190785"/>
                <a:gd name="connsiteX28" fmla="*/ 177737 w 415194"/>
                <a:gd name="connsiteY28" fmla="*/ 3524 h 190785"/>
                <a:gd name="connsiteX29" fmla="*/ 194691 w 415194"/>
                <a:gd name="connsiteY29" fmla="*/ 0 h 190785"/>
                <a:gd name="connsiteX30" fmla="*/ 213360 w 415194"/>
                <a:gd name="connsiteY30" fmla="*/ 14573 h 190785"/>
                <a:gd name="connsiteX31" fmla="*/ 230219 w 415194"/>
                <a:gd name="connsiteY31" fmla="*/ 16669 h 190785"/>
                <a:gd name="connsiteX32" fmla="*/ 231267 w 415194"/>
                <a:gd name="connsiteY32" fmla="*/ 16859 h 190785"/>
                <a:gd name="connsiteX33" fmla="*/ 232696 w 415194"/>
                <a:gd name="connsiteY33" fmla="*/ 17050 h 190785"/>
                <a:gd name="connsiteX34" fmla="*/ 336804 w 415194"/>
                <a:gd name="connsiteY34" fmla="*/ 26765 h 190785"/>
                <a:gd name="connsiteX35" fmla="*/ 359855 w 415194"/>
                <a:gd name="connsiteY35" fmla="*/ 28575 h 190785"/>
                <a:gd name="connsiteX36" fmla="*/ 365188 w 415194"/>
                <a:gd name="connsiteY36" fmla="*/ 30766 h 190785"/>
                <a:gd name="connsiteX37" fmla="*/ 407384 w 415194"/>
                <a:gd name="connsiteY37" fmla="*/ 78391 h 190785"/>
                <a:gd name="connsiteX38" fmla="*/ 415195 w 415194"/>
                <a:gd name="connsiteY38" fmla="*/ 87630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5194" h="190785">
                  <a:moveTo>
                    <a:pt x="415195" y="87630"/>
                  </a:moveTo>
                  <a:lnTo>
                    <a:pt x="400240" y="84677"/>
                  </a:lnTo>
                  <a:lnTo>
                    <a:pt x="325660" y="109157"/>
                  </a:lnTo>
                  <a:lnTo>
                    <a:pt x="312896" y="115919"/>
                  </a:lnTo>
                  <a:lnTo>
                    <a:pt x="271367" y="143732"/>
                  </a:lnTo>
                  <a:lnTo>
                    <a:pt x="266129" y="148209"/>
                  </a:lnTo>
                  <a:lnTo>
                    <a:pt x="246126" y="170307"/>
                  </a:lnTo>
                  <a:lnTo>
                    <a:pt x="234791" y="184118"/>
                  </a:lnTo>
                  <a:lnTo>
                    <a:pt x="230696" y="190786"/>
                  </a:lnTo>
                  <a:lnTo>
                    <a:pt x="215741" y="183166"/>
                  </a:lnTo>
                  <a:lnTo>
                    <a:pt x="199168" y="172879"/>
                  </a:lnTo>
                  <a:lnTo>
                    <a:pt x="187833" y="144209"/>
                  </a:lnTo>
                  <a:lnTo>
                    <a:pt x="187738" y="138208"/>
                  </a:lnTo>
                  <a:lnTo>
                    <a:pt x="188119" y="134398"/>
                  </a:lnTo>
                  <a:lnTo>
                    <a:pt x="192786" y="123254"/>
                  </a:lnTo>
                  <a:lnTo>
                    <a:pt x="147923" y="104680"/>
                  </a:lnTo>
                  <a:lnTo>
                    <a:pt x="124682" y="100489"/>
                  </a:lnTo>
                  <a:lnTo>
                    <a:pt x="118586" y="100108"/>
                  </a:lnTo>
                  <a:lnTo>
                    <a:pt x="61627" y="116300"/>
                  </a:lnTo>
                  <a:lnTo>
                    <a:pt x="0" y="96869"/>
                  </a:lnTo>
                  <a:lnTo>
                    <a:pt x="6572" y="58103"/>
                  </a:lnTo>
                  <a:lnTo>
                    <a:pt x="89440" y="12478"/>
                  </a:lnTo>
                  <a:lnTo>
                    <a:pt x="106013" y="14002"/>
                  </a:lnTo>
                  <a:lnTo>
                    <a:pt x="121634" y="15145"/>
                  </a:lnTo>
                  <a:lnTo>
                    <a:pt x="122206" y="15145"/>
                  </a:lnTo>
                  <a:lnTo>
                    <a:pt x="151162" y="9049"/>
                  </a:lnTo>
                  <a:lnTo>
                    <a:pt x="162782" y="6667"/>
                  </a:lnTo>
                  <a:lnTo>
                    <a:pt x="171736" y="4763"/>
                  </a:lnTo>
                  <a:lnTo>
                    <a:pt x="177737" y="3524"/>
                  </a:lnTo>
                  <a:lnTo>
                    <a:pt x="194691" y="0"/>
                  </a:lnTo>
                  <a:lnTo>
                    <a:pt x="213360" y="14573"/>
                  </a:lnTo>
                  <a:lnTo>
                    <a:pt x="230219" y="16669"/>
                  </a:lnTo>
                  <a:lnTo>
                    <a:pt x="231267" y="16859"/>
                  </a:lnTo>
                  <a:lnTo>
                    <a:pt x="232696" y="17050"/>
                  </a:lnTo>
                  <a:lnTo>
                    <a:pt x="336804" y="26765"/>
                  </a:lnTo>
                  <a:lnTo>
                    <a:pt x="359855" y="28575"/>
                  </a:lnTo>
                  <a:lnTo>
                    <a:pt x="365188" y="30766"/>
                  </a:lnTo>
                  <a:lnTo>
                    <a:pt x="407384" y="78391"/>
                  </a:lnTo>
                  <a:lnTo>
                    <a:pt x="415195" y="876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58" name="서울특별시 은평구 응암2동">
              <a:extLst>
                <a:ext uri="{FF2B5EF4-FFF2-40B4-BE49-F238E27FC236}">
                  <a16:creationId xmlns:a16="http://schemas.microsoft.com/office/drawing/2014/main" id="{689A7DA4-6583-C01F-8FE5-5E5CA060D113}"/>
                </a:ext>
              </a:extLst>
            </p:cNvPr>
            <p:cNvSpPr/>
            <p:nvPr/>
          </p:nvSpPr>
          <p:spPr>
            <a:xfrm>
              <a:off x="5068728" y="2850737"/>
              <a:ext cx="202501" cy="204406"/>
            </a:xfrm>
            <a:custGeom>
              <a:avLst/>
              <a:gdLst>
                <a:gd name="connsiteX0" fmla="*/ 202502 w 202501"/>
                <a:gd name="connsiteY0" fmla="*/ 90678 h 204406"/>
                <a:gd name="connsiteX1" fmla="*/ 199644 w 202501"/>
                <a:gd name="connsiteY1" fmla="*/ 95155 h 204406"/>
                <a:gd name="connsiteX2" fmla="*/ 198977 w 202501"/>
                <a:gd name="connsiteY2" fmla="*/ 97250 h 204406"/>
                <a:gd name="connsiteX3" fmla="*/ 197834 w 202501"/>
                <a:gd name="connsiteY3" fmla="*/ 100679 h 204406"/>
                <a:gd name="connsiteX4" fmla="*/ 196882 w 202501"/>
                <a:gd name="connsiteY4" fmla="*/ 103537 h 204406"/>
                <a:gd name="connsiteX5" fmla="*/ 192500 w 202501"/>
                <a:gd name="connsiteY5" fmla="*/ 116872 h 204406"/>
                <a:gd name="connsiteX6" fmla="*/ 192786 w 202501"/>
                <a:gd name="connsiteY6" fmla="*/ 117920 h 204406"/>
                <a:gd name="connsiteX7" fmla="*/ 195263 w 202501"/>
                <a:gd name="connsiteY7" fmla="*/ 130016 h 204406"/>
                <a:gd name="connsiteX8" fmla="*/ 196977 w 202501"/>
                <a:gd name="connsiteY8" fmla="*/ 135350 h 204406"/>
                <a:gd name="connsiteX9" fmla="*/ 197072 w 202501"/>
                <a:gd name="connsiteY9" fmla="*/ 154305 h 204406"/>
                <a:gd name="connsiteX10" fmla="*/ 183833 w 202501"/>
                <a:gd name="connsiteY10" fmla="*/ 163163 h 204406"/>
                <a:gd name="connsiteX11" fmla="*/ 180213 w 202501"/>
                <a:gd name="connsiteY11" fmla="*/ 165545 h 204406"/>
                <a:gd name="connsiteX12" fmla="*/ 168307 w 202501"/>
                <a:gd name="connsiteY12" fmla="*/ 172022 h 204406"/>
                <a:gd name="connsiteX13" fmla="*/ 159925 w 202501"/>
                <a:gd name="connsiteY13" fmla="*/ 176308 h 204406"/>
                <a:gd name="connsiteX14" fmla="*/ 157544 w 202501"/>
                <a:gd name="connsiteY14" fmla="*/ 176879 h 204406"/>
                <a:gd name="connsiteX15" fmla="*/ 114871 w 202501"/>
                <a:gd name="connsiteY15" fmla="*/ 194882 h 204406"/>
                <a:gd name="connsiteX16" fmla="*/ 100965 w 202501"/>
                <a:gd name="connsiteY16" fmla="*/ 204407 h 204406"/>
                <a:gd name="connsiteX17" fmla="*/ 97822 w 202501"/>
                <a:gd name="connsiteY17" fmla="*/ 147352 h 204406"/>
                <a:gd name="connsiteX18" fmla="*/ 65722 w 202501"/>
                <a:gd name="connsiteY18" fmla="*/ 135827 h 204406"/>
                <a:gd name="connsiteX19" fmla="*/ 27337 w 202501"/>
                <a:gd name="connsiteY19" fmla="*/ 122682 h 204406"/>
                <a:gd name="connsiteX20" fmla="*/ 23813 w 202501"/>
                <a:gd name="connsiteY20" fmla="*/ 121730 h 204406"/>
                <a:gd name="connsiteX21" fmla="*/ 20860 w 202501"/>
                <a:gd name="connsiteY21" fmla="*/ 121063 h 204406"/>
                <a:gd name="connsiteX22" fmla="*/ 18764 w 202501"/>
                <a:gd name="connsiteY22" fmla="*/ 121253 h 204406"/>
                <a:gd name="connsiteX23" fmla="*/ 16193 w 202501"/>
                <a:gd name="connsiteY23" fmla="*/ 121539 h 204406"/>
                <a:gd name="connsiteX24" fmla="*/ 10382 w 202501"/>
                <a:gd name="connsiteY24" fmla="*/ 121825 h 204406"/>
                <a:gd name="connsiteX25" fmla="*/ 4381 w 202501"/>
                <a:gd name="connsiteY25" fmla="*/ 121349 h 204406"/>
                <a:gd name="connsiteX26" fmla="*/ 0 w 202501"/>
                <a:gd name="connsiteY26" fmla="*/ 120777 h 204406"/>
                <a:gd name="connsiteX27" fmla="*/ 17336 w 202501"/>
                <a:gd name="connsiteY27" fmla="*/ 38576 h 204406"/>
                <a:gd name="connsiteX28" fmla="*/ 21622 w 202501"/>
                <a:gd name="connsiteY28" fmla="*/ 32671 h 204406"/>
                <a:gd name="connsiteX29" fmla="*/ 23336 w 202501"/>
                <a:gd name="connsiteY29" fmla="*/ 30290 h 204406"/>
                <a:gd name="connsiteX30" fmla="*/ 33433 w 202501"/>
                <a:gd name="connsiteY30" fmla="*/ 16193 h 204406"/>
                <a:gd name="connsiteX31" fmla="*/ 90392 w 202501"/>
                <a:gd name="connsiteY31" fmla="*/ 0 h 204406"/>
                <a:gd name="connsiteX32" fmla="*/ 96488 w 202501"/>
                <a:gd name="connsiteY32" fmla="*/ 381 h 204406"/>
                <a:gd name="connsiteX33" fmla="*/ 119729 w 202501"/>
                <a:gd name="connsiteY33" fmla="*/ 4572 h 204406"/>
                <a:gd name="connsiteX34" fmla="*/ 164592 w 202501"/>
                <a:gd name="connsiteY34" fmla="*/ 23146 h 204406"/>
                <a:gd name="connsiteX35" fmla="*/ 159925 w 202501"/>
                <a:gd name="connsiteY35" fmla="*/ 34290 h 204406"/>
                <a:gd name="connsiteX36" fmla="*/ 159544 w 202501"/>
                <a:gd name="connsiteY36" fmla="*/ 38100 h 204406"/>
                <a:gd name="connsiteX37" fmla="*/ 159639 w 202501"/>
                <a:gd name="connsiteY37" fmla="*/ 44101 h 204406"/>
                <a:gd name="connsiteX38" fmla="*/ 170974 w 202501"/>
                <a:gd name="connsiteY38" fmla="*/ 72771 h 204406"/>
                <a:gd name="connsiteX39" fmla="*/ 187547 w 202501"/>
                <a:gd name="connsiteY39" fmla="*/ 83058 h 204406"/>
                <a:gd name="connsiteX40" fmla="*/ 202502 w 202501"/>
                <a:gd name="connsiteY40" fmla="*/ 9067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2501" h="204406">
                  <a:moveTo>
                    <a:pt x="202502" y="90678"/>
                  </a:moveTo>
                  <a:lnTo>
                    <a:pt x="199644" y="95155"/>
                  </a:lnTo>
                  <a:lnTo>
                    <a:pt x="198977" y="97250"/>
                  </a:lnTo>
                  <a:lnTo>
                    <a:pt x="197834" y="100679"/>
                  </a:lnTo>
                  <a:lnTo>
                    <a:pt x="196882" y="103537"/>
                  </a:lnTo>
                  <a:lnTo>
                    <a:pt x="192500" y="116872"/>
                  </a:lnTo>
                  <a:lnTo>
                    <a:pt x="192786" y="117920"/>
                  </a:lnTo>
                  <a:lnTo>
                    <a:pt x="195263" y="130016"/>
                  </a:lnTo>
                  <a:lnTo>
                    <a:pt x="196977" y="135350"/>
                  </a:lnTo>
                  <a:lnTo>
                    <a:pt x="197072" y="154305"/>
                  </a:lnTo>
                  <a:lnTo>
                    <a:pt x="183833" y="163163"/>
                  </a:lnTo>
                  <a:lnTo>
                    <a:pt x="180213" y="165545"/>
                  </a:lnTo>
                  <a:lnTo>
                    <a:pt x="168307" y="172022"/>
                  </a:lnTo>
                  <a:lnTo>
                    <a:pt x="159925" y="176308"/>
                  </a:lnTo>
                  <a:lnTo>
                    <a:pt x="157544" y="176879"/>
                  </a:lnTo>
                  <a:lnTo>
                    <a:pt x="114871" y="194882"/>
                  </a:lnTo>
                  <a:lnTo>
                    <a:pt x="100965" y="204407"/>
                  </a:lnTo>
                  <a:lnTo>
                    <a:pt x="97822" y="147352"/>
                  </a:lnTo>
                  <a:lnTo>
                    <a:pt x="65722" y="135827"/>
                  </a:lnTo>
                  <a:lnTo>
                    <a:pt x="27337" y="122682"/>
                  </a:lnTo>
                  <a:lnTo>
                    <a:pt x="23813" y="121730"/>
                  </a:lnTo>
                  <a:lnTo>
                    <a:pt x="20860" y="121063"/>
                  </a:lnTo>
                  <a:lnTo>
                    <a:pt x="18764" y="121253"/>
                  </a:lnTo>
                  <a:lnTo>
                    <a:pt x="16193" y="121539"/>
                  </a:lnTo>
                  <a:lnTo>
                    <a:pt x="10382" y="121825"/>
                  </a:lnTo>
                  <a:lnTo>
                    <a:pt x="4381" y="121349"/>
                  </a:lnTo>
                  <a:lnTo>
                    <a:pt x="0" y="120777"/>
                  </a:lnTo>
                  <a:lnTo>
                    <a:pt x="17336" y="38576"/>
                  </a:lnTo>
                  <a:lnTo>
                    <a:pt x="21622" y="32671"/>
                  </a:lnTo>
                  <a:lnTo>
                    <a:pt x="23336" y="30290"/>
                  </a:lnTo>
                  <a:lnTo>
                    <a:pt x="33433" y="16193"/>
                  </a:lnTo>
                  <a:lnTo>
                    <a:pt x="90392" y="0"/>
                  </a:lnTo>
                  <a:lnTo>
                    <a:pt x="96488" y="381"/>
                  </a:lnTo>
                  <a:lnTo>
                    <a:pt x="119729" y="4572"/>
                  </a:lnTo>
                  <a:lnTo>
                    <a:pt x="164592" y="23146"/>
                  </a:lnTo>
                  <a:lnTo>
                    <a:pt x="159925" y="34290"/>
                  </a:lnTo>
                  <a:lnTo>
                    <a:pt x="159544" y="38100"/>
                  </a:lnTo>
                  <a:lnTo>
                    <a:pt x="159639" y="44101"/>
                  </a:lnTo>
                  <a:lnTo>
                    <a:pt x="170974" y="72771"/>
                  </a:lnTo>
                  <a:lnTo>
                    <a:pt x="187547" y="83058"/>
                  </a:lnTo>
                  <a:lnTo>
                    <a:pt x="202502" y="9067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9" name="서울특별시 은평구 신사1동">
              <a:extLst>
                <a:ext uri="{FF2B5EF4-FFF2-40B4-BE49-F238E27FC236}">
                  <a16:creationId xmlns:a16="http://schemas.microsoft.com/office/drawing/2014/main" id="{8DBF9E94-E3D0-5FA4-96B6-1F7BEF5F0220}"/>
                </a:ext>
              </a:extLst>
            </p:cNvPr>
            <p:cNvSpPr/>
            <p:nvPr/>
          </p:nvSpPr>
          <p:spPr>
            <a:xfrm>
              <a:off x="4760214" y="2725197"/>
              <a:ext cx="286892" cy="208978"/>
            </a:xfrm>
            <a:custGeom>
              <a:avLst/>
              <a:gdLst>
                <a:gd name="connsiteX0" fmla="*/ 286893 w 286892"/>
                <a:gd name="connsiteY0" fmla="*/ 83534 h 208978"/>
                <a:gd name="connsiteX1" fmla="*/ 280321 w 286892"/>
                <a:gd name="connsiteY1" fmla="*/ 122301 h 208978"/>
                <a:gd name="connsiteX2" fmla="*/ 258318 w 286892"/>
                <a:gd name="connsiteY2" fmla="*/ 208979 h 208978"/>
                <a:gd name="connsiteX3" fmla="*/ 223361 w 286892"/>
                <a:gd name="connsiteY3" fmla="*/ 181546 h 208978"/>
                <a:gd name="connsiteX4" fmla="*/ 149162 w 286892"/>
                <a:gd name="connsiteY4" fmla="*/ 126587 h 208978"/>
                <a:gd name="connsiteX5" fmla="*/ 105061 w 286892"/>
                <a:gd name="connsiteY5" fmla="*/ 102489 h 208978"/>
                <a:gd name="connsiteX6" fmla="*/ 21526 w 286892"/>
                <a:gd name="connsiteY6" fmla="*/ 100679 h 208978"/>
                <a:gd name="connsiteX7" fmla="*/ 22765 w 286892"/>
                <a:gd name="connsiteY7" fmla="*/ 80772 h 208978"/>
                <a:gd name="connsiteX8" fmla="*/ 18097 w 286892"/>
                <a:gd name="connsiteY8" fmla="*/ 67151 h 208978"/>
                <a:gd name="connsiteX9" fmla="*/ 11621 w 286892"/>
                <a:gd name="connsiteY9" fmla="*/ 55340 h 208978"/>
                <a:gd name="connsiteX10" fmla="*/ 8858 w 286892"/>
                <a:gd name="connsiteY10" fmla="*/ 51245 h 208978"/>
                <a:gd name="connsiteX11" fmla="*/ 4477 w 286892"/>
                <a:gd name="connsiteY11" fmla="*/ 45625 h 208978"/>
                <a:gd name="connsiteX12" fmla="*/ 0 w 286892"/>
                <a:gd name="connsiteY12" fmla="*/ 32575 h 208978"/>
                <a:gd name="connsiteX13" fmla="*/ 476 w 286892"/>
                <a:gd name="connsiteY13" fmla="*/ 12097 h 208978"/>
                <a:gd name="connsiteX14" fmla="*/ 33528 w 286892"/>
                <a:gd name="connsiteY14" fmla="*/ 0 h 208978"/>
                <a:gd name="connsiteX15" fmla="*/ 112871 w 286892"/>
                <a:gd name="connsiteY15" fmla="*/ 30956 h 208978"/>
                <a:gd name="connsiteX16" fmla="*/ 135255 w 286892"/>
                <a:gd name="connsiteY16" fmla="*/ 40767 h 208978"/>
                <a:gd name="connsiteX17" fmla="*/ 150876 w 286892"/>
                <a:gd name="connsiteY17" fmla="*/ 32099 h 208978"/>
                <a:gd name="connsiteX18" fmla="*/ 155448 w 286892"/>
                <a:gd name="connsiteY18" fmla="*/ 32290 h 208978"/>
                <a:gd name="connsiteX19" fmla="*/ 159544 w 286892"/>
                <a:gd name="connsiteY19" fmla="*/ 32385 h 208978"/>
                <a:gd name="connsiteX20" fmla="*/ 182880 w 286892"/>
                <a:gd name="connsiteY20" fmla="*/ 33147 h 208978"/>
                <a:gd name="connsiteX21" fmla="*/ 235363 w 286892"/>
                <a:gd name="connsiteY21" fmla="*/ 48006 h 208978"/>
                <a:gd name="connsiteX22" fmla="*/ 236601 w 286892"/>
                <a:gd name="connsiteY22" fmla="*/ 48387 h 208978"/>
                <a:gd name="connsiteX23" fmla="*/ 242888 w 286892"/>
                <a:gd name="connsiteY23" fmla="*/ 50959 h 208978"/>
                <a:gd name="connsiteX24" fmla="*/ 257080 w 286892"/>
                <a:gd name="connsiteY24" fmla="*/ 66961 h 208978"/>
                <a:gd name="connsiteX25" fmla="*/ 286893 w 286892"/>
                <a:gd name="connsiteY25" fmla="*/ 83534 h 208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6892" h="208978">
                  <a:moveTo>
                    <a:pt x="286893" y="83534"/>
                  </a:moveTo>
                  <a:lnTo>
                    <a:pt x="280321" y="122301"/>
                  </a:lnTo>
                  <a:lnTo>
                    <a:pt x="258318" y="208979"/>
                  </a:lnTo>
                  <a:lnTo>
                    <a:pt x="223361" y="181546"/>
                  </a:lnTo>
                  <a:lnTo>
                    <a:pt x="149162" y="126587"/>
                  </a:lnTo>
                  <a:lnTo>
                    <a:pt x="105061" y="102489"/>
                  </a:lnTo>
                  <a:lnTo>
                    <a:pt x="21526" y="100679"/>
                  </a:lnTo>
                  <a:lnTo>
                    <a:pt x="22765" y="80772"/>
                  </a:lnTo>
                  <a:lnTo>
                    <a:pt x="18097" y="67151"/>
                  </a:lnTo>
                  <a:lnTo>
                    <a:pt x="11621" y="55340"/>
                  </a:lnTo>
                  <a:lnTo>
                    <a:pt x="8858" y="51245"/>
                  </a:lnTo>
                  <a:lnTo>
                    <a:pt x="4477" y="45625"/>
                  </a:lnTo>
                  <a:lnTo>
                    <a:pt x="0" y="32575"/>
                  </a:lnTo>
                  <a:lnTo>
                    <a:pt x="476" y="12097"/>
                  </a:lnTo>
                  <a:lnTo>
                    <a:pt x="33528" y="0"/>
                  </a:lnTo>
                  <a:lnTo>
                    <a:pt x="112871" y="30956"/>
                  </a:lnTo>
                  <a:lnTo>
                    <a:pt x="135255" y="40767"/>
                  </a:lnTo>
                  <a:lnTo>
                    <a:pt x="150876" y="32099"/>
                  </a:lnTo>
                  <a:lnTo>
                    <a:pt x="155448" y="32290"/>
                  </a:lnTo>
                  <a:lnTo>
                    <a:pt x="159544" y="32385"/>
                  </a:lnTo>
                  <a:lnTo>
                    <a:pt x="182880" y="33147"/>
                  </a:lnTo>
                  <a:lnTo>
                    <a:pt x="235363" y="48006"/>
                  </a:lnTo>
                  <a:lnTo>
                    <a:pt x="236601" y="48387"/>
                  </a:lnTo>
                  <a:lnTo>
                    <a:pt x="242888" y="50959"/>
                  </a:lnTo>
                  <a:lnTo>
                    <a:pt x="257080" y="66961"/>
                  </a:lnTo>
                  <a:lnTo>
                    <a:pt x="286893" y="8353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0" name="서울특별시 은평구 신사2동">
              <a:extLst>
                <a:ext uri="{FF2B5EF4-FFF2-40B4-BE49-F238E27FC236}">
                  <a16:creationId xmlns:a16="http://schemas.microsoft.com/office/drawing/2014/main" id="{6B2E44C6-D1F4-C1E1-A944-445D291E01CF}"/>
                </a:ext>
              </a:extLst>
            </p:cNvPr>
            <p:cNvSpPr/>
            <p:nvPr/>
          </p:nvSpPr>
          <p:spPr>
            <a:xfrm>
              <a:off x="4737639" y="2825876"/>
              <a:ext cx="280892" cy="180308"/>
            </a:xfrm>
            <a:custGeom>
              <a:avLst/>
              <a:gdLst>
                <a:gd name="connsiteX0" fmla="*/ 280892 w 280892"/>
                <a:gd name="connsiteY0" fmla="*/ 108299 h 180308"/>
                <a:gd name="connsiteX1" fmla="*/ 264509 w 280892"/>
                <a:gd name="connsiteY1" fmla="*/ 172974 h 180308"/>
                <a:gd name="connsiteX2" fmla="*/ 248317 w 280892"/>
                <a:gd name="connsiteY2" fmla="*/ 172498 h 180308"/>
                <a:gd name="connsiteX3" fmla="*/ 212884 w 280892"/>
                <a:gd name="connsiteY3" fmla="*/ 163068 h 180308"/>
                <a:gd name="connsiteX4" fmla="*/ 203359 w 280892"/>
                <a:gd name="connsiteY4" fmla="*/ 160687 h 180308"/>
                <a:gd name="connsiteX5" fmla="*/ 117538 w 280892"/>
                <a:gd name="connsiteY5" fmla="*/ 172784 h 180308"/>
                <a:gd name="connsiteX6" fmla="*/ 95917 w 280892"/>
                <a:gd name="connsiteY6" fmla="*/ 180308 h 180308"/>
                <a:gd name="connsiteX7" fmla="*/ 15526 w 280892"/>
                <a:gd name="connsiteY7" fmla="*/ 152305 h 180308"/>
                <a:gd name="connsiteX8" fmla="*/ 14288 w 280892"/>
                <a:gd name="connsiteY8" fmla="*/ 150400 h 180308"/>
                <a:gd name="connsiteX9" fmla="*/ 10763 w 280892"/>
                <a:gd name="connsiteY9" fmla="*/ 141542 h 180308"/>
                <a:gd name="connsiteX10" fmla="*/ 381 w 280892"/>
                <a:gd name="connsiteY10" fmla="*/ 102965 h 180308"/>
                <a:gd name="connsiteX11" fmla="*/ 0 w 280892"/>
                <a:gd name="connsiteY11" fmla="*/ 101727 h 180308"/>
                <a:gd name="connsiteX12" fmla="*/ 6286 w 280892"/>
                <a:gd name="connsiteY12" fmla="*/ 91059 h 180308"/>
                <a:gd name="connsiteX13" fmla="*/ 17335 w 280892"/>
                <a:gd name="connsiteY13" fmla="*/ 81534 h 180308"/>
                <a:gd name="connsiteX14" fmla="*/ 28480 w 280892"/>
                <a:gd name="connsiteY14" fmla="*/ 72009 h 180308"/>
                <a:gd name="connsiteX15" fmla="*/ 43053 w 280892"/>
                <a:gd name="connsiteY15" fmla="*/ 37910 h 180308"/>
                <a:gd name="connsiteX16" fmla="*/ 44101 w 280892"/>
                <a:gd name="connsiteY16" fmla="*/ 0 h 180308"/>
                <a:gd name="connsiteX17" fmla="*/ 127635 w 280892"/>
                <a:gd name="connsiteY17" fmla="*/ 1810 h 180308"/>
                <a:gd name="connsiteX18" fmla="*/ 171736 w 280892"/>
                <a:gd name="connsiteY18" fmla="*/ 25908 h 180308"/>
                <a:gd name="connsiteX19" fmla="*/ 245935 w 280892"/>
                <a:gd name="connsiteY19" fmla="*/ 80867 h 180308"/>
                <a:gd name="connsiteX20" fmla="*/ 280892 w 280892"/>
                <a:gd name="connsiteY20" fmla="*/ 108299 h 18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0892" h="180308">
                  <a:moveTo>
                    <a:pt x="280892" y="108299"/>
                  </a:moveTo>
                  <a:lnTo>
                    <a:pt x="264509" y="172974"/>
                  </a:lnTo>
                  <a:lnTo>
                    <a:pt x="248317" y="172498"/>
                  </a:lnTo>
                  <a:lnTo>
                    <a:pt x="212884" y="163068"/>
                  </a:lnTo>
                  <a:lnTo>
                    <a:pt x="203359" y="160687"/>
                  </a:lnTo>
                  <a:lnTo>
                    <a:pt x="117538" y="172784"/>
                  </a:lnTo>
                  <a:lnTo>
                    <a:pt x="95917" y="180308"/>
                  </a:lnTo>
                  <a:lnTo>
                    <a:pt x="15526" y="152305"/>
                  </a:lnTo>
                  <a:lnTo>
                    <a:pt x="14288" y="150400"/>
                  </a:lnTo>
                  <a:lnTo>
                    <a:pt x="10763" y="141542"/>
                  </a:lnTo>
                  <a:lnTo>
                    <a:pt x="381" y="102965"/>
                  </a:lnTo>
                  <a:lnTo>
                    <a:pt x="0" y="101727"/>
                  </a:lnTo>
                  <a:lnTo>
                    <a:pt x="6286" y="91059"/>
                  </a:lnTo>
                  <a:lnTo>
                    <a:pt x="17335" y="81534"/>
                  </a:lnTo>
                  <a:lnTo>
                    <a:pt x="28480" y="72009"/>
                  </a:lnTo>
                  <a:lnTo>
                    <a:pt x="43053" y="37910"/>
                  </a:lnTo>
                  <a:lnTo>
                    <a:pt x="44101" y="0"/>
                  </a:lnTo>
                  <a:lnTo>
                    <a:pt x="127635" y="1810"/>
                  </a:lnTo>
                  <a:lnTo>
                    <a:pt x="171736" y="25908"/>
                  </a:lnTo>
                  <a:lnTo>
                    <a:pt x="245935" y="80867"/>
                  </a:lnTo>
                  <a:lnTo>
                    <a:pt x="280892" y="10829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1" name="서울특별시 은평구 증산동">
              <a:extLst>
                <a:ext uri="{FF2B5EF4-FFF2-40B4-BE49-F238E27FC236}">
                  <a16:creationId xmlns:a16="http://schemas.microsoft.com/office/drawing/2014/main" id="{0A54FF63-3BFE-E20F-000B-06E15FA6A083}"/>
                </a:ext>
              </a:extLst>
            </p:cNvPr>
            <p:cNvSpPr/>
            <p:nvPr/>
          </p:nvSpPr>
          <p:spPr>
            <a:xfrm>
              <a:off x="4723352" y="2986563"/>
              <a:ext cx="278796" cy="244506"/>
            </a:xfrm>
            <a:custGeom>
              <a:avLst/>
              <a:gdLst>
                <a:gd name="connsiteX0" fmla="*/ 278797 w 278796"/>
                <a:gd name="connsiteY0" fmla="*/ 12287 h 244506"/>
                <a:gd name="connsiteX1" fmla="*/ 270986 w 278796"/>
                <a:gd name="connsiteY1" fmla="*/ 42958 h 244506"/>
                <a:gd name="connsiteX2" fmla="*/ 269843 w 278796"/>
                <a:gd name="connsiteY2" fmla="*/ 45625 h 244506"/>
                <a:gd name="connsiteX3" fmla="*/ 269272 w 278796"/>
                <a:gd name="connsiteY3" fmla="*/ 46768 h 244506"/>
                <a:gd name="connsiteX4" fmla="*/ 267748 w 278796"/>
                <a:gd name="connsiteY4" fmla="*/ 50197 h 244506"/>
                <a:gd name="connsiteX5" fmla="*/ 265081 w 278796"/>
                <a:gd name="connsiteY5" fmla="*/ 55626 h 244506"/>
                <a:gd name="connsiteX6" fmla="*/ 262795 w 278796"/>
                <a:gd name="connsiteY6" fmla="*/ 58388 h 244506"/>
                <a:gd name="connsiteX7" fmla="*/ 260223 w 278796"/>
                <a:gd name="connsiteY7" fmla="*/ 61341 h 244506"/>
                <a:gd name="connsiteX8" fmla="*/ 256223 w 278796"/>
                <a:gd name="connsiteY8" fmla="*/ 65246 h 244506"/>
                <a:gd name="connsiteX9" fmla="*/ 211169 w 278796"/>
                <a:gd name="connsiteY9" fmla="*/ 107633 h 244506"/>
                <a:gd name="connsiteX10" fmla="*/ 146780 w 278796"/>
                <a:gd name="connsiteY10" fmla="*/ 168307 h 244506"/>
                <a:gd name="connsiteX11" fmla="*/ 89344 w 278796"/>
                <a:gd name="connsiteY11" fmla="*/ 226885 h 244506"/>
                <a:gd name="connsiteX12" fmla="*/ 83725 w 278796"/>
                <a:gd name="connsiteY12" fmla="*/ 222218 h 244506"/>
                <a:gd name="connsiteX13" fmla="*/ 62389 w 278796"/>
                <a:gd name="connsiteY13" fmla="*/ 244507 h 244506"/>
                <a:gd name="connsiteX14" fmla="*/ 7144 w 278796"/>
                <a:gd name="connsiteY14" fmla="*/ 206883 h 244506"/>
                <a:gd name="connsiteX15" fmla="*/ 0 w 278796"/>
                <a:gd name="connsiteY15" fmla="*/ 202025 h 244506"/>
                <a:gd name="connsiteX16" fmla="*/ 10858 w 278796"/>
                <a:gd name="connsiteY16" fmla="*/ 192881 h 244506"/>
                <a:gd name="connsiteX17" fmla="*/ 27527 w 278796"/>
                <a:gd name="connsiteY17" fmla="*/ 178879 h 244506"/>
                <a:gd name="connsiteX18" fmla="*/ 34576 w 278796"/>
                <a:gd name="connsiteY18" fmla="*/ 173831 h 244506"/>
                <a:gd name="connsiteX19" fmla="*/ 52388 w 278796"/>
                <a:gd name="connsiteY19" fmla="*/ 164116 h 244506"/>
                <a:gd name="connsiteX20" fmla="*/ 57436 w 278796"/>
                <a:gd name="connsiteY20" fmla="*/ 162496 h 244506"/>
                <a:gd name="connsiteX21" fmla="*/ 61436 w 278796"/>
                <a:gd name="connsiteY21" fmla="*/ 161258 h 244506"/>
                <a:gd name="connsiteX22" fmla="*/ 70199 w 278796"/>
                <a:gd name="connsiteY22" fmla="*/ 158401 h 244506"/>
                <a:gd name="connsiteX23" fmla="*/ 71723 w 278796"/>
                <a:gd name="connsiteY23" fmla="*/ 114395 h 244506"/>
                <a:gd name="connsiteX24" fmla="*/ 61627 w 278796"/>
                <a:gd name="connsiteY24" fmla="*/ 98203 h 244506"/>
                <a:gd name="connsiteX25" fmla="*/ 59817 w 278796"/>
                <a:gd name="connsiteY25" fmla="*/ 95155 h 244506"/>
                <a:gd name="connsiteX26" fmla="*/ 57055 w 278796"/>
                <a:gd name="connsiteY26" fmla="*/ 88201 h 244506"/>
                <a:gd name="connsiteX27" fmla="*/ 57722 w 278796"/>
                <a:gd name="connsiteY27" fmla="*/ 82391 h 244506"/>
                <a:gd name="connsiteX28" fmla="*/ 58293 w 278796"/>
                <a:gd name="connsiteY28" fmla="*/ 78676 h 244506"/>
                <a:gd name="connsiteX29" fmla="*/ 60769 w 278796"/>
                <a:gd name="connsiteY29" fmla="*/ 69723 h 244506"/>
                <a:gd name="connsiteX30" fmla="*/ 62675 w 278796"/>
                <a:gd name="connsiteY30" fmla="*/ 65627 h 244506"/>
                <a:gd name="connsiteX31" fmla="*/ 74485 w 278796"/>
                <a:gd name="connsiteY31" fmla="*/ 45053 h 244506"/>
                <a:gd name="connsiteX32" fmla="*/ 78962 w 278796"/>
                <a:gd name="connsiteY32" fmla="*/ 37624 h 244506"/>
                <a:gd name="connsiteX33" fmla="*/ 86582 w 278796"/>
                <a:gd name="connsiteY33" fmla="*/ 31909 h 244506"/>
                <a:gd name="connsiteX34" fmla="*/ 91726 w 278796"/>
                <a:gd name="connsiteY34" fmla="*/ 28099 h 244506"/>
                <a:gd name="connsiteX35" fmla="*/ 110204 w 278796"/>
                <a:gd name="connsiteY35" fmla="*/ 19621 h 244506"/>
                <a:gd name="connsiteX36" fmla="*/ 131826 w 278796"/>
                <a:gd name="connsiteY36" fmla="*/ 12097 h 244506"/>
                <a:gd name="connsiteX37" fmla="*/ 217646 w 278796"/>
                <a:gd name="connsiteY37" fmla="*/ 0 h 244506"/>
                <a:gd name="connsiteX38" fmla="*/ 227171 w 278796"/>
                <a:gd name="connsiteY38" fmla="*/ 2381 h 244506"/>
                <a:gd name="connsiteX39" fmla="*/ 262604 w 278796"/>
                <a:gd name="connsiteY39" fmla="*/ 11811 h 244506"/>
                <a:gd name="connsiteX40" fmla="*/ 278797 w 278796"/>
                <a:gd name="connsiteY40" fmla="*/ 12287 h 24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8796" h="244506">
                  <a:moveTo>
                    <a:pt x="278797" y="12287"/>
                  </a:moveTo>
                  <a:lnTo>
                    <a:pt x="270986" y="42958"/>
                  </a:lnTo>
                  <a:lnTo>
                    <a:pt x="269843" y="45625"/>
                  </a:lnTo>
                  <a:lnTo>
                    <a:pt x="269272" y="46768"/>
                  </a:lnTo>
                  <a:lnTo>
                    <a:pt x="267748" y="50197"/>
                  </a:lnTo>
                  <a:lnTo>
                    <a:pt x="265081" y="55626"/>
                  </a:lnTo>
                  <a:lnTo>
                    <a:pt x="262795" y="58388"/>
                  </a:lnTo>
                  <a:lnTo>
                    <a:pt x="260223" y="61341"/>
                  </a:lnTo>
                  <a:lnTo>
                    <a:pt x="256223" y="65246"/>
                  </a:lnTo>
                  <a:lnTo>
                    <a:pt x="211169" y="107633"/>
                  </a:lnTo>
                  <a:lnTo>
                    <a:pt x="146780" y="168307"/>
                  </a:lnTo>
                  <a:lnTo>
                    <a:pt x="89344" y="226885"/>
                  </a:lnTo>
                  <a:lnTo>
                    <a:pt x="83725" y="222218"/>
                  </a:lnTo>
                  <a:lnTo>
                    <a:pt x="62389" y="244507"/>
                  </a:lnTo>
                  <a:lnTo>
                    <a:pt x="7144" y="206883"/>
                  </a:lnTo>
                  <a:lnTo>
                    <a:pt x="0" y="202025"/>
                  </a:lnTo>
                  <a:lnTo>
                    <a:pt x="10858" y="192881"/>
                  </a:lnTo>
                  <a:lnTo>
                    <a:pt x="27527" y="178879"/>
                  </a:lnTo>
                  <a:lnTo>
                    <a:pt x="34576" y="173831"/>
                  </a:lnTo>
                  <a:lnTo>
                    <a:pt x="52388" y="164116"/>
                  </a:lnTo>
                  <a:lnTo>
                    <a:pt x="57436" y="162496"/>
                  </a:lnTo>
                  <a:lnTo>
                    <a:pt x="61436" y="161258"/>
                  </a:lnTo>
                  <a:lnTo>
                    <a:pt x="70199" y="158401"/>
                  </a:lnTo>
                  <a:lnTo>
                    <a:pt x="71723" y="114395"/>
                  </a:lnTo>
                  <a:lnTo>
                    <a:pt x="61627" y="98203"/>
                  </a:lnTo>
                  <a:lnTo>
                    <a:pt x="59817" y="95155"/>
                  </a:lnTo>
                  <a:lnTo>
                    <a:pt x="57055" y="88201"/>
                  </a:lnTo>
                  <a:lnTo>
                    <a:pt x="57722" y="82391"/>
                  </a:lnTo>
                  <a:lnTo>
                    <a:pt x="58293" y="78676"/>
                  </a:lnTo>
                  <a:lnTo>
                    <a:pt x="60769" y="69723"/>
                  </a:lnTo>
                  <a:lnTo>
                    <a:pt x="62675" y="65627"/>
                  </a:lnTo>
                  <a:lnTo>
                    <a:pt x="74485" y="45053"/>
                  </a:lnTo>
                  <a:lnTo>
                    <a:pt x="78962" y="37624"/>
                  </a:lnTo>
                  <a:lnTo>
                    <a:pt x="86582" y="31909"/>
                  </a:lnTo>
                  <a:lnTo>
                    <a:pt x="91726" y="28099"/>
                  </a:lnTo>
                  <a:lnTo>
                    <a:pt x="110204" y="19621"/>
                  </a:lnTo>
                  <a:lnTo>
                    <a:pt x="131826" y="12097"/>
                  </a:lnTo>
                  <a:lnTo>
                    <a:pt x="217646" y="0"/>
                  </a:lnTo>
                  <a:lnTo>
                    <a:pt x="227171" y="2381"/>
                  </a:lnTo>
                  <a:lnTo>
                    <a:pt x="262604" y="11811"/>
                  </a:lnTo>
                  <a:lnTo>
                    <a:pt x="278797" y="1228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2" name="서울특별시 은평구 수색동">
              <a:extLst>
                <a:ext uri="{FF2B5EF4-FFF2-40B4-BE49-F238E27FC236}">
                  <a16:creationId xmlns:a16="http://schemas.microsoft.com/office/drawing/2014/main" id="{4DDA7B82-3BEF-7D8A-F899-8A427CC19684}"/>
                </a:ext>
              </a:extLst>
            </p:cNvPr>
            <p:cNvSpPr/>
            <p:nvPr/>
          </p:nvSpPr>
          <p:spPr>
            <a:xfrm>
              <a:off x="4434078" y="2906267"/>
              <a:ext cx="399478" cy="282320"/>
            </a:xfrm>
            <a:custGeom>
              <a:avLst/>
              <a:gdLst>
                <a:gd name="connsiteX0" fmla="*/ 319087 w 399478"/>
                <a:gd name="connsiteY0" fmla="*/ 71914 h 282320"/>
                <a:gd name="connsiteX1" fmla="*/ 399478 w 399478"/>
                <a:gd name="connsiteY1" fmla="*/ 99917 h 282320"/>
                <a:gd name="connsiteX2" fmla="*/ 381000 w 399478"/>
                <a:gd name="connsiteY2" fmla="*/ 108395 h 282320"/>
                <a:gd name="connsiteX3" fmla="*/ 375857 w 399478"/>
                <a:gd name="connsiteY3" fmla="*/ 112204 h 282320"/>
                <a:gd name="connsiteX4" fmla="*/ 368236 w 399478"/>
                <a:gd name="connsiteY4" fmla="*/ 117920 h 282320"/>
                <a:gd name="connsiteX5" fmla="*/ 363760 w 399478"/>
                <a:gd name="connsiteY5" fmla="*/ 125349 h 282320"/>
                <a:gd name="connsiteX6" fmla="*/ 351949 w 399478"/>
                <a:gd name="connsiteY6" fmla="*/ 145923 h 282320"/>
                <a:gd name="connsiteX7" fmla="*/ 350044 w 399478"/>
                <a:gd name="connsiteY7" fmla="*/ 150019 h 282320"/>
                <a:gd name="connsiteX8" fmla="*/ 347567 w 399478"/>
                <a:gd name="connsiteY8" fmla="*/ 158972 h 282320"/>
                <a:gd name="connsiteX9" fmla="*/ 346996 w 399478"/>
                <a:gd name="connsiteY9" fmla="*/ 162687 h 282320"/>
                <a:gd name="connsiteX10" fmla="*/ 346329 w 399478"/>
                <a:gd name="connsiteY10" fmla="*/ 168497 h 282320"/>
                <a:gd name="connsiteX11" fmla="*/ 349091 w 399478"/>
                <a:gd name="connsiteY11" fmla="*/ 175450 h 282320"/>
                <a:gd name="connsiteX12" fmla="*/ 350901 w 399478"/>
                <a:gd name="connsiteY12" fmla="*/ 178499 h 282320"/>
                <a:gd name="connsiteX13" fmla="*/ 360998 w 399478"/>
                <a:gd name="connsiteY13" fmla="*/ 194691 h 282320"/>
                <a:gd name="connsiteX14" fmla="*/ 359474 w 399478"/>
                <a:gd name="connsiteY14" fmla="*/ 238696 h 282320"/>
                <a:gd name="connsiteX15" fmla="*/ 350710 w 399478"/>
                <a:gd name="connsiteY15" fmla="*/ 241554 h 282320"/>
                <a:gd name="connsiteX16" fmla="*/ 346710 w 399478"/>
                <a:gd name="connsiteY16" fmla="*/ 242792 h 282320"/>
                <a:gd name="connsiteX17" fmla="*/ 341662 w 399478"/>
                <a:gd name="connsiteY17" fmla="*/ 244412 h 282320"/>
                <a:gd name="connsiteX18" fmla="*/ 323850 w 399478"/>
                <a:gd name="connsiteY18" fmla="*/ 254127 h 282320"/>
                <a:gd name="connsiteX19" fmla="*/ 316801 w 399478"/>
                <a:gd name="connsiteY19" fmla="*/ 259175 h 282320"/>
                <a:gd name="connsiteX20" fmla="*/ 300133 w 399478"/>
                <a:gd name="connsiteY20" fmla="*/ 273177 h 282320"/>
                <a:gd name="connsiteX21" fmla="*/ 289274 w 399478"/>
                <a:gd name="connsiteY21" fmla="*/ 282321 h 282320"/>
                <a:gd name="connsiteX22" fmla="*/ 284035 w 399478"/>
                <a:gd name="connsiteY22" fmla="*/ 265843 h 282320"/>
                <a:gd name="connsiteX23" fmla="*/ 261461 w 399478"/>
                <a:gd name="connsiteY23" fmla="*/ 241935 h 282320"/>
                <a:gd name="connsiteX24" fmla="*/ 253555 w 399478"/>
                <a:gd name="connsiteY24" fmla="*/ 235268 h 282320"/>
                <a:gd name="connsiteX25" fmla="*/ 236601 w 399478"/>
                <a:gd name="connsiteY25" fmla="*/ 224314 h 282320"/>
                <a:gd name="connsiteX26" fmla="*/ 180118 w 399478"/>
                <a:gd name="connsiteY26" fmla="*/ 197549 h 282320"/>
                <a:gd name="connsiteX27" fmla="*/ 144685 w 399478"/>
                <a:gd name="connsiteY27" fmla="*/ 173927 h 282320"/>
                <a:gd name="connsiteX28" fmla="*/ 140113 w 399478"/>
                <a:gd name="connsiteY28" fmla="*/ 170879 h 282320"/>
                <a:gd name="connsiteX29" fmla="*/ 139160 w 399478"/>
                <a:gd name="connsiteY29" fmla="*/ 170307 h 282320"/>
                <a:gd name="connsiteX30" fmla="*/ 134398 w 399478"/>
                <a:gd name="connsiteY30" fmla="*/ 166688 h 282320"/>
                <a:gd name="connsiteX31" fmla="*/ 129921 w 399478"/>
                <a:gd name="connsiteY31" fmla="*/ 163449 h 282320"/>
                <a:gd name="connsiteX32" fmla="*/ 94202 w 399478"/>
                <a:gd name="connsiteY32" fmla="*/ 133541 h 282320"/>
                <a:gd name="connsiteX33" fmla="*/ 85820 w 399478"/>
                <a:gd name="connsiteY33" fmla="*/ 126397 h 282320"/>
                <a:gd name="connsiteX34" fmla="*/ 18383 w 399478"/>
                <a:gd name="connsiteY34" fmla="*/ 68390 h 282320"/>
                <a:gd name="connsiteX35" fmla="*/ 0 w 399478"/>
                <a:gd name="connsiteY35" fmla="*/ 52483 h 282320"/>
                <a:gd name="connsiteX36" fmla="*/ 20574 w 399478"/>
                <a:gd name="connsiteY36" fmla="*/ 38386 h 282320"/>
                <a:gd name="connsiteX37" fmla="*/ 30575 w 399478"/>
                <a:gd name="connsiteY37" fmla="*/ 29908 h 282320"/>
                <a:gd name="connsiteX38" fmla="*/ 34004 w 399478"/>
                <a:gd name="connsiteY38" fmla="*/ 25718 h 282320"/>
                <a:gd name="connsiteX39" fmla="*/ 37624 w 399478"/>
                <a:gd name="connsiteY39" fmla="*/ 21146 h 282320"/>
                <a:gd name="connsiteX40" fmla="*/ 46768 w 399478"/>
                <a:gd name="connsiteY40" fmla="*/ 8001 h 282320"/>
                <a:gd name="connsiteX41" fmla="*/ 78676 w 399478"/>
                <a:gd name="connsiteY41" fmla="*/ 0 h 282320"/>
                <a:gd name="connsiteX42" fmla="*/ 72009 w 399478"/>
                <a:gd name="connsiteY42" fmla="*/ 27337 h 282320"/>
                <a:gd name="connsiteX43" fmla="*/ 58007 w 399478"/>
                <a:gd name="connsiteY43" fmla="*/ 49816 h 282320"/>
                <a:gd name="connsiteX44" fmla="*/ 64675 w 399478"/>
                <a:gd name="connsiteY44" fmla="*/ 68104 h 282320"/>
                <a:gd name="connsiteX45" fmla="*/ 73819 w 399478"/>
                <a:gd name="connsiteY45" fmla="*/ 79820 h 282320"/>
                <a:gd name="connsiteX46" fmla="*/ 90964 w 399478"/>
                <a:gd name="connsiteY46" fmla="*/ 94964 h 282320"/>
                <a:gd name="connsiteX47" fmla="*/ 93726 w 399478"/>
                <a:gd name="connsiteY47" fmla="*/ 95250 h 282320"/>
                <a:gd name="connsiteX48" fmla="*/ 166021 w 399478"/>
                <a:gd name="connsiteY48" fmla="*/ 97536 h 282320"/>
                <a:gd name="connsiteX49" fmla="*/ 266795 w 399478"/>
                <a:gd name="connsiteY49" fmla="*/ 94488 h 282320"/>
                <a:gd name="connsiteX50" fmla="*/ 319087 w 399478"/>
                <a:gd name="connsiteY50" fmla="*/ 71914 h 28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99478" h="282320">
                  <a:moveTo>
                    <a:pt x="319087" y="71914"/>
                  </a:moveTo>
                  <a:lnTo>
                    <a:pt x="399478" y="99917"/>
                  </a:lnTo>
                  <a:lnTo>
                    <a:pt x="381000" y="108395"/>
                  </a:lnTo>
                  <a:lnTo>
                    <a:pt x="375857" y="112204"/>
                  </a:lnTo>
                  <a:lnTo>
                    <a:pt x="368236" y="117920"/>
                  </a:lnTo>
                  <a:lnTo>
                    <a:pt x="363760" y="125349"/>
                  </a:lnTo>
                  <a:lnTo>
                    <a:pt x="351949" y="145923"/>
                  </a:lnTo>
                  <a:lnTo>
                    <a:pt x="350044" y="150019"/>
                  </a:lnTo>
                  <a:lnTo>
                    <a:pt x="347567" y="158972"/>
                  </a:lnTo>
                  <a:lnTo>
                    <a:pt x="346996" y="162687"/>
                  </a:lnTo>
                  <a:lnTo>
                    <a:pt x="346329" y="168497"/>
                  </a:lnTo>
                  <a:lnTo>
                    <a:pt x="349091" y="175450"/>
                  </a:lnTo>
                  <a:lnTo>
                    <a:pt x="350901" y="178499"/>
                  </a:lnTo>
                  <a:lnTo>
                    <a:pt x="360998" y="194691"/>
                  </a:lnTo>
                  <a:lnTo>
                    <a:pt x="359474" y="238696"/>
                  </a:lnTo>
                  <a:lnTo>
                    <a:pt x="350710" y="241554"/>
                  </a:lnTo>
                  <a:lnTo>
                    <a:pt x="346710" y="242792"/>
                  </a:lnTo>
                  <a:lnTo>
                    <a:pt x="341662" y="244412"/>
                  </a:lnTo>
                  <a:lnTo>
                    <a:pt x="323850" y="254127"/>
                  </a:lnTo>
                  <a:lnTo>
                    <a:pt x="316801" y="259175"/>
                  </a:lnTo>
                  <a:lnTo>
                    <a:pt x="300133" y="273177"/>
                  </a:lnTo>
                  <a:lnTo>
                    <a:pt x="289274" y="282321"/>
                  </a:lnTo>
                  <a:lnTo>
                    <a:pt x="284035" y="265843"/>
                  </a:lnTo>
                  <a:lnTo>
                    <a:pt x="261461" y="241935"/>
                  </a:lnTo>
                  <a:lnTo>
                    <a:pt x="253555" y="235268"/>
                  </a:lnTo>
                  <a:lnTo>
                    <a:pt x="236601" y="224314"/>
                  </a:lnTo>
                  <a:lnTo>
                    <a:pt x="180118" y="197549"/>
                  </a:lnTo>
                  <a:lnTo>
                    <a:pt x="144685" y="173927"/>
                  </a:lnTo>
                  <a:lnTo>
                    <a:pt x="140113" y="170879"/>
                  </a:lnTo>
                  <a:lnTo>
                    <a:pt x="139160" y="170307"/>
                  </a:lnTo>
                  <a:lnTo>
                    <a:pt x="134398" y="166688"/>
                  </a:lnTo>
                  <a:lnTo>
                    <a:pt x="129921" y="163449"/>
                  </a:lnTo>
                  <a:lnTo>
                    <a:pt x="94202" y="133541"/>
                  </a:lnTo>
                  <a:lnTo>
                    <a:pt x="85820" y="126397"/>
                  </a:lnTo>
                  <a:lnTo>
                    <a:pt x="18383" y="68390"/>
                  </a:lnTo>
                  <a:lnTo>
                    <a:pt x="0" y="52483"/>
                  </a:lnTo>
                  <a:lnTo>
                    <a:pt x="20574" y="38386"/>
                  </a:lnTo>
                  <a:lnTo>
                    <a:pt x="30575" y="29908"/>
                  </a:lnTo>
                  <a:lnTo>
                    <a:pt x="34004" y="25718"/>
                  </a:lnTo>
                  <a:lnTo>
                    <a:pt x="37624" y="21146"/>
                  </a:lnTo>
                  <a:lnTo>
                    <a:pt x="46768" y="8001"/>
                  </a:lnTo>
                  <a:lnTo>
                    <a:pt x="78676" y="0"/>
                  </a:lnTo>
                  <a:lnTo>
                    <a:pt x="72009" y="27337"/>
                  </a:lnTo>
                  <a:lnTo>
                    <a:pt x="58007" y="49816"/>
                  </a:lnTo>
                  <a:lnTo>
                    <a:pt x="64675" y="68104"/>
                  </a:lnTo>
                  <a:lnTo>
                    <a:pt x="73819" y="79820"/>
                  </a:lnTo>
                  <a:lnTo>
                    <a:pt x="90964" y="94964"/>
                  </a:lnTo>
                  <a:lnTo>
                    <a:pt x="93726" y="95250"/>
                  </a:lnTo>
                  <a:lnTo>
                    <a:pt x="166021" y="97536"/>
                  </a:lnTo>
                  <a:lnTo>
                    <a:pt x="266795" y="94488"/>
                  </a:lnTo>
                  <a:lnTo>
                    <a:pt x="319087" y="7191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3" name="서울특별시 은평구 진관동">
              <a:extLst>
                <a:ext uri="{FF2B5EF4-FFF2-40B4-BE49-F238E27FC236}">
                  <a16:creationId xmlns:a16="http://schemas.microsoft.com/office/drawing/2014/main" id="{000A5D2E-0FF8-1809-A393-C91C1AB3FC72}"/>
                </a:ext>
              </a:extLst>
            </p:cNvPr>
            <p:cNvSpPr/>
            <p:nvPr/>
          </p:nvSpPr>
          <p:spPr>
            <a:xfrm>
              <a:off x="4851558" y="1725072"/>
              <a:ext cx="1205865" cy="613124"/>
            </a:xfrm>
            <a:custGeom>
              <a:avLst/>
              <a:gdLst>
                <a:gd name="connsiteX0" fmla="*/ 1205865 w 1205865"/>
                <a:gd name="connsiteY0" fmla="*/ 484156 h 613124"/>
                <a:gd name="connsiteX1" fmla="*/ 1177195 w 1205865"/>
                <a:gd name="connsiteY1" fmla="*/ 509968 h 613124"/>
                <a:gd name="connsiteX2" fmla="*/ 1159859 w 1205865"/>
                <a:gd name="connsiteY2" fmla="*/ 521494 h 613124"/>
                <a:gd name="connsiteX3" fmla="*/ 1152049 w 1205865"/>
                <a:gd name="connsiteY3" fmla="*/ 523684 h 613124"/>
                <a:gd name="connsiteX4" fmla="*/ 1143381 w 1205865"/>
                <a:gd name="connsiteY4" fmla="*/ 525780 h 613124"/>
                <a:gd name="connsiteX5" fmla="*/ 1130522 w 1205865"/>
                <a:gd name="connsiteY5" fmla="*/ 529018 h 613124"/>
                <a:gd name="connsiteX6" fmla="*/ 1034605 w 1205865"/>
                <a:gd name="connsiteY6" fmla="*/ 546354 h 613124"/>
                <a:gd name="connsiteX7" fmla="*/ 983837 w 1205865"/>
                <a:gd name="connsiteY7" fmla="*/ 553022 h 613124"/>
                <a:gd name="connsiteX8" fmla="*/ 946404 w 1205865"/>
                <a:gd name="connsiteY8" fmla="*/ 594932 h 613124"/>
                <a:gd name="connsiteX9" fmla="*/ 933355 w 1205865"/>
                <a:gd name="connsiteY9" fmla="*/ 609600 h 613124"/>
                <a:gd name="connsiteX10" fmla="*/ 868489 w 1205865"/>
                <a:gd name="connsiteY10" fmla="*/ 613124 h 613124"/>
                <a:gd name="connsiteX11" fmla="*/ 798766 w 1205865"/>
                <a:gd name="connsiteY11" fmla="*/ 578072 h 613124"/>
                <a:gd name="connsiteX12" fmla="*/ 785431 w 1205865"/>
                <a:gd name="connsiteY12" fmla="*/ 572643 h 613124"/>
                <a:gd name="connsiteX13" fmla="*/ 780955 w 1205865"/>
                <a:gd name="connsiteY13" fmla="*/ 572262 h 613124"/>
                <a:gd name="connsiteX14" fmla="*/ 777049 w 1205865"/>
                <a:gd name="connsiteY14" fmla="*/ 571976 h 613124"/>
                <a:gd name="connsiteX15" fmla="*/ 755142 w 1205865"/>
                <a:gd name="connsiteY15" fmla="*/ 579406 h 613124"/>
                <a:gd name="connsiteX16" fmla="*/ 742093 w 1205865"/>
                <a:gd name="connsiteY16" fmla="*/ 583883 h 613124"/>
                <a:gd name="connsiteX17" fmla="*/ 681990 w 1205865"/>
                <a:gd name="connsiteY17" fmla="*/ 611981 h 613124"/>
                <a:gd name="connsiteX18" fmla="*/ 645986 w 1205865"/>
                <a:gd name="connsiteY18" fmla="*/ 603409 h 613124"/>
                <a:gd name="connsiteX19" fmla="*/ 636746 w 1205865"/>
                <a:gd name="connsiteY19" fmla="*/ 597503 h 613124"/>
                <a:gd name="connsiteX20" fmla="*/ 555498 w 1205865"/>
                <a:gd name="connsiteY20" fmla="*/ 590931 h 613124"/>
                <a:gd name="connsiteX21" fmla="*/ 508730 w 1205865"/>
                <a:gd name="connsiteY21" fmla="*/ 587693 h 613124"/>
                <a:gd name="connsiteX22" fmla="*/ 487871 w 1205865"/>
                <a:gd name="connsiteY22" fmla="*/ 590074 h 613124"/>
                <a:gd name="connsiteX23" fmla="*/ 486728 w 1205865"/>
                <a:gd name="connsiteY23" fmla="*/ 590074 h 613124"/>
                <a:gd name="connsiteX24" fmla="*/ 485870 w 1205865"/>
                <a:gd name="connsiteY24" fmla="*/ 589788 h 613124"/>
                <a:gd name="connsiteX25" fmla="*/ 483013 w 1205865"/>
                <a:gd name="connsiteY25" fmla="*/ 587597 h 613124"/>
                <a:gd name="connsiteX26" fmla="*/ 434149 w 1205865"/>
                <a:gd name="connsiteY26" fmla="*/ 554831 h 613124"/>
                <a:gd name="connsiteX27" fmla="*/ 391192 w 1205865"/>
                <a:gd name="connsiteY27" fmla="*/ 534924 h 613124"/>
                <a:gd name="connsiteX28" fmla="*/ 380047 w 1205865"/>
                <a:gd name="connsiteY28" fmla="*/ 533781 h 613124"/>
                <a:gd name="connsiteX29" fmla="*/ 378428 w 1205865"/>
                <a:gd name="connsiteY29" fmla="*/ 533686 h 613124"/>
                <a:gd name="connsiteX30" fmla="*/ 368237 w 1205865"/>
                <a:gd name="connsiteY30" fmla="*/ 533781 h 613124"/>
                <a:gd name="connsiteX31" fmla="*/ 259366 w 1205865"/>
                <a:gd name="connsiteY31" fmla="*/ 562451 h 613124"/>
                <a:gd name="connsiteX32" fmla="*/ 188119 w 1205865"/>
                <a:gd name="connsiteY32" fmla="*/ 512731 h 613124"/>
                <a:gd name="connsiteX33" fmla="*/ 184880 w 1205865"/>
                <a:gd name="connsiteY33" fmla="*/ 505301 h 613124"/>
                <a:gd name="connsiteX34" fmla="*/ 138398 w 1205865"/>
                <a:gd name="connsiteY34" fmla="*/ 514921 h 613124"/>
                <a:gd name="connsiteX35" fmla="*/ 136017 w 1205865"/>
                <a:gd name="connsiteY35" fmla="*/ 515493 h 613124"/>
                <a:gd name="connsiteX36" fmla="*/ 132969 w 1205865"/>
                <a:gd name="connsiteY36" fmla="*/ 516064 h 613124"/>
                <a:gd name="connsiteX37" fmla="*/ 123444 w 1205865"/>
                <a:gd name="connsiteY37" fmla="*/ 518160 h 613124"/>
                <a:gd name="connsiteX38" fmla="*/ 107823 w 1205865"/>
                <a:gd name="connsiteY38" fmla="*/ 532352 h 613124"/>
                <a:gd name="connsiteX39" fmla="*/ 100489 w 1205865"/>
                <a:gd name="connsiteY39" fmla="*/ 535210 h 613124"/>
                <a:gd name="connsiteX40" fmla="*/ 89154 w 1205865"/>
                <a:gd name="connsiteY40" fmla="*/ 539496 h 613124"/>
                <a:gd name="connsiteX41" fmla="*/ 69913 w 1205865"/>
                <a:gd name="connsiteY41" fmla="*/ 542734 h 613124"/>
                <a:gd name="connsiteX42" fmla="*/ 64198 w 1205865"/>
                <a:gd name="connsiteY42" fmla="*/ 542734 h 613124"/>
                <a:gd name="connsiteX43" fmla="*/ 38862 w 1205865"/>
                <a:gd name="connsiteY43" fmla="*/ 521589 h 613124"/>
                <a:gd name="connsiteX44" fmla="*/ 34385 w 1205865"/>
                <a:gd name="connsiteY44" fmla="*/ 515112 h 613124"/>
                <a:gd name="connsiteX45" fmla="*/ 24955 w 1205865"/>
                <a:gd name="connsiteY45" fmla="*/ 494252 h 613124"/>
                <a:gd name="connsiteX46" fmla="*/ 24670 w 1205865"/>
                <a:gd name="connsiteY46" fmla="*/ 493300 h 613124"/>
                <a:gd name="connsiteX47" fmla="*/ 23146 w 1205865"/>
                <a:gd name="connsiteY47" fmla="*/ 488347 h 613124"/>
                <a:gd name="connsiteX48" fmla="*/ 22860 w 1205865"/>
                <a:gd name="connsiteY48" fmla="*/ 479774 h 613124"/>
                <a:gd name="connsiteX49" fmla="*/ 35528 w 1205865"/>
                <a:gd name="connsiteY49" fmla="*/ 467773 h 613124"/>
                <a:gd name="connsiteX50" fmla="*/ 36004 w 1205865"/>
                <a:gd name="connsiteY50" fmla="*/ 467296 h 613124"/>
                <a:gd name="connsiteX51" fmla="*/ 37052 w 1205865"/>
                <a:gd name="connsiteY51" fmla="*/ 466344 h 613124"/>
                <a:gd name="connsiteX52" fmla="*/ 40005 w 1205865"/>
                <a:gd name="connsiteY52" fmla="*/ 463677 h 613124"/>
                <a:gd name="connsiteX53" fmla="*/ 70771 w 1205865"/>
                <a:gd name="connsiteY53" fmla="*/ 438912 h 613124"/>
                <a:gd name="connsiteX54" fmla="*/ 82391 w 1205865"/>
                <a:gd name="connsiteY54" fmla="*/ 432911 h 613124"/>
                <a:gd name="connsiteX55" fmla="*/ 89821 w 1205865"/>
                <a:gd name="connsiteY55" fmla="*/ 368427 h 613124"/>
                <a:gd name="connsiteX56" fmla="*/ 100584 w 1205865"/>
                <a:gd name="connsiteY56" fmla="*/ 341376 h 613124"/>
                <a:gd name="connsiteX57" fmla="*/ 116776 w 1205865"/>
                <a:gd name="connsiteY57" fmla="*/ 325850 h 613124"/>
                <a:gd name="connsiteX58" fmla="*/ 123920 w 1205865"/>
                <a:gd name="connsiteY58" fmla="*/ 321373 h 613124"/>
                <a:gd name="connsiteX59" fmla="*/ 127540 w 1205865"/>
                <a:gd name="connsiteY59" fmla="*/ 318325 h 613124"/>
                <a:gd name="connsiteX60" fmla="*/ 130492 w 1205865"/>
                <a:gd name="connsiteY60" fmla="*/ 313754 h 613124"/>
                <a:gd name="connsiteX61" fmla="*/ 130492 w 1205865"/>
                <a:gd name="connsiteY61" fmla="*/ 311563 h 613124"/>
                <a:gd name="connsiteX62" fmla="*/ 126111 w 1205865"/>
                <a:gd name="connsiteY62" fmla="*/ 264890 h 613124"/>
                <a:gd name="connsiteX63" fmla="*/ 41910 w 1205865"/>
                <a:gd name="connsiteY63" fmla="*/ 226504 h 613124"/>
                <a:gd name="connsiteX64" fmla="*/ 0 w 1205865"/>
                <a:gd name="connsiteY64" fmla="*/ 182690 h 613124"/>
                <a:gd name="connsiteX65" fmla="*/ 45339 w 1205865"/>
                <a:gd name="connsiteY65" fmla="*/ 206026 h 613124"/>
                <a:gd name="connsiteX66" fmla="*/ 107061 w 1205865"/>
                <a:gd name="connsiteY66" fmla="*/ 239077 h 613124"/>
                <a:gd name="connsiteX67" fmla="*/ 128683 w 1205865"/>
                <a:gd name="connsiteY67" fmla="*/ 249079 h 613124"/>
                <a:gd name="connsiteX68" fmla="*/ 137827 w 1205865"/>
                <a:gd name="connsiteY68" fmla="*/ 252603 h 613124"/>
                <a:gd name="connsiteX69" fmla="*/ 156210 w 1205865"/>
                <a:gd name="connsiteY69" fmla="*/ 258890 h 613124"/>
                <a:gd name="connsiteX70" fmla="*/ 161734 w 1205865"/>
                <a:gd name="connsiteY70" fmla="*/ 259366 h 613124"/>
                <a:gd name="connsiteX71" fmla="*/ 290036 w 1205865"/>
                <a:gd name="connsiteY71" fmla="*/ 243554 h 613124"/>
                <a:gd name="connsiteX72" fmla="*/ 294704 w 1205865"/>
                <a:gd name="connsiteY72" fmla="*/ 242030 h 613124"/>
                <a:gd name="connsiteX73" fmla="*/ 304895 w 1205865"/>
                <a:gd name="connsiteY73" fmla="*/ 238696 h 613124"/>
                <a:gd name="connsiteX74" fmla="*/ 306324 w 1205865"/>
                <a:gd name="connsiteY74" fmla="*/ 238220 h 613124"/>
                <a:gd name="connsiteX75" fmla="*/ 311087 w 1205865"/>
                <a:gd name="connsiteY75" fmla="*/ 236601 h 613124"/>
                <a:gd name="connsiteX76" fmla="*/ 327850 w 1205865"/>
                <a:gd name="connsiteY76" fmla="*/ 229362 h 613124"/>
                <a:gd name="connsiteX77" fmla="*/ 349377 w 1205865"/>
                <a:gd name="connsiteY77" fmla="*/ 218027 h 613124"/>
                <a:gd name="connsiteX78" fmla="*/ 360236 w 1205865"/>
                <a:gd name="connsiteY78" fmla="*/ 212122 h 613124"/>
                <a:gd name="connsiteX79" fmla="*/ 361664 w 1205865"/>
                <a:gd name="connsiteY79" fmla="*/ 211265 h 613124"/>
                <a:gd name="connsiteX80" fmla="*/ 365284 w 1205865"/>
                <a:gd name="connsiteY80" fmla="*/ 209359 h 613124"/>
                <a:gd name="connsiteX81" fmla="*/ 366713 w 1205865"/>
                <a:gd name="connsiteY81" fmla="*/ 208312 h 613124"/>
                <a:gd name="connsiteX82" fmla="*/ 369761 w 1205865"/>
                <a:gd name="connsiteY82" fmla="*/ 206026 h 613124"/>
                <a:gd name="connsiteX83" fmla="*/ 375571 w 1205865"/>
                <a:gd name="connsiteY83" fmla="*/ 201835 h 613124"/>
                <a:gd name="connsiteX84" fmla="*/ 392239 w 1205865"/>
                <a:gd name="connsiteY84" fmla="*/ 189643 h 613124"/>
                <a:gd name="connsiteX85" fmla="*/ 411004 w 1205865"/>
                <a:gd name="connsiteY85" fmla="*/ 175927 h 613124"/>
                <a:gd name="connsiteX86" fmla="*/ 421291 w 1205865"/>
                <a:gd name="connsiteY86" fmla="*/ 168402 h 613124"/>
                <a:gd name="connsiteX87" fmla="*/ 423100 w 1205865"/>
                <a:gd name="connsiteY87" fmla="*/ 167164 h 613124"/>
                <a:gd name="connsiteX88" fmla="*/ 424624 w 1205865"/>
                <a:gd name="connsiteY88" fmla="*/ 166116 h 613124"/>
                <a:gd name="connsiteX89" fmla="*/ 428244 w 1205865"/>
                <a:gd name="connsiteY89" fmla="*/ 163640 h 613124"/>
                <a:gd name="connsiteX90" fmla="*/ 443579 w 1205865"/>
                <a:gd name="connsiteY90" fmla="*/ 155638 h 613124"/>
                <a:gd name="connsiteX91" fmla="*/ 455486 w 1205865"/>
                <a:gd name="connsiteY91" fmla="*/ 152876 h 613124"/>
                <a:gd name="connsiteX92" fmla="*/ 469963 w 1205865"/>
                <a:gd name="connsiteY92" fmla="*/ 151638 h 613124"/>
                <a:gd name="connsiteX93" fmla="*/ 471297 w 1205865"/>
                <a:gd name="connsiteY93" fmla="*/ 151733 h 613124"/>
                <a:gd name="connsiteX94" fmla="*/ 529780 w 1205865"/>
                <a:gd name="connsiteY94" fmla="*/ 152781 h 613124"/>
                <a:gd name="connsiteX95" fmla="*/ 534162 w 1205865"/>
                <a:gd name="connsiteY95" fmla="*/ 151352 h 613124"/>
                <a:gd name="connsiteX96" fmla="*/ 542354 w 1205865"/>
                <a:gd name="connsiteY96" fmla="*/ 146780 h 613124"/>
                <a:gd name="connsiteX97" fmla="*/ 575977 w 1205865"/>
                <a:gd name="connsiteY97" fmla="*/ 128016 h 613124"/>
                <a:gd name="connsiteX98" fmla="*/ 602361 w 1205865"/>
                <a:gd name="connsiteY98" fmla="*/ 87535 h 613124"/>
                <a:gd name="connsiteX99" fmla="*/ 604075 w 1205865"/>
                <a:gd name="connsiteY99" fmla="*/ 82867 h 613124"/>
                <a:gd name="connsiteX100" fmla="*/ 610838 w 1205865"/>
                <a:gd name="connsiteY100" fmla="*/ 73247 h 613124"/>
                <a:gd name="connsiteX101" fmla="*/ 616172 w 1205865"/>
                <a:gd name="connsiteY101" fmla="*/ 66104 h 613124"/>
                <a:gd name="connsiteX102" fmla="*/ 618363 w 1205865"/>
                <a:gd name="connsiteY102" fmla="*/ 63246 h 613124"/>
                <a:gd name="connsiteX103" fmla="*/ 636651 w 1205865"/>
                <a:gd name="connsiteY103" fmla="*/ 42863 h 613124"/>
                <a:gd name="connsiteX104" fmla="*/ 648272 w 1205865"/>
                <a:gd name="connsiteY104" fmla="*/ 34957 h 613124"/>
                <a:gd name="connsiteX105" fmla="*/ 651224 w 1205865"/>
                <a:gd name="connsiteY105" fmla="*/ 33242 h 613124"/>
                <a:gd name="connsiteX106" fmla="*/ 675799 w 1205865"/>
                <a:gd name="connsiteY106" fmla="*/ 21717 h 613124"/>
                <a:gd name="connsiteX107" fmla="*/ 680656 w 1205865"/>
                <a:gd name="connsiteY107" fmla="*/ 20098 h 613124"/>
                <a:gd name="connsiteX108" fmla="*/ 695230 w 1205865"/>
                <a:gd name="connsiteY108" fmla="*/ 15145 h 613124"/>
                <a:gd name="connsiteX109" fmla="*/ 744093 w 1205865"/>
                <a:gd name="connsiteY109" fmla="*/ 2096 h 613124"/>
                <a:gd name="connsiteX110" fmla="*/ 747903 w 1205865"/>
                <a:gd name="connsiteY110" fmla="*/ 1524 h 613124"/>
                <a:gd name="connsiteX111" fmla="*/ 757904 w 1205865"/>
                <a:gd name="connsiteY111" fmla="*/ 0 h 613124"/>
                <a:gd name="connsiteX112" fmla="*/ 762000 w 1205865"/>
                <a:gd name="connsiteY112" fmla="*/ 1048 h 613124"/>
                <a:gd name="connsiteX113" fmla="*/ 764096 w 1205865"/>
                <a:gd name="connsiteY113" fmla="*/ 4477 h 613124"/>
                <a:gd name="connsiteX114" fmla="*/ 764381 w 1205865"/>
                <a:gd name="connsiteY114" fmla="*/ 4953 h 613124"/>
                <a:gd name="connsiteX115" fmla="*/ 764667 w 1205865"/>
                <a:gd name="connsiteY115" fmla="*/ 5620 h 613124"/>
                <a:gd name="connsiteX116" fmla="*/ 767239 w 1205865"/>
                <a:gd name="connsiteY116" fmla="*/ 11621 h 613124"/>
                <a:gd name="connsiteX117" fmla="*/ 788956 w 1205865"/>
                <a:gd name="connsiteY117" fmla="*/ 36862 h 613124"/>
                <a:gd name="connsiteX118" fmla="*/ 831913 w 1205865"/>
                <a:gd name="connsiteY118" fmla="*/ 72104 h 613124"/>
                <a:gd name="connsiteX119" fmla="*/ 832485 w 1205865"/>
                <a:gd name="connsiteY119" fmla="*/ 72485 h 613124"/>
                <a:gd name="connsiteX120" fmla="*/ 833533 w 1205865"/>
                <a:gd name="connsiteY120" fmla="*/ 73247 h 613124"/>
                <a:gd name="connsiteX121" fmla="*/ 848487 w 1205865"/>
                <a:gd name="connsiteY121" fmla="*/ 76676 h 613124"/>
                <a:gd name="connsiteX122" fmla="*/ 853059 w 1205865"/>
                <a:gd name="connsiteY122" fmla="*/ 77152 h 613124"/>
                <a:gd name="connsiteX123" fmla="*/ 853630 w 1205865"/>
                <a:gd name="connsiteY123" fmla="*/ 77248 h 613124"/>
                <a:gd name="connsiteX124" fmla="*/ 857631 w 1205865"/>
                <a:gd name="connsiteY124" fmla="*/ 77343 h 613124"/>
                <a:gd name="connsiteX125" fmla="*/ 875252 w 1205865"/>
                <a:gd name="connsiteY125" fmla="*/ 71914 h 613124"/>
                <a:gd name="connsiteX126" fmla="*/ 894683 w 1205865"/>
                <a:gd name="connsiteY126" fmla="*/ 76867 h 613124"/>
                <a:gd name="connsiteX127" fmla="*/ 925830 w 1205865"/>
                <a:gd name="connsiteY127" fmla="*/ 107252 h 613124"/>
                <a:gd name="connsiteX128" fmla="*/ 933545 w 1205865"/>
                <a:gd name="connsiteY128" fmla="*/ 114967 h 613124"/>
                <a:gd name="connsiteX129" fmla="*/ 987647 w 1205865"/>
                <a:gd name="connsiteY129" fmla="*/ 190786 h 613124"/>
                <a:gd name="connsiteX130" fmla="*/ 1023556 w 1205865"/>
                <a:gd name="connsiteY130" fmla="*/ 250698 h 613124"/>
                <a:gd name="connsiteX131" fmla="*/ 1072324 w 1205865"/>
                <a:gd name="connsiteY131" fmla="*/ 288512 h 613124"/>
                <a:gd name="connsiteX132" fmla="*/ 1078516 w 1205865"/>
                <a:gd name="connsiteY132" fmla="*/ 290798 h 613124"/>
                <a:gd name="connsiteX133" fmla="*/ 1082897 w 1205865"/>
                <a:gd name="connsiteY133" fmla="*/ 294227 h 613124"/>
                <a:gd name="connsiteX134" fmla="*/ 1142524 w 1205865"/>
                <a:gd name="connsiteY134" fmla="*/ 356616 h 613124"/>
                <a:gd name="connsiteX135" fmla="*/ 1152144 w 1205865"/>
                <a:gd name="connsiteY135" fmla="*/ 368141 h 613124"/>
                <a:gd name="connsiteX136" fmla="*/ 1152811 w 1205865"/>
                <a:gd name="connsiteY136" fmla="*/ 372904 h 613124"/>
                <a:gd name="connsiteX137" fmla="*/ 1151477 w 1205865"/>
                <a:gd name="connsiteY137" fmla="*/ 397859 h 613124"/>
                <a:gd name="connsiteX138" fmla="*/ 1151096 w 1205865"/>
                <a:gd name="connsiteY138" fmla="*/ 399098 h 613124"/>
                <a:gd name="connsiteX139" fmla="*/ 1189291 w 1205865"/>
                <a:gd name="connsiteY139" fmla="*/ 471297 h 613124"/>
                <a:gd name="connsiteX140" fmla="*/ 1205865 w 1205865"/>
                <a:gd name="connsiteY140" fmla="*/ 484156 h 61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1205865" h="613124">
                  <a:moveTo>
                    <a:pt x="1205865" y="484156"/>
                  </a:moveTo>
                  <a:lnTo>
                    <a:pt x="1177195" y="509968"/>
                  </a:lnTo>
                  <a:lnTo>
                    <a:pt x="1159859" y="521494"/>
                  </a:lnTo>
                  <a:lnTo>
                    <a:pt x="1152049" y="523684"/>
                  </a:lnTo>
                  <a:lnTo>
                    <a:pt x="1143381" y="525780"/>
                  </a:lnTo>
                  <a:lnTo>
                    <a:pt x="1130522" y="529018"/>
                  </a:lnTo>
                  <a:lnTo>
                    <a:pt x="1034605" y="546354"/>
                  </a:lnTo>
                  <a:lnTo>
                    <a:pt x="983837" y="553022"/>
                  </a:lnTo>
                  <a:lnTo>
                    <a:pt x="946404" y="594932"/>
                  </a:lnTo>
                  <a:lnTo>
                    <a:pt x="933355" y="609600"/>
                  </a:lnTo>
                  <a:lnTo>
                    <a:pt x="868489" y="613124"/>
                  </a:lnTo>
                  <a:lnTo>
                    <a:pt x="798766" y="578072"/>
                  </a:lnTo>
                  <a:lnTo>
                    <a:pt x="785431" y="572643"/>
                  </a:lnTo>
                  <a:lnTo>
                    <a:pt x="780955" y="572262"/>
                  </a:lnTo>
                  <a:lnTo>
                    <a:pt x="777049" y="571976"/>
                  </a:lnTo>
                  <a:lnTo>
                    <a:pt x="755142" y="579406"/>
                  </a:lnTo>
                  <a:lnTo>
                    <a:pt x="742093" y="583883"/>
                  </a:lnTo>
                  <a:lnTo>
                    <a:pt x="681990" y="611981"/>
                  </a:lnTo>
                  <a:lnTo>
                    <a:pt x="645986" y="603409"/>
                  </a:lnTo>
                  <a:lnTo>
                    <a:pt x="636746" y="597503"/>
                  </a:lnTo>
                  <a:lnTo>
                    <a:pt x="555498" y="590931"/>
                  </a:lnTo>
                  <a:lnTo>
                    <a:pt x="508730" y="587693"/>
                  </a:lnTo>
                  <a:lnTo>
                    <a:pt x="487871" y="590074"/>
                  </a:lnTo>
                  <a:lnTo>
                    <a:pt x="486728" y="590074"/>
                  </a:lnTo>
                  <a:lnTo>
                    <a:pt x="485870" y="589788"/>
                  </a:lnTo>
                  <a:lnTo>
                    <a:pt x="483013" y="587597"/>
                  </a:lnTo>
                  <a:lnTo>
                    <a:pt x="434149" y="554831"/>
                  </a:lnTo>
                  <a:lnTo>
                    <a:pt x="391192" y="534924"/>
                  </a:lnTo>
                  <a:lnTo>
                    <a:pt x="380047" y="533781"/>
                  </a:lnTo>
                  <a:lnTo>
                    <a:pt x="378428" y="533686"/>
                  </a:lnTo>
                  <a:lnTo>
                    <a:pt x="368237" y="533781"/>
                  </a:lnTo>
                  <a:lnTo>
                    <a:pt x="259366" y="562451"/>
                  </a:lnTo>
                  <a:lnTo>
                    <a:pt x="188119" y="512731"/>
                  </a:lnTo>
                  <a:lnTo>
                    <a:pt x="184880" y="505301"/>
                  </a:lnTo>
                  <a:lnTo>
                    <a:pt x="138398" y="514921"/>
                  </a:lnTo>
                  <a:lnTo>
                    <a:pt x="136017" y="515493"/>
                  </a:lnTo>
                  <a:lnTo>
                    <a:pt x="132969" y="516064"/>
                  </a:lnTo>
                  <a:lnTo>
                    <a:pt x="123444" y="518160"/>
                  </a:lnTo>
                  <a:lnTo>
                    <a:pt x="107823" y="532352"/>
                  </a:lnTo>
                  <a:lnTo>
                    <a:pt x="100489" y="535210"/>
                  </a:lnTo>
                  <a:lnTo>
                    <a:pt x="89154" y="539496"/>
                  </a:lnTo>
                  <a:lnTo>
                    <a:pt x="69913" y="542734"/>
                  </a:lnTo>
                  <a:lnTo>
                    <a:pt x="64198" y="542734"/>
                  </a:lnTo>
                  <a:lnTo>
                    <a:pt x="38862" y="521589"/>
                  </a:lnTo>
                  <a:lnTo>
                    <a:pt x="34385" y="515112"/>
                  </a:lnTo>
                  <a:lnTo>
                    <a:pt x="24955" y="494252"/>
                  </a:lnTo>
                  <a:lnTo>
                    <a:pt x="24670" y="493300"/>
                  </a:lnTo>
                  <a:lnTo>
                    <a:pt x="23146" y="488347"/>
                  </a:lnTo>
                  <a:lnTo>
                    <a:pt x="22860" y="479774"/>
                  </a:lnTo>
                  <a:lnTo>
                    <a:pt x="35528" y="467773"/>
                  </a:lnTo>
                  <a:lnTo>
                    <a:pt x="36004" y="467296"/>
                  </a:lnTo>
                  <a:lnTo>
                    <a:pt x="37052" y="466344"/>
                  </a:lnTo>
                  <a:lnTo>
                    <a:pt x="40005" y="463677"/>
                  </a:lnTo>
                  <a:lnTo>
                    <a:pt x="70771" y="438912"/>
                  </a:lnTo>
                  <a:lnTo>
                    <a:pt x="82391" y="432911"/>
                  </a:lnTo>
                  <a:lnTo>
                    <a:pt x="89821" y="368427"/>
                  </a:lnTo>
                  <a:lnTo>
                    <a:pt x="100584" y="341376"/>
                  </a:lnTo>
                  <a:lnTo>
                    <a:pt x="116776" y="325850"/>
                  </a:lnTo>
                  <a:lnTo>
                    <a:pt x="123920" y="321373"/>
                  </a:lnTo>
                  <a:lnTo>
                    <a:pt x="127540" y="318325"/>
                  </a:lnTo>
                  <a:lnTo>
                    <a:pt x="130492" y="313754"/>
                  </a:lnTo>
                  <a:lnTo>
                    <a:pt x="130492" y="311563"/>
                  </a:lnTo>
                  <a:lnTo>
                    <a:pt x="126111" y="264890"/>
                  </a:lnTo>
                  <a:lnTo>
                    <a:pt x="41910" y="226504"/>
                  </a:lnTo>
                  <a:lnTo>
                    <a:pt x="0" y="182690"/>
                  </a:lnTo>
                  <a:lnTo>
                    <a:pt x="45339" y="206026"/>
                  </a:lnTo>
                  <a:lnTo>
                    <a:pt x="107061" y="239077"/>
                  </a:lnTo>
                  <a:lnTo>
                    <a:pt x="128683" y="249079"/>
                  </a:lnTo>
                  <a:lnTo>
                    <a:pt x="137827" y="252603"/>
                  </a:lnTo>
                  <a:lnTo>
                    <a:pt x="156210" y="258890"/>
                  </a:lnTo>
                  <a:lnTo>
                    <a:pt x="161734" y="259366"/>
                  </a:lnTo>
                  <a:lnTo>
                    <a:pt x="290036" y="243554"/>
                  </a:lnTo>
                  <a:lnTo>
                    <a:pt x="294704" y="242030"/>
                  </a:lnTo>
                  <a:lnTo>
                    <a:pt x="304895" y="238696"/>
                  </a:lnTo>
                  <a:lnTo>
                    <a:pt x="306324" y="238220"/>
                  </a:lnTo>
                  <a:lnTo>
                    <a:pt x="311087" y="236601"/>
                  </a:lnTo>
                  <a:lnTo>
                    <a:pt x="327850" y="229362"/>
                  </a:lnTo>
                  <a:lnTo>
                    <a:pt x="349377" y="218027"/>
                  </a:lnTo>
                  <a:lnTo>
                    <a:pt x="360236" y="212122"/>
                  </a:lnTo>
                  <a:lnTo>
                    <a:pt x="361664" y="211265"/>
                  </a:lnTo>
                  <a:lnTo>
                    <a:pt x="365284" y="209359"/>
                  </a:lnTo>
                  <a:lnTo>
                    <a:pt x="366713" y="208312"/>
                  </a:lnTo>
                  <a:lnTo>
                    <a:pt x="369761" y="206026"/>
                  </a:lnTo>
                  <a:lnTo>
                    <a:pt x="375571" y="201835"/>
                  </a:lnTo>
                  <a:lnTo>
                    <a:pt x="392239" y="189643"/>
                  </a:lnTo>
                  <a:lnTo>
                    <a:pt x="411004" y="175927"/>
                  </a:lnTo>
                  <a:lnTo>
                    <a:pt x="421291" y="168402"/>
                  </a:lnTo>
                  <a:lnTo>
                    <a:pt x="423100" y="167164"/>
                  </a:lnTo>
                  <a:lnTo>
                    <a:pt x="424624" y="166116"/>
                  </a:lnTo>
                  <a:lnTo>
                    <a:pt x="428244" y="163640"/>
                  </a:lnTo>
                  <a:lnTo>
                    <a:pt x="443579" y="155638"/>
                  </a:lnTo>
                  <a:lnTo>
                    <a:pt x="455486" y="152876"/>
                  </a:lnTo>
                  <a:lnTo>
                    <a:pt x="469963" y="151638"/>
                  </a:lnTo>
                  <a:lnTo>
                    <a:pt x="471297" y="151733"/>
                  </a:lnTo>
                  <a:lnTo>
                    <a:pt x="529780" y="152781"/>
                  </a:lnTo>
                  <a:lnTo>
                    <a:pt x="534162" y="151352"/>
                  </a:lnTo>
                  <a:lnTo>
                    <a:pt x="542354" y="146780"/>
                  </a:lnTo>
                  <a:lnTo>
                    <a:pt x="575977" y="128016"/>
                  </a:lnTo>
                  <a:lnTo>
                    <a:pt x="602361" y="87535"/>
                  </a:lnTo>
                  <a:lnTo>
                    <a:pt x="604075" y="82867"/>
                  </a:lnTo>
                  <a:lnTo>
                    <a:pt x="610838" y="73247"/>
                  </a:lnTo>
                  <a:lnTo>
                    <a:pt x="616172" y="66104"/>
                  </a:lnTo>
                  <a:lnTo>
                    <a:pt x="618363" y="63246"/>
                  </a:lnTo>
                  <a:lnTo>
                    <a:pt x="636651" y="42863"/>
                  </a:lnTo>
                  <a:lnTo>
                    <a:pt x="648272" y="34957"/>
                  </a:lnTo>
                  <a:lnTo>
                    <a:pt x="651224" y="33242"/>
                  </a:lnTo>
                  <a:lnTo>
                    <a:pt x="675799" y="21717"/>
                  </a:lnTo>
                  <a:lnTo>
                    <a:pt x="680656" y="20098"/>
                  </a:lnTo>
                  <a:lnTo>
                    <a:pt x="695230" y="15145"/>
                  </a:lnTo>
                  <a:lnTo>
                    <a:pt x="744093" y="2096"/>
                  </a:lnTo>
                  <a:lnTo>
                    <a:pt x="747903" y="1524"/>
                  </a:lnTo>
                  <a:lnTo>
                    <a:pt x="757904" y="0"/>
                  </a:lnTo>
                  <a:lnTo>
                    <a:pt x="762000" y="1048"/>
                  </a:lnTo>
                  <a:lnTo>
                    <a:pt x="764096" y="4477"/>
                  </a:lnTo>
                  <a:lnTo>
                    <a:pt x="764381" y="4953"/>
                  </a:lnTo>
                  <a:lnTo>
                    <a:pt x="764667" y="5620"/>
                  </a:lnTo>
                  <a:lnTo>
                    <a:pt x="767239" y="11621"/>
                  </a:lnTo>
                  <a:lnTo>
                    <a:pt x="788956" y="36862"/>
                  </a:lnTo>
                  <a:lnTo>
                    <a:pt x="831913" y="72104"/>
                  </a:lnTo>
                  <a:lnTo>
                    <a:pt x="832485" y="72485"/>
                  </a:lnTo>
                  <a:lnTo>
                    <a:pt x="833533" y="73247"/>
                  </a:lnTo>
                  <a:lnTo>
                    <a:pt x="848487" y="76676"/>
                  </a:lnTo>
                  <a:lnTo>
                    <a:pt x="853059" y="77152"/>
                  </a:lnTo>
                  <a:lnTo>
                    <a:pt x="853630" y="77248"/>
                  </a:lnTo>
                  <a:lnTo>
                    <a:pt x="857631" y="77343"/>
                  </a:lnTo>
                  <a:lnTo>
                    <a:pt x="875252" y="71914"/>
                  </a:lnTo>
                  <a:lnTo>
                    <a:pt x="894683" y="76867"/>
                  </a:lnTo>
                  <a:lnTo>
                    <a:pt x="925830" y="107252"/>
                  </a:lnTo>
                  <a:lnTo>
                    <a:pt x="933545" y="114967"/>
                  </a:lnTo>
                  <a:lnTo>
                    <a:pt x="987647" y="190786"/>
                  </a:lnTo>
                  <a:lnTo>
                    <a:pt x="1023556" y="250698"/>
                  </a:lnTo>
                  <a:lnTo>
                    <a:pt x="1072324" y="288512"/>
                  </a:lnTo>
                  <a:lnTo>
                    <a:pt x="1078516" y="290798"/>
                  </a:lnTo>
                  <a:lnTo>
                    <a:pt x="1082897" y="294227"/>
                  </a:lnTo>
                  <a:lnTo>
                    <a:pt x="1142524" y="356616"/>
                  </a:lnTo>
                  <a:lnTo>
                    <a:pt x="1152144" y="368141"/>
                  </a:lnTo>
                  <a:lnTo>
                    <a:pt x="1152811" y="372904"/>
                  </a:lnTo>
                  <a:lnTo>
                    <a:pt x="1151477" y="397859"/>
                  </a:lnTo>
                  <a:lnTo>
                    <a:pt x="1151096" y="399098"/>
                  </a:lnTo>
                  <a:lnTo>
                    <a:pt x="1189291" y="471297"/>
                  </a:lnTo>
                  <a:lnTo>
                    <a:pt x="1205865" y="4841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4" name="서울특별시 은평구 불광2동">
              <a:extLst>
                <a:ext uri="{FF2B5EF4-FFF2-40B4-BE49-F238E27FC236}">
                  <a16:creationId xmlns:a16="http://schemas.microsoft.com/office/drawing/2014/main" id="{7F41B9C5-3247-C604-E085-E84ED1454DE3}"/>
                </a:ext>
              </a:extLst>
            </p:cNvPr>
            <p:cNvSpPr/>
            <p:nvPr/>
          </p:nvSpPr>
          <p:spPr>
            <a:xfrm>
              <a:off x="5110924" y="2258758"/>
              <a:ext cx="386620" cy="193643"/>
            </a:xfrm>
            <a:custGeom>
              <a:avLst/>
              <a:gdLst>
                <a:gd name="connsiteX0" fmla="*/ 386620 w 386620"/>
                <a:gd name="connsiteY0" fmla="*/ 69723 h 193643"/>
                <a:gd name="connsiteX1" fmla="*/ 376904 w 386620"/>
                <a:gd name="connsiteY1" fmla="*/ 83153 h 193643"/>
                <a:gd name="connsiteX2" fmla="*/ 372142 w 386620"/>
                <a:gd name="connsiteY2" fmla="*/ 90011 h 193643"/>
                <a:gd name="connsiteX3" fmla="*/ 363950 w 386620"/>
                <a:gd name="connsiteY3" fmla="*/ 101537 h 193643"/>
                <a:gd name="connsiteX4" fmla="*/ 358426 w 386620"/>
                <a:gd name="connsiteY4" fmla="*/ 114300 h 193643"/>
                <a:gd name="connsiteX5" fmla="*/ 350330 w 386620"/>
                <a:gd name="connsiteY5" fmla="*/ 136684 h 193643"/>
                <a:gd name="connsiteX6" fmla="*/ 350234 w 386620"/>
                <a:gd name="connsiteY6" fmla="*/ 145923 h 193643"/>
                <a:gd name="connsiteX7" fmla="*/ 350044 w 386620"/>
                <a:gd name="connsiteY7" fmla="*/ 152400 h 193643"/>
                <a:gd name="connsiteX8" fmla="*/ 349187 w 386620"/>
                <a:gd name="connsiteY8" fmla="*/ 154305 h 193643"/>
                <a:gd name="connsiteX9" fmla="*/ 348710 w 386620"/>
                <a:gd name="connsiteY9" fmla="*/ 155258 h 193643"/>
                <a:gd name="connsiteX10" fmla="*/ 344329 w 386620"/>
                <a:gd name="connsiteY10" fmla="*/ 159639 h 193643"/>
                <a:gd name="connsiteX11" fmla="*/ 339947 w 386620"/>
                <a:gd name="connsiteY11" fmla="*/ 163259 h 193643"/>
                <a:gd name="connsiteX12" fmla="*/ 333280 w 386620"/>
                <a:gd name="connsiteY12" fmla="*/ 167164 h 193643"/>
                <a:gd name="connsiteX13" fmla="*/ 325565 w 386620"/>
                <a:gd name="connsiteY13" fmla="*/ 170212 h 193643"/>
                <a:gd name="connsiteX14" fmla="*/ 313944 w 386620"/>
                <a:gd name="connsiteY14" fmla="*/ 172784 h 193643"/>
                <a:gd name="connsiteX15" fmla="*/ 279750 w 386620"/>
                <a:gd name="connsiteY15" fmla="*/ 157829 h 193643"/>
                <a:gd name="connsiteX16" fmla="*/ 275558 w 386620"/>
                <a:gd name="connsiteY16" fmla="*/ 155258 h 193643"/>
                <a:gd name="connsiteX17" fmla="*/ 276797 w 386620"/>
                <a:gd name="connsiteY17" fmla="*/ 148685 h 193643"/>
                <a:gd name="connsiteX18" fmla="*/ 276225 w 386620"/>
                <a:gd name="connsiteY18" fmla="*/ 148400 h 193643"/>
                <a:gd name="connsiteX19" fmla="*/ 265748 w 386620"/>
                <a:gd name="connsiteY19" fmla="*/ 144875 h 193643"/>
                <a:gd name="connsiteX20" fmla="*/ 259080 w 386620"/>
                <a:gd name="connsiteY20" fmla="*/ 142875 h 193643"/>
                <a:gd name="connsiteX21" fmla="*/ 253270 w 386620"/>
                <a:gd name="connsiteY21" fmla="*/ 141827 h 193643"/>
                <a:gd name="connsiteX22" fmla="*/ 124016 w 386620"/>
                <a:gd name="connsiteY22" fmla="*/ 148971 h 193643"/>
                <a:gd name="connsiteX23" fmla="*/ 116110 w 386620"/>
                <a:gd name="connsiteY23" fmla="*/ 150495 h 193643"/>
                <a:gd name="connsiteX24" fmla="*/ 55817 w 386620"/>
                <a:gd name="connsiteY24" fmla="*/ 181261 h 193643"/>
                <a:gd name="connsiteX25" fmla="*/ 31814 w 386620"/>
                <a:gd name="connsiteY25" fmla="*/ 193643 h 193643"/>
                <a:gd name="connsiteX26" fmla="*/ 29433 w 386620"/>
                <a:gd name="connsiteY26" fmla="*/ 190881 h 193643"/>
                <a:gd name="connsiteX27" fmla="*/ 27337 w 386620"/>
                <a:gd name="connsiteY27" fmla="*/ 188309 h 193643"/>
                <a:gd name="connsiteX28" fmla="*/ 17336 w 386620"/>
                <a:gd name="connsiteY28" fmla="*/ 176213 h 193643"/>
                <a:gd name="connsiteX29" fmla="*/ 16859 w 386620"/>
                <a:gd name="connsiteY29" fmla="*/ 175546 h 193643"/>
                <a:gd name="connsiteX30" fmla="*/ 14097 w 386620"/>
                <a:gd name="connsiteY30" fmla="*/ 170212 h 193643"/>
                <a:gd name="connsiteX31" fmla="*/ 8763 w 386620"/>
                <a:gd name="connsiteY31" fmla="*/ 159258 h 193643"/>
                <a:gd name="connsiteX32" fmla="*/ 7239 w 386620"/>
                <a:gd name="connsiteY32" fmla="*/ 153257 h 193643"/>
                <a:gd name="connsiteX33" fmla="*/ 5144 w 386620"/>
                <a:gd name="connsiteY33" fmla="*/ 144399 h 193643"/>
                <a:gd name="connsiteX34" fmla="*/ 5048 w 386620"/>
                <a:gd name="connsiteY34" fmla="*/ 143542 h 193643"/>
                <a:gd name="connsiteX35" fmla="*/ 4191 w 386620"/>
                <a:gd name="connsiteY35" fmla="*/ 137732 h 193643"/>
                <a:gd name="connsiteX36" fmla="*/ 3048 w 386620"/>
                <a:gd name="connsiteY36" fmla="*/ 129730 h 193643"/>
                <a:gd name="connsiteX37" fmla="*/ 3810 w 386620"/>
                <a:gd name="connsiteY37" fmla="*/ 122301 h 193643"/>
                <a:gd name="connsiteX38" fmla="*/ 5620 w 386620"/>
                <a:gd name="connsiteY38" fmla="*/ 105346 h 193643"/>
                <a:gd name="connsiteX39" fmla="*/ 6287 w 386620"/>
                <a:gd name="connsiteY39" fmla="*/ 99155 h 193643"/>
                <a:gd name="connsiteX40" fmla="*/ 6668 w 386620"/>
                <a:gd name="connsiteY40" fmla="*/ 95059 h 193643"/>
                <a:gd name="connsiteX41" fmla="*/ 7049 w 386620"/>
                <a:gd name="connsiteY41" fmla="*/ 90964 h 193643"/>
                <a:gd name="connsiteX42" fmla="*/ 7144 w 386620"/>
                <a:gd name="connsiteY42" fmla="*/ 90297 h 193643"/>
                <a:gd name="connsiteX43" fmla="*/ 8192 w 386620"/>
                <a:gd name="connsiteY43" fmla="*/ 79915 h 193643"/>
                <a:gd name="connsiteX44" fmla="*/ 8858 w 386620"/>
                <a:gd name="connsiteY44" fmla="*/ 73152 h 193643"/>
                <a:gd name="connsiteX45" fmla="*/ 9716 w 386620"/>
                <a:gd name="connsiteY45" fmla="*/ 64389 h 193643"/>
                <a:gd name="connsiteX46" fmla="*/ 6668 w 386620"/>
                <a:gd name="connsiteY46" fmla="*/ 50863 h 193643"/>
                <a:gd name="connsiteX47" fmla="*/ 6382 w 386620"/>
                <a:gd name="connsiteY47" fmla="*/ 50101 h 193643"/>
                <a:gd name="connsiteX48" fmla="*/ 6001 w 386620"/>
                <a:gd name="connsiteY48" fmla="*/ 48673 h 193643"/>
                <a:gd name="connsiteX49" fmla="*/ 0 w 386620"/>
                <a:gd name="connsiteY49" fmla="*/ 28766 h 193643"/>
                <a:gd name="connsiteX50" fmla="*/ 108871 w 386620"/>
                <a:gd name="connsiteY50" fmla="*/ 95 h 193643"/>
                <a:gd name="connsiteX51" fmla="*/ 119063 w 386620"/>
                <a:gd name="connsiteY51" fmla="*/ 0 h 193643"/>
                <a:gd name="connsiteX52" fmla="*/ 120682 w 386620"/>
                <a:gd name="connsiteY52" fmla="*/ 95 h 193643"/>
                <a:gd name="connsiteX53" fmla="*/ 131826 w 386620"/>
                <a:gd name="connsiteY53" fmla="*/ 1238 h 193643"/>
                <a:gd name="connsiteX54" fmla="*/ 174784 w 386620"/>
                <a:gd name="connsiteY54" fmla="*/ 21146 h 193643"/>
                <a:gd name="connsiteX55" fmla="*/ 223647 w 386620"/>
                <a:gd name="connsiteY55" fmla="*/ 53912 h 193643"/>
                <a:gd name="connsiteX56" fmla="*/ 226504 w 386620"/>
                <a:gd name="connsiteY56" fmla="*/ 56102 h 193643"/>
                <a:gd name="connsiteX57" fmla="*/ 227362 w 386620"/>
                <a:gd name="connsiteY57" fmla="*/ 56388 h 193643"/>
                <a:gd name="connsiteX58" fmla="*/ 228505 w 386620"/>
                <a:gd name="connsiteY58" fmla="*/ 56388 h 193643"/>
                <a:gd name="connsiteX59" fmla="*/ 249365 w 386620"/>
                <a:gd name="connsiteY59" fmla="*/ 54007 h 193643"/>
                <a:gd name="connsiteX60" fmla="*/ 296133 w 386620"/>
                <a:gd name="connsiteY60" fmla="*/ 57245 h 193643"/>
                <a:gd name="connsiteX61" fmla="*/ 377381 w 386620"/>
                <a:gd name="connsiteY61" fmla="*/ 63817 h 193643"/>
                <a:gd name="connsiteX62" fmla="*/ 386620 w 386620"/>
                <a:gd name="connsiteY62" fmla="*/ 69723 h 19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86620" h="193643">
                  <a:moveTo>
                    <a:pt x="386620" y="69723"/>
                  </a:moveTo>
                  <a:lnTo>
                    <a:pt x="376904" y="83153"/>
                  </a:lnTo>
                  <a:lnTo>
                    <a:pt x="372142" y="90011"/>
                  </a:lnTo>
                  <a:lnTo>
                    <a:pt x="363950" y="101537"/>
                  </a:lnTo>
                  <a:lnTo>
                    <a:pt x="358426" y="114300"/>
                  </a:lnTo>
                  <a:lnTo>
                    <a:pt x="350330" y="136684"/>
                  </a:lnTo>
                  <a:lnTo>
                    <a:pt x="350234" y="145923"/>
                  </a:lnTo>
                  <a:lnTo>
                    <a:pt x="350044" y="152400"/>
                  </a:lnTo>
                  <a:lnTo>
                    <a:pt x="349187" y="154305"/>
                  </a:lnTo>
                  <a:lnTo>
                    <a:pt x="348710" y="155258"/>
                  </a:lnTo>
                  <a:lnTo>
                    <a:pt x="344329" y="159639"/>
                  </a:lnTo>
                  <a:lnTo>
                    <a:pt x="339947" y="163259"/>
                  </a:lnTo>
                  <a:lnTo>
                    <a:pt x="333280" y="167164"/>
                  </a:lnTo>
                  <a:lnTo>
                    <a:pt x="325565" y="170212"/>
                  </a:lnTo>
                  <a:lnTo>
                    <a:pt x="313944" y="172784"/>
                  </a:lnTo>
                  <a:lnTo>
                    <a:pt x="279750" y="157829"/>
                  </a:lnTo>
                  <a:lnTo>
                    <a:pt x="275558" y="155258"/>
                  </a:lnTo>
                  <a:lnTo>
                    <a:pt x="276797" y="148685"/>
                  </a:lnTo>
                  <a:lnTo>
                    <a:pt x="276225" y="148400"/>
                  </a:lnTo>
                  <a:lnTo>
                    <a:pt x="265748" y="144875"/>
                  </a:lnTo>
                  <a:lnTo>
                    <a:pt x="259080" y="142875"/>
                  </a:lnTo>
                  <a:lnTo>
                    <a:pt x="253270" y="141827"/>
                  </a:lnTo>
                  <a:lnTo>
                    <a:pt x="124016" y="148971"/>
                  </a:lnTo>
                  <a:lnTo>
                    <a:pt x="116110" y="150495"/>
                  </a:lnTo>
                  <a:lnTo>
                    <a:pt x="55817" y="181261"/>
                  </a:lnTo>
                  <a:lnTo>
                    <a:pt x="31814" y="193643"/>
                  </a:lnTo>
                  <a:lnTo>
                    <a:pt x="29433" y="190881"/>
                  </a:lnTo>
                  <a:lnTo>
                    <a:pt x="27337" y="188309"/>
                  </a:lnTo>
                  <a:lnTo>
                    <a:pt x="17336" y="176213"/>
                  </a:lnTo>
                  <a:lnTo>
                    <a:pt x="16859" y="175546"/>
                  </a:lnTo>
                  <a:lnTo>
                    <a:pt x="14097" y="170212"/>
                  </a:lnTo>
                  <a:lnTo>
                    <a:pt x="8763" y="159258"/>
                  </a:lnTo>
                  <a:lnTo>
                    <a:pt x="7239" y="153257"/>
                  </a:lnTo>
                  <a:lnTo>
                    <a:pt x="5144" y="144399"/>
                  </a:lnTo>
                  <a:lnTo>
                    <a:pt x="5048" y="143542"/>
                  </a:lnTo>
                  <a:lnTo>
                    <a:pt x="4191" y="137732"/>
                  </a:lnTo>
                  <a:lnTo>
                    <a:pt x="3048" y="129730"/>
                  </a:lnTo>
                  <a:lnTo>
                    <a:pt x="3810" y="122301"/>
                  </a:lnTo>
                  <a:lnTo>
                    <a:pt x="5620" y="105346"/>
                  </a:lnTo>
                  <a:lnTo>
                    <a:pt x="6287" y="99155"/>
                  </a:lnTo>
                  <a:lnTo>
                    <a:pt x="6668" y="95059"/>
                  </a:lnTo>
                  <a:lnTo>
                    <a:pt x="7049" y="90964"/>
                  </a:lnTo>
                  <a:lnTo>
                    <a:pt x="7144" y="90297"/>
                  </a:lnTo>
                  <a:lnTo>
                    <a:pt x="8192" y="79915"/>
                  </a:lnTo>
                  <a:lnTo>
                    <a:pt x="8858" y="73152"/>
                  </a:lnTo>
                  <a:lnTo>
                    <a:pt x="9716" y="64389"/>
                  </a:lnTo>
                  <a:lnTo>
                    <a:pt x="6668" y="50863"/>
                  </a:lnTo>
                  <a:lnTo>
                    <a:pt x="6382" y="50101"/>
                  </a:lnTo>
                  <a:lnTo>
                    <a:pt x="6001" y="48673"/>
                  </a:lnTo>
                  <a:lnTo>
                    <a:pt x="0" y="28766"/>
                  </a:lnTo>
                  <a:lnTo>
                    <a:pt x="108871" y="95"/>
                  </a:lnTo>
                  <a:lnTo>
                    <a:pt x="119063" y="0"/>
                  </a:lnTo>
                  <a:lnTo>
                    <a:pt x="120682" y="95"/>
                  </a:lnTo>
                  <a:lnTo>
                    <a:pt x="131826" y="1238"/>
                  </a:lnTo>
                  <a:lnTo>
                    <a:pt x="174784" y="21146"/>
                  </a:lnTo>
                  <a:lnTo>
                    <a:pt x="223647" y="53912"/>
                  </a:lnTo>
                  <a:lnTo>
                    <a:pt x="226504" y="56102"/>
                  </a:lnTo>
                  <a:lnTo>
                    <a:pt x="227362" y="56388"/>
                  </a:lnTo>
                  <a:lnTo>
                    <a:pt x="228505" y="56388"/>
                  </a:lnTo>
                  <a:lnTo>
                    <a:pt x="249365" y="54007"/>
                  </a:lnTo>
                  <a:lnTo>
                    <a:pt x="296133" y="57245"/>
                  </a:lnTo>
                  <a:lnTo>
                    <a:pt x="377381" y="63817"/>
                  </a:lnTo>
                  <a:lnTo>
                    <a:pt x="386620" y="6972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5" name="서울특별시 은평구 응암3동">
              <a:extLst>
                <a:ext uri="{FF2B5EF4-FFF2-40B4-BE49-F238E27FC236}">
                  <a16:creationId xmlns:a16="http://schemas.microsoft.com/office/drawing/2014/main" id="{87ADE191-9BB5-C0EC-1393-55D7CB8EAC5E}"/>
                </a:ext>
              </a:extLst>
            </p:cNvPr>
            <p:cNvSpPr/>
            <p:nvPr/>
          </p:nvSpPr>
          <p:spPr>
            <a:xfrm>
              <a:off x="4994338" y="2847498"/>
              <a:ext cx="179070" cy="256794"/>
            </a:xfrm>
            <a:custGeom>
              <a:avLst/>
              <a:gdLst>
                <a:gd name="connsiteX0" fmla="*/ 107823 w 179070"/>
                <a:gd name="connsiteY0" fmla="*/ 19431 h 256794"/>
                <a:gd name="connsiteX1" fmla="*/ 97727 w 179070"/>
                <a:gd name="connsiteY1" fmla="*/ 33528 h 256794"/>
                <a:gd name="connsiteX2" fmla="*/ 96012 w 179070"/>
                <a:gd name="connsiteY2" fmla="*/ 35909 h 256794"/>
                <a:gd name="connsiteX3" fmla="*/ 91726 w 179070"/>
                <a:gd name="connsiteY3" fmla="*/ 41815 h 256794"/>
                <a:gd name="connsiteX4" fmla="*/ 74390 w 179070"/>
                <a:gd name="connsiteY4" fmla="*/ 124016 h 256794"/>
                <a:gd name="connsiteX5" fmla="*/ 78772 w 179070"/>
                <a:gd name="connsiteY5" fmla="*/ 124587 h 256794"/>
                <a:gd name="connsiteX6" fmla="*/ 84772 w 179070"/>
                <a:gd name="connsiteY6" fmla="*/ 125063 h 256794"/>
                <a:gd name="connsiteX7" fmla="*/ 90583 w 179070"/>
                <a:gd name="connsiteY7" fmla="*/ 124778 h 256794"/>
                <a:gd name="connsiteX8" fmla="*/ 93154 w 179070"/>
                <a:gd name="connsiteY8" fmla="*/ 124492 h 256794"/>
                <a:gd name="connsiteX9" fmla="*/ 95250 w 179070"/>
                <a:gd name="connsiteY9" fmla="*/ 124301 h 256794"/>
                <a:gd name="connsiteX10" fmla="*/ 98203 w 179070"/>
                <a:gd name="connsiteY10" fmla="*/ 124968 h 256794"/>
                <a:gd name="connsiteX11" fmla="*/ 101727 w 179070"/>
                <a:gd name="connsiteY11" fmla="*/ 125921 h 256794"/>
                <a:gd name="connsiteX12" fmla="*/ 140113 w 179070"/>
                <a:gd name="connsiteY12" fmla="*/ 139065 h 256794"/>
                <a:gd name="connsiteX13" fmla="*/ 172212 w 179070"/>
                <a:gd name="connsiteY13" fmla="*/ 150590 h 256794"/>
                <a:gd name="connsiteX14" fmla="*/ 175355 w 179070"/>
                <a:gd name="connsiteY14" fmla="*/ 207645 h 256794"/>
                <a:gd name="connsiteX15" fmla="*/ 179070 w 179070"/>
                <a:gd name="connsiteY15" fmla="*/ 218884 h 256794"/>
                <a:gd name="connsiteX16" fmla="*/ 138970 w 179070"/>
                <a:gd name="connsiteY16" fmla="*/ 256794 h 256794"/>
                <a:gd name="connsiteX17" fmla="*/ 118491 w 179070"/>
                <a:gd name="connsiteY17" fmla="*/ 249269 h 256794"/>
                <a:gd name="connsiteX18" fmla="*/ 112776 w 179070"/>
                <a:gd name="connsiteY18" fmla="*/ 248412 h 256794"/>
                <a:gd name="connsiteX19" fmla="*/ 104394 w 179070"/>
                <a:gd name="connsiteY19" fmla="*/ 247841 h 256794"/>
                <a:gd name="connsiteX20" fmla="*/ 65722 w 179070"/>
                <a:gd name="connsiteY20" fmla="*/ 250793 h 256794"/>
                <a:gd name="connsiteX21" fmla="*/ 53912 w 179070"/>
                <a:gd name="connsiteY21" fmla="*/ 252603 h 256794"/>
                <a:gd name="connsiteX22" fmla="*/ 50387 w 179070"/>
                <a:gd name="connsiteY22" fmla="*/ 252698 h 256794"/>
                <a:gd name="connsiteX23" fmla="*/ 48578 w 179070"/>
                <a:gd name="connsiteY23" fmla="*/ 252603 h 256794"/>
                <a:gd name="connsiteX24" fmla="*/ 45244 w 179070"/>
                <a:gd name="connsiteY24" fmla="*/ 234791 h 256794"/>
                <a:gd name="connsiteX25" fmla="*/ 41624 w 179070"/>
                <a:gd name="connsiteY25" fmla="*/ 210026 h 256794"/>
                <a:gd name="connsiteX26" fmla="*/ 0 w 179070"/>
                <a:gd name="connsiteY26" fmla="*/ 182023 h 256794"/>
                <a:gd name="connsiteX27" fmla="*/ 7811 w 179070"/>
                <a:gd name="connsiteY27" fmla="*/ 151352 h 256794"/>
                <a:gd name="connsiteX28" fmla="*/ 24194 w 179070"/>
                <a:gd name="connsiteY28" fmla="*/ 86678 h 256794"/>
                <a:gd name="connsiteX29" fmla="*/ 46196 w 179070"/>
                <a:gd name="connsiteY29" fmla="*/ 0 h 256794"/>
                <a:gd name="connsiteX30" fmla="*/ 107823 w 179070"/>
                <a:gd name="connsiteY30" fmla="*/ 19431 h 256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9070" h="256794">
                  <a:moveTo>
                    <a:pt x="107823" y="19431"/>
                  </a:moveTo>
                  <a:lnTo>
                    <a:pt x="97727" y="33528"/>
                  </a:lnTo>
                  <a:lnTo>
                    <a:pt x="96012" y="35909"/>
                  </a:lnTo>
                  <a:lnTo>
                    <a:pt x="91726" y="41815"/>
                  </a:lnTo>
                  <a:lnTo>
                    <a:pt x="74390" y="124016"/>
                  </a:lnTo>
                  <a:lnTo>
                    <a:pt x="78772" y="124587"/>
                  </a:lnTo>
                  <a:lnTo>
                    <a:pt x="84772" y="125063"/>
                  </a:lnTo>
                  <a:lnTo>
                    <a:pt x="90583" y="124778"/>
                  </a:lnTo>
                  <a:lnTo>
                    <a:pt x="93154" y="124492"/>
                  </a:lnTo>
                  <a:lnTo>
                    <a:pt x="95250" y="124301"/>
                  </a:lnTo>
                  <a:lnTo>
                    <a:pt x="98203" y="124968"/>
                  </a:lnTo>
                  <a:lnTo>
                    <a:pt x="101727" y="125921"/>
                  </a:lnTo>
                  <a:lnTo>
                    <a:pt x="140113" y="139065"/>
                  </a:lnTo>
                  <a:lnTo>
                    <a:pt x="172212" y="150590"/>
                  </a:lnTo>
                  <a:lnTo>
                    <a:pt x="175355" y="207645"/>
                  </a:lnTo>
                  <a:lnTo>
                    <a:pt x="179070" y="218884"/>
                  </a:lnTo>
                  <a:lnTo>
                    <a:pt x="138970" y="256794"/>
                  </a:lnTo>
                  <a:lnTo>
                    <a:pt x="118491" y="249269"/>
                  </a:lnTo>
                  <a:lnTo>
                    <a:pt x="112776" y="248412"/>
                  </a:lnTo>
                  <a:lnTo>
                    <a:pt x="104394" y="247841"/>
                  </a:lnTo>
                  <a:lnTo>
                    <a:pt x="65722" y="250793"/>
                  </a:lnTo>
                  <a:lnTo>
                    <a:pt x="53912" y="252603"/>
                  </a:lnTo>
                  <a:lnTo>
                    <a:pt x="50387" y="252698"/>
                  </a:lnTo>
                  <a:lnTo>
                    <a:pt x="48578" y="252603"/>
                  </a:lnTo>
                  <a:lnTo>
                    <a:pt x="45244" y="234791"/>
                  </a:lnTo>
                  <a:lnTo>
                    <a:pt x="41624" y="210026"/>
                  </a:lnTo>
                  <a:lnTo>
                    <a:pt x="0" y="182023"/>
                  </a:lnTo>
                  <a:lnTo>
                    <a:pt x="7811" y="151352"/>
                  </a:lnTo>
                  <a:lnTo>
                    <a:pt x="24194" y="86678"/>
                  </a:lnTo>
                  <a:lnTo>
                    <a:pt x="46196" y="0"/>
                  </a:lnTo>
                  <a:lnTo>
                    <a:pt x="107823" y="1943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66" name="서울특별시 은평구 역촌동">
              <a:extLst>
                <a:ext uri="{FF2B5EF4-FFF2-40B4-BE49-F238E27FC236}">
                  <a16:creationId xmlns:a16="http://schemas.microsoft.com/office/drawing/2014/main" id="{0CE6486A-46A6-B6A2-D1C0-784FD0523CE9}"/>
                </a:ext>
              </a:extLst>
            </p:cNvPr>
            <p:cNvSpPr/>
            <p:nvPr/>
          </p:nvSpPr>
          <p:spPr>
            <a:xfrm>
              <a:off x="4787074" y="2589657"/>
              <a:ext cx="383857" cy="219075"/>
            </a:xfrm>
            <a:custGeom>
              <a:avLst/>
              <a:gdLst>
                <a:gd name="connsiteX0" fmla="*/ 383858 w 383857"/>
                <a:gd name="connsiteY0" fmla="*/ 90202 h 219075"/>
                <a:gd name="connsiteX1" fmla="*/ 342900 w 383857"/>
                <a:gd name="connsiteY1" fmla="*/ 173450 h 219075"/>
                <a:gd name="connsiteX2" fmla="*/ 260033 w 383857"/>
                <a:gd name="connsiteY2" fmla="*/ 219075 h 219075"/>
                <a:gd name="connsiteX3" fmla="*/ 230219 w 383857"/>
                <a:gd name="connsiteY3" fmla="*/ 202501 h 219075"/>
                <a:gd name="connsiteX4" fmla="*/ 216027 w 383857"/>
                <a:gd name="connsiteY4" fmla="*/ 186500 h 219075"/>
                <a:gd name="connsiteX5" fmla="*/ 209741 w 383857"/>
                <a:gd name="connsiteY5" fmla="*/ 183928 h 219075"/>
                <a:gd name="connsiteX6" fmla="*/ 208502 w 383857"/>
                <a:gd name="connsiteY6" fmla="*/ 183547 h 219075"/>
                <a:gd name="connsiteX7" fmla="*/ 156020 w 383857"/>
                <a:gd name="connsiteY7" fmla="*/ 168688 h 219075"/>
                <a:gd name="connsiteX8" fmla="*/ 132683 w 383857"/>
                <a:gd name="connsiteY8" fmla="*/ 167926 h 219075"/>
                <a:gd name="connsiteX9" fmla="*/ 128588 w 383857"/>
                <a:gd name="connsiteY9" fmla="*/ 167830 h 219075"/>
                <a:gd name="connsiteX10" fmla="*/ 124016 w 383857"/>
                <a:gd name="connsiteY10" fmla="*/ 167640 h 219075"/>
                <a:gd name="connsiteX11" fmla="*/ 108395 w 383857"/>
                <a:gd name="connsiteY11" fmla="*/ 176308 h 219075"/>
                <a:gd name="connsiteX12" fmla="*/ 86011 w 383857"/>
                <a:gd name="connsiteY12" fmla="*/ 166497 h 219075"/>
                <a:gd name="connsiteX13" fmla="*/ 6668 w 383857"/>
                <a:gd name="connsiteY13" fmla="*/ 135541 h 219075"/>
                <a:gd name="connsiteX14" fmla="*/ 0 w 383857"/>
                <a:gd name="connsiteY14" fmla="*/ 100965 h 219075"/>
                <a:gd name="connsiteX15" fmla="*/ 50864 w 383857"/>
                <a:gd name="connsiteY15" fmla="*/ 118205 h 219075"/>
                <a:gd name="connsiteX16" fmla="*/ 52292 w 383857"/>
                <a:gd name="connsiteY16" fmla="*/ 118396 h 219075"/>
                <a:gd name="connsiteX17" fmla="*/ 53150 w 383857"/>
                <a:gd name="connsiteY17" fmla="*/ 118586 h 219075"/>
                <a:gd name="connsiteX18" fmla="*/ 60008 w 383857"/>
                <a:gd name="connsiteY18" fmla="*/ 119825 h 219075"/>
                <a:gd name="connsiteX19" fmla="*/ 102775 w 383857"/>
                <a:gd name="connsiteY19" fmla="*/ 115157 h 219075"/>
                <a:gd name="connsiteX20" fmla="*/ 104870 w 383857"/>
                <a:gd name="connsiteY20" fmla="*/ 114871 h 219075"/>
                <a:gd name="connsiteX21" fmla="*/ 107918 w 383857"/>
                <a:gd name="connsiteY21" fmla="*/ 114300 h 219075"/>
                <a:gd name="connsiteX22" fmla="*/ 112109 w 383857"/>
                <a:gd name="connsiteY22" fmla="*/ 113443 h 219075"/>
                <a:gd name="connsiteX23" fmla="*/ 140684 w 383857"/>
                <a:gd name="connsiteY23" fmla="*/ 106966 h 219075"/>
                <a:gd name="connsiteX24" fmla="*/ 177832 w 383857"/>
                <a:gd name="connsiteY24" fmla="*/ 68294 h 219075"/>
                <a:gd name="connsiteX25" fmla="*/ 183356 w 383857"/>
                <a:gd name="connsiteY25" fmla="*/ 68485 h 219075"/>
                <a:gd name="connsiteX26" fmla="*/ 245364 w 383857"/>
                <a:gd name="connsiteY26" fmla="*/ 70199 h 219075"/>
                <a:gd name="connsiteX27" fmla="*/ 273749 w 383857"/>
                <a:gd name="connsiteY27" fmla="*/ 19907 h 219075"/>
                <a:gd name="connsiteX28" fmla="*/ 274892 w 383857"/>
                <a:gd name="connsiteY28" fmla="*/ 17621 h 219075"/>
                <a:gd name="connsiteX29" fmla="*/ 279083 w 383857"/>
                <a:gd name="connsiteY29" fmla="*/ 9525 h 219075"/>
                <a:gd name="connsiteX30" fmla="*/ 282321 w 383857"/>
                <a:gd name="connsiteY30" fmla="*/ 0 h 219075"/>
                <a:gd name="connsiteX31" fmla="*/ 365093 w 383857"/>
                <a:gd name="connsiteY31" fmla="*/ 69247 h 219075"/>
                <a:gd name="connsiteX32" fmla="*/ 383858 w 383857"/>
                <a:gd name="connsiteY32" fmla="*/ 9020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83857" h="219075">
                  <a:moveTo>
                    <a:pt x="383858" y="90202"/>
                  </a:moveTo>
                  <a:lnTo>
                    <a:pt x="342900" y="173450"/>
                  </a:lnTo>
                  <a:lnTo>
                    <a:pt x="260033" y="219075"/>
                  </a:lnTo>
                  <a:lnTo>
                    <a:pt x="230219" y="202501"/>
                  </a:lnTo>
                  <a:lnTo>
                    <a:pt x="216027" y="186500"/>
                  </a:lnTo>
                  <a:lnTo>
                    <a:pt x="209741" y="183928"/>
                  </a:lnTo>
                  <a:lnTo>
                    <a:pt x="208502" y="183547"/>
                  </a:lnTo>
                  <a:lnTo>
                    <a:pt x="156020" y="168688"/>
                  </a:lnTo>
                  <a:lnTo>
                    <a:pt x="132683" y="167926"/>
                  </a:lnTo>
                  <a:lnTo>
                    <a:pt x="128588" y="167830"/>
                  </a:lnTo>
                  <a:lnTo>
                    <a:pt x="124016" y="167640"/>
                  </a:lnTo>
                  <a:lnTo>
                    <a:pt x="108395" y="176308"/>
                  </a:lnTo>
                  <a:lnTo>
                    <a:pt x="86011" y="166497"/>
                  </a:lnTo>
                  <a:lnTo>
                    <a:pt x="6668" y="135541"/>
                  </a:lnTo>
                  <a:lnTo>
                    <a:pt x="0" y="100965"/>
                  </a:lnTo>
                  <a:lnTo>
                    <a:pt x="50864" y="118205"/>
                  </a:lnTo>
                  <a:lnTo>
                    <a:pt x="52292" y="118396"/>
                  </a:lnTo>
                  <a:lnTo>
                    <a:pt x="53150" y="118586"/>
                  </a:lnTo>
                  <a:lnTo>
                    <a:pt x="60008" y="119825"/>
                  </a:lnTo>
                  <a:lnTo>
                    <a:pt x="102775" y="115157"/>
                  </a:lnTo>
                  <a:lnTo>
                    <a:pt x="104870" y="114871"/>
                  </a:lnTo>
                  <a:lnTo>
                    <a:pt x="107918" y="114300"/>
                  </a:lnTo>
                  <a:lnTo>
                    <a:pt x="112109" y="113443"/>
                  </a:lnTo>
                  <a:lnTo>
                    <a:pt x="140684" y="106966"/>
                  </a:lnTo>
                  <a:lnTo>
                    <a:pt x="177832" y="68294"/>
                  </a:lnTo>
                  <a:lnTo>
                    <a:pt x="183356" y="68485"/>
                  </a:lnTo>
                  <a:lnTo>
                    <a:pt x="245364" y="70199"/>
                  </a:lnTo>
                  <a:lnTo>
                    <a:pt x="273749" y="19907"/>
                  </a:lnTo>
                  <a:lnTo>
                    <a:pt x="274892" y="17621"/>
                  </a:lnTo>
                  <a:lnTo>
                    <a:pt x="279083" y="9525"/>
                  </a:lnTo>
                  <a:lnTo>
                    <a:pt x="282321" y="0"/>
                  </a:lnTo>
                  <a:lnTo>
                    <a:pt x="365093" y="69247"/>
                  </a:lnTo>
                  <a:lnTo>
                    <a:pt x="383858" y="902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4" name="서울특별시 서대문구">
            <a:extLst>
              <a:ext uri="{FF2B5EF4-FFF2-40B4-BE49-F238E27FC236}">
                <a16:creationId xmlns:a16="http://schemas.microsoft.com/office/drawing/2014/main" id="{DC38BBAF-EFCF-B896-BE58-A069BD0B1C1B}"/>
              </a:ext>
            </a:extLst>
          </p:cNvPr>
          <p:cNvGrpSpPr/>
          <p:nvPr/>
        </p:nvGrpSpPr>
        <p:grpSpPr>
          <a:xfrm>
            <a:off x="4654572" y="2446046"/>
            <a:ext cx="710500" cy="699819"/>
            <a:chOff x="4785169" y="2643663"/>
            <a:chExt cx="1232439" cy="964787"/>
          </a:xfrm>
          <a:solidFill>
            <a:srgbClr val="17A2B8"/>
          </a:solidFill>
        </p:grpSpPr>
        <p:sp>
          <p:nvSpPr>
            <p:cNvPr id="737" name="서울특별시 서대문구 천연동">
              <a:extLst>
                <a:ext uri="{FF2B5EF4-FFF2-40B4-BE49-F238E27FC236}">
                  <a16:creationId xmlns:a16="http://schemas.microsoft.com/office/drawing/2014/main" id="{ED954308-4F64-373A-6F29-8F36E5EF1F57}"/>
                </a:ext>
              </a:extLst>
            </p:cNvPr>
            <p:cNvSpPr/>
            <p:nvPr/>
          </p:nvSpPr>
          <p:spPr>
            <a:xfrm>
              <a:off x="5676614" y="3184398"/>
              <a:ext cx="272510" cy="234791"/>
            </a:xfrm>
            <a:custGeom>
              <a:avLst/>
              <a:gdLst>
                <a:gd name="connsiteX0" fmla="*/ 159353 w 272510"/>
                <a:gd name="connsiteY0" fmla="*/ 100298 h 234791"/>
                <a:gd name="connsiteX1" fmla="*/ 201549 w 272510"/>
                <a:gd name="connsiteY1" fmla="*/ 142208 h 234791"/>
                <a:gd name="connsiteX2" fmla="*/ 272510 w 272510"/>
                <a:gd name="connsiteY2" fmla="*/ 214313 h 234791"/>
                <a:gd name="connsiteX3" fmla="*/ 267081 w 272510"/>
                <a:gd name="connsiteY3" fmla="*/ 214408 h 234791"/>
                <a:gd name="connsiteX4" fmla="*/ 228886 w 272510"/>
                <a:gd name="connsiteY4" fmla="*/ 220313 h 234791"/>
                <a:gd name="connsiteX5" fmla="*/ 220694 w 272510"/>
                <a:gd name="connsiteY5" fmla="*/ 222028 h 234791"/>
                <a:gd name="connsiteX6" fmla="*/ 216789 w 272510"/>
                <a:gd name="connsiteY6" fmla="*/ 223456 h 234791"/>
                <a:gd name="connsiteX7" fmla="*/ 213931 w 272510"/>
                <a:gd name="connsiteY7" fmla="*/ 226981 h 234791"/>
                <a:gd name="connsiteX8" fmla="*/ 213265 w 272510"/>
                <a:gd name="connsiteY8" fmla="*/ 228409 h 234791"/>
                <a:gd name="connsiteX9" fmla="*/ 147828 w 272510"/>
                <a:gd name="connsiteY9" fmla="*/ 234791 h 234791"/>
                <a:gd name="connsiteX10" fmla="*/ 102108 w 272510"/>
                <a:gd name="connsiteY10" fmla="*/ 212407 h 234791"/>
                <a:gd name="connsiteX11" fmla="*/ 52292 w 272510"/>
                <a:gd name="connsiteY11" fmla="*/ 165830 h 234791"/>
                <a:gd name="connsiteX12" fmla="*/ 52864 w 272510"/>
                <a:gd name="connsiteY12" fmla="*/ 144399 h 234791"/>
                <a:gd name="connsiteX13" fmla="*/ 18002 w 272510"/>
                <a:gd name="connsiteY13" fmla="*/ 122491 h 234791"/>
                <a:gd name="connsiteX14" fmla="*/ 667 w 272510"/>
                <a:gd name="connsiteY14" fmla="*/ 83534 h 234791"/>
                <a:gd name="connsiteX15" fmla="*/ 0 w 272510"/>
                <a:gd name="connsiteY15" fmla="*/ 65246 h 234791"/>
                <a:gd name="connsiteX16" fmla="*/ 26098 w 272510"/>
                <a:gd name="connsiteY16" fmla="*/ 19240 h 234791"/>
                <a:gd name="connsiteX17" fmla="*/ 33719 w 272510"/>
                <a:gd name="connsiteY17" fmla="*/ 9811 h 234791"/>
                <a:gd name="connsiteX18" fmla="*/ 36290 w 272510"/>
                <a:gd name="connsiteY18" fmla="*/ 6667 h 234791"/>
                <a:gd name="connsiteX19" fmla="*/ 36766 w 272510"/>
                <a:gd name="connsiteY19" fmla="*/ 6096 h 234791"/>
                <a:gd name="connsiteX20" fmla="*/ 38100 w 272510"/>
                <a:gd name="connsiteY20" fmla="*/ 4667 h 234791"/>
                <a:gd name="connsiteX21" fmla="*/ 45529 w 272510"/>
                <a:gd name="connsiteY21" fmla="*/ 2000 h 234791"/>
                <a:gd name="connsiteX22" fmla="*/ 53912 w 272510"/>
                <a:gd name="connsiteY22" fmla="*/ 95 h 234791"/>
                <a:gd name="connsiteX23" fmla="*/ 56960 w 272510"/>
                <a:gd name="connsiteY23" fmla="*/ 0 h 234791"/>
                <a:gd name="connsiteX24" fmla="*/ 159353 w 272510"/>
                <a:gd name="connsiteY24" fmla="*/ 100298 h 23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72510" h="234791">
                  <a:moveTo>
                    <a:pt x="159353" y="100298"/>
                  </a:moveTo>
                  <a:lnTo>
                    <a:pt x="201549" y="142208"/>
                  </a:lnTo>
                  <a:lnTo>
                    <a:pt x="272510" y="214313"/>
                  </a:lnTo>
                  <a:lnTo>
                    <a:pt x="267081" y="214408"/>
                  </a:lnTo>
                  <a:lnTo>
                    <a:pt x="228886" y="220313"/>
                  </a:lnTo>
                  <a:lnTo>
                    <a:pt x="220694" y="222028"/>
                  </a:lnTo>
                  <a:lnTo>
                    <a:pt x="216789" y="223456"/>
                  </a:lnTo>
                  <a:lnTo>
                    <a:pt x="213931" y="226981"/>
                  </a:lnTo>
                  <a:lnTo>
                    <a:pt x="213265" y="228409"/>
                  </a:lnTo>
                  <a:lnTo>
                    <a:pt x="147828" y="234791"/>
                  </a:lnTo>
                  <a:lnTo>
                    <a:pt x="102108" y="212407"/>
                  </a:lnTo>
                  <a:lnTo>
                    <a:pt x="52292" y="165830"/>
                  </a:lnTo>
                  <a:lnTo>
                    <a:pt x="52864" y="144399"/>
                  </a:lnTo>
                  <a:lnTo>
                    <a:pt x="18002" y="122491"/>
                  </a:lnTo>
                  <a:lnTo>
                    <a:pt x="667" y="83534"/>
                  </a:lnTo>
                  <a:lnTo>
                    <a:pt x="0" y="65246"/>
                  </a:lnTo>
                  <a:lnTo>
                    <a:pt x="26098" y="19240"/>
                  </a:lnTo>
                  <a:lnTo>
                    <a:pt x="33719" y="9811"/>
                  </a:lnTo>
                  <a:lnTo>
                    <a:pt x="36290" y="6667"/>
                  </a:lnTo>
                  <a:lnTo>
                    <a:pt x="36766" y="6096"/>
                  </a:lnTo>
                  <a:lnTo>
                    <a:pt x="38100" y="4667"/>
                  </a:lnTo>
                  <a:lnTo>
                    <a:pt x="45529" y="2000"/>
                  </a:lnTo>
                  <a:lnTo>
                    <a:pt x="53912" y="95"/>
                  </a:lnTo>
                  <a:lnTo>
                    <a:pt x="56960" y="0"/>
                  </a:lnTo>
                  <a:lnTo>
                    <a:pt x="159353" y="10029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8" name="서울특별시 서대문구 홍제1동">
              <a:extLst>
                <a:ext uri="{FF2B5EF4-FFF2-40B4-BE49-F238E27FC236}">
                  <a16:creationId xmlns:a16="http://schemas.microsoft.com/office/drawing/2014/main" id="{A83AFE75-84AF-44BE-B88E-9ACD63294A41}"/>
                </a:ext>
              </a:extLst>
            </p:cNvPr>
            <p:cNvSpPr/>
            <p:nvPr/>
          </p:nvSpPr>
          <p:spPr>
            <a:xfrm>
              <a:off x="5396960" y="2950368"/>
              <a:ext cx="336613" cy="415956"/>
            </a:xfrm>
            <a:custGeom>
              <a:avLst/>
              <a:gdLst>
                <a:gd name="connsiteX0" fmla="*/ 117539 w 336613"/>
                <a:gd name="connsiteY0" fmla="*/ 8477 h 415956"/>
                <a:gd name="connsiteX1" fmla="*/ 170212 w 336613"/>
                <a:gd name="connsiteY1" fmla="*/ 58769 h 415956"/>
                <a:gd name="connsiteX2" fmla="*/ 174498 w 336613"/>
                <a:gd name="connsiteY2" fmla="*/ 60198 h 415956"/>
                <a:gd name="connsiteX3" fmla="*/ 182975 w 336613"/>
                <a:gd name="connsiteY3" fmla="*/ 67056 h 415956"/>
                <a:gd name="connsiteX4" fmla="*/ 183452 w 336613"/>
                <a:gd name="connsiteY4" fmla="*/ 67437 h 415956"/>
                <a:gd name="connsiteX5" fmla="*/ 234315 w 336613"/>
                <a:gd name="connsiteY5" fmla="*/ 116491 h 415956"/>
                <a:gd name="connsiteX6" fmla="*/ 249650 w 336613"/>
                <a:gd name="connsiteY6" fmla="*/ 131921 h 415956"/>
                <a:gd name="connsiteX7" fmla="*/ 251841 w 336613"/>
                <a:gd name="connsiteY7" fmla="*/ 134207 h 415956"/>
                <a:gd name="connsiteX8" fmla="*/ 255366 w 336613"/>
                <a:gd name="connsiteY8" fmla="*/ 137922 h 415956"/>
                <a:gd name="connsiteX9" fmla="*/ 259366 w 336613"/>
                <a:gd name="connsiteY9" fmla="*/ 142113 h 415956"/>
                <a:gd name="connsiteX10" fmla="*/ 303467 w 336613"/>
                <a:gd name="connsiteY10" fmla="*/ 201263 h 415956"/>
                <a:gd name="connsiteX11" fmla="*/ 329946 w 336613"/>
                <a:gd name="connsiteY11" fmla="*/ 227076 h 415956"/>
                <a:gd name="connsiteX12" fmla="*/ 336614 w 336613"/>
                <a:gd name="connsiteY12" fmla="*/ 234029 h 415956"/>
                <a:gd name="connsiteX13" fmla="*/ 333566 w 336613"/>
                <a:gd name="connsiteY13" fmla="*/ 234125 h 415956"/>
                <a:gd name="connsiteX14" fmla="*/ 325184 w 336613"/>
                <a:gd name="connsiteY14" fmla="*/ 236029 h 415956"/>
                <a:gd name="connsiteX15" fmla="*/ 317754 w 336613"/>
                <a:gd name="connsiteY15" fmla="*/ 238696 h 415956"/>
                <a:gd name="connsiteX16" fmla="*/ 316421 w 336613"/>
                <a:gd name="connsiteY16" fmla="*/ 240125 h 415956"/>
                <a:gd name="connsiteX17" fmla="*/ 315944 w 336613"/>
                <a:gd name="connsiteY17" fmla="*/ 240697 h 415956"/>
                <a:gd name="connsiteX18" fmla="*/ 313373 w 336613"/>
                <a:gd name="connsiteY18" fmla="*/ 243840 h 415956"/>
                <a:gd name="connsiteX19" fmla="*/ 305753 w 336613"/>
                <a:gd name="connsiteY19" fmla="*/ 253270 h 415956"/>
                <a:gd name="connsiteX20" fmla="*/ 279654 w 336613"/>
                <a:gd name="connsiteY20" fmla="*/ 299275 h 415956"/>
                <a:gd name="connsiteX21" fmla="*/ 280321 w 336613"/>
                <a:gd name="connsiteY21" fmla="*/ 317563 h 415956"/>
                <a:gd name="connsiteX22" fmla="*/ 297656 w 336613"/>
                <a:gd name="connsiteY22" fmla="*/ 356521 h 415956"/>
                <a:gd name="connsiteX23" fmla="*/ 332518 w 336613"/>
                <a:gd name="connsiteY23" fmla="*/ 378428 h 415956"/>
                <a:gd name="connsiteX24" fmla="*/ 331946 w 336613"/>
                <a:gd name="connsiteY24" fmla="*/ 399859 h 415956"/>
                <a:gd name="connsiteX25" fmla="*/ 259937 w 336613"/>
                <a:gd name="connsiteY25" fmla="*/ 415957 h 415956"/>
                <a:gd name="connsiteX26" fmla="*/ 246317 w 336613"/>
                <a:gd name="connsiteY26" fmla="*/ 398240 h 415956"/>
                <a:gd name="connsiteX27" fmla="*/ 223266 w 336613"/>
                <a:gd name="connsiteY27" fmla="*/ 337375 h 415956"/>
                <a:gd name="connsiteX28" fmla="*/ 224124 w 336613"/>
                <a:gd name="connsiteY28" fmla="*/ 334042 h 415956"/>
                <a:gd name="connsiteX29" fmla="*/ 225743 w 336613"/>
                <a:gd name="connsiteY29" fmla="*/ 330613 h 415956"/>
                <a:gd name="connsiteX30" fmla="*/ 226314 w 336613"/>
                <a:gd name="connsiteY30" fmla="*/ 329565 h 415956"/>
                <a:gd name="connsiteX31" fmla="*/ 226695 w 336613"/>
                <a:gd name="connsiteY31" fmla="*/ 329089 h 415956"/>
                <a:gd name="connsiteX32" fmla="*/ 227267 w 336613"/>
                <a:gd name="connsiteY32" fmla="*/ 328517 h 415956"/>
                <a:gd name="connsiteX33" fmla="*/ 238983 w 336613"/>
                <a:gd name="connsiteY33" fmla="*/ 318611 h 415956"/>
                <a:gd name="connsiteX34" fmla="*/ 239649 w 336613"/>
                <a:gd name="connsiteY34" fmla="*/ 318040 h 415956"/>
                <a:gd name="connsiteX35" fmla="*/ 243650 w 336613"/>
                <a:gd name="connsiteY35" fmla="*/ 315563 h 415956"/>
                <a:gd name="connsiteX36" fmla="*/ 248222 w 336613"/>
                <a:gd name="connsiteY36" fmla="*/ 303562 h 415956"/>
                <a:gd name="connsiteX37" fmla="*/ 248698 w 336613"/>
                <a:gd name="connsiteY37" fmla="*/ 287846 h 415956"/>
                <a:gd name="connsiteX38" fmla="*/ 248317 w 336613"/>
                <a:gd name="connsiteY38" fmla="*/ 286607 h 415956"/>
                <a:gd name="connsiteX39" fmla="*/ 248031 w 336613"/>
                <a:gd name="connsiteY39" fmla="*/ 285464 h 415956"/>
                <a:gd name="connsiteX40" fmla="*/ 246507 w 336613"/>
                <a:gd name="connsiteY40" fmla="*/ 284417 h 415956"/>
                <a:gd name="connsiteX41" fmla="*/ 220599 w 336613"/>
                <a:gd name="connsiteY41" fmla="*/ 276987 h 415956"/>
                <a:gd name="connsiteX42" fmla="*/ 206597 w 336613"/>
                <a:gd name="connsiteY42" fmla="*/ 264509 h 415956"/>
                <a:gd name="connsiteX43" fmla="*/ 191262 w 336613"/>
                <a:gd name="connsiteY43" fmla="*/ 262033 h 415956"/>
                <a:gd name="connsiteX44" fmla="*/ 177260 w 336613"/>
                <a:gd name="connsiteY44" fmla="*/ 257461 h 415956"/>
                <a:gd name="connsiteX45" fmla="*/ 169545 w 336613"/>
                <a:gd name="connsiteY45" fmla="*/ 252793 h 415956"/>
                <a:gd name="connsiteX46" fmla="*/ 118110 w 336613"/>
                <a:gd name="connsiteY46" fmla="*/ 191643 h 415956"/>
                <a:gd name="connsiteX47" fmla="*/ 99441 w 336613"/>
                <a:gd name="connsiteY47" fmla="*/ 135922 h 415956"/>
                <a:gd name="connsiteX48" fmla="*/ 33338 w 336613"/>
                <a:gd name="connsiteY48" fmla="*/ 160592 h 415956"/>
                <a:gd name="connsiteX49" fmla="*/ 28766 w 336613"/>
                <a:gd name="connsiteY49" fmla="*/ 154305 h 415956"/>
                <a:gd name="connsiteX50" fmla="*/ 18479 w 336613"/>
                <a:gd name="connsiteY50" fmla="*/ 138779 h 415956"/>
                <a:gd name="connsiteX51" fmla="*/ 17241 w 336613"/>
                <a:gd name="connsiteY51" fmla="*/ 136970 h 415956"/>
                <a:gd name="connsiteX52" fmla="*/ 12859 w 336613"/>
                <a:gd name="connsiteY52" fmla="*/ 130112 h 415956"/>
                <a:gd name="connsiteX53" fmla="*/ 11240 w 336613"/>
                <a:gd name="connsiteY53" fmla="*/ 127445 h 415956"/>
                <a:gd name="connsiteX54" fmla="*/ 10287 w 336613"/>
                <a:gd name="connsiteY54" fmla="*/ 126016 h 415956"/>
                <a:gd name="connsiteX55" fmla="*/ 9335 w 336613"/>
                <a:gd name="connsiteY55" fmla="*/ 124301 h 415956"/>
                <a:gd name="connsiteX56" fmla="*/ 8192 w 336613"/>
                <a:gd name="connsiteY56" fmla="*/ 122206 h 415956"/>
                <a:gd name="connsiteX57" fmla="*/ 6858 w 336613"/>
                <a:gd name="connsiteY57" fmla="*/ 119634 h 415956"/>
                <a:gd name="connsiteX58" fmla="*/ 6001 w 336613"/>
                <a:gd name="connsiteY58" fmla="*/ 117920 h 415956"/>
                <a:gd name="connsiteX59" fmla="*/ 4191 w 336613"/>
                <a:gd name="connsiteY59" fmla="*/ 113729 h 415956"/>
                <a:gd name="connsiteX60" fmla="*/ 3620 w 336613"/>
                <a:gd name="connsiteY60" fmla="*/ 112395 h 415956"/>
                <a:gd name="connsiteX61" fmla="*/ 3334 w 336613"/>
                <a:gd name="connsiteY61" fmla="*/ 111824 h 415956"/>
                <a:gd name="connsiteX62" fmla="*/ 2858 w 336613"/>
                <a:gd name="connsiteY62" fmla="*/ 110395 h 415956"/>
                <a:gd name="connsiteX63" fmla="*/ 2286 w 336613"/>
                <a:gd name="connsiteY63" fmla="*/ 108680 h 415956"/>
                <a:gd name="connsiteX64" fmla="*/ 1810 w 336613"/>
                <a:gd name="connsiteY64" fmla="*/ 106871 h 415956"/>
                <a:gd name="connsiteX65" fmla="*/ 1334 w 336613"/>
                <a:gd name="connsiteY65" fmla="*/ 105251 h 415956"/>
                <a:gd name="connsiteX66" fmla="*/ 762 w 336613"/>
                <a:gd name="connsiteY66" fmla="*/ 102299 h 415956"/>
                <a:gd name="connsiteX67" fmla="*/ 572 w 336613"/>
                <a:gd name="connsiteY67" fmla="*/ 100870 h 415956"/>
                <a:gd name="connsiteX68" fmla="*/ 381 w 336613"/>
                <a:gd name="connsiteY68" fmla="*/ 99536 h 415956"/>
                <a:gd name="connsiteX69" fmla="*/ 191 w 336613"/>
                <a:gd name="connsiteY69" fmla="*/ 97726 h 415956"/>
                <a:gd name="connsiteX70" fmla="*/ 95 w 336613"/>
                <a:gd name="connsiteY70" fmla="*/ 96774 h 415956"/>
                <a:gd name="connsiteX71" fmla="*/ 0 w 336613"/>
                <a:gd name="connsiteY71" fmla="*/ 95631 h 415956"/>
                <a:gd name="connsiteX72" fmla="*/ 95 w 336613"/>
                <a:gd name="connsiteY72" fmla="*/ 91630 h 415956"/>
                <a:gd name="connsiteX73" fmla="*/ 191 w 336613"/>
                <a:gd name="connsiteY73" fmla="*/ 91059 h 415956"/>
                <a:gd name="connsiteX74" fmla="*/ 286 w 336613"/>
                <a:gd name="connsiteY74" fmla="*/ 89725 h 415956"/>
                <a:gd name="connsiteX75" fmla="*/ 476 w 336613"/>
                <a:gd name="connsiteY75" fmla="*/ 88297 h 415956"/>
                <a:gd name="connsiteX76" fmla="*/ 476 w 336613"/>
                <a:gd name="connsiteY76" fmla="*/ 87821 h 415956"/>
                <a:gd name="connsiteX77" fmla="*/ 953 w 336613"/>
                <a:gd name="connsiteY77" fmla="*/ 85249 h 415956"/>
                <a:gd name="connsiteX78" fmla="*/ 1429 w 336613"/>
                <a:gd name="connsiteY78" fmla="*/ 83058 h 415956"/>
                <a:gd name="connsiteX79" fmla="*/ 2000 w 336613"/>
                <a:gd name="connsiteY79" fmla="*/ 81058 h 415956"/>
                <a:gd name="connsiteX80" fmla="*/ 2572 w 336613"/>
                <a:gd name="connsiteY80" fmla="*/ 79153 h 415956"/>
                <a:gd name="connsiteX81" fmla="*/ 3239 w 336613"/>
                <a:gd name="connsiteY81" fmla="*/ 77343 h 415956"/>
                <a:gd name="connsiteX82" fmla="*/ 3810 w 336613"/>
                <a:gd name="connsiteY82" fmla="*/ 76105 h 415956"/>
                <a:gd name="connsiteX83" fmla="*/ 4667 w 336613"/>
                <a:gd name="connsiteY83" fmla="*/ 74200 h 415956"/>
                <a:gd name="connsiteX84" fmla="*/ 5525 w 336613"/>
                <a:gd name="connsiteY84" fmla="*/ 72390 h 415956"/>
                <a:gd name="connsiteX85" fmla="*/ 6763 w 336613"/>
                <a:gd name="connsiteY85" fmla="*/ 70104 h 415956"/>
                <a:gd name="connsiteX86" fmla="*/ 8477 w 336613"/>
                <a:gd name="connsiteY86" fmla="*/ 67532 h 415956"/>
                <a:gd name="connsiteX87" fmla="*/ 9716 w 336613"/>
                <a:gd name="connsiteY87" fmla="*/ 65722 h 415956"/>
                <a:gd name="connsiteX88" fmla="*/ 12097 w 336613"/>
                <a:gd name="connsiteY88" fmla="*/ 62579 h 415956"/>
                <a:gd name="connsiteX89" fmla="*/ 12573 w 336613"/>
                <a:gd name="connsiteY89" fmla="*/ 62103 h 415956"/>
                <a:gd name="connsiteX90" fmla="*/ 13526 w 336613"/>
                <a:gd name="connsiteY90" fmla="*/ 60960 h 415956"/>
                <a:gd name="connsiteX91" fmla="*/ 13907 w 336613"/>
                <a:gd name="connsiteY91" fmla="*/ 60579 h 415956"/>
                <a:gd name="connsiteX92" fmla="*/ 15050 w 336613"/>
                <a:gd name="connsiteY92" fmla="*/ 59341 h 415956"/>
                <a:gd name="connsiteX93" fmla="*/ 16764 w 336613"/>
                <a:gd name="connsiteY93" fmla="*/ 57626 h 415956"/>
                <a:gd name="connsiteX94" fmla="*/ 18383 w 336613"/>
                <a:gd name="connsiteY94" fmla="*/ 56102 h 415956"/>
                <a:gd name="connsiteX95" fmla="*/ 19812 w 336613"/>
                <a:gd name="connsiteY95" fmla="*/ 54864 h 415956"/>
                <a:gd name="connsiteX96" fmla="*/ 20765 w 336613"/>
                <a:gd name="connsiteY96" fmla="*/ 53912 h 415956"/>
                <a:gd name="connsiteX97" fmla="*/ 21812 w 336613"/>
                <a:gd name="connsiteY97" fmla="*/ 53150 h 415956"/>
                <a:gd name="connsiteX98" fmla="*/ 22765 w 336613"/>
                <a:gd name="connsiteY98" fmla="*/ 52388 h 415956"/>
                <a:gd name="connsiteX99" fmla="*/ 23813 w 336613"/>
                <a:gd name="connsiteY99" fmla="*/ 51530 h 415956"/>
                <a:gd name="connsiteX100" fmla="*/ 25051 w 336613"/>
                <a:gd name="connsiteY100" fmla="*/ 50483 h 415956"/>
                <a:gd name="connsiteX101" fmla="*/ 26194 w 336613"/>
                <a:gd name="connsiteY101" fmla="*/ 49625 h 415956"/>
                <a:gd name="connsiteX102" fmla="*/ 28575 w 336613"/>
                <a:gd name="connsiteY102" fmla="*/ 47911 h 415956"/>
                <a:gd name="connsiteX103" fmla="*/ 30575 w 336613"/>
                <a:gd name="connsiteY103" fmla="*/ 46577 h 415956"/>
                <a:gd name="connsiteX104" fmla="*/ 32671 w 336613"/>
                <a:gd name="connsiteY104" fmla="*/ 45149 h 415956"/>
                <a:gd name="connsiteX105" fmla="*/ 34004 w 336613"/>
                <a:gd name="connsiteY105" fmla="*/ 44196 h 415956"/>
                <a:gd name="connsiteX106" fmla="*/ 38291 w 336613"/>
                <a:gd name="connsiteY106" fmla="*/ 41434 h 415956"/>
                <a:gd name="connsiteX107" fmla="*/ 41053 w 336613"/>
                <a:gd name="connsiteY107" fmla="*/ 39814 h 415956"/>
                <a:gd name="connsiteX108" fmla="*/ 44196 w 336613"/>
                <a:gd name="connsiteY108" fmla="*/ 37814 h 415956"/>
                <a:gd name="connsiteX109" fmla="*/ 74200 w 336613"/>
                <a:gd name="connsiteY109" fmla="*/ 20098 h 415956"/>
                <a:gd name="connsiteX110" fmla="*/ 75914 w 336613"/>
                <a:gd name="connsiteY110" fmla="*/ 19050 h 415956"/>
                <a:gd name="connsiteX111" fmla="*/ 92583 w 336613"/>
                <a:gd name="connsiteY111" fmla="*/ 9239 h 415956"/>
                <a:gd name="connsiteX112" fmla="*/ 95155 w 336613"/>
                <a:gd name="connsiteY112" fmla="*/ 7715 h 415956"/>
                <a:gd name="connsiteX113" fmla="*/ 96203 w 336613"/>
                <a:gd name="connsiteY113" fmla="*/ 7049 h 415956"/>
                <a:gd name="connsiteX114" fmla="*/ 97155 w 336613"/>
                <a:gd name="connsiteY114" fmla="*/ 6572 h 415956"/>
                <a:gd name="connsiteX115" fmla="*/ 99060 w 336613"/>
                <a:gd name="connsiteY115" fmla="*/ 5525 h 415956"/>
                <a:gd name="connsiteX116" fmla="*/ 102203 w 336613"/>
                <a:gd name="connsiteY116" fmla="*/ 3905 h 415956"/>
                <a:gd name="connsiteX117" fmla="*/ 103346 w 336613"/>
                <a:gd name="connsiteY117" fmla="*/ 3334 h 415956"/>
                <a:gd name="connsiteX118" fmla="*/ 106109 w 336613"/>
                <a:gd name="connsiteY118" fmla="*/ 1905 h 415956"/>
                <a:gd name="connsiteX119" fmla="*/ 110490 w 336613"/>
                <a:gd name="connsiteY119" fmla="*/ 0 h 415956"/>
                <a:gd name="connsiteX120" fmla="*/ 117539 w 336613"/>
                <a:gd name="connsiteY120" fmla="*/ 8477 h 415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336613" h="415956">
                  <a:moveTo>
                    <a:pt x="117539" y="8477"/>
                  </a:moveTo>
                  <a:lnTo>
                    <a:pt x="170212" y="58769"/>
                  </a:lnTo>
                  <a:lnTo>
                    <a:pt x="174498" y="60198"/>
                  </a:lnTo>
                  <a:lnTo>
                    <a:pt x="182975" y="67056"/>
                  </a:lnTo>
                  <a:lnTo>
                    <a:pt x="183452" y="67437"/>
                  </a:lnTo>
                  <a:lnTo>
                    <a:pt x="234315" y="116491"/>
                  </a:lnTo>
                  <a:lnTo>
                    <a:pt x="249650" y="131921"/>
                  </a:lnTo>
                  <a:lnTo>
                    <a:pt x="251841" y="134207"/>
                  </a:lnTo>
                  <a:lnTo>
                    <a:pt x="255366" y="137922"/>
                  </a:lnTo>
                  <a:lnTo>
                    <a:pt x="259366" y="142113"/>
                  </a:lnTo>
                  <a:lnTo>
                    <a:pt x="303467" y="201263"/>
                  </a:lnTo>
                  <a:lnTo>
                    <a:pt x="329946" y="227076"/>
                  </a:lnTo>
                  <a:lnTo>
                    <a:pt x="336614" y="234029"/>
                  </a:lnTo>
                  <a:lnTo>
                    <a:pt x="333566" y="234125"/>
                  </a:lnTo>
                  <a:lnTo>
                    <a:pt x="325184" y="236029"/>
                  </a:lnTo>
                  <a:lnTo>
                    <a:pt x="317754" y="238696"/>
                  </a:lnTo>
                  <a:lnTo>
                    <a:pt x="316421" y="240125"/>
                  </a:lnTo>
                  <a:lnTo>
                    <a:pt x="315944" y="240697"/>
                  </a:lnTo>
                  <a:lnTo>
                    <a:pt x="313373" y="243840"/>
                  </a:lnTo>
                  <a:lnTo>
                    <a:pt x="305753" y="253270"/>
                  </a:lnTo>
                  <a:lnTo>
                    <a:pt x="279654" y="299275"/>
                  </a:lnTo>
                  <a:lnTo>
                    <a:pt x="280321" y="317563"/>
                  </a:lnTo>
                  <a:lnTo>
                    <a:pt x="297656" y="356521"/>
                  </a:lnTo>
                  <a:lnTo>
                    <a:pt x="332518" y="378428"/>
                  </a:lnTo>
                  <a:lnTo>
                    <a:pt x="331946" y="399859"/>
                  </a:lnTo>
                  <a:lnTo>
                    <a:pt x="259937" y="415957"/>
                  </a:lnTo>
                  <a:lnTo>
                    <a:pt x="246317" y="398240"/>
                  </a:lnTo>
                  <a:lnTo>
                    <a:pt x="223266" y="337375"/>
                  </a:lnTo>
                  <a:lnTo>
                    <a:pt x="224124" y="334042"/>
                  </a:lnTo>
                  <a:lnTo>
                    <a:pt x="225743" y="330613"/>
                  </a:lnTo>
                  <a:lnTo>
                    <a:pt x="226314" y="329565"/>
                  </a:lnTo>
                  <a:lnTo>
                    <a:pt x="226695" y="329089"/>
                  </a:lnTo>
                  <a:lnTo>
                    <a:pt x="227267" y="328517"/>
                  </a:lnTo>
                  <a:lnTo>
                    <a:pt x="238983" y="318611"/>
                  </a:lnTo>
                  <a:lnTo>
                    <a:pt x="239649" y="318040"/>
                  </a:lnTo>
                  <a:lnTo>
                    <a:pt x="243650" y="315563"/>
                  </a:lnTo>
                  <a:lnTo>
                    <a:pt x="248222" y="303562"/>
                  </a:lnTo>
                  <a:lnTo>
                    <a:pt x="248698" y="287846"/>
                  </a:lnTo>
                  <a:lnTo>
                    <a:pt x="248317" y="286607"/>
                  </a:lnTo>
                  <a:lnTo>
                    <a:pt x="248031" y="285464"/>
                  </a:lnTo>
                  <a:lnTo>
                    <a:pt x="246507" y="284417"/>
                  </a:lnTo>
                  <a:lnTo>
                    <a:pt x="220599" y="276987"/>
                  </a:lnTo>
                  <a:lnTo>
                    <a:pt x="206597" y="264509"/>
                  </a:lnTo>
                  <a:lnTo>
                    <a:pt x="191262" y="262033"/>
                  </a:lnTo>
                  <a:lnTo>
                    <a:pt x="177260" y="257461"/>
                  </a:lnTo>
                  <a:lnTo>
                    <a:pt x="169545" y="252793"/>
                  </a:lnTo>
                  <a:lnTo>
                    <a:pt x="118110" y="191643"/>
                  </a:lnTo>
                  <a:lnTo>
                    <a:pt x="99441" y="135922"/>
                  </a:lnTo>
                  <a:lnTo>
                    <a:pt x="33338" y="160592"/>
                  </a:lnTo>
                  <a:lnTo>
                    <a:pt x="28766" y="154305"/>
                  </a:lnTo>
                  <a:lnTo>
                    <a:pt x="18479" y="138779"/>
                  </a:lnTo>
                  <a:lnTo>
                    <a:pt x="17241" y="136970"/>
                  </a:lnTo>
                  <a:lnTo>
                    <a:pt x="12859" y="130112"/>
                  </a:lnTo>
                  <a:lnTo>
                    <a:pt x="11240" y="127445"/>
                  </a:lnTo>
                  <a:lnTo>
                    <a:pt x="10287" y="126016"/>
                  </a:lnTo>
                  <a:lnTo>
                    <a:pt x="9335" y="124301"/>
                  </a:lnTo>
                  <a:lnTo>
                    <a:pt x="8192" y="122206"/>
                  </a:lnTo>
                  <a:lnTo>
                    <a:pt x="6858" y="119634"/>
                  </a:lnTo>
                  <a:lnTo>
                    <a:pt x="6001" y="117920"/>
                  </a:lnTo>
                  <a:lnTo>
                    <a:pt x="4191" y="113729"/>
                  </a:lnTo>
                  <a:lnTo>
                    <a:pt x="3620" y="112395"/>
                  </a:lnTo>
                  <a:lnTo>
                    <a:pt x="3334" y="111824"/>
                  </a:lnTo>
                  <a:lnTo>
                    <a:pt x="2858" y="110395"/>
                  </a:lnTo>
                  <a:lnTo>
                    <a:pt x="2286" y="108680"/>
                  </a:lnTo>
                  <a:lnTo>
                    <a:pt x="1810" y="106871"/>
                  </a:lnTo>
                  <a:lnTo>
                    <a:pt x="1334" y="105251"/>
                  </a:lnTo>
                  <a:lnTo>
                    <a:pt x="762" y="102299"/>
                  </a:lnTo>
                  <a:lnTo>
                    <a:pt x="572" y="100870"/>
                  </a:lnTo>
                  <a:lnTo>
                    <a:pt x="381" y="99536"/>
                  </a:lnTo>
                  <a:lnTo>
                    <a:pt x="191" y="97726"/>
                  </a:lnTo>
                  <a:lnTo>
                    <a:pt x="95" y="96774"/>
                  </a:lnTo>
                  <a:lnTo>
                    <a:pt x="0" y="95631"/>
                  </a:lnTo>
                  <a:lnTo>
                    <a:pt x="95" y="91630"/>
                  </a:lnTo>
                  <a:lnTo>
                    <a:pt x="191" y="91059"/>
                  </a:lnTo>
                  <a:lnTo>
                    <a:pt x="286" y="89725"/>
                  </a:lnTo>
                  <a:lnTo>
                    <a:pt x="476" y="88297"/>
                  </a:lnTo>
                  <a:lnTo>
                    <a:pt x="476" y="87821"/>
                  </a:lnTo>
                  <a:lnTo>
                    <a:pt x="953" y="85249"/>
                  </a:lnTo>
                  <a:lnTo>
                    <a:pt x="1429" y="83058"/>
                  </a:lnTo>
                  <a:lnTo>
                    <a:pt x="2000" y="81058"/>
                  </a:lnTo>
                  <a:lnTo>
                    <a:pt x="2572" y="79153"/>
                  </a:lnTo>
                  <a:lnTo>
                    <a:pt x="3239" y="77343"/>
                  </a:lnTo>
                  <a:lnTo>
                    <a:pt x="3810" y="76105"/>
                  </a:lnTo>
                  <a:lnTo>
                    <a:pt x="4667" y="74200"/>
                  </a:lnTo>
                  <a:lnTo>
                    <a:pt x="5525" y="72390"/>
                  </a:lnTo>
                  <a:lnTo>
                    <a:pt x="6763" y="70104"/>
                  </a:lnTo>
                  <a:lnTo>
                    <a:pt x="8477" y="67532"/>
                  </a:lnTo>
                  <a:lnTo>
                    <a:pt x="9716" y="65722"/>
                  </a:lnTo>
                  <a:lnTo>
                    <a:pt x="12097" y="62579"/>
                  </a:lnTo>
                  <a:lnTo>
                    <a:pt x="12573" y="62103"/>
                  </a:lnTo>
                  <a:lnTo>
                    <a:pt x="13526" y="60960"/>
                  </a:lnTo>
                  <a:lnTo>
                    <a:pt x="13907" y="60579"/>
                  </a:lnTo>
                  <a:lnTo>
                    <a:pt x="15050" y="59341"/>
                  </a:lnTo>
                  <a:lnTo>
                    <a:pt x="16764" y="57626"/>
                  </a:lnTo>
                  <a:lnTo>
                    <a:pt x="18383" y="56102"/>
                  </a:lnTo>
                  <a:lnTo>
                    <a:pt x="19812" y="54864"/>
                  </a:lnTo>
                  <a:lnTo>
                    <a:pt x="20765" y="53912"/>
                  </a:lnTo>
                  <a:lnTo>
                    <a:pt x="21812" y="53150"/>
                  </a:lnTo>
                  <a:lnTo>
                    <a:pt x="22765" y="52388"/>
                  </a:lnTo>
                  <a:lnTo>
                    <a:pt x="23813" y="51530"/>
                  </a:lnTo>
                  <a:lnTo>
                    <a:pt x="25051" y="50483"/>
                  </a:lnTo>
                  <a:lnTo>
                    <a:pt x="26194" y="49625"/>
                  </a:lnTo>
                  <a:lnTo>
                    <a:pt x="28575" y="47911"/>
                  </a:lnTo>
                  <a:lnTo>
                    <a:pt x="30575" y="46577"/>
                  </a:lnTo>
                  <a:lnTo>
                    <a:pt x="32671" y="45149"/>
                  </a:lnTo>
                  <a:lnTo>
                    <a:pt x="34004" y="44196"/>
                  </a:lnTo>
                  <a:lnTo>
                    <a:pt x="38291" y="41434"/>
                  </a:lnTo>
                  <a:lnTo>
                    <a:pt x="41053" y="39814"/>
                  </a:lnTo>
                  <a:lnTo>
                    <a:pt x="44196" y="37814"/>
                  </a:lnTo>
                  <a:lnTo>
                    <a:pt x="74200" y="20098"/>
                  </a:lnTo>
                  <a:lnTo>
                    <a:pt x="75914" y="19050"/>
                  </a:lnTo>
                  <a:lnTo>
                    <a:pt x="92583" y="9239"/>
                  </a:lnTo>
                  <a:lnTo>
                    <a:pt x="95155" y="7715"/>
                  </a:lnTo>
                  <a:lnTo>
                    <a:pt x="96203" y="7049"/>
                  </a:lnTo>
                  <a:lnTo>
                    <a:pt x="97155" y="6572"/>
                  </a:lnTo>
                  <a:lnTo>
                    <a:pt x="99060" y="5525"/>
                  </a:lnTo>
                  <a:lnTo>
                    <a:pt x="102203" y="3905"/>
                  </a:lnTo>
                  <a:lnTo>
                    <a:pt x="103346" y="3334"/>
                  </a:lnTo>
                  <a:lnTo>
                    <a:pt x="106109" y="1905"/>
                  </a:lnTo>
                  <a:lnTo>
                    <a:pt x="110490" y="0"/>
                  </a:lnTo>
                  <a:lnTo>
                    <a:pt x="117539" y="847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9" name="서울특별시 서대문구 홍제3동">
              <a:extLst>
                <a:ext uri="{FF2B5EF4-FFF2-40B4-BE49-F238E27FC236}">
                  <a16:creationId xmlns:a16="http://schemas.microsoft.com/office/drawing/2014/main" id="{D1293D02-9DAF-8BE1-644B-51C30F2F1715}"/>
                </a:ext>
              </a:extLst>
            </p:cNvPr>
            <p:cNvSpPr/>
            <p:nvPr/>
          </p:nvSpPr>
          <p:spPr>
            <a:xfrm>
              <a:off x="5514498" y="2821019"/>
              <a:ext cx="291655" cy="237744"/>
            </a:xfrm>
            <a:custGeom>
              <a:avLst/>
              <a:gdLst>
                <a:gd name="connsiteX0" fmla="*/ 262223 w 291655"/>
                <a:gd name="connsiteY0" fmla="*/ 52102 h 237744"/>
                <a:gd name="connsiteX1" fmla="*/ 262318 w 291655"/>
                <a:gd name="connsiteY1" fmla="*/ 54292 h 237744"/>
                <a:gd name="connsiteX2" fmla="*/ 262414 w 291655"/>
                <a:gd name="connsiteY2" fmla="*/ 55436 h 237744"/>
                <a:gd name="connsiteX3" fmla="*/ 262699 w 291655"/>
                <a:gd name="connsiteY3" fmla="*/ 61436 h 237744"/>
                <a:gd name="connsiteX4" fmla="*/ 265747 w 291655"/>
                <a:gd name="connsiteY4" fmla="*/ 69437 h 237744"/>
                <a:gd name="connsiteX5" fmla="*/ 270605 w 291655"/>
                <a:gd name="connsiteY5" fmla="*/ 82010 h 237744"/>
                <a:gd name="connsiteX6" fmla="*/ 279368 w 291655"/>
                <a:gd name="connsiteY6" fmla="*/ 97726 h 237744"/>
                <a:gd name="connsiteX7" fmla="*/ 284226 w 291655"/>
                <a:gd name="connsiteY7" fmla="*/ 106299 h 237744"/>
                <a:gd name="connsiteX8" fmla="*/ 291655 w 291655"/>
                <a:gd name="connsiteY8" fmla="*/ 176594 h 237744"/>
                <a:gd name="connsiteX9" fmla="*/ 283464 w 291655"/>
                <a:gd name="connsiteY9" fmla="*/ 198215 h 237744"/>
                <a:gd name="connsiteX10" fmla="*/ 277939 w 291655"/>
                <a:gd name="connsiteY10" fmla="*/ 218789 h 237744"/>
                <a:gd name="connsiteX11" fmla="*/ 272891 w 291655"/>
                <a:gd name="connsiteY11" fmla="*/ 237744 h 237744"/>
                <a:gd name="connsiteX12" fmla="*/ 180975 w 291655"/>
                <a:gd name="connsiteY12" fmla="*/ 176213 h 237744"/>
                <a:gd name="connsiteX13" fmla="*/ 173926 w 291655"/>
                <a:gd name="connsiteY13" fmla="*/ 170117 h 237744"/>
                <a:gd name="connsiteX14" fmla="*/ 166021 w 291655"/>
                <a:gd name="connsiteY14" fmla="*/ 167545 h 237744"/>
                <a:gd name="connsiteX15" fmla="*/ 85820 w 291655"/>
                <a:gd name="connsiteY15" fmla="*/ 173926 h 237744"/>
                <a:gd name="connsiteX16" fmla="*/ 82010 w 291655"/>
                <a:gd name="connsiteY16" fmla="*/ 174974 h 237744"/>
                <a:gd name="connsiteX17" fmla="*/ 74390 w 291655"/>
                <a:gd name="connsiteY17" fmla="*/ 177546 h 237744"/>
                <a:gd name="connsiteX18" fmla="*/ 69628 w 291655"/>
                <a:gd name="connsiteY18" fmla="*/ 179165 h 237744"/>
                <a:gd name="connsiteX19" fmla="*/ 68866 w 291655"/>
                <a:gd name="connsiteY19" fmla="*/ 179451 h 237744"/>
                <a:gd name="connsiteX20" fmla="*/ 66008 w 291655"/>
                <a:gd name="connsiteY20" fmla="*/ 181451 h 237744"/>
                <a:gd name="connsiteX21" fmla="*/ 56959 w 291655"/>
                <a:gd name="connsiteY21" fmla="*/ 189548 h 237744"/>
                <a:gd name="connsiteX22" fmla="*/ 52673 w 291655"/>
                <a:gd name="connsiteY22" fmla="*/ 188119 h 237744"/>
                <a:gd name="connsiteX23" fmla="*/ 0 w 291655"/>
                <a:gd name="connsiteY23" fmla="*/ 137827 h 237744"/>
                <a:gd name="connsiteX24" fmla="*/ 11811 w 291655"/>
                <a:gd name="connsiteY24" fmla="*/ 134303 h 237744"/>
                <a:gd name="connsiteX25" fmla="*/ 19717 w 291655"/>
                <a:gd name="connsiteY25" fmla="*/ 131921 h 237744"/>
                <a:gd name="connsiteX26" fmla="*/ 48673 w 291655"/>
                <a:gd name="connsiteY26" fmla="*/ 123158 h 237744"/>
                <a:gd name="connsiteX27" fmla="*/ 49721 w 291655"/>
                <a:gd name="connsiteY27" fmla="*/ 122682 h 237744"/>
                <a:gd name="connsiteX28" fmla="*/ 51340 w 291655"/>
                <a:gd name="connsiteY28" fmla="*/ 121920 h 237744"/>
                <a:gd name="connsiteX29" fmla="*/ 92678 w 291655"/>
                <a:gd name="connsiteY29" fmla="*/ 75533 h 237744"/>
                <a:gd name="connsiteX30" fmla="*/ 94107 w 291655"/>
                <a:gd name="connsiteY30" fmla="*/ 73819 h 237744"/>
                <a:gd name="connsiteX31" fmla="*/ 94679 w 291655"/>
                <a:gd name="connsiteY31" fmla="*/ 73057 h 237744"/>
                <a:gd name="connsiteX32" fmla="*/ 97155 w 291655"/>
                <a:gd name="connsiteY32" fmla="*/ 69913 h 237744"/>
                <a:gd name="connsiteX33" fmla="*/ 97631 w 291655"/>
                <a:gd name="connsiteY33" fmla="*/ 67246 h 237744"/>
                <a:gd name="connsiteX34" fmla="*/ 97822 w 291655"/>
                <a:gd name="connsiteY34" fmla="*/ 65913 h 237744"/>
                <a:gd name="connsiteX35" fmla="*/ 97346 w 291655"/>
                <a:gd name="connsiteY35" fmla="*/ 60388 h 237744"/>
                <a:gd name="connsiteX36" fmla="*/ 95536 w 291655"/>
                <a:gd name="connsiteY36" fmla="*/ 54578 h 237744"/>
                <a:gd name="connsiteX37" fmla="*/ 93821 w 291655"/>
                <a:gd name="connsiteY37" fmla="*/ 51911 h 237744"/>
                <a:gd name="connsiteX38" fmla="*/ 89725 w 291655"/>
                <a:gd name="connsiteY38" fmla="*/ 45434 h 237744"/>
                <a:gd name="connsiteX39" fmla="*/ 86296 w 291655"/>
                <a:gd name="connsiteY39" fmla="*/ 40005 h 237744"/>
                <a:gd name="connsiteX40" fmla="*/ 84296 w 291655"/>
                <a:gd name="connsiteY40" fmla="*/ 33623 h 237744"/>
                <a:gd name="connsiteX41" fmla="*/ 84677 w 291655"/>
                <a:gd name="connsiteY41" fmla="*/ 27527 h 237744"/>
                <a:gd name="connsiteX42" fmla="*/ 84772 w 291655"/>
                <a:gd name="connsiteY42" fmla="*/ 26670 h 237744"/>
                <a:gd name="connsiteX43" fmla="*/ 85154 w 291655"/>
                <a:gd name="connsiteY43" fmla="*/ 24860 h 237744"/>
                <a:gd name="connsiteX44" fmla="*/ 85725 w 291655"/>
                <a:gd name="connsiteY44" fmla="*/ 22765 h 237744"/>
                <a:gd name="connsiteX45" fmla="*/ 86582 w 291655"/>
                <a:gd name="connsiteY45" fmla="*/ 20098 h 237744"/>
                <a:gd name="connsiteX46" fmla="*/ 88868 w 291655"/>
                <a:gd name="connsiteY46" fmla="*/ 14478 h 237744"/>
                <a:gd name="connsiteX47" fmla="*/ 89344 w 291655"/>
                <a:gd name="connsiteY47" fmla="*/ 13240 h 237744"/>
                <a:gd name="connsiteX48" fmla="*/ 90678 w 291655"/>
                <a:gd name="connsiteY48" fmla="*/ 10573 h 237744"/>
                <a:gd name="connsiteX49" fmla="*/ 92011 w 291655"/>
                <a:gd name="connsiteY49" fmla="*/ 7811 h 237744"/>
                <a:gd name="connsiteX50" fmla="*/ 92488 w 291655"/>
                <a:gd name="connsiteY50" fmla="*/ 7239 h 237744"/>
                <a:gd name="connsiteX51" fmla="*/ 95536 w 291655"/>
                <a:gd name="connsiteY51" fmla="*/ 4000 h 237744"/>
                <a:gd name="connsiteX52" fmla="*/ 96012 w 291655"/>
                <a:gd name="connsiteY52" fmla="*/ 3524 h 237744"/>
                <a:gd name="connsiteX53" fmla="*/ 96488 w 291655"/>
                <a:gd name="connsiteY53" fmla="*/ 3143 h 237744"/>
                <a:gd name="connsiteX54" fmla="*/ 100203 w 291655"/>
                <a:gd name="connsiteY54" fmla="*/ 1238 h 237744"/>
                <a:gd name="connsiteX55" fmla="*/ 102679 w 291655"/>
                <a:gd name="connsiteY55" fmla="*/ 667 h 237744"/>
                <a:gd name="connsiteX56" fmla="*/ 103632 w 291655"/>
                <a:gd name="connsiteY56" fmla="*/ 476 h 237744"/>
                <a:gd name="connsiteX57" fmla="*/ 105537 w 291655"/>
                <a:gd name="connsiteY57" fmla="*/ 286 h 237744"/>
                <a:gd name="connsiteX58" fmla="*/ 112109 w 291655"/>
                <a:gd name="connsiteY58" fmla="*/ 0 h 237744"/>
                <a:gd name="connsiteX59" fmla="*/ 118300 w 291655"/>
                <a:gd name="connsiteY59" fmla="*/ 381 h 237744"/>
                <a:gd name="connsiteX60" fmla="*/ 123730 w 291655"/>
                <a:gd name="connsiteY60" fmla="*/ 1524 h 237744"/>
                <a:gd name="connsiteX61" fmla="*/ 132016 w 291655"/>
                <a:gd name="connsiteY61" fmla="*/ 3715 h 237744"/>
                <a:gd name="connsiteX62" fmla="*/ 138303 w 291655"/>
                <a:gd name="connsiteY62" fmla="*/ 5620 h 237744"/>
                <a:gd name="connsiteX63" fmla="*/ 142304 w 291655"/>
                <a:gd name="connsiteY63" fmla="*/ 7429 h 237744"/>
                <a:gd name="connsiteX64" fmla="*/ 145066 w 291655"/>
                <a:gd name="connsiteY64" fmla="*/ 8763 h 237744"/>
                <a:gd name="connsiteX65" fmla="*/ 148495 w 291655"/>
                <a:gd name="connsiteY65" fmla="*/ 11811 h 237744"/>
                <a:gd name="connsiteX66" fmla="*/ 149066 w 291655"/>
                <a:gd name="connsiteY66" fmla="*/ 12287 h 237744"/>
                <a:gd name="connsiteX67" fmla="*/ 151543 w 291655"/>
                <a:gd name="connsiteY67" fmla="*/ 16192 h 237744"/>
                <a:gd name="connsiteX68" fmla="*/ 155448 w 291655"/>
                <a:gd name="connsiteY68" fmla="*/ 22288 h 237744"/>
                <a:gd name="connsiteX69" fmla="*/ 173069 w 291655"/>
                <a:gd name="connsiteY69" fmla="*/ 51435 h 237744"/>
                <a:gd name="connsiteX70" fmla="*/ 262223 w 291655"/>
                <a:gd name="connsiteY70" fmla="*/ 52102 h 23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91655" h="237744">
                  <a:moveTo>
                    <a:pt x="262223" y="52102"/>
                  </a:moveTo>
                  <a:lnTo>
                    <a:pt x="262318" y="54292"/>
                  </a:lnTo>
                  <a:lnTo>
                    <a:pt x="262414" y="55436"/>
                  </a:lnTo>
                  <a:lnTo>
                    <a:pt x="262699" y="61436"/>
                  </a:lnTo>
                  <a:lnTo>
                    <a:pt x="265747" y="69437"/>
                  </a:lnTo>
                  <a:lnTo>
                    <a:pt x="270605" y="82010"/>
                  </a:lnTo>
                  <a:lnTo>
                    <a:pt x="279368" y="97726"/>
                  </a:lnTo>
                  <a:lnTo>
                    <a:pt x="284226" y="106299"/>
                  </a:lnTo>
                  <a:lnTo>
                    <a:pt x="291655" y="176594"/>
                  </a:lnTo>
                  <a:lnTo>
                    <a:pt x="283464" y="198215"/>
                  </a:lnTo>
                  <a:lnTo>
                    <a:pt x="277939" y="218789"/>
                  </a:lnTo>
                  <a:lnTo>
                    <a:pt x="272891" y="237744"/>
                  </a:lnTo>
                  <a:lnTo>
                    <a:pt x="180975" y="176213"/>
                  </a:lnTo>
                  <a:lnTo>
                    <a:pt x="173926" y="170117"/>
                  </a:lnTo>
                  <a:lnTo>
                    <a:pt x="166021" y="167545"/>
                  </a:lnTo>
                  <a:lnTo>
                    <a:pt x="85820" y="173926"/>
                  </a:lnTo>
                  <a:lnTo>
                    <a:pt x="82010" y="174974"/>
                  </a:lnTo>
                  <a:lnTo>
                    <a:pt x="74390" y="177546"/>
                  </a:lnTo>
                  <a:lnTo>
                    <a:pt x="69628" y="179165"/>
                  </a:lnTo>
                  <a:lnTo>
                    <a:pt x="68866" y="179451"/>
                  </a:lnTo>
                  <a:lnTo>
                    <a:pt x="66008" y="181451"/>
                  </a:lnTo>
                  <a:lnTo>
                    <a:pt x="56959" y="189548"/>
                  </a:lnTo>
                  <a:lnTo>
                    <a:pt x="52673" y="188119"/>
                  </a:lnTo>
                  <a:lnTo>
                    <a:pt x="0" y="137827"/>
                  </a:lnTo>
                  <a:lnTo>
                    <a:pt x="11811" y="134303"/>
                  </a:lnTo>
                  <a:lnTo>
                    <a:pt x="19717" y="131921"/>
                  </a:lnTo>
                  <a:lnTo>
                    <a:pt x="48673" y="123158"/>
                  </a:lnTo>
                  <a:lnTo>
                    <a:pt x="49721" y="122682"/>
                  </a:lnTo>
                  <a:lnTo>
                    <a:pt x="51340" y="121920"/>
                  </a:lnTo>
                  <a:lnTo>
                    <a:pt x="92678" y="75533"/>
                  </a:lnTo>
                  <a:lnTo>
                    <a:pt x="94107" y="73819"/>
                  </a:lnTo>
                  <a:lnTo>
                    <a:pt x="94679" y="73057"/>
                  </a:lnTo>
                  <a:lnTo>
                    <a:pt x="97155" y="69913"/>
                  </a:lnTo>
                  <a:lnTo>
                    <a:pt x="97631" y="67246"/>
                  </a:lnTo>
                  <a:lnTo>
                    <a:pt x="97822" y="65913"/>
                  </a:lnTo>
                  <a:lnTo>
                    <a:pt x="97346" y="60388"/>
                  </a:lnTo>
                  <a:lnTo>
                    <a:pt x="95536" y="54578"/>
                  </a:lnTo>
                  <a:lnTo>
                    <a:pt x="93821" y="51911"/>
                  </a:lnTo>
                  <a:lnTo>
                    <a:pt x="89725" y="45434"/>
                  </a:lnTo>
                  <a:lnTo>
                    <a:pt x="86296" y="40005"/>
                  </a:lnTo>
                  <a:lnTo>
                    <a:pt x="84296" y="33623"/>
                  </a:lnTo>
                  <a:lnTo>
                    <a:pt x="84677" y="27527"/>
                  </a:lnTo>
                  <a:lnTo>
                    <a:pt x="84772" y="26670"/>
                  </a:lnTo>
                  <a:lnTo>
                    <a:pt x="85154" y="24860"/>
                  </a:lnTo>
                  <a:lnTo>
                    <a:pt x="85725" y="22765"/>
                  </a:lnTo>
                  <a:lnTo>
                    <a:pt x="86582" y="20098"/>
                  </a:lnTo>
                  <a:lnTo>
                    <a:pt x="88868" y="14478"/>
                  </a:lnTo>
                  <a:lnTo>
                    <a:pt x="89344" y="13240"/>
                  </a:lnTo>
                  <a:lnTo>
                    <a:pt x="90678" y="10573"/>
                  </a:lnTo>
                  <a:lnTo>
                    <a:pt x="92011" y="7811"/>
                  </a:lnTo>
                  <a:lnTo>
                    <a:pt x="92488" y="7239"/>
                  </a:lnTo>
                  <a:lnTo>
                    <a:pt x="95536" y="4000"/>
                  </a:lnTo>
                  <a:lnTo>
                    <a:pt x="96012" y="3524"/>
                  </a:lnTo>
                  <a:lnTo>
                    <a:pt x="96488" y="3143"/>
                  </a:lnTo>
                  <a:lnTo>
                    <a:pt x="100203" y="1238"/>
                  </a:lnTo>
                  <a:lnTo>
                    <a:pt x="102679" y="667"/>
                  </a:lnTo>
                  <a:lnTo>
                    <a:pt x="103632" y="476"/>
                  </a:lnTo>
                  <a:lnTo>
                    <a:pt x="105537" y="286"/>
                  </a:lnTo>
                  <a:lnTo>
                    <a:pt x="112109" y="0"/>
                  </a:lnTo>
                  <a:lnTo>
                    <a:pt x="118300" y="381"/>
                  </a:lnTo>
                  <a:lnTo>
                    <a:pt x="123730" y="1524"/>
                  </a:lnTo>
                  <a:lnTo>
                    <a:pt x="132016" y="3715"/>
                  </a:lnTo>
                  <a:lnTo>
                    <a:pt x="138303" y="5620"/>
                  </a:lnTo>
                  <a:lnTo>
                    <a:pt x="142304" y="7429"/>
                  </a:lnTo>
                  <a:lnTo>
                    <a:pt x="145066" y="8763"/>
                  </a:lnTo>
                  <a:lnTo>
                    <a:pt x="148495" y="11811"/>
                  </a:lnTo>
                  <a:lnTo>
                    <a:pt x="149066" y="12287"/>
                  </a:lnTo>
                  <a:lnTo>
                    <a:pt x="151543" y="16192"/>
                  </a:lnTo>
                  <a:lnTo>
                    <a:pt x="155448" y="22288"/>
                  </a:lnTo>
                  <a:lnTo>
                    <a:pt x="173069" y="51435"/>
                  </a:lnTo>
                  <a:lnTo>
                    <a:pt x="262223" y="521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0" name="서울특별시 서대문구 홍제2동">
              <a:extLst>
                <a:ext uri="{FF2B5EF4-FFF2-40B4-BE49-F238E27FC236}">
                  <a16:creationId xmlns:a16="http://schemas.microsoft.com/office/drawing/2014/main" id="{1208253B-ADA6-5D18-62A1-094DD10EDFC0}"/>
                </a:ext>
              </a:extLst>
            </p:cNvPr>
            <p:cNvSpPr/>
            <p:nvPr/>
          </p:nvSpPr>
          <p:spPr>
            <a:xfrm>
              <a:off x="5571458" y="2988563"/>
              <a:ext cx="284511" cy="188880"/>
            </a:xfrm>
            <a:custGeom>
              <a:avLst/>
              <a:gdLst>
                <a:gd name="connsiteX0" fmla="*/ 215932 w 284511"/>
                <a:gd name="connsiteY0" fmla="*/ 70199 h 188880"/>
                <a:gd name="connsiteX1" fmla="*/ 234125 w 284511"/>
                <a:gd name="connsiteY1" fmla="*/ 99441 h 188880"/>
                <a:gd name="connsiteX2" fmla="*/ 284512 w 284511"/>
                <a:gd name="connsiteY2" fmla="*/ 154019 h 188880"/>
                <a:gd name="connsiteX3" fmla="*/ 250127 w 284511"/>
                <a:gd name="connsiteY3" fmla="*/ 139160 h 188880"/>
                <a:gd name="connsiteX4" fmla="*/ 240887 w 284511"/>
                <a:gd name="connsiteY4" fmla="*/ 137732 h 188880"/>
                <a:gd name="connsiteX5" fmla="*/ 220123 w 284511"/>
                <a:gd name="connsiteY5" fmla="*/ 139256 h 188880"/>
                <a:gd name="connsiteX6" fmla="*/ 217932 w 284511"/>
                <a:gd name="connsiteY6" fmla="*/ 139827 h 188880"/>
                <a:gd name="connsiteX7" fmla="*/ 208026 w 284511"/>
                <a:gd name="connsiteY7" fmla="*/ 145256 h 188880"/>
                <a:gd name="connsiteX8" fmla="*/ 196025 w 284511"/>
                <a:gd name="connsiteY8" fmla="*/ 155258 h 188880"/>
                <a:gd name="connsiteX9" fmla="*/ 195548 w 284511"/>
                <a:gd name="connsiteY9" fmla="*/ 167640 h 188880"/>
                <a:gd name="connsiteX10" fmla="*/ 195548 w 284511"/>
                <a:gd name="connsiteY10" fmla="*/ 168021 h 188880"/>
                <a:gd name="connsiteX11" fmla="*/ 195167 w 284511"/>
                <a:gd name="connsiteY11" fmla="*/ 181166 h 188880"/>
                <a:gd name="connsiteX12" fmla="*/ 191738 w 284511"/>
                <a:gd name="connsiteY12" fmla="*/ 185071 h 188880"/>
                <a:gd name="connsiteX13" fmla="*/ 189929 w 284511"/>
                <a:gd name="connsiteY13" fmla="*/ 187166 h 188880"/>
                <a:gd name="connsiteX14" fmla="*/ 180785 w 284511"/>
                <a:gd name="connsiteY14" fmla="*/ 187928 h 188880"/>
                <a:gd name="connsiteX15" fmla="*/ 178213 w 284511"/>
                <a:gd name="connsiteY15" fmla="*/ 188024 h 188880"/>
                <a:gd name="connsiteX16" fmla="*/ 166402 w 284511"/>
                <a:gd name="connsiteY16" fmla="*/ 188500 h 188880"/>
                <a:gd name="connsiteX17" fmla="*/ 155448 w 284511"/>
                <a:gd name="connsiteY17" fmla="*/ 188881 h 188880"/>
                <a:gd name="connsiteX18" fmla="*/ 128969 w 284511"/>
                <a:gd name="connsiteY18" fmla="*/ 163068 h 188880"/>
                <a:gd name="connsiteX19" fmla="*/ 84868 w 284511"/>
                <a:gd name="connsiteY19" fmla="*/ 103918 h 188880"/>
                <a:gd name="connsiteX20" fmla="*/ 80867 w 284511"/>
                <a:gd name="connsiteY20" fmla="*/ 99727 h 188880"/>
                <a:gd name="connsiteX21" fmla="*/ 77343 w 284511"/>
                <a:gd name="connsiteY21" fmla="*/ 96012 h 188880"/>
                <a:gd name="connsiteX22" fmla="*/ 75152 w 284511"/>
                <a:gd name="connsiteY22" fmla="*/ 93726 h 188880"/>
                <a:gd name="connsiteX23" fmla="*/ 59817 w 284511"/>
                <a:gd name="connsiteY23" fmla="*/ 78296 h 188880"/>
                <a:gd name="connsiteX24" fmla="*/ 8954 w 284511"/>
                <a:gd name="connsiteY24" fmla="*/ 29242 h 188880"/>
                <a:gd name="connsiteX25" fmla="*/ 8477 w 284511"/>
                <a:gd name="connsiteY25" fmla="*/ 28861 h 188880"/>
                <a:gd name="connsiteX26" fmla="*/ 0 w 284511"/>
                <a:gd name="connsiteY26" fmla="*/ 22003 h 188880"/>
                <a:gd name="connsiteX27" fmla="*/ 9049 w 284511"/>
                <a:gd name="connsiteY27" fmla="*/ 13907 h 188880"/>
                <a:gd name="connsiteX28" fmla="*/ 11906 w 284511"/>
                <a:gd name="connsiteY28" fmla="*/ 11906 h 188880"/>
                <a:gd name="connsiteX29" fmla="*/ 12668 w 284511"/>
                <a:gd name="connsiteY29" fmla="*/ 11621 h 188880"/>
                <a:gd name="connsiteX30" fmla="*/ 17431 w 284511"/>
                <a:gd name="connsiteY30" fmla="*/ 10001 h 188880"/>
                <a:gd name="connsiteX31" fmla="*/ 25051 w 284511"/>
                <a:gd name="connsiteY31" fmla="*/ 7429 h 188880"/>
                <a:gd name="connsiteX32" fmla="*/ 28861 w 284511"/>
                <a:gd name="connsiteY32" fmla="*/ 6382 h 188880"/>
                <a:gd name="connsiteX33" fmla="*/ 109061 w 284511"/>
                <a:gd name="connsiteY33" fmla="*/ 0 h 188880"/>
                <a:gd name="connsiteX34" fmla="*/ 116967 w 284511"/>
                <a:gd name="connsiteY34" fmla="*/ 2572 h 188880"/>
                <a:gd name="connsiteX35" fmla="*/ 124016 w 284511"/>
                <a:gd name="connsiteY35" fmla="*/ 8668 h 188880"/>
                <a:gd name="connsiteX36" fmla="*/ 215932 w 284511"/>
                <a:gd name="connsiteY36" fmla="*/ 70199 h 188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4511" h="188880">
                  <a:moveTo>
                    <a:pt x="215932" y="70199"/>
                  </a:moveTo>
                  <a:lnTo>
                    <a:pt x="234125" y="99441"/>
                  </a:lnTo>
                  <a:lnTo>
                    <a:pt x="284512" y="154019"/>
                  </a:lnTo>
                  <a:lnTo>
                    <a:pt x="250127" y="139160"/>
                  </a:lnTo>
                  <a:lnTo>
                    <a:pt x="240887" y="137732"/>
                  </a:lnTo>
                  <a:lnTo>
                    <a:pt x="220123" y="139256"/>
                  </a:lnTo>
                  <a:lnTo>
                    <a:pt x="217932" y="139827"/>
                  </a:lnTo>
                  <a:lnTo>
                    <a:pt x="208026" y="145256"/>
                  </a:lnTo>
                  <a:lnTo>
                    <a:pt x="196025" y="155258"/>
                  </a:lnTo>
                  <a:lnTo>
                    <a:pt x="195548" y="167640"/>
                  </a:lnTo>
                  <a:lnTo>
                    <a:pt x="195548" y="168021"/>
                  </a:lnTo>
                  <a:lnTo>
                    <a:pt x="195167" y="181166"/>
                  </a:lnTo>
                  <a:lnTo>
                    <a:pt x="191738" y="185071"/>
                  </a:lnTo>
                  <a:lnTo>
                    <a:pt x="189929" y="187166"/>
                  </a:lnTo>
                  <a:lnTo>
                    <a:pt x="180785" y="187928"/>
                  </a:lnTo>
                  <a:lnTo>
                    <a:pt x="178213" y="188024"/>
                  </a:lnTo>
                  <a:lnTo>
                    <a:pt x="166402" y="188500"/>
                  </a:lnTo>
                  <a:lnTo>
                    <a:pt x="155448" y="188881"/>
                  </a:lnTo>
                  <a:lnTo>
                    <a:pt x="128969" y="163068"/>
                  </a:lnTo>
                  <a:lnTo>
                    <a:pt x="84868" y="103918"/>
                  </a:lnTo>
                  <a:lnTo>
                    <a:pt x="80867" y="99727"/>
                  </a:lnTo>
                  <a:lnTo>
                    <a:pt x="77343" y="96012"/>
                  </a:lnTo>
                  <a:lnTo>
                    <a:pt x="75152" y="93726"/>
                  </a:lnTo>
                  <a:lnTo>
                    <a:pt x="59817" y="78296"/>
                  </a:lnTo>
                  <a:lnTo>
                    <a:pt x="8954" y="29242"/>
                  </a:lnTo>
                  <a:lnTo>
                    <a:pt x="8477" y="28861"/>
                  </a:lnTo>
                  <a:lnTo>
                    <a:pt x="0" y="22003"/>
                  </a:lnTo>
                  <a:lnTo>
                    <a:pt x="9049" y="13907"/>
                  </a:lnTo>
                  <a:lnTo>
                    <a:pt x="11906" y="11906"/>
                  </a:lnTo>
                  <a:lnTo>
                    <a:pt x="12668" y="11621"/>
                  </a:lnTo>
                  <a:lnTo>
                    <a:pt x="17431" y="10001"/>
                  </a:lnTo>
                  <a:lnTo>
                    <a:pt x="25051" y="7429"/>
                  </a:lnTo>
                  <a:lnTo>
                    <a:pt x="28861" y="6382"/>
                  </a:lnTo>
                  <a:lnTo>
                    <a:pt x="109061" y="0"/>
                  </a:lnTo>
                  <a:lnTo>
                    <a:pt x="116967" y="2572"/>
                  </a:lnTo>
                  <a:lnTo>
                    <a:pt x="124016" y="8668"/>
                  </a:lnTo>
                  <a:lnTo>
                    <a:pt x="215932" y="7019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1" name="서울특별시 서대문구 홍은1동">
              <a:extLst>
                <a:ext uri="{FF2B5EF4-FFF2-40B4-BE49-F238E27FC236}">
                  <a16:creationId xmlns:a16="http://schemas.microsoft.com/office/drawing/2014/main" id="{067A194E-A433-C5D1-002D-4BBD3BB344C2}"/>
                </a:ext>
              </a:extLst>
            </p:cNvPr>
            <p:cNvSpPr/>
            <p:nvPr/>
          </p:nvSpPr>
          <p:spPr>
            <a:xfrm>
              <a:off x="5455729" y="2643663"/>
              <a:ext cx="336232" cy="315182"/>
            </a:xfrm>
            <a:custGeom>
              <a:avLst/>
              <a:gdLst>
                <a:gd name="connsiteX0" fmla="*/ 267938 w 336232"/>
                <a:gd name="connsiteY0" fmla="*/ 53530 h 315182"/>
                <a:gd name="connsiteX1" fmla="*/ 268986 w 336232"/>
                <a:gd name="connsiteY1" fmla="*/ 57055 h 315182"/>
                <a:gd name="connsiteX2" fmla="*/ 270986 w 336232"/>
                <a:gd name="connsiteY2" fmla="*/ 67056 h 315182"/>
                <a:gd name="connsiteX3" fmla="*/ 270891 w 336232"/>
                <a:gd name="connsiteY3" fmla="*/ 67913 h 315182"/>
                <a:gd name="connsiteX4" fmla="*/ 270796 w 336232"/>
                <a:gd name="connsiteY4" fmla="*/ 69342 h 315182"/>
                <a:gd name="connsiteX5" fmla="*/ 270415 w 336232"/>
                <a:gd name="connsiteY5" fmla="*/ 73533 h 315182"/>
                <a:gd name="connsiteX6" fmla="*/ 265938 w 336232"/>
                <a:gd name="connsiteY6" fmla="*/ 92773 h 315182"/>
                <a:gd name="connsiteX7" fmla="*/ 264795 w 336232"/>
                <a:gd name="connsiteY7" fmla="*/ 96202 h 315182"/>
                <a:gd name="connsiteX8" fmla="*/ 262604 w 336232"/>
                <a:gd name="connsiteY8" fmla="*/ 98012 h 315182"/>
                <a:gd name="connsiteX9" fmla="*/ 261366 w 336232"/>
                <a:gd name="connsiteY9" fmla="*/ 98774 h 315182"/>
                <a:gd name="connsiteX10" fmla="*/ 258985 w 336232"/>
                <a:gd name="connsiteY10" fmla="*/ 100298 h 315182"/>
                <a:gd name="connsiteX11" fmla="*/ 257556 w 336232"/>
                <a:gd name="connsiteY11" fmla="*/ 102013 h 315182"/>
                <a:gd name="connsiteX12" fmla="*/ 257080 w 336232"/>
                <a:gd name="connsiteY12" fmla="*/ 109918 h 315182"/>
                <a:gd name="connsiteX13" fmla="*/ 257080 w 336232"/>
                <a:gd name="connsiteY13" fmla="*/ 110776 h 315182"/>
                <a:gd name="connsiteX14" fmla="*/ 256889 w 336232"/>
                <a:gd name="connsiteY14" fmla="*/ 124682 h 315182"/>
                <a:gd name="connsiteX15" fmla="*/ 256794 w 336232"/>
                <a:gd name="connsiteY15" fmla="*/ 127635 h 315182"/>
                <a:gd name="connsiteX16" fmla="*/ 256604 w 336232"/>
                <a:gd name="connsiteY16" fmla="*/ 143446 h 315182"/>
                <a:gd name="connsiteX17" fmla="*/ 270320 w 336232"/>
                <a:gd name="connsiteY17" fmla="*/ 166783 h 315182"/>
                <a:gd name="connsiteX18" fmla="*/ 276035 w 336232"/>
                <a:gd name="connsiteY18" fmla="*/ 172402 h 315182"/>
                <a:gd name="connsiteX19" fmla="*/ 278035 w 336232"/>
                <a:gd name="connsiteY19" fmla="*/ 174308 h 315182"/>
                <a:gd name="connsiteX20" fmla="*/ 278797 w 336232"/>
                <a:gd name="connsiteY20" fmla="*/ 174974 h 315182"/>
                <a:gd name="connsiteX21" fmla="*/ 280892 w 336232"/>
                <a:gd name="connsiteY21" fmla="*/ 177070 h 315182"/>
                <a:gd name="connsiteX22" fmla="*/ 306705 w 336232"/>
                <a:gd name="connsiteY22" fmla="*/ 178308 h 315182"/>
                <a:gd name="connsiteX23" fmla="*/ 317849 w 336232"/>
                <a:gd name="connsiteY23" fmla="*/ 178784 h 315182"/>
                <a:gd name="connsiteX24" fmla="*/ 317754 w 336232"/>
                <a:gd name="connsiteY24" fmla="*/ 177737 h 315182"/>
                <a:gd name="connsiteX25" fmla="*/ 317754 w 336232"/>
                <a:gd name="connsiteY25" fmla="*/ 177070 h 315182"/>
                <a:gd name="connsiteX26" fmla="*/ 319373 w 336232"/>
                <a:gd name="connsiteY26" fmla="*/ 176308 h 315182"/>
                <a:gd name="connsiteX27" fmla="*/ 321850 w 336232"/>
                <a:gd name="connsiteY27" fmla="*/ 175069 h 315182"/>
                <a:gd name="connsiteX28" fmla="*/ 328708 w 336232"/>
                <a:gd name="connsiteY28" fmla="*/ 175069 h 315182"/>
                <a:gd name="connsiteX29" fmla="*/ 331470 w 336232"/>
                <a:gd name="connsiteY29" fmla="*/ 175641 h 315182"/>
                <a:gd name="connsiteX30" fmla="*/ 332994 w 336232"/>
                <a:gd name="connsiteY30" fmla="*/ 175927 h 315182"/>
                <a:gd name="connsiteX31" fmla="*/ 334613 w 336232"/>
                <a:gd name="connsiteY31" fmla="*/ 177070 h 315182"/>
                <a:gd name="connsiteX32" fmla="*/ 335471 w 336232"/>
                <a:gd name="connsiteY32" fmla="*/ 178784 h 315182"/>
                <a:gd name="connsiteX33" fmla="*/ 336042 w 336232"/>
                <a:gd name="connsiteY33" fmla="*/ 180022 h 315182"/>
                <a:gd name="connsiteX34" fmla="*/ 336232 w 336232"/>
                <a:gd name="connsiteY34" fmla="*/ 182689 h 315182"/>
                <a:gd name="connsiteX35" fmla="*/ 334423 w 336232"/>
                <a:gd name="connsiteY35" fmla="*/ 188785 h 315182"/>
                <a:gd name="connsiteX36" fmla="*/ 333280 w 336232"/>
                <a:gd name="connsiteY36" fmla="*/ 192214 h 315182"/>
                <a:gd name="connsiteX37" fmla="*/ 332804 w 336232"/>
                <a:gd name="connsiteY37" fmla="*/ 193929 h 315182"/>
                <a:gd name="connsiteX38" fmla="*/ 326612 w 336232"/>
                <a:gd name="connsiteY38" fmla="*/ 213646 h 315182"/>
                <a:gd name="connsiteX39" fmla="*/ 320993 w 336232"/>
                <a:gd name="connsiteY39" fmla="*/ 229457 h 315182"/>
                <a:gd name="connsiteX40" fmla="*/ 231838 w 336232"/>
                <a:gd name="connsiteY40" fmla="*/ 228791 h 315182"/>
                <a:gd name="connsiteX41" fmla="*/ 214217 w 336232"/>
                <a:gd name="connsiteY41" fmla="*/ 199644 h 315182"/>
                <a:gd name="connsiteX42" fmla="*/ 210312 w 336232"/>
                <a:gd name="connsiteY42" fmla="*/ 193548 h 315182"/>
                <a:gd name="connsiteX43" fmla="*/ 207836 w 336232"/>
                <a:gd name="connsiteY43" fmla="*/ 189643 h 315182"/>
                <a:gd name="connsiteX44" fmla="*/ 207264 w 336232"/>
                <a:gd name="connsiteY44" fmla="*/ 189167 h 315182"/>
                <a:gd name="connsiteX45" fmla="*/ 203835 w 336232"/>
                <a:gd name="connsiteY45" fmla="*/ 186118 h 315182"/>
                <a:gd name="connsiteX46" fmla="*/ 201073 w 336232"/>
                <a:gd name="connsiteY46" fmla="*/ 184785 h 315182"/>
                <a:gd name="connsiteX47" fmla="*/ 197072 w 336232"/>
                <a:gd name="connsiteY47" fmla="*/ 182975 h 315182"/>
                <a:gd name="connsiteX48" fmla="*/ 190786 w 336232"/>
                <a:gd name="connsiteY48" fmla="*/ 181070 h 315182"/>
                <a:gd name="connsiteX49" fmla="*/ 182499 w 336232"/>
                <a:gd name="connsiteY49" fmla="*/ 178879 h 315182"/>
                <a:gd name="connsiteX50" fmla="*/ 177070 w 336232"/>
                <a:gd name="connsiteY50" fmla="*/ 177737 h 315182"/>
                <a:gd name="connsiteX51" fmla="*/ 170879 w 336232"/>
                <a:gd name="connsiteY51" fmla="*/ 177355 h 315182"/>
                <a:gd name="connsiteX52" fmla="*/ 164306 w 336232"/>
                <a:gd name="connsiteY52" fmla="*/ 177641 h 315182"/>
                <a:gd name="connsiteX53" fmla="*/ 162401 w 336232"/>
                <a:gd name="connsiteY53" fmla="*/ 177832 h 315182"/>
                <a:gd name="connsiteX54" fmla="*/ 161449 w 336232"/>
                <a:gd name="connsiteY54" fmla="*/ 178022 h 315182"/>
                <a:gd name="connsiteX55" fmla="*/ 158972 w 336232"/>
                <a:gd name="connsiteY55" fmla="*/ 178594 h 315182"/>
                <a:gd name="connsiteX56" fmla="*/ 155257 w 336232"/>
                <a:gd name="connsiteY56" fmla="*/ 180499 h 315182"/>
                <a:gd name="connsiteX57" fmla="*/ 154781 w 336232"/>
                <a:gd name="connsiteY57" fmla="*/ 180880 h 315182"/>
                <a:gd name="connsiteX58" fmla="*/ 154305 w 336232"/>
                <a:gd name="connsiteY58" fmla="*/ 181356 h 315182"/>
                <a:gd name="connsiteX59" fmla="*/ 151257 w 336232"/>
                <a:gd name="connsiteY59" fmla="*/ 184594 h 315182"/>
                <a:gd name="connsiteX60" fmla="*/ 150781 w 336232"/>
                <a:gd name="connsiteY60" fmla="*/ 185166 h 315182"/>
                <a:gd name="connsiteX61" fmla="*/ 149447 w 336232"/>
                <a:gd name="connsiteY61" fmla="*/ 187928 h 315182"/>
                <a:gd name="connsiteX62" fmla="*/ 148114 w 336232"/>
                <a:gd name="connsiteY62" fmla="*/ 190595 h 315182"/>
                <a:gd name="connsiteX63" fmla="*/ 147638 w 336232"/>
                <a:gd name="connsiteY63" fmla="*/ 191834 h 315182"/>
                <a:gd name="connsiteX64" fmla="*/ 145352 w 336232"/>
                <a:gd name="connsiteY64" fmla="*/ 197453 h 315182"/>
                <a:gd name="connsiteX65" fmla="*/ 144494 w 336232"/>
                <a:gd name="connsiteY65" fmla="*/ 200120 h 315182"/>
                <a:gd name="connsiteX66" fmla="*/ 143923 w 336232"/>
                <a:gd name="connsiteY66" fmla="*/ 202216 h 315182"/>
                <a:gd name="connsiteX67" fmla="*/ 143542 w 336232"/>
                <a:gd name="connsiteY67" fmla="*/ 204025 h 315182"/>
                <a:gd name="connsiteX68" fmla="*/ 143446 w 336232"/>
                <a:gd name="connsiteY68" fmla="*/ 204883 h 315182"/>
                <a:gd name="connsiteX69" fmla="*/ 143065 w 336232"/>
                <a:gd name="connsiteY69" fmla="*/ 210979 h 315182"/>
                <a:gd name="connsiteX70" fmla="*/ 145066 w 336232"/>
                <a:gd name="connsiteY70" fmla="*/ 217360 h 315182"/>
                <a:gd name="connsiteX71" fmla="*/ 148495 w 336232"/>
                <a:gd name="connsiteY71" fmla="*/ 222790 h 315182"/>
                <a:gd name="connsiteX72" fmla="*/ 152590 w 336232"/>
                <a:gd name="connsiteY72" fmla="*/ 229267 h 315182"/>
                <a:gd name="connsiteX73" fmla="*/ 154305 w 336232"/>
                <a:gd name="connsiteY73" fmla="*/ 231934 h 315182"/>
                <a:gd name="connsiteX74" fmla="*/ 156115 w 336232"/>
                <a:gd name="connsiteY74" fmla="*/ 237744 h 315182"/>
                <a:gd name="connsiteX75" fmla="*/ 156591 w 336232"/>
                <a:gd name="connsiteY75" fmla="*/ 243268 h 315182"/>
                <a:gd name="connsiteX76" fmla="*/ 156401 w 336232"/>
                <a:gd name="connsiteY76" fmla="*/ 244602 h 315182"/>
                <a:gd name="connsiteX77" fmla="*/ 155924 w 336232"/>
                <a:gd name="connsiteY77" fmla="*/ 247269 h 315182"/>
                <a:gd name="connsiteX78" fmla="*/ 153448 w 336232"/>
                <a:gd name="connsiteY78" fmla="*/ 250412 h 315182"/>
                <a:gd name="connsiteX79" fmla="*/ 152876 w 336232"/>
                <a:gd name="connsiteY79" fmla="*/ 251174 h 315182"/>
                <a:gd name="connsiteX80" fmla="*/ 151447 w 336232"/>
                <a:gd name="connsiteY80" fmla="*/ 252889 h 315182"/>
                <a:gd name="connsiteX81" fmla="*/ 110109 w 336232"/>
                <a:gd name="connsiteY81" fmla="*/ 299275 h 315182"/>
                <a:gd name="connsiteX82" fmla="*/ 108490 w 336232"/>
                <a:gd name="connsiteY82" fmla="*/ 300038 h 315182"/>
                <a:gd name="connsiteX83" fmla="*/ 107442 w 336232"/>
                <a:gd name="connsiteY83" fmla="*/ 300514 h 315182"/>
                <a:gd name="connsiteX84" fmla="*/ 78486 w 336232"/>
                <a:gd name="connsiteY84" fmla="*/ 309277 h 315182"/>
                <a:gd name="connsiteX85" fmla="*/ 70580 w 336232"/>
                <a:gd name="connsiteY85" fmla="*/ 311658 h 315182"/>
                <a:gd name="connsiteX86" fmla="*/ 58769 w 336232"/>
                <a:gd name="connsiteY86" fmla="*/ 315182 h 315182"/>
                <a:gd name="connsiteX87" fmla="*/ 51721 w 336232"/>
                <a:gd name="connsiteY87" fmla="*/ 306705 h 315182"/>
                <a:gd name="connsiteX88" fmla="*/ 42863 w 336232"/>
                <a:gd name="connsiteY88" fmla="*/ 260413 h 315182"/>
                <a:gd name="connsiteX89" fmla="*/ 41148 w 336232"/>
                <a:gd name="connsiteY89" fmla="*/ 253365 h 315182"/>
                <a:gd name="connsiteX90" fmla="*/ 37052 w 336232"/>
                <a:gd name="connsiteY90" fmla="*/ 247555 h 315182"/>
                <a:gd name="connsiteX91" fmla="*/ 33719 w 336232"/>
                <a:gd name="connsiteY91" fmla="*/ 242792 h 315182"/>
                <a:gd name="connsiteX92" fmla="*/ 26289 w 336232"/>
                <a:gd name="connsiteY92" fmla="*/ 235744 h 315182"/>
                <a:gd name="connsiteX93" fmla="*/ 25718 w 336232"/>
                <a:gd name="connsiteY93" fmla="*/ 235172 h 315182"/>
                <a:gd name="connsiteX94" fmla="*/ 25241 w 336232"/>
                <a:gd name="connsiteY94" fmla="*/ 234601 h 315182"/>
                <a:gd name="connsiteX95" fmla="*/ 14288 w 336232"/>
                <a:gd name="connsiteY95" fmla="*/ 222885 h 315182"/>
                <a:gd name="connsiteX96" fmla="*/ 7144 w 336232"/>
                <a:gd name="connsiteY96" fmla="*/ 211931 h 315182"/>
                <a:gd name="connsiteX97" fmla="*/ 0 w 336232"/>
                <a:gd name="connsiteY97" fmla="*/ 194596 h 315182"/>
                <a:gd name="connsiteX98" fmla="*/ 6096 w 336232"/>
                <a:gd name="connsiteY98" fmla="*/ 192691 h 315182"/>
                <a:gd name="connsiteX99" fmla="*/ 7239 w 336232"/>
                <a:gd name="connsiteY99" fmla="*/ 192405 h 315182"/>
                <a:gd name="connsiteX100" fmla="*/ 13430 w 336232"/>
                <a:gd name="connsiteY100" fmla="*/ 190024 h 315182"/>
                <a:gd name="connsiteX101" fmla="*/ 36004 w 336232"/>
                <a:gd name="connsiteY101" fmla="*/ 176213 h 315182"/>
                <a:gd name="connsiteX102" fmla="*/ 37719 w 336232"/>
                <a:gd name="connsiteY102" fmla="*/ 174879 h 315182"/>
                <a:gd name="connsiteX103" fmla="*/ 42101 w 336232"/>
                <a:gd name="connsiteY103" fmla="*/ 167545 h 315182"/>
                <a:gd name="connsiteX104" fmla="*/ 44196 w 336232"/>
                <a:gd name="connsiteY104" fmla="*/ 157734 h 315182"/>
                <a:gd name="connsiteX105" fmla="*/ 45053 w 336232"/>
                <a:gd name="connsiteY105" fmla="*/ 152686 h 315182"/>
                <a:gd name="connsiteX106" fmla="*/ 47339 w 336232"/>
                <a:gd name="connsiteY106" fmla="*/ 134398 h 315182"/>
                <a:gd name="connsiteX107" fmla="*/ 45339 w 336232"/>
                <a:gd name="connsiteY107" fmla="*/ 130683 h 315182"/>
                <a:gd name="connsiteX108" fmla="*/ 28575 w 336232"/>
                <a:gd name="connsiteY108" fmla="*/ 117634 h 315182"/>
                <a:gd name="connsiteX109" fmla="*/ 33338 w 336232"/>
                <a:gd name="connsiteY109" fmla="*/ 98965 h 315182"/>
                <a:gd name="connsiteX110" fmla="*/ 66485 w 336232"/>
                <a:gd name="connsiteY110" fmla="*/ 65913 h 315182"/>
                <a:gd name="connsiteX111" fmla="*/ 69247 w 336232"/>
                <a:gd name="connsiteY111" fmla="*/ 63341 h 315182"/>
                <a:gd name="connsiteX112" fmla="*/ 70580 w 336232"/>
                <a:gd name="connsiteY112" fmla="*/ 63341 h 315182"/>
                <a:gd name="connsiteX113" fmla="*/ 73628 w 336232"/>
                <a:gd name="connsiteY113" fmla="*/ 63151 h 315182"/>
                <a:gd name="connsiteX114" fmla="*/ 86106 w 336232"/>
                <a:gd name="connsiteY114" fmla="*/ 63246 h 315182"/>
                <a:gd name="connsiteX115" fmla="*/ 100013 w 336232"/>
                <a:gd name="connsiteY115" fmla="*/ 63341 h 315182"/>
                <a:gd name="connsiteX116" fmla="*/ 111062 w 336232"/>
                <a:gd name="connsiteY116" fmla="*/ 63437 h 315182"/>
                <a:gd name="connsiteX117" fmla="*/ 112776 w 336232"/>
                <a:gd name="connsiteY117" fmla="*/ 63437 h 315182"/>
                <a:gd name="connsiteX118" fmla="*/ 114586 w 336232"/>
                <a:gd name="connsiteY118" fmla="*/ 63437 h 315182"/>
                <a:gd name="connsiteX119" fmla="*/ 128683 w 336232"/>
                <a:gd name="connsiteY119" fmla="*/ 45244 h 315182"/>
                <a:gd name="connsiteX120" fmla="*/ 134017 w 336232"/>
                <a:gd name="connsiteY120" fmla="*/ 35623 h 315182"/>
                <a:gd name="connsiteX121" fmla="*/ 140398 w 336232"/>
                <a:gd name="connsiteY121" fmla="*/ 22098 h 315182"/>
                <a:gd name="connsiteX122" fmla="*/ 156210 w 336232"/>
                <a:gd name="connsiteY122" fmla="*/ 9430 h 315182"/>
                <a:gd name="connsiteX123" fmla="*/ 156781 w 336232"/>
                <a:gd name="connsiteY123" fmla="*/ 9716 h 315182"/>
                <a:gd name="connsiteX124" fmla="*/ 160496 w 336232"/>
                <a:gd name="connsiteY124" fmla="*/ 10954 h 315182"/>
                <a:gd name="connsiteX125" fmla="*/ 164402 w 336232"/>
                <a:gd name="connsiteY125" fmla="*/ 11525 h 315182"/>
                <a:gd name="connsiteX126" fmla="*/ 166783 w 336232"/>
                <a:gd name="connsiteY126" fmla="*/ 11525 h 315182"/>
                <a:gd name="connsiteX127" fmla="*/ 167449 w 336232"/>
                <a:gd name="connsiteY127" fmla="*/ 11430 h 315182"/>
                <a:gd name="connsiteX128" fmla="*/ 168212 w 336232"/>
                <a:gd name="connsiteY128" fmla="*/ 11239 h 315182"/>
                <a:gd name="connsiteX129" fmla="*/ 169069 w 336232"/>
                <a:gd name="connsiteY129" fmla="*/ 10763 h 315182"/>
                <a:gd name="connsiteX130" fmla="*/ 170021 w 336232"/>
                <a:gd name="connsiteY130" fmla="*/ 10096 h 315182"/>
                <a:gd name="connsiteX131" fmla="*/ 170688 w 336232"/>
                <a:gd name="connsiteY131" fmla="*/ 9525 h 315182"/>
                <a:gd name="connsiteX132" fmla="*/ 170974 w 336232"/>
                <a:gd name="connsiteY132" fmla="*/ 8954 h 315182"/>
                <a:gd name="connsiteX133" fmla="*/ 171640 w 336232"/>
                <a:gd name="connsiteY133" fmla="*/ 8382 h 315182"/>
                <a:gd name="connsiteX134" fmla="*/ 172688 w 336232"/>
                <a:gd name="connsiteY134" fmla="*/ 7620 h 315182"/>
                <a:gd name="connsiteX135" fmla="*/ 174022 w 336232"/>
                <a:gd name="connsiteY135" fmla="*/ 7144 h 315182"/>
                <a:gd name="connsiteX136" fmla="*/ 175260 w 336232"/>
                <a:gd name="connsiteY136" fmla="*/ 5905 h 315182"/>
                <a:gd name="connsiteX137" fmla="*/ 176498 w 336232"/>
                <a:gd name="connsiteY137" fmla="*/ 6001 h 315182"/>
                <a:gd name="connsiteX138" fmla="*/ 177546 w 336232"/>
                <a:gd name="connsiteY138" fmla="*/ 6096 h 315182"/>
                <a:gd name="connsiteX139" fmla="*/ 183261 w 336232"/>
                <a:gd name="connsiteY139" fmla="*/ 5143 h 315182"/>
                <a:gd name="connsiteX140" fmla="*/ 184595 w 336232"/>
                <a:gd name="connsiteY140" fmla="*/ 4572 h 315182"/>
                <a:gd name="connsiteX141" fmla="*/ 185166 w 336232"/>
                <a:gd name="connsiteY141" fmla="*/ 4477 h 315182"/>
                <a:gd name="connsiteX142" fmla="*/ 188500 w 336232"/>
                <a:gd name="connsiteY142" fmla="*/ 4477 h 315182"/>
                <a:gd name="connsiteX143" fmla="*/ 189643 w 336232"/>
                <a:gd name="connsiteY143" fmla="*/ 4763 h 315182"/>
                <a:gd name="connsiteX144" fmla="*/ 190500 w 336232"/>
                <a:gd name="connsiteY144" fmla="*/ 5334 h 315182"/>
                <a:gd name="connsiteX145" fmla="*/ 191167 w 336232"/>
                <a:gd name="connsiteY145" fmla="*/ 6287 h 315182"/>
                <a:gd name="connsiteX146" fmla="*/ 191738 w 336232"/>
                <a:gd name="connsiteY146" fmla="*/ 7048 h 315182"/>
                <a:gd name="connsiteX147" fmla="*/ 193929 w 336232"/>
                <a:gd name="connsiteY147" fmla="*/ 9716 h 315182"/>
                <a:gd name="connsiteX148" fmla="*/ 195072 w 336232"/>
                <a:gd name="connsiteY148" fmla="*/ 10858 h 315182"/>
                <a:gd name="connsiteX149" fmla="*/ 196215 w 336232"/>
                <a:gd name="connsiteY149" fmla="*/ 11335 h 315182"/>
                <a:gd name="connsiteX150" fmla="*/ 196977 w 336232"/>
                <a:gd name="connsiteY150" fmla="*/ 11335 h 315182"/>
                <a:gd name="connsiteX151" fmla="*/ 197929 w 336232"/>
                <a:gd name="connsiteY151" fmla="*/ 11430 h 315182"/>
                <a:gd name="connsiteX152" fmla="*/ 202121 w 336232"/>
                <a:gd name="connsiteY152" fmla="*/ 11525 h 315182"/>
                <a:gd name="connsiteX153" fmla="*/ 206502 w 336232"/>
                <a:gd name="connsiteY153" fmla="*/ 11239 h 315182"/>
                <a:gd name="connsiteX154" fmla="*/ 207645 w 336232"/>
                <a:gd name="connsiteY154" fmla="*/ 10954 h 315182"/>
                <a:gd name="connsiteX155" fmla="*/ 208597 w 336232"/>
                <a:gd name="connsiteY155" fmla="*/ 10573 h 315182"/>
                <a:gd name="connsiteX156" fmla="*/ 212979 w 336232"/>
                <a:gd name="connsiteY156" fmla="*/ 8572 h 315182"/>
                <a:gd name="connsiteX157" fmla="*/ 213551 w 336232"/>
                <a:gd name="connsiteY157" fmla="*/ 8001 h 315182"/>
                <a:gd name="connsiteX158" fmla="*/ 220123 w 336232"/>
                <a:gd name="connsiteY158" fmla="*/ 0 h 315182"/>
                <a:gd name="connsiteX159" fmla="*/ 263271 w 336232"/>
                <a:gd name="connsiteY159" fmla="*/ 49339 h 315182"/>
                <a:gd name="connsiteX160" fmla="*/ 267938 w 336232"/>
                <a:gd name="connsiteY160" fmla="*/ 53530 h 31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336232" h="315182">
                  <a:moveTo>
                    <a:pt x="267938" y="53530"/>
                  </a:moveTo>
                  <a:lnTo>
                    <a:pt x="268986" y="57055"/>
                  </a:lnTo>
                  <a:lnTo>
                    <a:pt x="270986" y="67056"/>
                  </a:lnTo>
                  <a:lnTo>
                    <a:pt x="270891" y="67913"/>
                  </a:lnTo>
                  <a:lnTo>
                    <a:pt x="270796" y="69342"/>
                  </a:lnTo>
                  <a:lnTo>
                    <a:pt x="270415" y="73533"/>
                  </a:lnTo>
                  <a:lnTo>
                    <a:pt x="265938" y="92773"/>
                  </a:lnTo>
                  <a:lnTo>
                    <a:pt x="264795" y="96202"/>
                  </a:lnTo>
                  <a:lnTo>
                    <a:pt x="262604" y="98012"/>
                  </a:lnTo>
                  <a:lnTo>
                    <a:pt x="261366" y="98774"/>
                  </a:lnTo>
                  <a:lnTo>
                    <a:pt x="258985" y="100298"/>
                  </a:lnTo>
                  <a:lnTo>
                    <a:pt x="257556" y="102013"/>
                  </a:lnTo>
                  <a:lnTo>
                    <a:pt x="257080" y="109918"/>
                  </a:lnTo>
                  <a:lnTo>
                    <a:pt x="257080" y="110776"/>
                  </a:lnTo>
                  <a:lnTo>
                    <a:pt x="256889" y="124682"/>
                  </a:lnTo>
                  <a:lnTo>
                    <a:pt x="256794" y="127635"/>
                  </a:lnTo>
                  <a:lnTo>
                    <a:pt x="256604" y="143446"/>
                  </a:lnTo>
                  <a:lnTo>
                    <a:pt x="270320" y="166783"/>
                  </a:lnTo>
                  <a:lnTo>
                    <a:pt x="276035" y="172402"/>
                  </a:lnTo>
                  <a:lnTo>
                    <a:pt x="278035" y="174308"/>
                  </a:lnTo>
                  <a:lnTo>
                    <a:pt x="278797" y="174974"/>
                  </a:lnTo>
                  <a:lnTo>
                    <a:pt x="280892" y="177070"/>
                  </a:lnTo>
                  <a:lnTo>
                    <a:pt x="306705" y="178308"/>
                  </a:lnTo>
                  <a:lnTo>
                    <a:pt x="317849" y="178784"/>
                  </a:lnTo>
                  <a:lnTo>
                    <a:pt x="317754" y="177737"/>
                  </a:lnTo>
                  <a:lnTo>
                    <a:pt x="317754" y="177070"/>
                  </a:lnTo>
                  <a:lnTo>
                    <a:pt x="319373" y="176308"/>
                  </a:lnTo>
                  <a:lnTo>
                    <a:pt x="321850" y="175069"/>
                  </a:lnTo>
                  <a:lnTo>
                    <a:pt x="328708" y="175069"/>
                  </a:lnTo>
                  <a:lnTo>
                    <a:pt x="331470" y="175641"/>
                  </a:lnTo>
                  <a:lnTo>
                    <a:pt x="332994" y="175927"/>
                  </a:lnTo>
                  <a:lnTo>
                    <a:pt x="334613" y="177070"/>
                  </a:lnTo>
                  <a:lnTo>
                    <a:pt x="335471" y="178784"/>
                  </a:lnTo>
                  <a:lnTo>
                    <a:pt x="336042" y="180022"/>
                  </a:lnTo>
                  <a:lnTo>
                    <a:pt x="336232" y="182689"/>
                  </a:lnTo>
                  <a:lnTo>
                    <a:pt x="334423" y="188785"/>
                  </a:lnTo>
                  <a:lnTo>
                    <a:pt x="333280" y="192214"/>
                  </a:lnTo>
                  <a:lnTo>
                    <a:pt x="332804" y="193929"/>
                  </a:lnTo>
                  <a:lnTo>
                    <a:pt x="326612" y="213646"/>
                  </a:lnTo>
                  <a:lnTo>
                    <a:pt x="320993" y="229457"/>
                  </a:lnTo>
                  <a:lnTo>
                    <a:pt x="231838" y="228791"/>
                  </a:lnTo>
                  <a:lnTo>
                    <a:pt x="214217" y="199644"/>
                  </a:lnTo>
                  <a:lnTo>
                    <a:pt x="210312" y="193548"/>
                  </a:lnTo>
                  <a:lnTo>
                    <a:pt x="207836" y="189643"/>
                  </a:lnTo>
                  <a:lnTo>
                    <a:pt x="207264" y="189167"/>
                  </a:lnTo>
                  <a:lnTo>
                    <a:pt x="203835" y="186118"/>
                  </a:lnTo>
                  <a:lnTo>
                    <a:pt x="201073" y="184785"/>
                  </a:lnTo>
                  <a:lnTo>
                    <a:pt x="197072" y="182975"/>
                  </a:lnTo>
                  <a:lnTo>
                    <a:pt x="190786" y="181070"/>
                  </a:lnTo>
                  <a:lnTo>
                    <a:pt x="182499" y="178879"/>
                  </a:lnTo>
                  <a:lnTo>
                    <a:pt x="177070" y="177737"/>
                  </a:lnTo>
                  <a:lnTo>
                    <a:pt x="170879" y="177355"/>
                  </a:lnTo>
                  <a:lnTo>
                    <a:pt x="164306" y="177641"/>
                  </a:lnTo>
                  <a:lnTo>
                    <a:pt x="162401" y="177832"/>
                  </a:lnTo>
                  <a:lnTo>
                    <a:pt x="161449" y="178022"/>
                  </a:lnTo>
                  <a:lnTo>
                    <a:pt x="158972" y="178594"/>
                  </a:lnTo>
                  <a:lnTo>
                    <a:pt x="155257" y="180499"/>
                  </a:lnTo>
                  <a:lnTo>
                    <a:pt x="154781" y="180880"/>
                  </a:lnTo>
                  <a:lnTo>
                    <a:pt x="154305" y="181356"/>
                  </a:lnTo>
                  <a:lnTo>
                    <a:pt x="151257" y="184594"/>
                  </a:lnTo>
                  <a:lnTo>
                    <a:pt x="150781" y="185166"/>
                  </a:lnTo>
                  <a:lnTo>
                    <a:pt x="149447" y="187928"/>
                  </a:lnTo>
                  <a:lnTo>
                    <a:pt x="148114" y="190595"/>
                  </a:lnTo>
                  <a:lnTo>
                    <a:pt x="147638" y="191834"/>
                  </a:lnTo>
                  <a:lnTo>
                    <a:pt x="145352" y="197453"/>
                  </a:lnTo>
                  <a:lnTo>
                    <a:pt x="144494" y="200120"/>
                  </a:lnTo>
                  <a:lnTo>
                    <a:pt x="143923" y="202216"/>
                  </a:lnTo>
                  <a:lnTo>
                    <a:pt x="143542" y="204025"/>
                  </a:lnTo>
                  <a:lnTo>
                    <a:pt x="143446" y="204883"/>
                  </a:lnTo>
                  <a:lnTo>
                    <a:pt x="143065" y="210979"/>
                  </a:lnTo>
                  <a:lnTo>
                    <a:pt x="145066" y="217360"/>
                  </a:lnTo>
                  <a:lnTo>
                    <a:pt x="148495" y="222790"/>
                  </a:lnTo>
                  <a:lnTo>
                    <a:pt x="152590" y="229267"/>
                  </a:lnTo>
                  <a:lnTo>
                    <a:pt x="154305" y="231934"/>
                  </a:lnTo>
                  <a:lnTo>
                    <a:pt x="156115" y="237744"/>
                  </a:lnTo>
                  <a:lnTo>
                    <a:pt x="156591" y="243268"/>
                  </a:lnTo>
                  <a:lnTo>
                    <a:pt x="156401" y="244602"/>
                  </a:lnTo>
                  <a:lnTo>
                    <a:pt x="155924" y="247269"/>
                  </a:lnTo>
                  <a:lnTo>
                    <a:pt x="153448" y="250412"/>
                  </a:lnTo>
                  <a:lnTo>
                    <a:pt x="152876" y="251174"/>
                  </a:lnTo>
                  <a:lnTo>
                    <a:pt x="151447" y="252889"/>
                  </a:lnTo>
                  <a:lnTo>
                    <a:pt x="110109" y="299275"/>
                  </a:lnTo>
                  <a:lnTo>
                    <a:pt x="108490" y="300038"/>
                  </a:lnTo>
                  <a:lnTo>
                    <a:pt x="107442" y="300514"/>
                  </a:lnTo>
                  <a:lnTo>
                    <a:pt x="78486" y="309277"/>
                  </a:lnTo>
                  <a:lnTo>
                    <a:pt x="70580" y="311658"/>
                  </a:lnTo>
                  <a:lnTo>
                    <a:pt x="58769" y="315182"/>
                  </a:lnTo>
                  <a:lnTo>
                    <a:pt x="51721" y="306705"/>
                  </a:lnTo>
                  <a:lnTo>
                    <a:pt x="42863" y="260413"/>
                  </a:lnTo>
                  <a:lnTo>
                    <a:pt x="41148" y="253365"/>
                  </a:lnTo>
                  <a:lnTo>
                    <a:pt x="37052" y="247555"/>
                  </a:lnTo>
                  <a:lnTo>
                    <a:pt x="33719" y="242792"/>
                  </a:lnTo>
                  <a:lnTo>
                    <a:pt x="26289" y="235744"/>
                  </a:lnTo>
                  <a:lnTo>
                    <a:pt x="25718" y="235172"/>
                  </a:lnTo>
                  <a:lnTo>
                    <a:pt x="25241" y="234601"/>
                  </a:lnTo>
                  <a:lnTo>
                    <a:pt x="14288" y="222885"/>
                  </a:lnTo>
                  <a:lnTo>
                    <a:pt x="7144" y="211931"/>
                  </a:lnTo>
                  <a:lnTo>
                    <a:pt x="0" y="194596"/>
                  </a:lnTo>
                  <a:lnTo>
                    <a:pt x="6096" y="192691"/>
                  </a:lnTo>
                  <a:lnTo>
                    <a:pt x="7239" y="192405"/>
                  </a:lnTo>
                  <a:lnTo>
                    <a:pt x="13430" y="190024"/>
                  </a:lnTo>
                  <a:lnTo>
                    <a:pt x="36004" y="176213"/>
                  </a:lnTo>
                  <a:lnTo>
                    <a:pt x="37719" y="174879"/>
                  </a:lnTo>
                  <a:lnTo>
                    <a:pt x="42101" y="167545"/>
                  </a:lnTo>
                  <a:lnTo>
                    <a:pt x="44196" y="157734"/>
                  </a:lnTo>
                  <a:lnTo>
                    <a:pt x="45053" y="152686"/>
                  </a:lnTo>
                  <a:lnTo>
                    <a:pt x="47339" y="134398"/>
                  </a:lnTo>
                  <a:lnTo>
                    <a:pt x="45339" y="130683"/>
                  </a:lnTo>
                  <a:lnTo>
                    <a:pt x="28575" y="117634"/>
                  </a:lnTo>
                  <a:lnTo>
                    <a:pt x="33338" y="98965"/>
                  </a:lnTo>
                  <a:lnTo>
                    <a:pt x="66485" y="65913"/>
                  </a:lnTo>
                  <a:lnTo>
                    <a:pt x="69247" y="63341"/>
                  </a:lnTo>
                  <a:lnTo>
                    <a:pt x="70580" y="63341"/>
                  </a:lnTo>
                  <a:lnTo>
                    <a:pt x="73628" y="63151"/>
                  </a:lnTo>
                  <a:lnTo>
                    <a:pt x="86106" y="63246"/>
                  </a:lnTo>
                  <a:lnTo>
                    <a:pt x="100013" y="63341"/>
                  </a:lnTo>
                  <a:lnTo>
                    <a:pt x="111062" y="63437"/>
                  </a:lnTo>
                  <a:lnTo>
                    <a:pt x="112776" y="63437"/>
                  </a:lnTo>
                  <a:lnTo>
                    <a:pt x="114586" y="63437"/>
                  </a:lnTo>
                  <a:lnTo>
                    <a:pt x="128683" y="45244"/>
                  </a:lnTo>
                  <a:lnTo>
                    <a:pt x="134017" y="35623"/>
                  </a:lnTo>
                  <a:lnTo>
                    <a:pt x="140398" y="22098"/>
                  </a:lnTo>
                  <a:lnTo>
                    <a:pt x="156210" y="9430"/>
                  </a:lnTo>
                  <a:lnTo>
                    <a:pt x="156781" y="9716"/>
                  </a:lnTo>
                  <a:lnTo>
                    <a:pt x="160496" y="10954"/>
                  </a:lnTo>
                  <a:lnTo>
                    <a:pt x="164402" y="11525"/>
                  </a:lnTo>
                  <a:lnTo>
                    <a:pt x="166783" y="11525"/>
                  </a:lnTo>
                  <a:lnTo>
                    <a:pt x="167449" y="11430"/>
                  </a:lnTo>
                  <a:lnTo>
                    <a:pt x="168212" y="11239"/>
                  </a:lnTo>
                  <a:lnTo>
                    <a:pt x="169069" y="10763"/>
                  </a:lnTo>
                  <a:lnTo>
                    <a:pt x="170021" y="10096"/>
                  </a:lnTo>
                  <a:lnTo>
                    <a:pt x="170688" y="9525"/>
                  </a:lnTo>
                  <a:lnTo>
                    <a:pt x="170974" y="8954"/>
                  </a:lnTo>
                  <a:lnTo>
                    <a:pt x="171640" y="8382"/>
                  </a:lnTo>
                  <a:lnTo>
                    <a:pt x="172688" y="7620"/>
                  </a:lnTo>
                  <a:lnTo>
                    <a:pt x="174022" y="7144"/>
                  </a:lnTo>
                  <a:lnTo>
                    <a:pt x="175260" y="5905"/>
                  </a:lnTo>
                  <a:lnTo>
                    <a:pt x="176498" y="6001"/>
                  </a:lnTo>
                  <a:lnTo>
                    <a:pt x="177546" y="6096"/>
                  </a:lnTo>
                  <a:lnTo>
                    <a:pt x="183261" y="5143"/>
                  </a:lnTo>
                  <a:lnTo>
                    <a:pt x="184595" y="4572"/>
                  </a:lnTo>
                  <a:lnTo>
                    <a:pt x="185166" y="4477"/>
                  </a:lnTo>
                  <a:lnTo>
                    <a:pt x="188500" y="4477"/>
                  </a:lnTo>
                  <a:lnTo>
                    <a:pt x="189643" y="4763"/>
                  </a:lnTo>
                  <a:lnTo>
                    <a:pt x="190500" y="5334"/>
                  </a:lnTo>
                  <a:lnTo>
                    <a:pt x="191167" y="6287"/>
                  </a:lnTo>
                  <a:lnTo>
                    <a:pt x="191738" y="7048"/>
                  </a:lnTo>
                  <a:lnTo>
                    <a:pt x="193929" y="9716"/>
                  </a:lnTo>
                  <a:lnTo>
                    <a:pt x="195072" y="10858"/>
                  </a:lnTo>
                  <a:lnTo>
                    <a:pt x="196215" y="11335"/>
                  </a:lnTo>
                  <a:lnTo>
                    <a:pt x="196977" y="11335"/>
                  </a:lnTo>
                  <a:lnTo>
                    <a:pt x="197929" y="11430"/>
                  </a:lnTo>
                  <a:lnTo>
                    <a:pt x="202121" y="11525"/>
                  </a:lnTo>
                  <a:lnTo>
                    <a:pt x="206502" y="11239"/>
                  </a:lnTo>
                  <a:lnTo>
                    <a:pt x="207645" y="10954"/>
                  </a:lnTo>
                  <a:lnTo>
                    <a:pt x="208597" y="10573"/>
                  </a:lnTo>
                  <a:lnTo>
                    <a:pt x="212979" y="8572"/>
                  </a:lnTo>
                  <a:lnTo>
                    <a:pt x="213551" y="8001"/>
                  </a:lnTo>
                  <a:lnTo>
                    <a:pt x="220123" y="0"/>
                  </a:lnTo>
                  <a:lnTo>
                    <a:pt x="263271" y="49339"/>
                  </a:lnTo>
                  <a:lnTo>
                    <a:pt x="267938" y="535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42" name="서울특별시 서대문구 홍은2동">
              <a:extLst>
                <a:ext uri="{FF2B5EF4-FFF2-40B4-BE49-F238E27FC236}">
                  <a16:creationId xmlns:a16="http://schemas.microsoft.com/office/drawing/2014/main" id="{BEE653E8-B1EB-0671-8C86-C811A9A5A77A}"/>
                </a:ext>
              </a:extLst>
            </p:cNvPr>
            <p:cNvSpPr/>
            <p:nvPr/>
          </p:nvSpPr>
          <p:spPr>
            <a:xfrm>
              <a:off x="5169693" y="2835306"/>
              <a:ext cx="337756" cy="395382"/>
            </a:xfrm>
            <a:custGeom>
              <a:avLst/>
              <a:gdLst>
                <a:gd name="connsiteX0" fmla="*/ 286036 w 337756"/>
                <a:gd name="connsiteY0" fmla="*/ 2953 h 395382"/>
                <a:gd name="connsiteX1" fmla="*/ 293180 w 337756"/>
                <a:gd name="connsiteY1" fmla="*/ 20288 h 395382"/>
                <a:gd name="connsiteX2" fmla="*/ 300323 w 337756"/>
                <a:gd name="connsiteY2" fmla="*/ 31242 h 395382"/>
                <a:gd name="connsiteX3" fmla="*/ 311277 w 337756"/>
                <a:gd name="connsiteY3" fmla="*/ 42958 h 395382"/>
                <a:gd name="connsiteX4" fmla="*/ 311753 w 337756"/>
                <a:gd name="connsiteY4" fmla="*/ 43529 h 395382"/>
                <a:gd name="connsiteX5" fmla="*/ 312325 w 337756"/>
                <a:gd name="connsiteY5" fmla="*/ 44101 h 395382"/>
                <a:gd name="connsiteX6" fmla="*/ 319754 w 337756"/>
                <a:gd name="connsiteY6" fmla="*/ 51149 h 395382"/>
                <a:gd name="connsiteX7" fmla="*/ 323088 w 337756"/>
                <a:gd name="connsiteY7" fmla="*/ 55912 h 395382"/>
                <a:gd name="connsiteX8" fmla="*/ 327184 w 337756"/>
                <a:gd name="connsiteY8" fmla="*/ 61722 h 395382"/>
                <a:gd name="connsiteX9" fmla="*/ 328898 w 337756"/>
                <a:gd name="connsiteY9" fmla="*/ 68771 h 395382"/>
                <a:gd name="connsiteX10" fmla="*/ 337756 w 337756"/>
                <a:gd name="connsiteY10" fmla="*/ 115062 h 395382"/>
                <a:gd name="connsiteX11" fmla="*/ 333375 w 337756"/>
                <a:gd name="connsiteY11" fmla="*/ 116967 h 395382"/>
                <a:gd name="connsiteX12" fmla="*/ 330613 w 337756"/>
                <a:gd name="connsiteY12" fmla="*/ 118396 h 395382"/>
                <a:gd name="connsiteX13" fmla="*/ 329470 w 337756"/>
                <a:gd name="connsiteY13" fmla="*/ 118967 h 395382"/>
                <a:gd name="connsiteX14" fmla="*/ 326327 w 337756"/>
                <a:gd name="connsiteY14" fmla="*/ 120587 h 395382"/>
                <a:gd name="connsiteX15" fmla="*/ 324421 w 337756"/>
                <a:gd name="connsiteY15" fmla="*/ 121634 h 395382"/>
                <a:gd name="connsiteX16" fmla="*/ 323469 w 337756"/>
                <a:gd name="connsiteY16" fmla="*/ 122111 h 395382"/>
                <a:gd name="connsiteX17" fmla="*/ 322421 w 337756"/>
                <a:gd name="connsiteY17" fmla="*/ 122777 h 395382"/>
                <a:gd name="connsiteX18" fmla="*/ 319849 w 337756"/>
                <a:gd name="connsiteY18" fmla="*/ 124301 h 395382"/>
                <a:gd name="connsiteX19" fmla="*/ 303181 w 337756"/>
                <a:gd name="connsiteY19" fmla="*/ 134112 h 395382"/>
                <a:gd name="connsiteX20" fmla="*/ 301466 w 337756"/>
                <a:gd name="connsiteY20" fmla="*/ 135160 h 395382"/>
                <a:gd name="connsiteX21" fmla="*/ 271463 w 337756"/>
                <a:gd name="connsiteY21" fmla="*/ 152876 h 395382"/>
                <a:gd name="connsiteX22" fmla="*/ 268319 w 337756"/>
                <a:gd name="connsiteY22" fmla="*/ 154876 h 395382"/>
                <a:gd name="connsiteX23" fmla="*/ 265557 w 337756"/>
                <a:gd name="connsiteY23" fmla="*/ 156496 h 395382"/>
                <a:gd name="connsiteX24" fmla="*/ 261271 w 337756"/>
                <a:gd name="connsiteY24" fmla="*/ 159258 h 395382"/>
                <a:gd name="connsiteX25" fmla="*/ 259937 w 337756"/>
                <a:gd name="connsiteY25" fmla="*/ 160211 h 395382"/>
                <a:gd name="connsiteX26" fmla="*/ 257842 w 337756"/>
                <a:gd name="connsiteY26" fmla="*/ 161639 h 395382"/>
                <a:gd name="connsiteX27" fmla="*/ 255841 w 337756"/>
                <a:gd name="connsiteY27" fmla="*/ 162973 h 395382"/>
                <a:gd name="connsiteX28" fmla="*/ 253460 w 337756"/>
                <a:gd name="connsiteY28" fmla="*/ 164687 h 395382"/>
                <a:gd name="connsiteX29" fmla="*/ 252317 w 337756"/>
                <a:gd name="connsiteY29" fmla="*/ 165545 h 395382"/>
                <a:gd name="connsiteX30" fmla="*/ 251079 w 337756"/>
                <a:gd name="connsiteY30" fmla="*/ 166592 h 395382"/>
                <a:gd name="connsiteX31" fmla="*/ 250031 w 337756"/>
                <a:gd name="connsiteY31" fmla="*/ 167450 h 395382"/>
                <a:gd name="connsiteX32" fmla="*/ 249079 w 337756"/>
                <a:gd name="connsiteY32" fmla="*/ 168212 h 395382"/>
                <a:gd name="connsiteX33" fmla="*/ 248031 w 337756"/>
                <a:gd name="connsiteY33" fmla="*/ 168974 h 395382"/>
                <a:gd name="connsiteX34" fmla="*/ 247079 w 337756"/>
                <a:gd name="connsiteY34" fmla="*/ 169926 h 395382"/>
                <a:gd name="connsiteX35" fmla="*/ 245650 w 337756"/>
                <a:gd name="connsiteY35" fmla="*/ 171164 h 395382"/>
                <a:gd name="connsiteX36" fmla="*/ 244030 w 337756"/>
                <a:gd name="connsiteY36" fmla="*/ 172688 h 395382"/>
                <a:gd name="connsiteX37" fmla="*/ 242316 w 337756"/>
                <a:gd name="connsiteY37" fmla="*/ 174403 h 395382"/>
                <a:gd name="connsiteX38" fmla="*/ 241173 w 337756"/>
                <a:gd name="connsiteY38" fmla="*/ 175641 h 395382"/>
                <a:gd name="connsiteX39" fmla="*/ 240792 w 337756"/>
                <a:gd name="connsiteY39" fmla="*/ 176022 h 395382"/>
                <a:gd name="connsiteX40" fmla="*/ 239839 w 337756"/>
                <a:gd name="connsiteY40" fmla="*/ 177165 h 395382"/>
                <a:gd name="connsiteX41" fmla="*/ 239363 w 337756"/>
                <a:gd name="connsiteY41" fmla="*/ 177641 h 395382"/>
                <a:gd name="connsiteX42" fmla="*/ 236982 w 337756"/>
                <a:gd name="connsiteY42" fmla="*/ 180784 h 395382"/>
                <a:gd name="connsiteX43" fmla="*/ 235744 w 337756"/>
                <a:gd name="connsiteY43" fmla="*/ 182594 h 395382"/>
                <a:gd name="connsiteX44" fmla="*/ 234029 w 337756"/>
                <a:gd name="connsiteY44" fmla="*/ 185166 h 395382"/>
                <a:gd name="connsiteX45" fmla="*/ 232791 w 337756"/>
                <a:gd name="connsiteY45" fmla="*/ 187452 h 395382"/>
                <a:gd name="connsiteX46" fmla="*/ 231934 w 337756"/>
                <a:gd name="connsiteY46" fmla="*/ 189262 h 395382"/>
                <a:gd name="connsiteX47" fmla="*/ 231077 w 337756"/>
                <a:gd name="connsiteY47" fmla="*/ 191167 h 395382"/>
                <a:gd name="connsiteX48" fmla="*/ 230505 w 337756"/>
                <a:gd name="connsiteY48" fmla="*/ 192405 h 395382"/>
                <a:gd name="connsiteX49" fmla="*/ 229838 w 337756"/>
                <a:gd name="connsiteY49" fmla="*/ 194215 h 395382"/>
                <a:gd name="connsiteX50" fmla="*/ 229267 w 337756"/>
                <a:gd name="connsiteY50" fmla="*/ 196120 h 395382"/>
                <a:gd name="connsiteX51" fmla="*/ 228695 w 337756"/>
                <a:gd name="connsiteY51" fmla="*/ 198120 h 395382"/>
                <a:gd name="connsiteX52" fmla="*/ 228219 w 337756"/>
                <a:gd name="connsiteY52" fmla="*/ 200311 h 395382"/>
                <a:gd name="connsiteX53" fmla="*/ 227743 w 337756"/>
                <a:gd name="connsiteY53" fmla="*/ 202883 h 395382"/>
                <a:gd name="connsiteX54" fmla="*/ 227743 w 337756"/>
                <a:gd name="connsiteY54" fmla="*/ 203359 h 395382"/>
                <a:gd name="connsiteX55" fmla="*/ 227552 w 337756"/>
                <a:gd name="connsiteY55" fmla="*/ 204788 h 395382"/>
                <a:gd name="connsiteX56" fmla="*/ 227457 w 337756"/>
                <a:gd name="connsiteY56" fmla="*/ 206121 h 395382"/>
                <a:gd name="connsiteX57" fmla="*/ 227362 w 337756"/>
                <a:gd name="connsiteY57" fmla="*/ 206692 h 395382"/>
                <a:gd name="connsiteX58" fmla="*/ 227266 w 337756"/>
                <a:gd name="connsiteY58" fmla="*/ 210693 h 395382"/>
                <a:gd name="connsiteX59" fmla="*/ 227362 w 337756"/>
                <a:gd name="connsiteY59" fmla="*/ 211836 h 395382"/>
                <a:gd name="connsiteX60" fmla="*/ 227457 w 337756"/>
                <a:gd name="connsiteY60" fmla="*/ 212788 h 395382"/>
                <a:gd name="connsiteX61" fmla="*/ 227647 w 337756"/>
                <a:gd name="connsiteY61" fmla="*/ 214598 h 395382"/>
                <a:gd name="connsiteX62" fmla="*/ 227838 w 337756"/>
                <a:gd name="connsiteY62" fmla="*/ 215932 h 395382"/>
                <a:gd name="connsiteX63" fmla="*/ 228029 w 337756"/>
                <a:gd name="connsiteY63" fmla="*/ 217361 h 395382"/>
                <a:gd name="connsiteX64" fmla="*/ 228600 w 337756"/>
                <a:gd name="connsiteY64" fmla="*/ 220313 h 395382"/>
                <a:gd name="connsiteX65" fmla="*/ 229076 w 337756"/>
                <a:gd name="connsiteY65" fmla="*/ 221933 h 395382"/>
                <a:gd name="connsiteX66" fmla="*/ 229553 w 337756"/>
                <a:gd name="connsiteY66" fmla="*/ 223742 h 395382"/>
                <a:gd name="connsiteX67" fmla="*/ 230124 w 337756"/>
                <a:gd name="connsiteY67" fmla="*/ 225457 h 395382"/>
                <a:gd name="connsiteX68" fmla="*/ 230600 w 337756"/>
                <a:gd name="connsiteY68" fmla="*/ 226886 h 395382"/>
                <a:gd name="connsiteX69" fmla="*/ 230886 w 337756"/>
                <a:gd name="connsiteY69" fmla="*/ 227457 h 395382"/>
                <a:gd name="connsiteX70" fmla="*/ 231457 w 337756"/>
                <a:gd name="connsiteY70" fmla="*/ 228791 h 395382"/>
                <a:gd name="connsiteX71" fmla="*/ 233267 w 337756"/>
                <a:gd name="connsiteY71" fmla="*/ 232982 h 395382"/>
                <a:gd name="connsiteX72" fmla="*/ 234124 w 337756"/>
                <a:gd name="connsiteY72" fmla="*/ 234696 h 395382"/>
                <a:gd name="connsiteX73" fmla="*/ 235458 w 337756"/>
                <a:gd name="connsiteY73" fmla="*/ 237268 h 395382"/>
                <a:gd name="connsiteX74" fmla="*/ 236601 w 337756"/>
                <a:gd name="connsiteY74" fmla="*/ 239363 h 395382"/>
                <a:gd name="connsiteX75" fmla="*/ 237554 w 337756"/>
                <a:gd name="connsiteY75" fmla="*/ 241078 h 395382"/>
                <a:gd name="connsiteX76" fmla="*/ 238506 w 337756"/>
                <a:gd name="connsiteY76" fmla="*/ 242507 h 395382"/>
                <a:gd name="connsiteX77" fmla="*/ 240125 w 337756"/>
                <a:gd name="connsiteY77" fmla="*/ 245174 h 395382"/>
                <a:gd name="connsiteX78" fmla="*/ 244507 w 337756"/>
                <a:gd name="connsiteY78" fmla="*/ 252032 h 395382"/>
                <a:gd name="connsiteX79" fmla="*/ 245745 w 337756"/>
                <a:gd name="connsiteY79" fmla="*/ 253841 h 395382"/>
                <a:gd name="connsiteX80" fmla="*/ 256032 w 337756"/>
                <a:gd name="connsiteY80" fmla="*/ 269367 h 395382"/>
                <a:gd name="connsiteX81" fmla="*/ 260604 w 337756"/>
                <a:gd name="connsiteY81" fmla="*/ 275654 h 395382"/>
                <a:gd name="connsiteX82" fmla="*/ 265843 w 337756"/>
                <a:gd name="connsiteY82" fmla="*/ 279083 h 395382"/>
                <a:gd name="connsiteX83" fmla="*/ 267462 w 337756"/>
                <a:gd name="connsiteY83" fmla="*/ 281369 h 395382"/>
                <a:gd name="connsiteX84" fmla="*/ 271748 w 337756"/>
                <a:gd name="connsiteY84" fmla="*/ 288131 h 395382"/>
                <a:gd name="connsiteX85" fmla="*/ 273463 w 337756"/>
                <a:gd name="connsiteY85" fmla="*/ 292417 h 395382"/>
                <a:gd name="connsiteX86" fmla="*/ 272034 w 337756"/>
                <a:gd name="connsiteY86" fmla="*/ 296894 h 395382"/>
                <a:gd name="connsiteX87" fmla="*/ 269843 w 337756"/>
                <a:gd name="connsiteY87" fmla="*/ 301847 h 395382"/>
                <a:gd name="connsiteX88" fmla="*/ 267843 w 337756"/>
                <a:gd name="connsiteY88" fmla="*/ 305657 h 395382"/>
                <a:gd name="connsiteX89" fmla="*/ 266033 w 337756"/>
                <a:gd name="connsiteY89" fmla="*/ 307753 h 395382"/>
                <a:gd name="connsiteX90" fmla="*/ 264128 w 337756"/>
                <a:gd name="connsiteY90" fmla="*/ 310039 h 395382"/>
                <a:gd name="connsiteX91" fmla="*/ 257937 w 337756"/>
                <a:gd name="connsiteY91" fmla="*/ 314325 h 395382"/>
                <a:gd name="connsiteX92" fmla="*/ 250317 w 337756"/>
                <a:gd name="connsiteY92" fmla="*/ 318992 h 395382"/>
                <a:gd name="connsiteX93" fmla="*/ 229743 w 337756"/>
                <a:gd name="connsiteY93" fmla="*/ 327565 h 395382"/>
                <a:gd name="connsiteX94" fmla="*/ 225076 w 337756"/>
                <a:gd name="connsiteY94" fmla="*/ 329279 h 395382"/>
                <a:gd name="connsiteX95" fmla="*/ 209360 w 337756"/>
                <a:gd name="connsiteY95" fmla="*/ 334709 h 395382"/>
                <a:gd name="connsiteX96" fmla="*/ 190214 w 337756"/>
                <a:gd name="connsiteY96" fmla="*/ 341376 h 395382"/>
                <a:gd name="connsiteX97" fmla="*/ 189262 w 337756"/>
                <a:gd name="connsiteY97" fmla="*/ 341757 h 395382"/>
                <a:gd name="connsiteX98" fmla="*/ 168307 w 337756"/>
                <a:gd name="connsiteY98" fmla="*/ 350615 h 395382"/>
                <a:gd name="connsiteX99" fmla="*/ 138398 w 337756"/>
                <a:gd name="connsiteY99" fmla="*/ 365855 h 395382"/>
                <a:gd name="connsiteX100" fmla="*/ 137636 w 337756"/>
                <a:gd name="connsiteY100" fmla="*/ 366236 h 395382"/>
                <a:gd name="connsiteX101" fmla="*/ 128778 w 337756"/>
                <a:gd name="connsiteY101" fmla="*/ 370808 h 395382"/>
                <a:gd name="connsiteX102" fmla="*/ 95536 w 337756"/>
                <a:gd name="connsiteY102" fmla="*/ 388049 h 395382"/>
                <a:gd name="connsiteX103" fmla="*/ 90773 w 337756"/>
                <a:gd name="connsiteY103" fmla="*/ 390525 h 395382"/>
                <a:gd name="connsiteX104" fmla="*/ 81344 w 337756"/>
                <a:gd name="connsiteY104" fmla="*/ 395383 h 395382"/>
                <a:gd name="connsiteX105" fmla="*/ 77153 w 337756"/>
                <a:gd name="connsiteY105" fmla="*/ 388715 h 395382"/>
                <a:gd name="connsiteX106" fmla="*/ 76295 w 337756"/>
                <a:gd name="connsiteY106" fmla="*/ 387287 h 395382"/>
                <a:gd name="connsiteX107" fmla="*/ 72485 w 337756"/>
                <a:gd name="connsiteY107" fmla="*/ 380905 h 395382"/>
                <a:gd name="connsiteX108" fmla="*/ 51530 w 337756"/>
                <a:gd name="connsiteY108" fmla="*/ 345376 h 395382"/>
                <a:gd name="connsiteX109" fmla="*/ 43148 w 337756"/>
                <a:gd name="connsiteY109" fmla="*/ 330803 h 395382"/>
                <a:gd name="connsiteX110" fmla="*/ 30385 w 337756"/>
                <a:gd name="connsiteY110" fmla="*/ 288226 h 395382"/>
                <a:gd name="connsiteX111" fmla="*/ 32671 w 337756"/>
                <a:gd name="connsiteY111" fmla="*/ 275082 h 395382"/>
                <a:gd name="connsiteX112" fmla="*/ 27051 w 337756"/>
                <a:gd name="connsiteY112" fmla="*/ 262985 h 395382"/>
                <a:gd name="connsiteX113" fmla="*/ 26575 w 337756"/>
                <a:gd name="connsiteY113" fmla="*/ 261938 h 395382"/>
                <a:gd name="connsiteX114" fmla="*/ 25527 w 337756"/>
                <a:gd name="connsiteY114" fmla="*/ 260128 h 395382"/>
                <a:gd name="connsiteX115" fmla="*/ 24574 w 337756"/>
                <a:gd name="connsiteY115" fmla="*/ 258413 h 395382"/>
                <a:gd name="connsiteX116" fmla="*/ 24194 w 337756"/>
                <a:gd name="connsiteY116" fmla="*/ 257651 h 395382"/>
                <a:gd name="connsiteX117" fmla="*/ 20098 w 337756"/>
                <a:gd name="connsiteY117" fmla="*/ 251650 h 395382"/>
                <a:gd name="connsiteX118" fmla="*/ 7048 w 337756"/>
                <a:gd name="connsiteY118" fmla="*/ 244126 h 395382"/>
                <a:gd name="connsiteX119" fmla="*/ 3715 w 337756"/>
                <a:gd name="connsiteY119" fmla="*/ 231076 h 395382"/>
                <a:gd name="connsiteX120" fmla="*/ 0 w 337756"/>
                <a:gd name="connsiteY120" fmla="*/ 219837 h 395382"/>
                <a:gd name="connsiteX121" fmla="*/ 13906 w 337756"/>
                <a:gd name="connsiteY121" fmla="*/ 210312 h 395382"/>
                <a:gd name="connsiteX122" fmla="*/ 56579 w 337756"/>
                <a:gd name="connsiteY122" fmla="*/ 192310 h 395382"/>
                <a:gd name="connsiteX123" fmla="*/ 58960 w 337756"/>
                <a:gd name="connsiteY123" fmla="*/ 191738 h 395382"/>
                <a:gd name="connsiteX124" fmla="*/ 67342 w 337756"/>
                <a:gd name="connsiteY124" fmla="*/ 187452 h 395382"/>
                <a:gd name="connsiteX125" fmla="*/ 79248 w 337756"/>
                <a:gd name="connsiteY125" fmla="*/ 180975 h 395382"/>
                <a:gd name="connsiteX126" fmla="*/ 82868 w 337756"/>
                <a:gd name="connsiteY126" fmla="*/ 178594 h 395382"/>
                <a:gd name="connsiteX127" fmla="*/ 96107 w 337756"/>
                <a:gd name="connsiteY127" fmla="*/ 169736 h 395382"/>
                <a:gd name="connsiteX128" fmla="*/ 96012 w 337756"/>
                <a:gd name="connsiteY128" fmla="*/ 150781 h 395382"/>
                <a:gd name="connsiteX129" fmla="*/ 94297 w 337756"/>
                <a:gd name="connsiteY129" fmla="*/ 145447 h 395382"/>
                <a:gd name="connsiteX130" fmla="*/ 91821 w 337756"/>
                <a:gd name="connsiteY130" fmla="*/ 133350 h 395382"/>
                <a:gd name="connsiteX131" fmla="*/ 91535 w 337756"/>
                <a:gd name="connsiteY131" fmla="*/ 132302 h 395382"/>
                <a:gd name="connsiteX132" fmla="*/ 95917 w 337756"/>
                <a:gd name="connsiteY132" fmla="*/ 118967 h 395382"/>
                <a:gd name="connsiteX133" fmla="*/ 96869 w 337756"/>
                <a:gd name="connsiteY133" fmla="*/ 116110 h 395382"/>
                <a:gd name="connsiteX134" fmla="*/ 98012 w 337756"/>
                <a:gd name="connsiteY134" fmla="*/ 112681 h 395382"/>
                <a:gd name="connsiteX135" fmla="*/ 98679 w 337756"/>
                <a:gd name="connsiteY135" fmla="*/ 110585 h 395382"/>
                <a:gd name="connsiteX136" fmla="*/ 101537 w 337756"/>
                <a:gd name="connsiteY136" fmla="*/ 106108 h 395382"/>
                <a:gd name="connsiteX137" fmla="*/ 105632 w 337756"/>
                <a:gd name="connsiteY137" fmla="*/ 99441 h 395382"/>
                <a:gd name="connsiteX138" fmla="*/ 116967 w 337756"/>
                <a:gd name="connsiteY138" fmla="*/ 85630 h 395382"/>
                <a:gd name="connsiteX139" fmla="*/ 136970 w 337756"/>
                <a:gd name="connsiteY139" fmla="*/ 63532 h 395382"/>
                <a:gd name="connsiteX140" fmla="*/ 142208 w 337756"/>
                <a:gd name="connsiteY140" fmla="*/ 59055 h 395382"/>
                <a:gd name="connsiteX141" fmla="*/ 183737 w 337756"/>
                <a:gd name="connsiteY141" fmla="*/ 31242 h 395382"/>
                <a:gd name="connsiteX142" fmla="*/ 196501 w 337756"/>
                <a:gd name="connsiteY142" fmla="*/ 24479 h 395382"/>
                <a:gd name="connsiteX143" fmla="*/ 271081 w 337756"/>
                <a:gd name="connsiteY143" fmla="*/ 0 h 395382"/>
                <a:gd name="connsiteX144" fmla="*/ 286036 w 337756"/>
                <a:gd name="connsiteY144" fmla="*/ 2953 h 3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37756" h="395382">
                  <a:moveTo>
                    <a:pt x="286036" y="2953"/>
                  </a:moveTo>
                  <a:lnTo>
                    <a:pt x="293180" y="20288"/>
                  </a:lnTo>
                  <a:lnTo>
                    <a:pt x="300323" y="31242"/>
                  </a:lnTo>
                  <a:lnTo>
                    <a:pt x="311277" y="42958"/>
                  </a:lnTo>
                  <a:lnTo>
                    <a:pt x="311753" y="43529"/>
                  </a:lnTo>
                  <a:lnTo>
                    <a:pt x="312325" y="44101"/>
                  </a:lnTo>
                  <a:lnTo>
                    <a:pt x="319754" y="51149"/>
                  </a:lnTo>
                  <a:lnTo>
                    <a:pt x="323088" y="55912"/>
                  </a:lnTo>
                  <a:lnTo>
                    <a:pt x="327184" y="61722"/>
                  </a:lnTo>
                  <a:lnTo>
                    <a:pt x="328898" y="68771"/>
                  </a:lnTo>
                  <a:lnTo>
                    <a:pt x="337756" y="115062"/>
                  </a:lnTo>
                  <a:lnTo>
                    <a:pt x="333375" y="116967"/>
                  </a:lnTo>
                  <a:lnTo>
                    <a:pt x="330613" y="118396"/>
                  </a:lnTo>
                  <a:lnTo>
                    <a:pt x="329470" y="118967"/>
                  </a:lnTo>
                  <a:lnTo>
                    <a:pt x="326327" y="120587"/>
                  </a:lnTo>
                  <a:lnTo>
                    <a:pt x="324421" y="121634"/>
                  </a:lnTo>
                  <a:lnTo>
                    <a:pt x="323469" y="122111"/>
                  </a:lnTo>
                  <a:lnTo>
                    <a:pt x="322421" y="122777"/>
                  </a:lnTo>
                  <a:lnTo>
                    <a:pt x="319849" y="124301"/>
                  </a:lnTo>
                  <a:lnTo>
                    <a:pt x="303181" y="134112"/>
                  </a:lnTo>
                  <a:lnTo>
                    <a:pt x="301466" y="135160"/>
                  </a:lnTo>
                  <a:lnTo>
                    <a:pt x="271463" y="152876"/>
                  </a:lnTo>
                  <a:lnTo>
                    <a:pt x="268319" y="154876"/>
                  </a:lnTo>
                  <a:lnTo>
                    <a:pt x="265557" y="156496"/>
                  </a:lnTo>
                  <a:lnTo>
                    <a:pt x="261271" y="159258"/>
                  </a:lnTo>
                  <a:lnTo>
                    <a:pt x="259937" y="160211"/>
                  </a:lnTo>
                  <a:lnTo>
                    <a:pt x="257842" y="161639"/>
                  </a:lnTo>
                  <a:lnTo>
                    <a:pt x="255841" y="162973"/>
                  </a:lnTo>
                  <a:lnTo>
                    <a:pt x="253460" y="164687"/>
                  </a:lnTo>
                  <a:lnTo>
                    <a:pt x="252317" y="165545"/>
                  </a:lnTo>
                  <a:lnTo>
                    <a:pt x="251079" y="166592"/>
                  </a:lnTo>
                  <a:lnTo>
                    <a:pt x="250031" y="167450"/>
                  </a:lnTo>
                  <a:lnTo>
                    <a:pt x="249079" y="168212"/>
                  </a:lnTo>
                  <a:lnTo>
                    <a:pt x="248031" y="168974"/>
                  </a:lnTo>
                  <a:lnTo>
                    <a:pt x="247079" y="169926"/>
                  </a:lnTo>
                  <a:lnTo>
                    <a:pt x="245650" y="171164"/>
                  </a:lnTo>
                  <a:lnTo>
                    <a:pt x="244030" y="172688"/>
                  </a:lnTo>
                  <a:lnTo>
                    <a:pt x="242316" y="174403"/>
                  </a:lnTo>
                  <a:lnTo>
                    <a:pt x="241173" y="175641"/>
                  </a:lnTo>
                  <a:lnTo>
                    <a:pt x="240792" y="176022"/>
                  </a:lnTo>
                  <a:lnTo>
                    <a:pt x="239839" y="177165"/>
                  </a:lnTo>
                  <a:lnTo>
                    <a:pt x="239363" y="177641"/>
                  </a:lnTo>
                  <a:lnTo>
                    <a:pt x="236982" y="180784"/>
                  </a:lnTo>
                  <a:lnTo>
                    <a:pt x="235744" y="182594"/>
                  </a:lnTo>
                  <a:lnTo>
                    <a:pt x="234029" y="185166"/>
                  </a:lnTo>
                  <a:lnTo>
                    <a:pt x="232791" y="187452"/>
                  </a:lnTo>
                  <a:lnTo>
                    <a:pt x="231934" y="189262"/>
                  </a:lnTo>
                  <a:lnTo>
                    <a:pt x="231077" y="191167"/>
                  </a:lnTo>
                  <a:lnTo>
                    <a:pt x="230505" y="192405"/>
                  </a:lnTo>
                  <a:lnTo>
                    <a:pt x="229838" y="194215"/>
                  </a:lnTo>
                  <a:lnTo>
                    <a:pt x="229267" y="196120"/>
                  </a:lnTo>
                  <a:lnTo>
                    <a:pt x="228695" y="198120"/>
                  </a:lnTo>
                  <a:lnTo>
                    <a:pt x="228219" y="200311"/>
                  </a:lnTo>
                  <a:lnTo>
                    <a:pt x="227743" y="202883"/>
                  </a:lnTo>
                  <a:lnTo>
                    <a:pt x="227743" y="203359"/>
                  </a:lnTo>
                  <a:lnTo>
                    <a:pt x="227552" y="204788"/>
                  </a:lnTo>
                  <a:lnTo>
                    <a:pt x="227457" y="206121"/>
                  </a:lnTo>
                  <a:lnTo>
                    <a:pt x="227362" y="206692"/>
                  </a:lnTo>
                  <a:lnTo>
                    <a:pt x="227266" y="210693"/>
                  </a:lnTo>
                  <a:lnTo>
                    <a:pt x="227362" y="211836"/>
                  </a:lnTo>
                  <a:lnTo>
                    <a:pt x="227457" y="212788"/>
                  </a:lnTo>
                  <a:lnTo>
                    <a:pt x="227647" y="214598"/>
                  </a:lnTo>
                  <a:lnTo>
                    <a:pt x="227838" y="215932"/>
                  </a:lnTo>
                  <a:lnTo>
                    <a:pt x="228029" y="217361"/>
                  </a:lnTo>
                  <a:lnTo>
                    <a:pt x="228600" y="220313"/>
                  </a:lnTo>
                  <a:lnTo>
                    <a:pt x="229076" y="221933"/>
                  </a:lnTo>
                  <a:lnTo>
                    <a:pt x="229553" y="223742"/>
                  </a:lnTo>
                  <a:lnTo>
                    <a:pt x="230124" y="225457"/>
                  </a:lnTo>
                  <a:lnTo>
                    <a:pt x="230600" y="226886"/>
                  </a:lnTo>
                  <a:lnTo>
                    <a:pt x="230886" y="227457"/>
                  </a:lnTo>
                  <a:lnTo>
                    <a:pt x="231457" y="228791"/>
                  </a:lnTo>
                  <a:lnTo>
                    <a:pt x="233267" y="232982"/>
                  </a:lnTo>
                  <a:lnTo>
                    <a:pt x="234124" y="234696"/>
                  </a:lnTo>
                  <a:lnTo>
                    <a:pt x="235458" y="237268"/>
                  </a:lnTo>
                  <a:lnTo>
                    <a:pt x="236601" y="239363"/>
                  </a:lnTo>
                  <a:lnTo>
                    <a:pt x="237554" y="241078"/>
                  </a:lnTo>
                  <a:lnTo>
                    <a:pt x="238506" y="242507"/>
                  </a:lnTo>
                  <a:lnTo>
                    <a:pt x="240125" y="245174"/>
                  </a:lnTo>
                  <a:lnTo>
                    <a:pt x="244507" y="252032"/>
                  </a:lnTo>
                  <a:lnTo>
                    <a:pt x="245745" y="253841"/>
                  </a:lnTo>
                  <a:lnTo>
                    <a:pt x="256032" y="269367"/>
                  </a:lnTo>
                  <a:lnTo>
                    <a:pt x="260604" y="275654"/>
                  </a:lnTo>
                  <a:lnTo>
                    <a:pt x="265843" y="279083"/>
                  </a:lnTo>
                  <a:lnTo>
                    <a:pt x="267462" y="281369"/>
                  </a:lnTo>
                  <a:lnTo>
                    <a:pt x="271748" y="288131"/>
                  </a:lnTo>
                  <a:lnTo>
                    <a:pt x="273463" y="292417"/>
                  </a:lnTo>
                  <a:lnTo>
                    <a:pt x="272034" y="296894"/>
                  </a:lnTo>
                  <a:lnTo>
                    <a:pt x="269843" y="301847"/>
                  </a:lnTo>
                  <a:lnTo>
                    <a:pt x="267843" y="305657"/>
                  </a:lnTo>
                  <a:lnTo>
                    <a:pt x="266033" y="307753"/>
                  </a:lnTo>
                  <a:lnTo>
                    <a:pt x="264128" y="310039"/>
                  </a:lnTo>
                  <a:lnTo>
                    <a:pt x="257937" y="314325"/>
                  </a:lnTo>
                  <a:lnTo>
                    <a:pt x="250317" y="318992"/>
                  </a:lnTo>
                  <a:lnTo>
                    <a:pt x="229743" y="327565"/>
                  </a:lnTo>
                  <a:lnTo>
                    <a:pt x="225076" y="329279"/>
                  </a:lnTo>
                  <a:lnTo>
                    <a:pt x="209360" y="334709"/>
                  </a:lnTo>
                  <a:lnTo>
                    <a:pt x="190214" y="341376"/>
                  </a:lnTo>
                  <a:lnTo>
                    <a:pt x="189262" y="341757"/>
                  </a:lnTo>
                  <a:lnTo>
                    <a:pt x="168307" y="350615"/>
                  </a:lnTo>
                  <a:lnTo>
                    <a:pt x="138398" y="365855"/>
                  </a:lnTo>
                  <a:lnTo>
                    <a:pt x="137636" y="366236"/>
                  </a:lnTo>
                  <a:lnTo>
                    <a:pt x="128778" y="370808"/>
                  </a:lnTo>
                  <a:lnTo>
                    <a:pt x="95536" y="388049"/>
                  </a:lnTo>
                  <a:lnTo>
                    <a:pt x="90773" y="390525"/>
                  </a:lnTo>
                  <a:lnTo>
                    <a:pt x="81344" y="395383"/>
                  </a:lnTo>
                  <a:lnTo>
                    <a:pt x="77153" y="388715"/>
                  </a:lnTo>
                  <a:lnTo>
                    <a:pt x="76295" y="387287"/>
                  </a:lnTo>
                  <a:lnTo>
                    <a:pt x="72485" y="380905"/>
                  </a:lnTo>
                  <a:lnTo>
                    <a:pt x="51530" y="345376"/>
                  </a:lnTo>
                  <a:lnTo>
                    <a:pt x="43148" y="330803"/>
                  </a:lnTo>
                  <a:lnTo>
                    <a:pt x="30385" y="288226"/>
                  </a:lnTo>
                  <a:lnTo>
                    <a:pt x="32671" y="275082"/>
                  </a:lnTo>
                  <a:lnTo>
                    <a:pt x="27051" y="262985"/>
                  </a:lnTo>
                  <a:lnTo>
                    <a:pt x="26575" y="261938"/>
                  </a:lnTo>
                  <a:lnTo>
                    <a:pt x="25527" y="260128"/>
                  </a:lnTo>
                  <a:lnTo>
                    <a:pt x="24574" y="258413"/>
                  </a:lnTo>
                  <a:lnTo>
                    <a:pt x="24194" y="257651"/>
                  </a:lnTo>
                  <a:lnTo>
                    <a:pt x="20098" y="251650"/>
                  </a:lnTo>
                  <a:lnTo>
                    <a:pt x="7048" y="244126"/>
                  </a:lnTo>
                  <a:lnTo>
                    <a:pt x="3715" y="231076"/>
                  </a:lnTo>
                  <a:lnTo>
                    <a:pt x="0" y="219837"/>
                  </a:lnTo>
                  <a:lnTo>
                    <a:pt x="13906" y="210312"/>
                  </a:lnTo>
                  <a:lnTo>
                    <a:pt x="56579" y="192310"/>
                  </a:lnTo>
                  <a:lnTo>
                    <a:pt x="58960" y="191738"/>
                  </a:lnTo>
                  <a:lnTo>
                    <a:pt x="67342" y="187452"/>
                  </a:lnTo>
                  <a:lnTo>
                    <a:pt x="79248" y="180975"/>
                  </a:lnTo>
                  <a:lnTo>
                    <a:pt x="82868" y="178594"/>
                  </a:lnTo>
                  <a:lnTo>
                    <a:pt x="96107" y="169736"/>
                  </a:lnTo>
                  <a:lnTo>
                    <a:pt x="96012" y="150781"/>
                  </a:lnTo>
                  <a:lnTo>
                    <a:pt x="94297" y="145447"/>
                  </a:lnTo>
                  <a:lnTo>
                    <a:pt x="91821" y="133350"/>
                  </a:lnTo>
                  <a:lnTo>
                    <a:pt x="91535" y="132302"/>
                  </a:lnTo>
                  <a:lnTo>
                    <a:pt x="95917" y="118967"/>
                  </a:lnTo>
                  <a:lnTo>
                    <a:pt x="96869" y="116110"/>
                  </a:lnTo>
                  <a:lnTo>
                    <a:pt x="98012" y="112681"/>
                  </a:lnTo>
                  <a:lnTo>
                    <a:pt x="98679" y="110585"/>
                  </a:lnTo>
                  <a:lnTo>
                    <a:pt x="101537" y="106108"/>
                  </a:lnTo>
                  <a:lnTo>
                    <a:pt x="105632" y="99441"/>
                  </a:lnTo>
                  <a:lnTo>
                    <a:pt x="116967" y="85630"/>
                  </a:lnTo>
                  <a:lnTo>
                    <a:pt x="136970" y="63532"/>
                  </a:lnTo>
                  <a:lnTo>
                    <a:pt x="142208" y="59055"/>
                  </a:lnTo>
                  <a:lnTo>
                    <a:pt x="183737" y="31242"/>
                  </a:lnTo>
                  <a:lnTo>
                    <a:pt x="196501" y="24479"/>
                  </a:lnTo>
                  <a:lnTo>
                    <a:pt x="271081" y="0"/>
                  </a:lnTo>
                  <a:lnTo>
                    <a:pt x="286036" y="295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3" name="서울특별시 서대문구 남가좌1동">
              <a:extLst>
                <a:ext uri="{FF2B5EF4-FFF2-40B4-BE49-F238E27FC236}">
                  <a16:creationId xmlns:a16="http://schemas.microsoft.com/office/drawing/2014/main" id="{F7246DB5-9A65-41C2-4E99-780764E35D70}"/>
                </a:ext>
              </a:extLst>
            </p:cNvPr>
            <p:cNvSpPr/>
            <p:nvPr/>
          </p:nvSpPr>
          <p:spPr>
            <a:xfrm>
              <a:off x="4960524" y="3244786"/>
              <a:ext cx="192404" cy="131825"/>
            </a:xfrm>
            <a:custGeom>
              <a:avLst/>
              <a:gdLst>
                <a:gd name="connsiteX0" fmla="*/ 192405 w 192404"/>
                <a:gd name="connsiteY0" fmla="*/ 59055 h 131825"/>
                <a:gd name="connsiteX1" fmla="*/ 101060 w 192404"/>
                <a:gd name="connsiteY1" fmla="*/ 131826 h 131825"/>
                <a:gd name="connsiteX2" fmla="*/ 9525 w 192404"/>
                <a:gd name="connsiteY2" fmla="*/ 88487 h 131825"/>
                <a:gd name="connsiteX3" fmla="*/ 7906 w 192404"/>
                <a:gd name="connsiteY3" fmla="*/ 84487 h 131825"/>
                <a:gd name="connsiteX4" fmla="*/ 0 w 192404"/>
                <a:gd name="connsiteY4" fmla="*/ 54102 h 131825"/>
                <a:gd name="connsiteX5" fmla="*/ 2096 w 192404"/>
                <a:gd name="connsiteY5" fmla="*/ 46768 h 131825"/>
                <a:gd name="connsiteX6" fmla="*/ 35719 w 192404"/>
                <a:gd name="connsiteY6" fmla="*/ 25622 h 131825"/>
                <a:gd name="connsiteX7" fmla="*/ 69818 w 192404"/>
                <a:gd name="connsiteY7" fmla="*/ 0 h 131825"/>
                <a:gd name="connsiteX8" fmla="*/ 104013 w 192404"/>
                <a:gd name="connsiteY8" fmla="*/ 2191 h 131825"/>
                <a:gd name="connsiteX9" fmla="*/ 192405 w 192404"/>
                <a:gd name="connsiteY9" fmla="*/ 59055 h 13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404" h="131825">
                  <a:moveTo>
                    <a:pt x="192405" y="59055"/>
                  </a:moveTo>
                  <a:lnTo>
                    <a:pt x="101060" y="131826"/>
                  </a:lnTo>
                  <a:lnTo>
                    <a:pt x="9525" y="88487"/>
                  </a:lnTo>
                  <a:lnTo>
                    <a:pt x="7906" y="84487"/>
                  </a:lnTo>
                  <a:lnTo>
                    <a:pt x="0" y="54102"/>
                  </a:lnTo>
                  <a:lnTo>
                    <a:pt x="2096" y="46768"/>
                  </a:lnTo>
                  <a:lnTo>
                    <a:pt x="35719" y="25622"/>
                  </a:lnTo>
                  <a:lnTo>
                    <a:pt x="69818" y="0"/>
                  </a:lnTo>
                  <a:lnTo>
                    <a:pt x="104013" y="2191"/>
                  </a:lnTo>
                  <a:lnTo>
                    <a:pt x="192405" y="5905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4" name="서울특별시 서대문구 남가좌2동">
              <a:extLst>
                <a:ext uri="{FF2B5EF4-FFF2-40B4-BE49-F238E27FC236}">
                  <a16:creationId xmlns:a16="http://schemas.microsoft.com/office/drawing/2014/main" id="{D0289E35-7E18-742A-FDC0-C214F796BA6F}"/>
                </a:ext>
              </a:extLst>
            </p:cNvPr>
            <p:cNvSpPr/>
            <p:nvPr/>
          </p:nvSpPr>
          <p:spPr>
            <a:xfrm>
              <a:off x="5019389" y="3066383"/>
              <a:ext cx="231648" cy="237458"/>
            </a:xfrm>
            <a:custGeom>
              <a:avLst/>
              <a:gdLst>
                <a:gd name="connsiteX0" fmla="*/ 231648 w 231648"/>
                <a:gd name="connsiteY0" fmla="*/ 164306 h 237458"/>
                <a:gd name="connsiteX1" fmla="*/ 133540 w 231648"/>
                <a:gd name="connsiteY1" fmla="*/ 237458 h 237458"/>
                <a:gd name="connsiteX2" fmla="*/ 45148 w 231648"/>
                <a:gd name="connsiteY2" fmla="*/ 180594 h 237458"/>
                <a:gd name="connsiteX3" fmla="*/ 10954 w 231648"/>
                <a:gd name="connsiteY3" fmla="*/ 178403 h 237458"/>
                <a:gd name="connsiteX4" fmla="*/ 0 w 231648"/>
                <a:gd name="connsiteY4" fmla="*/ 176975 h 237458"/>
                <a:gd name="connsiteX5" fmla="*/ 8001 w 231648"/>
                <a:gd name="connsiteY5" fmla="*/ 158401 h 237458"/>
                <a:gd name="connsiteX6" fmla="*/ 18669 w 231648"/>
                <a:gd name="connsiteY6" fmla="*/ 119920 h 237458"/>
                <a:gd name="connsiteX7" fmla="*/ 64770 w 231648"/>
                <a:gd name="connsiteY7" fmla="*/ 81915 h 237458"/>
                <a:gd name="connsiteX8" fmla="*/ 81629 w 231648"/>
                <a:gd name="connsiteY8" fmla="*/ 80582 h 237458"/>
                <a:gd name="connsiteX9" fmla="*/ 126968 w 231648"/>
                <a:gd name="connsiteY9" fmla="*/ 74771 h 237458"/>
                <a:gd name="connsiteX10" fmla="*/ 126778 w 231648"/>
                <a:gd name="connsiteY10" fmla="*/ 72104 h 237458"/>
                <a:gd name="connsiteX11" fmla="*/ 119539 w 231648"/>
                <a:gd name="connsiteY11" fmla="*/ 46006 h 237458"/>
                <a:gd name="connsiteX12" fmla="*/ 118491 w 231648"/>
                <a:gd name="connsiteY12" fmla="*/ 43720 h 237458"/>
                <a:gd name="connsiteX13" fmla="*/ 115824 w 231648"/>
                <a:gd name="connsiteY13" fmla="*/ 40196 h 237458"/>
                <a:gd name="connsiteX14" fmla="*/ 113919 w 231648"/>
                <a:gd name="connsiteY14" fmla="*/ 37910 h 237458"/>
                <a:gd name="connsiteX15" fmla="*/ 154019 w 231648"/>
                <a:gd name="connsiteY15" fmla="*/ 0 h 237458"/>
                <a:gd name="connsiteX16" fmla="*/ 157353 w 231648"/>
                <a:gd name="connsiteY16" fmla="*/ 13049 h 237458"/>
                <a:gd name="connsiteX17" fmla="*/ 170402 w 231648"/>
                <a:gd name="connsiteY17" fmla="*/ 20574 h 237458"/>
                <a:gd name="connsiteX18" fmla="*/ 174498 w 231648"/>
                <a:gd name="connsiteY18" fmla="*/ 26575 h 237458"/>
                <a:gd name="connsiteX19" fmla="*/ 174879 w 231648"/>
                <a:gd name="connsiteY19" fmla="*/ 27337 h 237458"/>
                <a:gd name="connsiteX20" fmla="*/ 175831 w 231648"/>
                <a:gd name="connsiteY20" fmla="*/ 29051 h 237458"/>
                <a:gd name="connsiteX21" fmla="*/ 176879 w 231648"/>
                <a:gd name="connsiteY21" fmla="*/ 30861 h 237458"/>
                <a:gd name="connsiteX22" fmla="*/ 177355 w 231648"/>
                <a:gd name="connsiteY22" fmla="*/ 31909 h 237458"/>
                <a:gd name="connsiteX23" fmla="*/ 182975 w 231648"/>
                <a:gd name="connsiteY23" fmla="*/ 44006 h 237458"/>
                <a:gd name="connsiteX24" fmla="*/ 180689 w 231648"/>
                <a:gd name="connsiteY24" fmla="*/ 57150 h 237458"/>
                <a:gd name="connsiteX25" fmla="*/ 193453 w 231648"/>
                <a:gd name="connsiteY25" fmla="*/ 99727 h 237458"/>
                <a:gd name="connsiteX26" fmla="*/ 201835 w 231648"/>
                <a:gd name="connsiteY26" fmla="*/ 114300 h 237458"/>
                <a:gd name="connsiteX27" fmla="*/ 222790 w 231648"/>
                <a:gd name="connsiteY27" fmla="*/ 149828 h 237458"/>
                <a:gd name="connsiteX28" fmla="*/ 226600 w 231648"/>
                <a:gd name="connsiteY28" fmla="*/ 156210 h 237458"/>
                <a:gd name="connsiteX29" fmla="*/ 227457 w 231648"/>
                <a:gd name="connsiteY29" fmla="*/ 157639 h 237458"/>
                <a:gd name="connsiteX30" fmla="*/ 231648 w 231648"/>
                <a:gd name="connsiteY30" fmla="*/ 164306 h 23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31648" h="237458">
                  <a:moveTo>
                    <a:pt x="231648" y="164306"/>
                  </a:moveTo>
                  <a:lnTo>
                    <a:pt x="133540" y="237458"/>
                  </a:lnTo>
                  <a:lnTo>
                    <a:pt x="45148" y="180594"/>
                  </a:lnTo>
                  <a:lnTo>
                    <a:pt x="10954" y="178403"/>
                  </a:lnTo>
                  <a:lnTo>
                    <a:pt x="0" y="176975"/>
                  </a:lnTo>
                  <a:lnTo>
                    <a:pt x="8001" y="158401"/>
                  </a:lnTo>
                  <a:lnTo>
                    <a:pt x="18669" y="119920"/>
                  </a:lnTo>
                  <a:lnTo>
                    <a:pt x="64770" y="81915"/>
                  </a:lnTo>
                  <a:lnTo>
                    <a:pt x="81629" y="80582"/>
                  </a:lnTo>
                  <a:lnTo>
                    <a:pt x="126968" y="74771"/>
                  </a:lnTo>
                  <a:lnTo>
                    <a:pt x="126778" y="72104"/>
                  </a:lnTo>
                  <a:lnTo>
                    <a:pt x="119539" y="46006"/>
                  </a:lnTo>
                  <a:lnTo>
                    <a:pt x="118491" y="43720"/>
                  </a:lnTo>
                  <a:lnTo>
                    <a:pt x="115824" y="40196"/>
                  </a:lnTo>
                  <a:lnTo>
                    <a:pt x="113919" y="37910"/>
                  </a:lnTo>
                  <a:lnTo>
                    <a:pt x="154019" y="0"/>
                  </a:lnTo>
                  <a:lnTo>
                    <a:pt x="157353" y="13049"/>
                  </a:lnTo>
                  <a:lnTo>
                    <a:pt x="170402" y="20574"/>
                  </a:lnTo>
                  <a:lnTo>
                    <a:pt x="174498" y="26575"/>
                  </a:lnTo>
                  <a:lnTo>
                    <a:pt x="174879" y="27337"/>
                  </a:lnTo>
                  <a:lnTo>
                    <a:pt x="175831" y="29051"/>
                  </a:lnTo>
                  <a:lnTo>
                    <a:pt x="176879" y="30861"/>
                  </a:lnTo>
                  <a:lnTo>
                    <a:pt x="177355" y="31909"/>
                  </a:lnTo>
                  <a:lnTo>
                    <a:pt x="182975" y="44006"/>
                  </a:lnTo>
                  <a:lnTo>
                    <a:pt x="180689" y="57150"/>
                  </a:lnTo>
                  <a:lnTo>
                    <a:pt x="193453" y="99727"/>
                  </a:lnTo>
                  <a:lnTo>
                    <a:pt x="201835" y="114300"/>
                  </a:lnTo>
                  <a:lnTo>
                    <a:pt x="222790" y="149828"/>
                  </a:lnTo>
                  <a:lnTo>
                    <a:pt x="226600" y="156210"/>
                  </a:lnTo>
                  <a:lnTo>
                    <a:pt x="227457" y="157639"/>
                  </a:lnTo>
                  <a:lnTo>
                    <a:pt x="231648" y="1643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5" name="서울특별시 서대문구 북가좌1동">
              <a:extLst>
                <a:ext uri="{FF2B5EF4-FFF2-40B4-BE49-F238E27FC236}">
                  <a16:creationId xmlns:a16="http://schemas.microsoft.com/office/drawing/2014/main" id="{3E90D510-E928-4D66-4A3C-A5088C758425}"/>
                </a:ext>
              </a:extLst>
            </p:cNvPr>
            <p:cNvSpPr/>
            <p:nvPr/>
          </p:nvSpPr>
          <p:spPr>
            <a:xfrm>
              <a:off x="4785169" y="3154870"/>
              <a:ext cx="245173" cy="178403"/>
            </a:xfrm>
            <a:custGeom>
              <a:avLst/>
              <a:gdLst>
                <a:gd name="connsiteX0" fmla="*/ 234220 w 245173"/>
                <a:gd name="connsiteY0" fmla="*/ 88487 h 178403"/>
                <a:gd name="connsiteX1" fmla="*/ 245173 w 245173"/>
                <a:gd name="connsiteY1" fmla="*/ 89916 h 178403"/>
                <a:gd name="connsiteX2" fmla="*/ 211074 w 245173"/>
                <a:gd name="connsiteY2" fmla="*/ 115538 h 178403"/>
                <a:gd name="connsiteX3" fmla="*/ 177451 w 245173"/>
                <a:gd name="connsiteY3" fmla="*/ 136684 h 178403"/>
                <a:gd name="connsiteX4" fmla="*/ 175355 w 245173"/>
                <a:gd name="connsiteY4" fmla="*/ 144018 h 178403"/>
                <a:gd name="connsiteX5" fmla="*/ 183261 w 245173"/>
                <a:gd name="connsiteY5" fmla="*/ 174403 h 178403"/>
                <a:gd name="connsiteX6" fmla="*/ 184880 w 245173"/>
                <a:gd name="connsiteY6" fmla="*/ 178403 h 178403"/>
                <a:gd name="connsiteX7" fmla="*/ 57436 w 245173"/>
                <a:gd name="connsiteY7" fmla="*/ 122015 h 178403"/>
                <a:gd name="connsiteX8" fmla="*/ 0 w 245173"/>
                <a:gd name="connsiteY8" fmla="*/ 84487 h 178403"/>
                <a:gd name="connsiteX9" fmla="*/ 27527 w 245173"/>
                <a:gd name="connsiteY9" fmla="*/ 58579 h 178403"/>
                <a:gd name="connsiteX10" fmla="*/ 84963 w 245173"/>
                <a:gd name="connsiteY10" fmla="*/ 0 h 178403"/>
                <a:gd name="connsiteX11" fmla="*/ 106585 w 245173"/>
                <a:gd name="connsiteY11" fmla="*/ 14288 h 178403"/>
                <a:gd name="connsiteX12" fmla="*/ 154210 w 245173"/>
                <a:gd name="connsiteY12" fmla="*/ 46387 h 178403"/>
                <a:gd name="connsiteX13" fmla="*/ 164687 w 245173"/>
                <a:gd name="connsiteY13" fmla="*/ 54388 h 178403"/>
                <a:gd name="connsiteX14" fmla="*/ 168212 w 245173"/>
                <a:gd name="connsiteY14" fmla="*/ 57245 h 178403"/>
                <a:gd name="connsiteX15" fmla="*/ 175070 w 245173"/>
                <a:gd name="connsiteY15" fmla="*/ 62484 h 178403"/>
                <a:gd name="connsiteX16" fmla="*/ 176308 w 245173"/>
                <a:gd name="connsiteY16" fmla="*/ 63437 h 178403"/>
                <a:gd name="connsiteX17" fmla="*/ 202502 w 245173"/>
                <a:gd name="connsiteY17" fmla="*/ 82677 h 178403"/>
                <a:gd name="connsiteX18" fmla="*/ 211741 w 245173"/>
                <a:gd name="connsiteY18" fmla="*/ 85725 h 178403"/>
                <a:gd name="connsiteX19" fmla="*/ 234220 w 245173"/>
                <a:gd name="connsiteY19" fmla="*/ 88487 h 17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5173" h="178403">
                  <a:moveTo>
                    <a:pt x="234220" y="88487"/>
                  </a:moveTo>
                  <a:lnTo>
                    <a:pt x="245173" y="89916"/>
                  </a:lnTo>
                  <a:lnTo>
                    <a:pt x="211074" y="115538"/>
                  </a:lnTo>
                  <a:lnTo>
                    <a:pt x="177451" y="136684"/>
                  </a:lnTo>
                  <a:lnTo>
                    <a:pt x="175355" y="144018"/>
                  </a:lnTo>
                  <a:lnTo>
                    <a:pt x="183261" y="174403"/>
                  </a:lnTo>
                  <a:lnTo>
                    <a:pt x="184880" y="178403"/>
                  </a:lnTo>
                  <a:lnTo>
                    <a:pt x="57436" y="122015"/>
                  </a:lnTo>
                  <a:lnTo>
                    <a:pt x="0" y="84487"/>
                  </a:lnTo>
                  <a:lnTo>
                    <a:pt x="27527" y="58579"/>
                  </a:lnTo>
                  <a:lnTo>
                    <a:pt x="84963" y="0"/>
                  </a:lnTo>
                  <a:lnTo>
                    <a:pt x="106585" y="14288"/>
                  </a:lnTo>
                  <a:lnTo>
                    <a:pt x="154210" y="46387"/>
                  </a:lnTo>
                  <a:lnTo>
                    <a:pt x="164687" y="54388"/>
                  </a:lnTo>
                  <a:lnTo>
                    <a:pt x="168212" y="57245"/>
                  </a:lnTo>
                  <a:lnTo>
                    <a:pt x="175070" y="62484"/>
                  </a:lnTo>
                  <a:lnTo>
                    <a:pt x="176308" y="63437"/>
                  </a:lnTo>
                  <a:lnTo>
                    <a:pt x="202502" y="82677"/>
                  </a:lnTo>
                  <a:lnTo>
                    <a:pt x="211741" y="85725"/>
                  </a:lnTo>
                  <a:lnTo>
                    <a:pt x="234220" y="8848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6" name="서울특별시 서대문구 북가좌2동">
              <a:extLst>
                <a:ext uri="{FF2B5EF4-FFF2-40B4-BE49-F238E27FC236}">
                  <a16:creationId xmlns:a16="http://schemas.microsoft.com/office/drawing/2014/main" id="{0A2DDC15-A30F-A130-38B4-683DC8A22368}"/>
                </a:ext>
              </a:extLst>
            </p:cNvPr>
            <p:cNvSpPr/>
            <p:nvPr/>
          </p:nvSpPr>
          <p:spPr>
            <a:xfrm>
              <a:off x="4870132" y="3029521"/>
              <a:ext cx="276225" cy="213836"/>
            </a:xfrm>
            <a:custGeom>
              <a:avLst/>
              <a:gdLst>
                <a:gd name="connsiteX0" fmla="*/ 263176 w 276225"/>
                <a:gd name="connsiteY0" fmla="*/ 74771 h 213836"/>
                <a:gd name="connsiteX1" fmla="*/ 265081 w 276225"/>
                <a:gd name="connsiteY1" fmla="*/ 77057 h 213836"/>
                <a:gd name="connsiteX2" fmla="*/ 267748 w 276225"/>
                <a:gd name="connsiteY2" fmla="*/ 80582 h 213836"/>
                <a:gd name="connsiteX3" fmla="*/ 268796 w 276225"/>
                <a:gd name="connsiteY3" fmla="*/ 82867 h 213836"/>
                <a:gd name="connsiteX4" fmla="*/ 276035 w 276225"/>
                <a:gd name="connsiteY4" fmla="*/ 108966 h 213836"/>
                <a:gd name="connsiteX5" fmla="*/ 276225 w 276225"/>
                <a:gd name="connsiteY5" fmla="*/ 111633 h 213836"/>
                <a:gd name="connsiteX6" fmla="*/ 230886 w 276225"/>
                <a:gd name="connsiteY6" fmla="*/ 117443 h 213836"/>
                <a:gd name="connsiteX7" fmla="*/ 214027 w 276225"/>
                <a:gd name="connsiteY7" fmla="*/ 118777 h 213836"/>
                <a:gd name="connsiteX8" fmla="*/ 167926 w 276225"/>
                <a:gd name="connsiteY8" fmla="*/ 156782 h 213836"/>
                <a:gd name="connsiteX9" fmla="*/ 157258 w 276225"/>
                <a:gd name="connsiteY9" fmla="*/ 195263 h 213836"/>
                <a:gd name="connsiteX10" fmla="*/ 149257 w 276225"/>
                <a:gd name="connsiteY10" fmla="*/ 213836 h 213836"/>
                <a:gd name="connsiteX11" fmla="*/ 126778 w 276225"/>
                <a:gd name="connsiteY11" fmla="*/ 211074 h 213836"/>
                <a:gd name="connsiteX12" fmla="*/ 117539 w 276225"/>
                <a:gd name="connsiteY12" fmla="*/ 208026 h 213836"/>
                <a:gd name="connsiteX13" fmla="*/ 91345 w 276225"/>
                <a:gd name="connsiteY13" fmla="*/ 188786 h 213836"/>
                <a:gd name="connsiteX14" fmla="*/ 90107 w 276225"/>
                <a:gd name="connsiteY14" fmla="*/ 187833 h 213836"/>
                <a:gd name="connsiteX15" fmla="*/ 83249 w 276225"/>
                <a:gd name="connsiteY15" fmla="*/ 182594 h 213836"/>
                <a:gd name="connsiteX16" fmla="*/ 79724 w 276225"/>
                <a:gd name="connsiteY16" fmla="*/ 179737 h 213836"/>
                <a:gd name="connsiteX17" fmla="*/ 69247 w 276225"/>
                <a:gd name="connsiteY17" fmla="*/ 171736 h 213836"/>
                <a:gd name="connsiteX18" fmla="*/ 21622 w 276225"/>
                <a:gd name="connsiteY18" fmla="*/ 139637 h 213836"/>
                <a:gd name="connsiteX19" fmla="*/ 0 w 276225"/>
                <a:gd name="connsiteY19" fmla="*/ 125349 h 213836"/>
                <a:gd name="connsiteX20" fmla="*/ 64389 w 276225"/>
                <a:gd name="connsiteY20" fmla="*/ 64675 h 213836"/>
                <a:gd name="connsiteX21" fmla="*/ 109442 w 276225"/>
                <a:gd name="connsiteY21" fmla="*/ 22288 h 213836"/>
                <a:gd name="connsiteX22" fmla="*/ 113443 w 276225"/>
                <a:gd name="connsiteY22" fmla="*/ 18383 h 213836"/>
                <a:gd name="connsiteX23" fmla="*/ 116015 w 276225"/>
                <a:gd name="connsiteY23" fmla="*/ 15430 h 213836"/>
                <a:gd name="connsiteX24" fmla="*/ 118301 w 276225"/>
                <a:gd name="connsiteY24" fmla="*/ 12668 h 213836"/>
                <a:gd name="connsiteX25" fmla="*/ 120968 w 276225"/>
                <a:gd name="connsiteY25" fmla="*/ 7239 h 213836"/>
                <a:gd name="connsiteX26" fmla="*/ 122492 w 276225"/>
                <a:gd name="connsiteY26" fmla="*/ 3810 h 213836"/>
                <a:gd name="connsiteX27" fmla="*/ 123063 w 276225"/>
                <a:gd name="connsiteY27" fmla="*/ 2667 h 213836"/>
                <a:gd name="connsiteX28" fmla="*/ 124206 w 276225"/>
                <a:gd name="connsiteY28" fmla="*/ 0 h 213836"/>
                <a:gd name="connsiteX29" fmla="*/ 165830 w 276225"/>
                <a:gd name="connsiteY29" fmla="*/ 28004 h 213836"/>
                <a:gd name="connsiteX30" fmla="*/ 169450 w 276225"/>
                <a:gd name="connsiteY30" fmla="*/ 52769 h 213836"/>
                <a:gd name="connsiteX31" fmla="*/ 172784 w 276225"/>
                <a:gd name="connsiteY31" fmla="*/ 70580 h 213836"/>
                <a:gd name="connsiteX32" fmla="*/ 174593 w 276225"/>
                <a:gd name="connsiteY32" fmla="*/ 70675 h 213836"/>
                <a:gd name="connsiteX33" fmla="*/ 178118 w 276225"/>
                <a:gd name="connsiteY33" fmla="*/ 70580 h 213836"/>
                <a:gd name="connsiteX34" fmla="*/ 189929 w 276225"/>
                <a:gd name="connsiteY34" fmla="*/ 68771 h 213836"/>
                <a:gd name="connsiteX35" fmla="*/ 228600 w 276225"/>
                <a:gd name="connsiteY35" fmla="*/ 65818 h 213836"/>
                <a:gd name="connsiteX36" fmla="*/ 236982 w 276225"/>
                <a:gd name="connsiteY36" fmla="*/ 66389 h 213836"/>
                <a:gd name="connsiteX37" fmla="*/ 242697 w 276225"/>
                <a:gd name="connsiteY37" fmla="*/ 67246 h 213836"/>
                <a:gd name="connsiteX38" fmla="*/ 263176 w 276225"/>
                <a:gd name="connsiteY38" fmla="*/ 74771 h 2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76225" h="213836">
                  <a:moveTo>
                    <a:pt x="263176" y="74771"/>
                  </a:moveTo>
                  <a:lnTo>
                    <a:pt x="265081" y="77057"/>
                  </a:lnTo>
                  <a:lnTo>
                    <a:pt x="267748" y="80582"/>
                  </a:lnTo>
                  <a:lnTo>
                    <a:pt x="268796" y="82867"/>
                  </a:lnTo>
                  <a:lnTo>
                    <a:pt x="276035" y="108966"/>
                  </a:lnTo>
                  <a:lnTo>
                    <a:pt x="276225" y="111633"/>
                  </a:lnTo>
                  <a:lnTo>
                    <a:pt x="230886" y="117443"/>
                  </a:lnTo>
                  <a:lnTo>
                    <a:pt x="214027" y="118777"/>
                  </a:lnTo>
                  <a:lnTo>
                    <a:pt x="167926" y="156782"/>
                  </a:lnTo>
                  <a:lnTo>
                    <a:pt x="157258" y="195263"/>
                  </a:lnTo>
                  <a:lnTo>
                    <a:pt x="149257" y="213836"/>
                  </a:lnTo>
                  <a:lnTo>
                    <a:pt x="126778" y="211074"/>
                  </a:lnTo>
                  <a:lnTo>
                    <a:pt x="117539" y="208026"/>
                  </a:lnTo>
                  <a:lnTo>
                    <a:pt x="91345" y="188786"/>
                  </a:lnTo>
                  <a:lnTo>
                    <a:pt x="90107" y="187833"/>
                  </a:lnTo>
                  <a:lnTo>
                    <a:pt x="83249" y="182594"/>
                  </a:lnTo>
                  <a:lnTo>
                    <a:pt x="79724" y="179737"/>
                  </a:lnTo>
                  <a:lnTo>
                    <a:pt x="69247" y="171736"/>
                  </a:lnTo>
                  <a:lnTo>
                    <a:pt x="21622" y="139637"/>
                  </a:lnTo>
                  <a:lnTo>
                    <a:pt x="0" y="125349"/>
                  </a:lnTo>
                  <a:lnTo>
                    <a:pt x="64389" y="64675"/>
                  </a:lnTo>
                  <a:lnTo>
                    <a:pt x="109442" y="22288"/>
                  </a:lnTo>
                  <a:lnTo>
                    <a:pt x="113443" y="18383"/>
                  </a:lnTo>
                  <a:lnTo>
                    <a:pt x="116015" y="15430"/>
                  </a:lnTo>
                  <a:lnTo>
                    <a:pt x="118301" y="12668"/>
                  </a:lnTo>
                  <a:lnTo>
                    <a:pt x="120968" y="7239"/>
                  </a:lnTo>
                  <a:lnTo>
                    <a:pt x="122492" y="3810"/>
                  </a:lnTo>
                  <a:lnTo>
                    <a:pt x="123063" y="2667"/>
                  </a:lnTo>
                  <a:lnTo>
                    <a:pt x="124206" y="0"/>
                  </a:lnTo>
                  <a:lnTo>
                    <a:pt x="165830" y="28004"/>
                  </a:lnTo>
                  <a:lnTo>
                    <a:pt x="169450" y="52769"/>
                  </a:lnTo>
                  <a:lnTo>
                    <a:pt x="172784" y="70580"/>
                  </a:lnTo>
                  <a:lnTo>
                    <a:pt x="174593" y="70675"/>
                  </a:lnTo>
                  <a:lnTo>
                    <a:pt x="178118" y="70580"/>
                  </a:lnTo>
                  <a:lnTo>
                    <a:pt x="189929" y="68771"/>
                  </a:lnTo>
                  <a:lnTo>
                    <a:pt x="228600" y="65818"/>
                  </a:lnTo>
                  <a:lnTo>
                    <a:pt x="236982" y="66389"/>
                  </a:lnTo>
                  <a:lnTo>
                    <a:pt x="242697" y="67246"/>
                  </a:lnTo>
                  <a:lnTo>
                    <a:pt x="263176" y="7477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7" name="서울특별시 서대문구 충현동">
              <a:extLst>
                <a:ext uri="{FF2B5EF4-FFF2-40B4-BE49-F238E27FC236}">
                  <a16:creationId xmlns:a16="http://schemas.microsoft.com/office/drawing/2014/main" id="{180AF1DB-625C-1295-5780-E6360D854D47}"/>
                </a:ext>
              </a:extLst>
            </p:cNvPr>
            <p:cNvSpPr/>
            <p:nvPr/>
          </p:nvSpPr>
          <p:spPr>
            <a:xfrm>
              <a:off x="5648229" y="3350228"/>
              <a:ext cx="369379" cy="182784"/>
            </a:xfrm>
            <a:custGeom>
              <a:avLst/>
              <a:gdLst>
                <a:gd name="connsiteX0" fmla="*/ 300895 w 369379"/>
                <a:gd name="connsiteY0" fmla="*/ 48482 h 182784"/>
                <a:gd name="connsiteX1" fmla="*/ 318326 w 369379"/>
                <a:gd name="connsiteY1" fmla="*/ 64389 h 182784"/>
                <a:gd name="connsiteX2" fmla="*/ 369380 w 369379"/>
                <a:gd name="connsiteY2" fmla="*/ 132874 h 182784"/>
                <a:gd name="connsiteX3" fmla="*/ 356807 w 369379"/>
                <a:gd name="connsiteY3" fmla="*/ 135636 h 182784"/>
                <a:gd name="connsiteX4" fmla="*/ 342043 w 369379"/>
                <a:gd name="connsiteY4" fmla="*/ 138970 h 182784"/>
                <a:gd name="connsiteX5" fmla="*/ 339090 w 369379"/>
                <a:gd name="connsiteY5" fmla="*/ 139637 h 182784"/>
                <a:gd name="connsiteX6" fmla="*/ 329375 w 369379"/>
                <a:gd name="connsiteY6" fmla="*/ 142304 h 182784"/>
                <a:gd name="connsiteX7" fmla="*/ 320612 w 369379"/>
                <a:gd name="connsiteY7" fmla="*/ 145733 h 182784"/>
                <a:gd name="connsiteX8" fmla="*/ 315373 w 369379"/>
                <a:gd name="connsiteY8" fmla="*/ 148876 h 182784"/>
                <a:gd name="connsiteX9" fmla="*/ 313944 w 369379"/>
                <a:gd name="connsiteY9" fmla="*/ 149828 h 182784"/>
                <a:gd name="connsiteX10" fmla="*/ 307658 w 369379"/>
                <a:gd name="connsiteY10" fmla="*/ 154115 h 182784"/>
                <a:gd name="connsiteX11" fmla="*/ 295942 w 369379"/>
                <a:gd name="connsiteY11" fmla="*/ 162497 h 182784"/>
                <a:gd name="connsiteX12" fmla="*/ 290513 w 369379"/>
                <a:gd name="connsiteY12" fmla="*/ 166307 h 182784"/>
                <a:gd name="connsiteX13" fmla="*/ 273939 w 369379"/>
                <a:gd name="connsiteY13" fmla="*/ 175736 h 182784"/>
                <a:gd name="connsiteX14" fmla="*/ 271367 w 369379"/>
                <a:gd name="connsiteY14" fmla="*/ 177260 h 182784"/>
                <a:gd name="connsiteX15" fmla="*/ 265748 w 369379"/>
                <a:gd name="connsiteY15" fmla="*/ 180118 h 182784"/>
                <a:gd name="connsiteX16" fmla="*/ 263652 w 369379"/>
                <a:gd name="connsiteY16" fmla="*/ 181166 h 182784"/>
                <a:gd name="connsiteX17" fmla="*/ 262795 w 369379"/>
                <a:gd name="connsiteY17" fmla="*/ 181451 h 182784"/>
                <a:gd name="connsiteX18" fmla="*/ 261842 w 369379"/>
                <a:gd name="connsiteY18" fmla="*/ 181737 h 182784"/>
                <a:gd name="connsiteX19" fmla="*/ 260985 w 369379"/>
                <a:gd name="connsiteY19" fmla="*/ 181927 h 182784"/>
                <a:gd name="connsiteX20" fmla="*/ 232982 w 369379"/>
                <a:gd name="connsiteY20" fmla="*/ 182785 h 182784"/>
                <a:gd name="connsiteX21" fmla="*/ 182594 w 369379"/>
                <a:gd name="connsiteY21" fmla="*/ 135255 h 182784"/>
                <a:gd name="connsiteX22" fmla="*/ 181451 w 369379"/>
                <a:gd name="connsiteY22" fmla="*/ 133731 h 182784"/>
                <a:gd name="connsiteX23" fmla="*/ 162782 w 369379"/>
                <a:gd name="connsiteY23" fmla="*/ 135350 h 182784"/>
                <a:gd name="connsiteX24" fmla="*/ 160211 w 369379"/>
                <a:gd name="connsiteY24" fmla="*/ 135731 h 182784"/>
                <a:gd name="connsiteX25" fmla="*/ 113348 w 369379"/>
                <a:gd name="connsiteY25" fmla="*/ 142875 h 182784"/>
                <a:gd name="connsiteX26" fmla="*/ 76391 w 369379"/>
                <a:gd name="connsiteY26" fmla="*/ 148590 h 182784"/>
                <a:gd name="connsiteX27" fmla="*/ 60103 w 369379"/>
                <a:gd name="connsiteY27" fmla="*/ 152400 h 182784"/>
                <a:gd name="connsiteX28" fmla="*/ 26575 w 369379"/>
                <a:gd name="connsiteY28" fmla="*/ 164783 h 182784"/>
                <a:gd name="connsiteX29" fmla="*/ 11811 w 369379"/>
                <a:gd name="connsiteY29" fmla="*/ 172879 h 182784"/>
                <a:gd name="connsiteX30" fmla="*/ 6858 w 369379"/>
                <a:gd name="connsiteY30" fmla="*/ 165830 h 182784"/>
                <a:gd name="connsiteX31" fmla="*/ 5334 w 369379"/>
                <a:gd name="connsiteY31" fmla="*/ 159734 h 182784"/>
                <a:gd name="connsiteX32" fmla="*/ 0 w 369379"/>
                <a:gd name="connsiteY32" fmla="*/ 75914 h 182784"/>
                <a:gd name="connsiteX33" fmla="*/ 8382 w 369379"/>
                <a:gd name="connsiteY33" fmla="*/ 58293 h 182784"/>
                <a:gd name="connsiteX34" fmla="*/ 14192 w 369379"/>
                <a:gd name="connsiteY34" fmla="*/ 52007 h 182784"/>
                <a:gd name="connsiteX35" fmla="*/ 8668 w 369379"/>
                <a:gd name="connsiteY35" fmla="*/ 16097 h 182784"/>
                <a:gd name="connsiteX36" fmla="*/ 80677 w 369379"/>
                <a:gd name="connsiteY36" fmla="*/ 0 h 182784"/>
                <a:gd name="connsiteX37" fmla="*/ 130493 w 369379"/>
                <a:gd name="connsiteY37" fmla="*/ 46577 h 182784"/>
                <a:gd name="connsiteX38" fmla="*/ 176213 w 369379"/>
                <a:gd name="connsiteY38" fmla="*/ 68961 h 182784"/>
                <a:gd name="connsiteX39" fmla="*/ 241649 w 369379"/>
                <a:gd name="connsiteY39" fmla="*/ 62579 h 182784"/>
                <a:gd name="connsiteX40" fmla="*/ 242316 w 369379"/>
                <a:gd name="connsiteY40" fmla="*/ 61150 h 182784"/>
                <a:gd name="connsiteX41" fmla="*/ 245174 w 369379"/>
                <a:gd name="connsiteY41" fmla="*/ 57626 h 182784"/>
                <a:gd name="connsiteX42" fmla="*/ 249079 w 369379"/>
                <a:gd name="connsiteY42" fmla="*/ 56198 h 182784"/>
                <a:gd name="connsiteX43" fmla="*/ 257270 w 369379"/>
                <a:gd name="connsiteY43" fmla="*/ 54483 h 182784"/>
                <a:gd name="connsiteX44" fmla="*/ 295466 w 369379"/>
                <a:gd name="connsiteY44" fmla="*/ 48577 h 182784"/>
                <a:gd name="connsiteX45" fmla="*/ 300895 w 369379"/>
                <a:gd name="connsiteY45" fmla="*/ 48482 h 18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69379" h="182784">
                  <a:moveTo>
                    <a:pt x="300895" y="48482"/>
                  </a:moveTo>
                  <a:lnTo>
                    <a:pt x="318326" y="64389"/>
                  </a:lnTo>
                  <a:lnTo>
                    <a:pt x="369380" y="132874"/>
                  </a:lnTo>
                  <a:lnTo>
                    <a:pt x="356807" y="135636"/>
                  </a:lnTo>
                  <a:lnTo>
                    <a:pt x="342043" y="138970"/>
                  </a:lnTo>
                  <a:lnTo>
                    <a:pt x="339090" y="139637"/>
                  </a:lnTo>
                  <a:lnTo>
                    <a:pt x="329375" y="142304"/>
                  </a:lnTo>
                  <a:lnTo>
                    <a:pt x="320612" y="145733"/>
                  </a:lnTo>
                  <a:lnTo>
                    <a:pt x="315373" y="148876"/>
                  </a:lnTo>
                  <a:lnTo>
                    <a:pt x="313944" y="149828"/>
                  </a:lnTo>
                  <a:lnTo>
                    <a:pt x="307658" y="154115"/>
                  </a:lnTo>
                  <a:lnTo>
                    <a:pt x="295942" y="162497"/>
                  </a:lnTo>
                  <a:lnTo>
                    <a:pt x="290513" y="166307"/>
                  </a:lnTo>
                  <a:lnTo>
                    <a:pt x="273939" y="175736"/>
                  </a:lnTo>
                  <a:lnTo>
                    <a:pt x="271367" y="177260"/>
                  </a:lnTo>
                  <a:lnTo>
                    <a:pt x="265748" y="180118"/>
                  </a:lnTo>
                  <a:lnTo>
                    <a:pt x="263652" y="181166"/>
                  </a:lnTo>
                  <a:lnTo>
                    <a:pt x="262795" y="181451"/>
                  </a:lnTo>
                  <a:lnTo>
                    <a:pt x="261842" y="181737"/>
                  </a:lnTo>
                  <a:lnTo>
                    <a:pt x="260985" y="181927"/>
                  </a:lnTo>
                  <a:lnTo>
                    <a:pt x="232982" y="182785"/>
                  </a:lnTo>
                  <a:lnTo>
                    <a:pt x="182594" y="135255"/>
                  </a:lnTo>
                  <a:lnTo>
                    <a:pt x="181451" y="133731"/>
                  </a:lnTo>
                  <a:lnTo>
                    <a:pt x="162782" y="135350"/>
                  </a:lnTo>
                  <a:lnTo>
                    <a:pt x="160211" y="135731"/>
                  </a:lnTo>
                  <a:lnTo>
                    <a:pt x="113348" y="142875"/>
                  </a:lnTo>
                  <a:lnTo>
                    <a:pt x="76391" y="148590"/>
                  </a:lnTo>
                  <a:lnTo>
                    <a:pt x="60103" y="152400"/>
                  </a:lnTo>
                  <a:lnTo>
                    <a:pt x="26575" y="164783"/>
                  </a:lnTo>
                  <a:lnTo>
                    <a:pt x="11811" y="172879"/>
                  </a:lnTo>
                  <a:lnTo>
                    <a:pt x="6858" y="165830"/>
                  </a:lnTo>
                  <a:lnTo>
                    <a:pt x="5334" y="159734"/>
                  </a:lnTo>
                  <a:lnTo>
                    <a:pt x="0" y="75914"/>
                  </a:lnTo>
                  <a:lnTo>
                    <a:pt x="8382" y="58293"/>
                  </a:lnTo>
                  <a:lnTo>
                    <a:pt x="14192" y="52007"/>
                  </a:lnTo>
                  <a:lnTo>
                    <a:pt x="8668" y="16097"/>
                  </a:lnTo>
                  <a:lnTo>
                    <a:pt x="80677" y="0"/>
                  </a:lnTo>
                  <a:lnTo>
                    <a:pt x="130493" y="46577"/>
                  </a:lnTo>
                  <a:lnTo>
                    <a:pt x="176213" y="68961"/>
                  </a:lnTo>
                  <a:lnTo>
                    <a:pt x="241649" y="62579"/>
                  </a:lnTo>
                  <a:lnTo>
                    <a:pt x="242316" y="61150"/>
                  </a:lnTo>
                  <a:lnTo>
                    <a:pt x="245174" y="57626"/>
                  </a:lnTo>
                  <a:lnTo>
                    <a:pt x="249079" y="56198"/>
                  </a:lnTo>
                  <a:lnTo>
                    <a:pt x="257270" y="54483"/>
                  </a:lnTo>
                  <a:lnTo>
                    <a:pt x="295466" y="48577"/>
                  </a:lnTo>
                  <a:lnTo>
                    <a:pt x="300895" y="4848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8" name="서울특별시 서대문구 북아현동">
              <a:extLst>
                <a:ext uri="{FF2B5EF4-FFF2-40B4-BE49-F238E27FC236}">
                  <a16:creationId xmlns:a16="http://schemas.microsoft.com/office/drawing/2014/main" id="{82A81A44-8A97-253D-7A03-D95F8FFDEE0F}"/>
                </a:ext>
              </a:extLst>
            </p:cNvPr>
            <p:cNvSpPr/>
            <p:nvPr/>
          </p:nvSpPr>
          <p:spPr>
            <a:xfrm>
              <a:off x="5641562" y="3483959"/>
              <a:ext cx="239649" cy="96202"/>
            </a:xfrm>
            <a:custGeom>
              <a:avLst/>
              <a:gdLst>
                <a:gd name="connsiteX0" fmla="*/ 239649 w 239649"/>
                <a:gd name="connsiteY0" fmla="*/ 49054 h 96202"/>
                <a:gd name="connsiteX1" fmla="*/ 229076 w 239649"/>
                <a:gd name="connsiteY1" fmla="*/ 56483 h 96202"/>
                <a:gd name="connsiteX2" fmla="*/ 178784 w 239649"/>
                <a:gd name="connsiteY2" fmla="*/ 96203 h 96202"/>
                <a:gd name="connsiteX3" fmla="*/ 178308 w 239649"/>
                <a:gd name="connsiteY3" fmla="*/ 92869 h 96202"/>
                <a:gd name="connsiteX4" fmla="*/ 174688 w 239649"/>
                <a:gd name="connsiteY4" fmla="*/ 85820 h 96202"/>
                <a:gd name="connsiteX5" fmla="*/ 149066 w 239649"/>
                <a:gd name="connsiteY5" fmla="*/ 81344 h 96202"/>
                <a:gd name="connsiteX6" fmla="*/ 144875 w 239649"/>
                <a:gd name="connsiteY6" fmla="*/ 81439 h 96202"/>
                <a:gd name="connsiteX7" fmla="*/ 133445 w 239649"/>
                <a:gd name="connsiteY7" fmla="*/ 81629 h 96202"/>
                <a:gd name="connsiteX8" fmla="*/ 116872 w 239649"/>
                <a:gd name="connsiteY8" fmla="*/ 82010 h 96202"/>
                <a:gd name="connsiteX9" fmla="*/ 111252 w 239649"/>
                <a:gd name="connsiteY9" fmla="*/ 82201 h 96202"/>
                <a:gd name="connsiteX10" fmla="*/ 99155 w 239649"/>
                <a:gd name="connsiteY10" fmla="*/ 84677 h 96202"/>
                <a:gd name="connsiteX11" fmla="*/ 78962 w 239649"/>
                <a:gd name="connsiteY11" fmla="*/ 86106 h 96202"/>
                <a:gd name="connsiteX12" fmla="*/ 57340 w 239649"/>
                <a:gd name="connsiteY12" fmla="*/ 87725 h 96202"/>
                <a:gd name="connsiteX13" fmla="*/ 56293 w 239649"/>
                <a:gd name="connsiteY13" fmla="*/ 87821 h 96202"/>
                <a:gd name="connsiteX14" fmla="*/ 0 w 239649"/>
                <a:gd name="connsiteY14" fmla="*/ 90583 h 96202"/>
                <a:gd name="connsiteX15" fmla="*/ 18479 w 239649"/>
                <a:gd name="connsiteY15" fmla="*/ 39148 h 96202"/>
                <a:gd name="connsiteX16" fmla="*/ 33242 w 239649"/>
                <a:gd name="connsiteY16" fmla="*/ 31052 h 96202"/>
                <a:gd name="connsiteX17" fmla="*/ 66770 w 239649"/>
                <a:gd name="connsiteY17" fmla="*/ 18669 h 96202"/>
                <a:gd name="connsiteX18" fmla="*/ 83058 w 239649"/>
                <a:gd name="connsiteY18" fmla="*/ 14859 h 96202"/>
                <a:gd name="connsiteX19" fmla="*/ 120015 w 239649"/>
                <a:gd name="connsiteY19" fmla="*/ 9144 h 96202"/>
                <a:gd name="connsiteX20" fmla="*/ 166878 w 239649"/>
                <a:gd name="connsiteY20" fmla="*/ 2000 h 96202"/>
                <a:gd name="connsiteX21" fmla="*/ 169450 w 239649"/>
                <a:gd name="connsiteY21" fmla="*/ 1619 h 96202"/>
                <a:gd name="connsiteX22" fmla="*/ 188119 w 239649"/>
                <a:gd name="connsiteY22" fmla="*/ 0 h 96202"/>
                <a:gd name="connsiteX23" fmla="*/ 189262 w 239649"/>
                <a:gd name="connsiteY23" fmla="*/ 1524 h 96202"/>
                <a:gd name="connsiteX24" fmla="*/ 239649 w 239649"/>
                <a:gd name="connsiteY24" fmla="*/ 49054 h 9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649" h="96202">
                  <a:moveTo>
                    <a:pt x="239649" y="49054"/>
                  </a:moveTo>
                  <a:lnTo>
                    <a:pt x="229076" y="56483"/>
                  </a:lnTo>
                  <a:lnTo>
                    <a:pt x="178784" y="96203"/>
                  </a:lnTo>
                  <a:lnTo>
                    <a:pt x="178308" y="92869"/>
                  </a:lnTo>
                  <a:lnTo>
                    <a:pt x="174688" y="85820"/>
                  </a:lnTo>
                  <a:lnTo>
                    <a:pt x="149066" y="81344"/>
                  </a:lnTo>
                  <a:lnTo>
                    <a:pt x="144875" y="81439"/>
                  </a:lnTo>
                  <a:lnTo>
                    <a:pt x="133445" y="81629"/>
                  </a:lnTo>
                  <a:lnTo>
                    <a:pt x="116872" y="82010"/>
                  </a:lnTo>
                  <a:lnTo>
                    <a:pt x="111252" y="82201"/>
                  </a:lnTo>
                  <a:lnTo>
                    <a:pt x="99155" y="84677"/>
                  </a:lnTo>
                  <a:lnTo>
                    <a:pt x="78962" y="86106"/>
                  </a:lnTo>
                  <a:lnTo>
                    <a:pt x="57340" y="87725"/>
                  </a:lnTo>
                  <a:lnTo>
                    <a:pt x="56293" y="87821"/>
                  </a:lnTo>
                  <a:lnTo>
                    <a:pt x="0" y="90583"/>
                  </a:lnTo>
                  <a:lnTo>
                    <a:pt x="18479" y="39148"/>
                  </a:lnTo>
                  <a:lnTo>
                    <a:pt x="33242" y="31052"/>
                  </a:lnTo>
                  <a:lnTo>
                    <a:pt x="66770" y="18669"/>
                  </a:lnTo>
                  <a:lnTo>
                    <a:pt x="83058" y="14859"/>
                  </a:lnTo>
                  <a:lnTo>
                    <a:pt x="120015" y="9144"/>
                  </a:lnTo>
                  <a:lnTo>
                    <a:pt x="166878" y="2000"/>
                  </a:lnTo>
                  <a:lnTo>
                    <a:pt x="169450" y="1619"/>
                  </a:lnTo>
                  <a:lnTo>
                    <a:pt x="188119" y="0"/>
                  </a:lnTo>
                  <a:lnTo>
                    <a:pt x="189262" y="1524"/>
                  </a:lnTo>
                  <a:lnTo>
                    <a:pt x="239649" y="4905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9" name="서울특별시 서대문구 신촌동">
              <a:extLst>
                <a:ext uri="{FF2B5EF4-FFF2-40B4-BE49-F238E27FC236}">
                  <a16:creationId xmlns:a16="http://schemas.microsoft.com/office/drawing/2014/main" id="{28283E41-F090-9186-BA70-F8265F45D4A9}"/>
                </a:ext>
              </a:extLst>
            </p:cNvPr>
            <p:cNvSpPr/>
            <p:nvPr/>
          </p:nvSpPr>
          <p:spPr>
            <a:xfrm>
              <a:off x="5236273" y="3214878"/>
              <a:ext cx="426148" cy="393572"/>
            </a:xfrm>
            <a:custGeom>
              <a:avLst/>
              <a:gdLst>
                <a:gd name="connsiteX0" fmla="*/ 420624 w 426148"/>
                <a:gd name="connsiteY0" fmla="*/ 151447 h 393572"/>
                <a:gd name="connsiteX1" fmla="*/ 426149 w 426148"/>
                <a:gd name="connsiteY1" fmla="*/ 187357 h 393572"/>
                <a:gd name="connsiteX2" fmla="*/ 420338 w 426148"/>
                <a:gd name="connsiteY2" fmla="*/ 193643 h 393572"/>
                <a:gd name="connsiteX3" fmla="*/ 411956 w 426148"/>
                <a:gd name="connsiteY3" fmla="*/ 211265 h 393572"/>
                <a:gd name="connsiteX4" fmla="*/ 417290 w 426148"/>
                <a:gd name="connsiteY4" fmla="*/ 295084 h 393572"/>
                <a:gd name="connsiteX5" fmla="*/ 418814 w 426148"/>
                <a:gd name="connsiteY5" fmla="*/ 301181 h 393572"/>
                <a:gd name="connsiteX6" fmla="*/ 423767 w 426148"/>
                <a:gd name="connsiteY6" fmla="*/ 308229 h 393572"/>
                <a:gd name="connsiteX7" fmla="*/ 405289 w 426148"/>
                <a:gd name="connsiteY7" fmla="*/ 359664 h 393572"/>
                <a:gd name="connsiteX8" fmla="*/ 368427 w 426148"/>
                <a:gd name="connsiteY8" fmla="*/ 361855 h 393572"/>
                <a:gd name="connsiteX9" fmla="*/ 368237 w 426148"/>
                <a:gd name="connsiteY9" fmla="*/ 360807 h 393572"/>
                <a:gd name="connsiteX10" fmla="*/ 368141 w 426148"/>
                <a:gd name="connsiteY10" fmla="*/ 359950 h 393572"/>
                <a:gd name="connsiteX11" fmla="*/ 329851 w 426148"/>
                <a:gd name="connsiteY11" fmla="*/ 362045 h 393572"/>
                <a:gd name="connsiteX12" fmla="*/ 263843 w 426148"/>
                <a:gd name="connsiteY12" fmla="*/ 369284 h 393572"/>
                <a:gd name="connsiteX13" fmla="*/ 249365 w 426148"/>
                <a:gd name="connsiteY13" fmla="*/ 373856 h 393572"/>
                <a:gd name="connsiteX14" fmla="*/ 188119 w 426148"/>
                <a:gd name="connsiteY14" fmla="*/ 393573 h 393572"/>
                <a:gd name="connsiteX15" fmla="*/ 185642 w 426148"/>
                <a:gd name="connsiteY15" fmla="*/ 393287 h 393572"/>
                <a:gd name="connsiteX16" fmla="*/ 180308 w 426148"/>
                <a:gd name="connsiteY16" fmla="*/ 391763 h 393572"/>
                <a:gd name="connsiteX17" fmla="*/ 156210 w 426148"/>
                <a:gd name="connsiteY17" fmla="*/ 383286 h 393572"/>
                <a:gd name="connsiteX18" fmla="*/ 63627 w 426148"/>
                <a:gd name="connsiteY18" fmla="*/ 348996 h 393572"/>
                <a:gd name="connsiteX19" fmla="*/ 11335 w 426148"/>
                <a:gd name="connsiteY19" fmla="*/ 329660 h 393572"/>
                <a:gd name="connsiteX20" fmla="*/ 9335 w 426148"/>
                <a:gd name="connsiteY20" fmla="*/ 328803 h 393572"/>
                <a:gd name="connsiteX21" fmla="*/ 6572 w 426148"/>
                <a:gd name="connsiteY21" fmla="*/ 327660 h 393572"/>
                <a:gd name="connsiteX22" fmla="*/ 2381 w 426148"/>
                <a:gd name="connsiteY22" fmla="*/ 325945 h 393572"/>
                <a:gd name="connsiteX23" fmla="*/ 0 w 426148"/>
                <a:gd name="connsiteY23" fmla="*/ 319278 h 393572"/>
                <a:gd name="connsiteX24" fmla="*/ 3334 w 426148"/>
                <a:gd name="connsiteY24" fmla="*/ 294227 h 393572"/>
                <a:gd name="connsiteX25" fmla="*/ 11811 w 426148"/>
                <a:gd name="connsiteY25" fmla="*/ 272986 h 393572"/>
                <a:gd name="connsiteX26" fmla="*/ 12859 w 426148"/>
                <a:gd name="connsiteY26" fmla="*/ 271558 h 393572"/>
                <a:gd name="connsiteX27" fmla="*/ 29718 w 426148"/>
                <a:gd name="connsiteY27" fmla="*/ 283178 h 393572"/>
                <a:gd name="connsiteX28" fmla="*/ 33433 w 426148"/>
                <a:gd name="connsiteY28" fmla="*/ 285464 h 393572"/>
                <a:gd name="connsiteX29" fmla="*/ 34862 w 426148"/>
                <a:gd name="connsiteY29" fmla="*/ 286226 h 393572"/>
                <a:gd name="connsiteX30" fmla="*/ 36004 w 426148"/>
                <a:gd name="connsiteY30" fmla="*/ 286798 h 393572"/>
                <a:gd name="connsiteX31" fmla="*/ 55721 w 426148"/>
                <a:gd name="connsiteY31" fmla="*/ 288036 h 393572"/>
                <a:gd name="connsiteX32" fmla="*/ 78486 w 426148"/>
                <a:gd name="connsiteY32" fmla="*/ 287369 h 393572"/>
                <a:gd name="connsiteX33" fmla="*/ 84868 w 426148"/>
                <a:gd name="connsiteY33" fmla="*/ 285083 h 393572"/>
                <a:gd name="connsiteX34" fmla="*/ 89440 w 426148"/>
                <a:gd name="connsiteY34" fmla="*/ 282321 h 393572"/>
                <a:gd name="connsiteX35" fmla="*/ 119158 w 426148"/>
                <a:gd name="connsiteY35" fmla="*/ 248126 h 393572"/>
                <a:gd name="connsiteX36" fmla="*/ 129635 w 426148"/>
                <a:gd name="connsiteY36" fmla="*/ 221361 h 393572"/>
                <a:gd name="connsiteX37" fmla="*/ 144685 w 426148"/>
                <a:gd name="connsiteY37" fmla="*/ 191738 h 393572"/>
                <a:gd name="connsiteX38" fmla="*/ 194596 w 426148"/>
                <a:gd name="connsiteY38" fmla="*/ 156877 h 393572"/>
                <a:gd name="connsiteX39" fmla="*/ 224600 w 426148"/>
                <a:gd name="connsiteY39" fmla="*/ 138493 h 393572"/>
                <a:gd name="connsiteX40" fmla="*/ 232410 w 426148"/>
                <a:gd name="connsiteY40" fmla="*/ 134207 h 393572"/>
                <a:gd name="connsiteX41" fmla="*/ 269367 w 426148"/>
                <a:gd name="connsiteY41" fmla="*/ 121729 h 393572"/>
                <a:gd name="connsiteX42" fmla="*/ 292989 w 426148"/>
                <a:gd name="connsiteY42" fmla="*/ 117634 h 393572"/>
                <a:gd name="connsiteX43" fmla="*/ 305848 w 426148"/>
                <a:gd name="connsiteY43" fmla="*/ 107156 h 393572"/>
                <a:gd name="connsiteX44" fmla="*/ 307658 w 426148"/>
                <a:gd name="connsiteY44" fmla="*/ 105346 h 393572"/>
                <a:gd name="connsiteX45" fmla="*/ 308515 w 426148"/>
                <a:gd name="connsiteY45" fmla="*/ 104108 h 393572"/>
                <a:gd name="connsiteX46" fmla="*/ 318135 w 426148"/>
                <a:gd name="connsiteY46" fmla="*/ 83915 h 393572"/>
                <a:gd name="connsiteX47" fmla="*/ 317945 w 426148"/>
                <a:gd name="connsiteY47" fmla="*/ 75533 h 393572"/>
                <a:gd name="connsiteX48" fmla="*/ 317659 w 426148"/>
                <a:gd name="connsiteY48" fmla="*/ 72580 h 393572"/>
                <a:gd name="connsiteX49" fmla="*/ 316802 w 426148"/>
                <a:gd name="connsiteY49" fmla="*/ 69628 h 393572"/>
                <a:gd name="connsiteX50" fmla="*/ 315849 w 426148"/>
                <a:gd name="connsiteY50" fmla="*/ 67532 h 393572"/>
                <a:gd name="connsiteX51" fmla="*/ 313373 w 426148"/>
                <a:gd name="connsiteY51" fmla="*/ 65342 h 393572"/>
                <a:gd name="connsiteX52" fmla="*/ 312801 w 426148"/>
                <a:gd name="connsiteY52" fmla="*/ 64865 h 393572"/>
                <a:gd name="connsiteX53" fmla="*/ 312039 w 426148"/>
                <a:gd name="connsiteY53" fmla="*/ 64675 h 393572"/>
                <a:gd name="connsiteX54" fmla="*/ 308896 w 426148"/>
                <a:gd name="connsiteY54" fmla="*/ 61341 h 393572"/>
                <a:gd name="connsiteX55" fmla="*/ 308134 w 426148"/>
                <a:gd name="connsiteY55" fmla="*/ 60198 h 393572"/>
                <a:gd name="connsiteX56" fmla="*/ 307277 w 426148"/>
                <a:gd name="connsiteY56" fmla="*/ 50578 h 393572"/>
                <a:gd name="connsiteX57" fmla="*/ 307086 w 426148"/>
                <a:gd name="connsiteY57" fmla="*/ 47625 h 393572"/>
                <a:gd name="connsiteX58" fmla="*/ 308134 w 426148"/>
                <a:gd name="connsiteY58" fmla="*/ 41148 h 393572"/>
                <a:gd name="connsiteX59" fmla="*/ 308896 w 426148"/>
                <a:gd name="connsiteY59" fmla="*/ 38671 h 393572"/>
                <a:gd name="connsiteX60" fmla="*/ 316135 w 426148"/>
                <a:gd name="connsiteY60" fmla="*/ 26860 h 393572"/>
                <a:gd name="connsiteX61" fmla="*/ 330803 w 426148"/>
                <a:gd name="connsiteY61" fmla="*/ 3905 h 393572"/>
                <a:gd name="connsiteX62" fmla="*/ 346996 w 426148"/>
                <a:gd name="connsiteY62" fmla="*/ 1714 h 393572"/>
                <a:gd name="connsiteX63" fmla="*/ 364046 w 426148"/>
                <a:gd name="connsiteY63" fmla="*/ 190 h 393572"/>
                <a:gd name="connsiteX64" fmla="*/ 367284 w 426148"/>
                <a:gd name="connsiteY64" fmla="*/ 0 h 393572"/>
                <a:gd name="connsiteX65" fmla="*/ 381286 w 426148"/>
                <a:gd name="connsiteY65" fmla="*/ 12478 h 393572"/>
                <a:gd name="connsiteX66" fmla="*/ 407194 w 426148"/>
                <a:gd name="connsiteY66" fmla="*/ 19907 h 393572"/>
                <a:gd name="connsiteX67" fmla="*/ 408718 w 426148"/>
                <a:gd name="connsiteY67" fmla="*/ 20955 h 393572"/>
                <a:gd name="connsiteX68" fmla="*/ 409004 w 426148"/>
                <a:gd name="connsiteY68" fmla="*/ 22098 h 393572"/>
                <a:gd name="connsiteX69" fmla="*/ 409385 w 426148"/>
                <a:gd name="connsiteY69" fmla="*/ 23336 h 393572"/>
                <a:gd name="connsiteX70" fmla="*/ 408908 w 426148"/>
                <a:gd name="connsiteY70" fmla="*/ 39052 h 393572"/>
                <a:gd name="connsiteX71" fmla="*/ 404336 w 426148"/>
                <a:gd name="connsiteY71" fmla="*/ 51054 h 393572"/>
                <a:gd name="connsiteX72" fmla="*/ 400336 w 426148"/>
                <a:gd name="connsiteY72" fmla="*/ 53530 h 393572"/>
                <a:gd name="connsiteX73" fmla="*/ 399669 w 426148"/>
                <a:gd name="connsiteY73" fmla="*/ 54102 h 393572"/>
                <a:gd name="connsiteX74" fmla="*/ 387953 w 426148"/>
                <a:gd name="connsiteY74" fmla="*/ 64008 h 393572"/>
                <a:gd name="connsiteX75" fmla="*/ 387382 w 426148"/>
                <a:gd name="connsiteY75" fmla="*/ 64579 h 393572"/>
                <a:gd name="connsiteX76" fmla="*/ 387001 w 426148"/>
                <a:gd name="connsiteY76" fmla="*/ 65056 h 393572"/>
                <a:gd name="connsiteX77" fmla="*/ 386429 w 426148"/>
                <a:gd name="connsiteY77" fmla="*/ 66104 h 393572"/>
                <a:gd name="connsiteX78" fmla="*/ 384810 w 426148"/>
                <a:gd name="connsiteY78" fmla="*/ 69533 h 393572"/>
                <a:gd name="connsiteX79" fmla="*/ 383953 w 426148"/>
                <a:gd name="connsiteY79" fmla="*/ 72866 h 393572"/>
                <a:gd name="connsiteX80" fmla="*/ 407003 w 426148"/>
                <a:gd name="connsiteY80" fmla="*/ 133731 h 393572"/>
                <a:gd name="connsiteX81" fmla="*/ 420624 w 426148"/>
                <a:gd name="connsiteY81" fmla="*/ 151447 h 39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426148" h="393572">
                  <a:moveTo>
                    <a:pt x="420624" y="151447"/>
                  </a:moveTo>
                  <a:lnTo>
                    <a:pt x="426149" y="187357"/>
                  </a:lnTo>
                  <a:lnTo>
                    <a:pt x="420338" y="193643"/>
                  </a:lnTo>
                  <a:lnTo>
                    <a:pt x="411956" y="211265"/>
                  </a:lnTo>
                  <a:lnTo>
                    <a:pt x="417290" y="295084"/>
                  </a:lnTo>
                  <a:lnTo>
                    <a:pt x="418814" y="301181"/>
                  </a:lnTo>
                  <a:lnTo>
                    <a:pt x="423767" y="308229"/>
                  </a:lnTo>
                  <a:lnTo>
                    <a:pt x="405289" y="359664"/>
                  </a:lnTo>
                  <a:lnTo>
                    <a:pt x="368427" y="361855"/>
                  </a:lnTo>
                  <a:lnTo>
                    <a:pt x="368237" y="360807"/>
                  </a:lnTo>
                  <a:lnTo>
                    <a:pt x="368141" y="359950"/>
                  </a:lnTo>
                  <a:lnTo>
                    <a:pt x="329851" y="362045"/>
                  </a:lnTo>
                  <a:lnTo>
                    <a:pt x="263843" y="369284"/>
                  </a:lnTo>
                  <a:lnTo>
                    <a:pt x="249365" y="373856"/>
                  </a:lnTo>
                  <a:lnTo>
                    <a:pt x="188119" y="393573"/>
                  </a:lnTo>
                  <a:lnTo>
                    <a:pt x="185642" y="393287"/>
                  </a:lnTo>
                  <a:lnTo>
                    <a:pt x="180308" y="391763"/>
                  </a:lnTo>
                  <a:lnTo>
                    <a:pt x="156210" y="383286"/>
                  </a:lnTo>
                  <a:lnTo>
                    <a:pt x="63627" y="348996"/>
                  </a:lnTo>
                  <a:lnTo>
                    <a:pt x="11335" y="329660"/>
                  </a:lnTo>
                  <a:lnTo>
                    <a:pt x="9335" y="328803"/>
                  </a:lnTo>
                  <a:lnTo>
                    <a:pt x="6572" y="327660"/>
                  </a:lnTo>
                  <a:lnTo>
                    <a:pt x="2381" y="325945"/>
                  </a:lnTo>
                  <a:lnTo>
                    <a:pt x="0" y="319278"/>
                  </a:lnTo>
                  <a:lnTo>
                    <a:pt x="3334" y="294227"/>
                  </a:lnTo>
                  <a:lnTo>
                    <a:pt x="11811" y="272986"/>
                  </a:lnTo>
                  <a:lnTo>
                    <a:pt x="12859" y="271558"/>
                  </a:lnTo>
                  <a:lnTo>
                    <a:pt x="29718" y="283178"/>
                  </a:lnTo>
                  <a:lnTo>
                    <a:pt x="33433" y="285464"/>
                  </a:lnTo>
                  <a:lnTo>
                    <a:pt x="34862" y="286226"/>
                  </a:lnTo>
                  <a:lnTo>
                    <a:pt x="36004" y="286798"/>
                  </a:lnTo>
                  <a:lnTo>
                    <a:pt x="55721" y="288036"/>
                  </a:lnTo>
                  <a:lnTo>
                    <a:pt x="78486" y="287369"/>
                  </a:lnTo>
                  <a:lnTo>
                    <a:pt x="84868" y="285083"/>
                  </a:lnTo>
                  <a:lnTo>
                    <a:pt x="89440" y="282321"/>
                  </a:lnTo>
                  <a:lnTo>
                    <a:pt x="119158" y="248126"/>
                  </a:lnTo>
                  <a:lnTo>
                    <a:pt x="129635" y="221361"/>
                  </a:lnTo>
                  <a:lnTo>
                    <a:pt x="144685" y="191738"/>
                  </a:lnTo>
                  <a:lnTo>
                    <a:pt x="194596" y="156877"/>
                  </a:lnTo>
                  <a:lnTo>
                    <a:pt x="224600" y="138493"/>
                  </a:lnTo>
                  <a:lnTo>
                    <a:pt x="232410" y="134207"/>
                  </a:lnTo>
                  <a:lnTo>
                    <a:pt x="269367" y="121729"/>
                  </a:lnTo>
                  <a:lnTo>
                    <a:pt x="292989" y="117634"/>
                  </a:lnTo>
                  <a:lnTo>
                    <a:pt x="305848" y="107156"/>
                  </a:lnTo>
                  <a:lnTo>
                    <a:pt x="307658" y="105346"/>
                  </a:lnTo>
                  <a:lnTo>
                    <a:pt x="308515" y="104108"/>
                  </a:lnTo>
                  <a:lnTo>
                    <a:pt x="318135" y="83915"/>
                  </a:lnTo>
                  <a:lnTo>
                    <a:pt x="317945" y="75533"/>
                  </a:lnTo>
                  <a:lnTo>
                    <a:pt x="317659" y="72580"/>
                  </a:lnTo>
                  <a:lnTo>
                    <a:pt x="316802" y="69628"/>
                  </a:lnTo>
                  <a:lnTo>
                    <a:pt x="315849" y="67532"/>
                  </a:lnTo>
                  <a:lnTo>
                    <a:pt x="313373" y="65342"/>
                  </a:lnTo>
                  <a:lnTo>
                    <a:pt x="312801" y="64865"/>
                  </a:lnTo>
                  <a:lnTo>
                    <a:pt x="312039" y="64675"/>
                  </a:lnTo>
                  <a:lnTo>
                    <a:pt x="308896" y="61341"/>
                  </a:lnTo>
                  <a:lnTo>
                    <a:pt x="308134" y="60198"/>
                  </a:lnTo>
                  <a:lnTo>
                    <a:pt x="307277" y="50578"/>
                  </a:lnTo>
                  <a:lnTo>
                    <a:pt x="307086" y="47625"/>
                  </a:lnTo>
                  <a:lnTo>
                    <a:pt x="308134" y="41148"/>
                  </a:lnTo>
                  <a:lnTo>
                    <a:pt x="308896" y="38671"/>
                  </a:lnTo>
                  <a:lnTo>
                    <a:pt x="316135" y="26860"/>
                  </a:lnTo>
                  <a:lnTo>
                    <a:pt x="330803" y="3905"/>
                  </a:lnTo>
                  <a:lnTo>
                    <a:pt x="346996" y="1714"/>
                  </a:lnTo>
                  <a:lnTo>
                    <a:pt x="364046" y="190"/>
                  </a:lnTo>
                  <a:lnTo>
                    <a:pt x="367284" y="0"/>
                  </a:lnTo>
                  <a:lnTo>
                    <a:pt x="381286" y="12478"/>
                  </a:lnTo>
                  <a:lnTo>
                    <a:pt x="407194" y="19907"/>
                  </a:lnTo>
                  <a:lnTo>
                    <a:pt x="408718" y="20955"/>
                  </a:lnTo>
                  <a:lnTo>
                    <a:pt x="409004" y="22098"/>
                  </a:lnTo>
                  <a:lnTo>
                    <a:pt x="409385" y="23336"/>
                  </a:lnTo>
                  <a:lnTo>
                    <a:pt x="408908" y="39052"/>
                  </a:lnTo>
                  <a:lnTo>
                    <a:pt x="404336" y="51054"/>
                  </a:lnTo>
                  <a:lnTo>
                    <a:pt x="400336" y="53530"/>
                  </a:lnTo>
                  <a:lnTo>
                    <a:pt x="399669" y="54102"/>
                  </a:lnTo>
                  <a:lnTo>
                    <a:pt x="387953" y="64008"/>
                  </a:lnTo>
                  <a:lnTo>
                    <a:pt x="387382" y="64579"/>
                  </a:lnTo>
                  <a:lnTo>
                    <a:pt x="387001" y="65056"/>
                  </a:lnTo>
                  <a:lnTo>
                    <a:pt x="386429" y="66104"/>
                  </a:lnTo>
                  <a:lnTo>
                    <a:pt x="384810" y="69533"/>
                  </a:lnTo>
                  <a:lnTo>
                    <a:pt x="383953" y="72866"/>
                  </a:lnTo>
                  <a:lnTo>
                    <a:pt x="407003" y="133731"/>
                  </a:lnTo>
                  <a:lnTo>
                    <a:pt x="420624" y="15144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0" name="서울특별시 서대문구 연희동">
              <a:extLst>
                <a:ext uri="{FF2B5EF4-FFF2-40B4-BE49-F238E27FC236}">
                  <a16:creationId xmlns:a16="http://schemas.microsoft.com/office/drawing/2014/main" id="{84972158-CD5E-4E55-F581-096EFB9CF16E}"/>
                </a:ext>
              </a:extLst>
            </p:cNvPr>
            <p:cNvSpPr/>
            <p:nvPr/>
          </p:nvSpPr>
          <p:spPr>
            <a:xfrm>
              <a:off x="5061584" y="3086290"/>
              <a:ext cx="541972" cy="416623"/>
            </a:xfrm>
            <a:custGeom>
              <a:avLst/>
              <a:gdLst>
                <a:gd name="connsiteX0" fmla="*/ 541972 w 541972"/>
                <a:gd name="connsiteY0" fmla="*/ 128588 h 416623"/>
                <a:gd name="connsiteX1" fmla="*/ 538734 w 541972"/>
                <a:gd name="connsiteY1" fmla="*/ 128778 h 416623"/>
                <a:gd name="connsiteX2" fmla="*/ 521684 w 541972"/>
                <a:gd name="connsiteY2" fmla="*/ 130302 h 416623"/>
                <a:gd name="connsiteX3" fmla="*/ 505492 w 541972"/>
                <a:gd name="connsiteY3" fmla="*/ 132493 h 416623"/>
                <a:gd name="connsiteX4" fmla="*/ 490823 w 541972"/>
                <a:gd name="connsiteY4" fmla="*/ 155448 h 416623"/>
                <a:gd name="connsiteX5" fmla="*/ 483584 w 541972"/>
                <a:gd name="connsiteY5" fmla="*/ 167259 h 416623"/>
                <a:gd name="connsiteX6" fmla="*/ 482822 w 541972"/>
                <a:gd name="connsiteY6" fmla="*/ 169735 h 416623"/>
                <a:gd name="connsiteX7" fmla="*/ 481775 w 541972"/>
                <a:gd name="connsiteY7" fmla="*/ 176213 h 416623"/>
                <a:gd name="connsiteX8" fmla="*/ 481965 w 541972"/>
                <a:gd name="connsiteY8" fmla="*/ 179165 h 416623"/>
                <a:gd name="connsiteX9" fmla="*/ 482822 w 541972"/>
                <a:gd name="connsiteY9" fmla="*/ 188785 h 416623"/>
                <a:gd name="connsiteX10" fmla="*/ 483584 w 541972"/>
                <a:gd name="connsiteY10" fmla="*/ 189929 h 416623"/>
                <a:gd name="connsiteX11" fmla="*/ 486728 w 541972"/>
                <a:gd name="connsiteY11" fmla="*/ 193262 h 416623"/>
                <a:gd name="connsiteX12" fmla="*/ 487489 w 541972"/>
                <a:gd name="connsiteY12" fmla="*/ 193453 h 416623"/>
                <a:gd name="connsiteX13" fmla="*/ 488061 w 541972"/>
                <a:gd name="connsiteY13" fmla="*/ 193929 h 416623"/>
                <a:gd name="connsiteX14" fmla="*/ 490538 w 541972"/>
                <a:gd name="connsiteY14" fmla="*/ 196120 h 416623"/>
                <a:gd name="connsiteX15" fmla="*/ 491490 w 541972"/>
                <a:gd name="connsiteY15" fmla="*/ 198215 h 416623"/>
                <a:gd name="connsiteX16" fmla="*/ 492347 w 541972"/>
                <a:gd name="connsiteY16" fmla="*/ 201168 h 416623"/>
                <a:gd name="connsiteX17" fmla="*/ 492633 w 541972"/>
                <a:gd name="connsiteY17" fmla="*/ 204121 h 416623"/>
                <a:gd name="connsiteX18" fmla="*/ 492824 w 541972"/>
                <a:gd name="connsiteY18" fmla="*/ 212503 h 416623"/>
                <a:gd name="connsiteX19" fmla="*/ 483203 w 541972"/>
                <a:gd name="connsiteY19" fmla="*/ 232696 h 416623"/>
                <a:gd name="connsiteX20" fmla="*/ 482346 w 541972"/>
                <a:gd name="connsiteY20" fmla="*/ 233934 h 416623"/>
                <a:gd name="connsiteX21" fmla="*/ 480536 w 541972"/>
                <a:gd name="connsiteY21" fmla="*/ 235744 h 416623"/>
                <a:gd name="connsiteX22" fmla="*/ 467678 w 541972"/>
                <a:gd name="connsiteY22" fmla="*/ 246221 h 416623"/>
                <a:gd name="connsiteX23" fmla="*/ 444055 w 541972"/>
                <a:gd name="connsiteY23" fmla="*/ 250317 h 416623"/>
                <a:gd name="connsiteX24" fmla="*/ 407099 w 541972"/>
                <a:gd name="connsiteY24" fmla="*/ 262795 h 416623"/>
                <a:gd name="connsiteX25" fmla="*/ 399288 w 541972"/>
                <a:gd name="connsiteY25" fmla="*/ 267081 h 416623"/>
                <a:gd name="connsiteX26" fmla="*/ 369284 w 541972"/>
                <a:gd name="connsiteY26" fmla="*/ 285464 h 416623"/>
                <a:gd name="connsiteX27" fmla="*/ 319373 w 541972"/>
                <a:gd name="connsiteY27" fmla="*/ 320326 h 416623"/>
                <a:gd name="connsiteX28" fmla="*/ 304324 w 541972"/>
                <a:gd name="connsiteY28" fmla="*/ 349949 h 416623"/>
                <a:gd name="connsiteX29" fmla="*/ 293846 w 541972"/>
                <a:gd name="connsiteY29" fmla="*/ 376714 h 416623"/>
                <a:gd name="connsiteX30" fmla="*/ 264128 w 541972"/>
                <a:gd name="connsiteY30" fmla="*/ 410909 h 416623"/>
                <a:gd name="connsiteX31" fmla="*/ 259556 w 541972"/>
                <a:gd name="connsiteY31" fmla="*/ 413671 h 416623"/>
                <a:gd name="connsiteX32" fmla="*/ 253175 w 541972"/>
                <a:gd name="connsiteY32" fmla="*/ 415957 h 416623"/>
                <a:gd name="connsiteX33" fmla="*/ 230410 w 541972"/>
                <a:gd name="connsiteY33" fmla="*/ 416624 h 416623"/>
                <a:gd name="connsiteX34" fmla="*/ 210693 w 541972"/>
                <a:gd name="connsiteY34" fmla="*/ 415385 h 416623"/>
                <a:gd name="connsiteX35" fmla="*/ 209550 w 541972"/>
                <a:gd name="connsiteY35" fmla="*/ 414814 h 416623"/>
                <a:gd name="connsiteX36" fmla="*/ 208121 w 541972"/>
                <a:gd name="connsiteY36" fmla="*/ 414052 h 416623"/>
                <a:gd name="connsiteX37" fmla="*/ 204406 w 541972"/>
                <a:gd name="connsiteY37" fmla="*/ 411766 h 416623"/>
                <a:gd name="connsiteX38" fmla="*/ 187547 w 541972"/>
                <a:gd name="connsiteY38" fmla="*/ 400145 h 416623"/>
                <a:gd name="connsiteX39" fmla="*/ 192691 w 541972"/>
                <a:gd name="connsiteY39" fmla="*/ 392906 h 416623"/>
                <a:gd name="connsiteX40" fmla="*/ 204121 w 541972"/>
                <a:gd name="connsiteY40" fmla="*/ 376237 h 416623"/>
                <a:gd name="connsiteX41" fmla="*/ 204692 w 541972"/>
                <a:gd name="connsiteY41" fmla="*/ 375380 h 416623"/>
                <a:gd name="connsiteX42" fmla="*/ 206502 w 541972"/>
                <a:gd name="connsiteY42" fmla="*/ 372713 h 416623"/>
                <a:gd name="connsiteX43" fmla="*/ 183071 w 541972"/>
                <a:gd name="connsiteY43" fmla="*/ 353282 h 416623"/>
                <a:gd name="connsiteX44" fmla="*/ 180689 w 541972"/>
                <a:gd name="connsiteY44" fmla="*/ 351377 h 416623"/>
                <a:gd name="connsiteX45" fmla="*/ 171260 w 541972"/>
                <a:gd name="connsiteY45" fmla="*/ 344234 h 416623"/>
                <a:gd name="connsiteX46" fmla="*/ 168212 w 541972"/>
                <a:gd name="connsiteY46" fmla="*/ 342233 h 416623"/>
                <a:gd name="connsiteX47" fmla="*/ 164973 w 541972"/>
                <a:gd name="connsiteY47" fmla="*/ 340138 h 416623"/>
                <a:gd name="connsiteX48" fmla="*/ 162496 w 541972"/>
                <a:gd name="connsiteY48" fmla="*/ 338709 h 416623"/>
                <a:gd name="connsiteX49" fmla="*/ 160115 w 541972"/>
                <a:gd name="connsiteY49" fmla="*/ 337375 h 416623"/>
                <a:gd name="connsiteX50" fmla="*/ 150019 w 541972"/>
                <a:gd name="connsiteY50" fmla="*/ 332613 h 416623"/>
                <a:gd name="connsiteX51" fmla="*/ 142875 w 541972"/>
                <a:gd name="connsiteY51" fmla="*/ 329565 h 416623"/>
                <a:gd name="connsiteX52" fmla="*/ 16097 w 541972"/>
                <a:gd name="connsiteY52" fmla="*/ 298418 h 416623"/>
                <a:gd name="connsiteX53" fmla="*/ 0 w 541972"/>
                <a:gd name="connsiteY53" fmla="*/ 290322 h 416623"/>
                <a:gd name="connsiteX54" fmla="*/ 91345 w 541972"/>
                <a:gd name="connsiteY54" fmla="*/ 217551 h 416623"/>
                <a:gd name="connsiteX55" fmla="*/ 189452 w 541972"/>
                <a:gd name="connsiteY55" fmla="*/ 144399 h 416623"/>
                <a:gd name="connsiteX56" fmla="*/ 198882 w 541972"/>
                <a:gd name="connsiteY56" fmla="*/ 139541 h 416623"/>
                <a:gd name="connsiteX57" fmla="*/ 203645 w 541972"/>
                <a:gd name="connsiteY57" fmla="*/ 137065 h 416623"/>
                <a:gd name="connsiteX58" fmla="*/ 236887 w 541972"/>
                <a:gd name="connsiteY58" fmla="*/ 119825 h 416623"/>
                <a:gd name="connsiteX59" fmla="*/ 245745 w 541972"/>
                <a:gd name="connsiteY59" fmla="*/ 115252 h 416623"/>
                <a:gd name="connsiteX60" fmla="*/ 246507 w 541972"/>
                <a:gd name="connsiteY60" fmla="*/ 114871 h 416623"/>
                <a:gd name="connsiteX61" fmla="*/ 276416 w 541972"/>
                <a:gd name="connsiteY61" fmla="*/ 99631 h 416623"/>
                <a:gd name="connsiteX62" fmla="*/ 297371 w 541972"/>
                <a:gd name="connsiteY62" fmla="*/ 90773 h 416623"/>
                <a:gd name="connsiteX63" fmla="*/ 298323 w 541972"/>
                <a:gd name="connsiteY63" fmla="*/ 90392 h 416623"/>
                <a:gd name="connsiteX64" fmla="*/ 317468 w 541972"/>
                <a:gd name="connsiteY64" fmla="*/ 83725 h 416623"/>
                <a:gd name="connsiteX65" fmla="*/ 333185 w 541972"/>
                <a:gd name="connsiteY65" fmla="*/ 78296 h 416623"/>
                <a:gd name="connsiteX66" fmla="*/ 337852 w 541972"/>
                <a:gd name="connsiteY66" fmla="*/ 76581 h 416623"/>
                <a:gd name="connsiteX67" fmla="*/ 358426 w 541972"/>
                <a:gd name="connsiteY67" fmla="*/ 68008 h 416623"/>
                <a:gd name="connsiteX68" fmla="*/ 366046 w 541972"/>
                <a:gd name="connsiteY68" fmla="*/ 63341 h 416623"/>
                <a:gd name="connsiteX69" fmla="*/ 372237 w 541972"/>
                <a:gd name="connsiteY69" fmla="*/ 59055 h 416623"/>
                <a:gd name="connsiteX70" fmla="*/ 374142 w 541972"/>
                <a:gd name="connsiteY70" fmla="*/ 56769 h 416623"/>
                <a:gd name="connsiteX71" fmla="*/ 375952 w 541972"/>
                <a:gd name="connsiteY71" fmla="*/ 54673 h 416623"/>
                <a:gd name="connsiteX72" fmla="*/ 377952 w 541972"/>
                <a:gd name="connsiteY72" fmla="*/ 50863 h 416623"/>
                <a:gd name="connsiteX73" fmla="*/ 380143 w 541972"/>
                <a:gd name="connsiteY73" fmla="*/ 45910 h 416623"/>
                <a:gd name="connsiteX74" fmla="*/ 381571 w 541972"/>
                <a:gd name="connsiteY74" fmla="*/ 41434 h 416623"/>
                <a:gd name="connsiteX75" fmla="*/ 379857 w 541972"/>
                <a:gd name="connsiteY75" fmla="*/ 37147 h 416623"/>
                <a:gd name="connsiteX76" fmla="*/ 375571 w 541972"/>
                <a:gd name="connsiteY76" fmla="*/ 30385 h 416623"/>
                <a:gd name="connsiteX77" fmla="*/ 373952 w 541972"/>
                <a:gd name="connsiteY77" fmla="*/ 28099 h 416623"/>
                <a:gd name="connsiteX78" fmla="*/ 368713 w 541972"/>
                <a:gd name="connsiteY78" fmla="*/ 24670 h 416623"/>
                <a:gd name="connsiteX79" fmla="*/ 434816 w 541972"/>
                <a:gd name="connsiteY79" fmla="*/ 0 h 416623"/>
                <a:gd name="connsiteX80" fmla="*/ 453485 w 541972"/>
                <a:gd name="connsiteY80" fmla="*/ 55721 h 416623"/>
                <a:gd name="connsiteX81" fmla="*/ 504920 w 541972"/>
                <a:gd name="connsiteY81" fmla="*/ 116872 h 416623"/>
                <a:gd name="connsiteX82" fmla="*/ 512636 w 541972"/>
                <a:gd name="connsiteY82" fmla="*/ 121539 h 416623"/>
                <a:gd name="connsiteX83" fmla="*/ 526637 w 541972"/>
                <a:gd name="connsiteY83" fmla="*/ 126111 h 416623"/>
                <a:gd name="connsiteX84" fmla="*/ 541972 w 541972"/>
                <a:gd name="connsiteY84" fmla="*/ 128588 h 41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41972" h="416623">
                  <a:moveTo>
                    <a:pt x="541972" y="128588"/>
                  </a:moveTo>
                  <a:lnTo>
                    <a:pt x="538734" y="128778"/>
                  </a:lnTo>
                  <a:lnTo>
                    <a:pt x="521684" y="130302"/>
                  </a:lnTo>
                  <a:lnTo>
                    <a:pt x="505492" y="132493"/>
                  </a:lnTo>
                  <a:lnTo>
                    <a:pt x="490823" y="155448"/>
                  </a:lnTo>
                  <a:lnTo>
                    <a:pt x="483584" y="167259"/>
                  </a:lnTo>
                  <a:lnTo>
                    <a:pt x="482822" y="169735"/>
                  </a:lnTo>
                  <a:lnTo>
                    <a:pt x="481775" y="176213"/>
                  </a:lnTo>
                  <a:lnTo>
                    <a:pt x="481965" y="179165"/>
                  </a:lnTo>
                  <a:lnTo>
                    <a:pt x="482822" y="188785"/>
                  </a:lnTo>
                  <a:lnTo>
                    <a:pt x="483584" y="189929"/>
                  </a:lnTo>
                  <a:lnTo>
                    <a:pt x="486728" y="193262"/>
                  </a:lnTo>
                  <a:lnTo>
                    <a:pt x="487489" y="193453"/>
                  </a:lnTo>
                  <a:lnTo>
                    <a:pt x="488061" y="193929"/>
                  </a:lnTo>
                  <a:lnTo>
                    <a:pt x="490538" y="196120"/>
                  </a:lnTo>
                  <a:lnTo>
                    <a:pt x="491490" y="198215"/>
                  </a:lnTo>
                  <a:lnTo>
                    <a:pt x="492347" y="201168"/>
                  </a:lnTo>
                  <a:lnTo>
                    <a:pt x="492633" y="204121"/>
                  </a:lnTo>
                  <a:lnTo>
                    <a:pt x="492824" y="212503"/>
                  </a:lnTo>
                  <a:lnTo>
                    <a:pt x="483203" y="232696"/>
                  </a:lnTo>
                  <a:lnTo>
                    <a:pt x="482346" y="233934"/>
                  </a:lnTo>
                  <a:lnTo>
                    <a:pt x="480536" y="235744"/>
                  </a:lnTo>
                  <a:lnTo>
                    <a:pt x="467678" y="246221"/>
                  </a:lnTo>
                  <a:lnTo>
                    <a:pt x="444055" y="250317"/>
                  </a:lnTo>
                  <a:lnTo>
                    <a:pt x="407099" y="262795"/>
                  </a:lnTo>
                  <a:lnTo>
                    <a:pt x="399288" y="267081"/>
                  </a:lnTo>
                  <a:lnTo>
                    <a:pt x="369284" y="285464"/>
                  </a:lnTo>
                  <a:lnTo>
                    <a:pt x="319373" y="320326"/>
                  </a:lnTo>
                  <a:lnTo>
                    <a:pt x="304324" y="349949"/>
                  </a:lnTo>
                  <a:lnTo>
                    <a:pt x="293846" y="376714"/>
                  </a:lnTo>
                  <a:lnTo>
                    <a:pt x="264128" y="410909"/>
                  </a:lnTo>
                  <a:lnTo>
                    <a:pt x="259556" y="413671"/>
                  </a:lnTo>
                  <a:lnTo>
                    <a:pt x="253175" y="415957"/>
                  </a:lnTo>
                  <a:lnTo>
                    <a:pt x="230410" y="416624"/>
                  </a:lnTo>
                  <a:lnTo>
                    <a:pt x="210693" y="415385"/>
                  </a:lnTo>
                  <a:lnTo>
                    <a:pt x="209550" y="414814"/>
                  </a:lnTo>
                  <a:lnTo>
                    <a:pt x="208121" y="414052"/>
                  </a:lnTo>
                  <a:lnTo>
                    <a:pt x="204406" y="411766"/>
                  </a:lnTo>
                  <a:lnTo>
                    <a:pt x="187547" y="400145"/>
                  </a:lnTo>
                  <a:lnTo>
                    <a:pt x="192691" y="392906"/>
                  </a:lnTo>
                  <a:lnTo>
                    <a:pt x="204121" y="376237"/>
                  </a:lnTo>
                  <a:lnTo>
                    <a:pt x="204692" y="375380"/>
                  </a:lnTo>
                  <a:lnTo>
                    <a:pt x="206502" y="372713"/>
                  </a:lnTo>
                  <a:lnTo>
                    <a:pt x="183071" y="353282"/>
                  </a:lnTo>
                  <a:lnTo>
                    <a:pt x="180689" y="351377"/>
                  </a:lnTo>
                  <a:lnTo>
                    <a:pt x="171260" y="344234"/>
                  </a:lnTo>
                  <a:lnTo>
                    <a:pt x="168212" y="342233"/>
                  </a:lnTo>
                  <a:lnTo>
                    <a:pt x="164973" y="340138"/>
                  </a:lnTo>
                  <a:lnTo>
                    <a:pt x="162496" y="338709"/>
                  </a:lnTo>
                  <a:lnTo>
                    <a:pt x="160115" y="337375"/>
                  </a:lnTo>
                  <a:lnTo>
                    <a:pt x="150019" y="332613"/>
                  </a:lnTo>
                  <a:lnTo>
                    <a:pt x="142875" y="329565"/>
                  </a:lnTo>
                  <a:lnTo>
                    <a:pt x="16097" y="298418"/>
                  </a:lnTo>
                  <a:lnTo>
                    <a:pt x="0" y="290322"/>
                  </a:lnTo>
                  <a:lnTo>
                    <a:pt x="91345" y="217551"/>
                  </a:lnTo>
                  <a:lnTo>
                    <a:pt x="189452" y="144399"/>
                  </a:lnTo>
                  <a:lnTo>
                    <a:pt x="198882" y="139541"/>
                  </a:lnTo>
                  <a:lnTo>
                    <a:pt x="203645" y="137065"/>
                  </a:lnTo>
                  <a:lnTo>
                    <a:pt x="236887" y="119825"/>
                  </a:lnTo>
                  <a:lnTo>
                    <a:pt x="245745" y="115252"/>
                  </a:lnTo>
                  <a:lnTo>
                    <a:pt x="246507" y="114871"/>
                  </a:lnTo>
                  <a:lnTo>
                    <a:pt x="276416" y="99631"/>
                  </a:lnTo>
                  <a:lnTo>
                    <a:pt x="297371" y="90773"/>
                  </a:lnTo>
                  <a:lnTo>
                    <a:pt x="298323" y="90392"/>
                  </a:lnTo>
                  <a:lnTo>
                    <a:pt x="317468" y="83725"/>
                  </a:lnTo>
                  <a:lnTo>
                    <a:pt x="333185" y="78296"/>
                  </a:lnTo>
                  <a:lnTo>
                    <a:pt x="337852" y="76581"/>
                  </a:lnTo>
                  <a:lnTo>
                    <a:pt x="358426" y="68008"/>
                  </a:lnTo>
                  <a:lnTo>
                    <a:pt x="366046" y="63341"/>
                  </a:lnTo>
                  <a:lnTo>
                    <a:pt x="372237" y="59055"/>
                  </a:lnTo>
                  <a:lnTo>
                    <a:pt x="374142" y="56769"/>
                  </a:lnTo>
                  <a:lnTo>
                    <a:pt x="375952" y="54673"/>
                  </a:lnTo>
                  <a:lnTo>
                    <a:pt x="377952" y="50863"/>
                  </a:lnTo>
                  <a:lnTo>
                    <a:pt x="380143" y="45910"/>
                  </a:lnTo>
                  <a:lnTo>
                    <a:pt x="381571" y="41434"/>
                  </a:lnTo>
                  <a:lnTo>
                    <a:pt x="379857" y="37147"/>
                  </a:lnTo>
                  <a:lnTo>
                    <a:pt x="375571" y="30385"/>
                  </a:lnTo>
                  <a:lnTo>
                    <a:pt x="373952" y="28099"/>
                  </a:lnTo>
                  <a:lnTo>
                    <a:pt x="368713" y="24670"/>
                  </a:lnTo>
                  <a:lnTo>
                    <a:pt x="434816" y="0"/>
                  </a:lnTo>
                  <a:lnTo>
                    <a:pt x="453485" y="55721"/>
                  </a:lnTo>
                  <a:lnTo>
                    <a:pt x="504920" y="116872"/>
                  </a:lnTo>
                  <a:lnTo>
                    <a:pt x="512636" y="121539"/>
                  </a:lnTo>
                  <a:lnTo>
                    <a:pt x="526637" y="126111"/>
                  </a:lnTo>
                  <a:lnTo>
                    <a:pt x="541972" y="1285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grpSp>
        <p:nvGrpSpPr>
          <p:cNvPr id="505" name="서울특별시 마포구">
            <a:extLst>
              <a:ext uri="{FF2B5EF4-FFF2-40B4-BE49-F238E27FC236}">
                <a16:creationId xmlns:a16="http://schemas.microsoft.com/office/drawing/2014/main" id="{DFA8DCFA-EE3F-501D-480D-A6C2AECDD552}"/>
              </a:ext>
            </a:extLst>
          </p:cNvPr>
          <p:cNvGrpSpPr/>
          <p:nvPr/>
        </p:nvGrpSpPr>
        <p:grpSpPr>
          <a:xfrm>
            <a:off x="4192711" y="2674599"/>
            <a:ext cx="1105753" cy="808982"/>
            <a:chOff x="3984021" y="2958750"/>
            <a:chExt cx="1918049" cy="1115282"/>
          </a:xfrm>
          <a:solidFill>
            <a:srgbClr val="007BFF"/>
          </a:solidFill>
        </p:grpSpPr>
        <p:sp>
          <p:nvSpPr>
            <p:cNvPr id="721" name="서울특별시 마포구 용강동">
              <a:extLst>
                <a:ext uri="{FF2B5EF4-FFF2-40B4-BE49-F238E27FC236}">
                  <a16:creationId xmlns:a16="http://schemas.microsoft.com/office/drawing/2014/main" id="{2845AB8A-FE23-9B05-1807-95FDF7D7D799}"/>
                </a:ext>
              </a:extLst>
            </p:cNvPr>
            <p:cNvSpPr/>
            <p:nvPr/>
          </p:nvSpPr>
          <p:spPr>
            <a:xfrm>
              <a:off x="5372481" y="3762279"/>
              <a:ext cx="302609" cy="223170"/>
            </a:xfrm>
            <a:custGeom>
              <a:avLst/>
              <a:gdLst>
                <a:gd name="connsiteX0" fmla="*/ 190786 w 302609"/>
                <a:gd name="connsiteY0" fmla="*/ 26575 h 223170"/>
                <a:gd name="connsiteX1" fmla="*/ 194977 w 302609"/>
                <a:gd name="connsiteY1" fmla="*/ 29528 h 223170"/>
                <a:gd name="connsiteX2" fmla="*/ 195739 w 302609"/>
                <a:gd name="connsiteY2" fmla="*/ 30004 h 223170"/>
                <a:gd name="connsiteX3" fmla="*/ 198501 w 302609"/>
                <a:gd name="connsiteY3" fmla="*/ 31909 h 223170"/>
                <a:gd name="connsiteX4" fmla="*/ 200215 w 302609"/>
                <a:gd name="connsiteY4" fmla="*/ 33052 h 223170"/>
                <a:gd name="connsiteX5" fmla="*/ 208693 w 302609"/>
                <a:gd name="connsiteY5" fmla="*/ 38481 h 223170"/>
                <a:gd name="connsiteX6" fmla="*/ 250222 w 302609"/>
                <a:gd name="connsiteY6" fmla="*/ 59055 h 223170"/>
                <a:gd name="connsiteX7" fmla="*/ 276034 w 302609"/>
                <a:gd name="connsiteY7" fmla="*/ 59912 h 223170"/>
                <a:gd name="connsiteX8" fmla="*/ 284226 w 302609"/>
                <a:gd name="connsiteY8" fmla="*/ 50673 h 223170"/>
                <a:gd name="connsiteX9" fmla="*/ 301657 w 302609"/>
                <a:gd name="connsiteY9" fmla="*/ 57912 h 223170"/>
                <a:gd name="connsiteX10" fmla="*/ 302609 w 302609"/>
                <a:gd name="connsiteY10" fmla="*/ 58388 h 223170"/>
                <a:gd name="connsiteX11" fmla="*/ 285845 w 302609"/>
                <a:gd name="connsiteY11" fmla="*/ 76962 h 223170"/>
                <a:gd name="connsiteX12" fmla="*/ 274796 w 302609"/>
                <a:gd name="connsiteY12" fmla="*/ 86582 h 223170"/>
                <a:gd name="connsiteX13" fmla="*/ 176689 w 302609"/>
                <a:gd name="connsiteY13" fmla="*/ 156496 h 223170"/>
                <a:gd name="connsiteX14" fmla="*/ 161068 w 302609"/>
                <a:gd name="connsiteY14" fmla="*/ 166402 h 223170"/>
                <a:gd name="connsiteX15" fmla="*/ 140779 w 302609"/>
                <a:gd name="connsiteY15" fmla="*/ 179165 h 223170"/>
                <a:gd name="connsiteX16" fmla="*/ 120110 w 302609"/>
                <a:gd name="connsiteY16" fmla="*/ 191929 h 223170"/>
                <a:gd name="connsiteX17" fmla="*/ 55912 w 302609"/>
                <a:gd name="connsiteY17" fmla="*/ 223171 h 223170"/>
                <a:gd name="connsiteX18" fmla="*/ 0 w 302609"/>
                <a:gd name="connsiteY18" fmla="*/ 186404 h 223170"/>
                <a:gd name="connsiteX19" fmla="*/ 12478 w 302609"/>
                <a:gd name="connsiteY19" fmla="*/ 162306 h 223170"/>
                <a:gd name="connsiteX20" fmla="*/ 47625 w 302609"/>
                <a:gd name="connsiteY20" fmla="*/ 94583 h 223170"/>
                <a:gd name="connsiteX21" fmla="*/ 55435 w 302609"/>
                <a:gd name="connsiteY21" fmla="*/ 80772 h 223170"/>
                <a:gd name="connsiteX22" fmla="*/ 86296 w 302609"/>
                <a:gd name="connsiteY22" fmla="*/ 42196 h 223170"/>
                <a:gd name="connsiteX23" fmla="*/ 121920 w 302609"/>
                <a:gd name="connsiteY23" fmla="*/ 0 h 223170"/>
                <a:gd name="connsiteX24" fmla="*/ 190786 w 302609"/>
                <a:gd name="connsiteY24" fmla="*/ 26575 h 22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2609" h="223170">
                  <a:moveTo>
                    <a:pt x="190786" y="26575"/>
                  </a:moveTo>
                  <a:lnTo>
                    <a:pt x="194977" y="29528"/>
                  </a:lnTo>
                  <a:lnTo>
                    <a:pt x="195739" y="30004"/>
                  </a:lnTo>
                  <a:lnTo>
                    <a:pt x="198501" y="31909"/>
                  </a:lnTo>
                  <a:lnTo>
                    <a:pt x="200215" y="33052"/>
                  </a:lnTo>
                  <a:lnTo>
                    <a:pt x="208693" y="38481"/>
                  </a:lnTo>
                  <a:lnTo>
                    <a:pt x="250222" y="59055"/>
                  </a:lnTo>
                  <a:lnTo>
                    <a:pt x="276034" y="59912"/>
                  </a:lnTo>
                  <a:lnTo>
                    <a:pt x="284226" y="50673"/>
                  </a:lnTo>
                  <a:lnTo>
                    <a:pt x="301657" y="57912"/>
                  </a:lnTo>
                  <a:lnTo>
                    <a:pt x="302609" y="58388"/>
                  </a:lnTo>
                  <a:lnTo>
                    <a:pt x="285845" y="76962"/>
                  </a:lnTo>
                  <a:lnTo>
                    <a:pt x="274796" y="86582"/>
                  </a:lnTo>
                  <a:lnTo>
                    <a:pt x="176689" y="156496"/>
                  </a:lnTo>
                  <a:lnTo>
                    <a:pt x="161068" y="166402"/>
                  </a:lnTo>
                  <a:lnTo>
                    <a:pt x="140779" y="179165"/>
                  </a:lnTo>
                  <a:lnTo>
                    <a:pt x="120110" y="191929"/>
                  </a:lnTo>
                  <a:lnTo>
                    <a:pt x="55912" y="223171"/>
                  </a:lnTo>
                  <a:lnTo>
                    <a:pt x="0" y="186404"/>
                  </a:lnTo>
                  <a:lnTo>
                    <a:pt x="12478" y="162306"/>
                  </a:lnTo>
                  <a:lnTo>
                    <a:pt x="47625" y="94583"/>
                  </a:lnTo>
                  <a:lnTo>
                    <a:pt x="55435" y="80772"/>
                  </a:lnTo>
                  <a:lnTo>
                    <a:pt x="86296" y="42196"/>
                  </a:lnTo>
                  <a:lnTo>
                    <a:pt x="121920" y="0"/>
                  </a:lnTo>
                  <a:lnTo>
                    <a:pt x="190786" y="265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2" name="서울특별시 마포구 대흥동">
              <a:extLst>
                <a:ext uri="{FF2B5EF4-FFF2-40B4-BE49-F238E27FC236}">
                  <a16:creationId xmlns:a16="http://schemas.microsoft.com/office/drawing/2014/main" id="{4540A893-47ED-558C-2A8C-DBD505239F7A}"/>
                </a:ext>
              </a:extLst>
            </p:cNvPr>
            <p:cNvSpPr/>
            <p:nvPr/>
          </p:nvSpPr>
          <p:spPr>
            <a:xfrm>
              <a:off x="5367242" y="3574827"/>
              <a:ext cx="237458" cy="214026"/>
            </a:xfrm>
            <a:custGeom>
              <a:avLst/>
              <a:gdLst>
                <a:gd name="connsiteX0" fmla="*/ 237458 w 237458"/>
                <a:gd name="connsiteY0" fmla="*/ 1905 h 214026"/>
                <a:gd name="connsiteX1" fmla="*/ 231838 w 237458"/>
                <a:gd name="connsiteY1" fmla="*/ 3905 h 214026"/>
                <a:gd name="connsiteX2" fmla="*/ 232791 w 237458"/>
                <a:gd name="connsiteY2" fmla="*/ 55817 h 214026"/>
                <a:gd name="connsiteX3" fmla="*/ 234791 w 237458"/>
                <a:gd name="connsiteY3" fmla="*/ 70676 h 214026"/>
                <a:gd name="connsiteX4" fmla="*/ 209455 w 237458"/>
                <a:gd name="connsiteY4" fmla="*/ 134684 h 214026"/>
                <a:gd name="connsiteX5" fmla="*/ 207645 w 237458"/>
                <a:gd name="connsiteY5" fmla="*/ 134588 h 214026"/>
                <a:gd name="connsiteX6" fmla="*/ 205835 w 237458"/>
                <a:gd name="connsiteY6" fmla="*/ 134493 h 214026"/>
                <a:gd name="connsiteX7" fmla="*/ 205169 w 237458"/>
                <a:gd name="connsiteY7" fmla="*/ 134779 h 214026"/>
                <a:gd name="connsiteX8" fmla="*/ 203359 w 237458"/>
                <a:gd name="connsiteY8" fmla="*/ 135541 h 214026"/>
                <a:gd name="connsiteX9" fmla="*/ 202787 w 237458"/>
                <a:gd name="connsiteY9" fmla="*/ 136207 h 214026"/>
                <a:gd name="connsiteX10" fmla="*/ 201740 w 237458"/>
                <a:gd name="connsiteY10" fmla="*/ 137446 h 214026"/>
                <a:gd name="connsiteX11" fmla="*/ 198977 w 237458"/>
                <a:gd name="connsiteY11" fmla="*/ 141637 h 214026"/>
                <a:gd name="connsiteX12" fmla="*/ 181832 w 237458"/>
                <a:gd name="connsiteY12" fmla="*/ 172593 h 214026"/>
                <a:gd name="connsiteX13" fmla="*/ 181356 w 237458"/>
                <a:gd name="connsiteY13" fmla="*/ 179356 h 214026"/>
                <a:gd name="connsiteX14" fmla="*/ 181737 w 237458"/>
                <a:gd name="connsiteY14" fmla="*/ 181070 h 214026"/>
                <a:gd name="connsiteX15" fmla="*/ 181832 w 237458"/>
                <a:gd name="connsiteY15" fmla="*/ 181546 h 214026"/>
                <a:gd name="connsiteX16" fmla="*/ 182309 w 237458"/>
                <a:gd name="connsiteY16" fmla="*/ 183452 h 214026"/>
                <a:gd name="connsiteX17" fmla="*/ 196025 w 237458"/>
                <a:gd name="connsiteY17" fmla="*/ 214027 h 214026"/>
                <a:gd name="connsiteX18" fmla="*/ 127159 w 237458"/>
                <a:gd name="connsiteY18" fmla="*/ 187452 h 214026"/>
                <a:gd name="connsiteX19" fmla="*/ 111443 w 237458"/>
                <a:gd name="connsiteY19" fmla="*/ 173546 h 214026"/>
                <a:gd name="connsiteX20" fmla="*/ 112204 w 237458"/>
                <a:gd name="connsiteY20" fmla="*/ 169164 h 214026"/>
                <a:gd name="connsiteX21" fmla="*/ 67913 w 237458"/>
                <a:gd name="connsiteY21" fmla="*/ 114300 h 214026"/>
                <a:gd name="connsiteX22" fmla="*/ 60198 w 237458"/>
                <a:gd name="connsiteY22" fmla="*/ 107347 h 214026"/>
                <a:gd name="connsiteX23" fmla="*/ 53435 w 237458"/>
                <a:gd name="connsiteY23" fmla="*/ 103156 h 214026"/>
                <a:gd name="connsiteX24" fmla="*/ 50387 w 237458"/>
                <a:gd name="connsiteY24" fmla="*/ 101251 h 214026"/>
                <a:gd name="connsiteX25" fmla="*/ 43148 w 237458"/>
                <a:gd name="connsiteY25" fmla="*/ 98584 h 214026"/>
                <a:gd name="connsiteX26" fmla="*/ 41434 w 237458"/>
                <a:gd name="connsiteY26" fmla="*/ 98012 h 214026"/>
                <a:gd name="connsiteX27" fmla="*/ 36576 w 237458"/>
                <a:gd name="connsiteY27" fmla="*/ 96203 h 214026"/>
                <a:gd name="connsiteX28" fmla="*/ 29909 w 237458"/>
                <a:gd name="connsiteY28" fmla="*/ 93821 h 214026"/>
                <a:gd name="connsiteX29" fmla="*/ 16193 w 237458"/>
                <a:gd name="connsiteY29" fmla="*/ 85154 h 214026"/>
                <a:gd name="connsiteX30" fmla="*/ 6191 w 237458"/>
                <a:gd name="connsiteY30" fmla="*/ 78867 h 214026"/>
                <a:gd name="connsiteX31" fmla="*/ 0 w 237458"/>
                <a:gd name="connsiteY31" fmla="*/ 69723 h 214026"/>
                <a:gd name="connsiteX32" fmla="*/ 6572 w 237458"/>
                <a:gd name="connsiteY32" fmla="*/ 64008 h 214026"/>
                <a:gd name="connsiteX33" fmla="*/ 57150 w 237458"/>
                <a:gd name="connsiteY33" fmla="*/ 33623 h 214026"/>
                <a:gd name="connsiteX34" fmla="*/ 118396 w 237458"/>
                <a:gd name="connsiteY34" fmla="*/ 13906 h 214026"/>
                <a:gd name="connsiteX35" fmla="*/ 132874 w 237458"/>
                <a:gd name="connsiteY35" fmla="*/ 9335 h 214026"/>
                <a:gd name="connsiteX36" fmla="*/ 198882 w 237458"/>
                <a:gd name="connsiteY36" fmla="*/ 2096 h 214026"/>
                <a:gd name="connsiteX37" fmla="*/ 237173 w 237458"/>
                <a:gd name="connsiteY37" fmla="*/ 0 h 214026"/>
                <a:gd name="connsiteX38" fmla="*/ 237268 w 237458"/>
                <a:gd name="connsiteY38" fmla="*/ 857 h 214026"/>
                <a:gd name="connsiteX39" fmla="*/ 237458 w 237458"/>
                <a:gd name="connsiteY39" fmla="*/ 1905 h 21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37458" h="214026">
                  <a:moveTo>
                    <a:pt x="237458" y="1905"/>
                  </a:moveTo>
                  <a:lnTo>
                    <a:pt x="231838" y="3905"/>
                  </a:lnTo>
                  <a:lnTo>
                    <a:pt x="232791" y="55817"/>
                  </a:lnTo>
                  <a:lnTo>
                    <a:pt x="234791" y="70676"/>
                  </a:lnTo>
                  <a:lnTo>
                    <a:pt x="209455" y="134684"/>
                  </a:lnTo>
                  <a:lnTo>
                    <a:pt x="207645" y="134588"/>
                  </a:lnTo>
                  <a:lnTo>
                    <a:pt x="205835" y="134493"/>
                  </a:lnTo>
                  <a:lnTo>
                    <a:pt x="205169" y="134779"/>
                  </a:lnTo>
                  <a:lnTo>
                    <a:pt x="203359" y="135541"/>
                  </a:lnTo>
                  <a:lnTo>
                    <a:pt x="202787" y="136207"/>
                  </a:lnTo>
                  <a:lnTo>
                    <a:pt x="201740" y="137446"/>
                  </a:lnTo>
                  <a:lnTo>
                    <a:pt x="198977" y="141637"/>
                  </a:lnTo>
                  <a:lnTo>
                    <a:pt x="181832" y="172593"/>
                  </a:lnTo>
                  <a:lnTo>
                    <a:pt x="181356" y="179356"/>
                  </a:lnTo>
                  <a:lnTo>
                    <a:pt x="181737" y="181070"/>
                  </a:lnTo>
                  <a:lnTo>
                    <a:pt x="181832" y="181546"/>
                  </a:lnTo>
                  <a:lnTo>
                    <a:pt x="182309" y="183452"/>
                  </a:lnTo>
                  <a:lnTo>
                    <a:pt x="196025" y="214027"/>
                  </a:lnTo>
                  <a:lnTo>
                    <a:pt x="127159" y="187452"/>
                  </a:lnTo>
                  <a:lnTo>
                    <a:pt x="111443" y="173546"/>
                  </a:lnTo>
                  <a:lnTo>
                    <a:pt x="112204" y="169164"/>
                  </a:lnTo>
                  <a:lnTo>
                    <a:pt x="67913" y="114300"/>
                  </a:lnTo>
                  <a:lnTo>
                    <a:pt x="60198" y="107347"/>
                  </a:lnTo>
                  <a:lnTo>
                    <a:pt x="53435" y="103156"/>
                  </a:lnTo>
                  <a:lnTo>
                    <a:pt x="50387" y="101251"/>
                  </a:lnTo>
                  <a:lnTo>
                    <a:pt x="43148" y="98584"/>
                  </a:lnTo>
                  <a:lnTo>
                    <a:pt x="41434" y="98012"/>
                  </a:lnTo>
                  <a:lnTo>
                    <a:pt x="36576" y="96203"/>
                  </a:lnTo>
                  <a:lnTo>
                    <a:pt x="29909" y="93821"/>
                  </a:lnTo>
                  <a:lnTo>
                    <a:pt x="16193" y="85154"/>
                  </a:lnTo>
                  <a:lnTo>
                    <a:pt x="6191" y="78867"/>
                  </a:lnTo>
                  <a:lnTo>
                    <a:pt x="0" y="69723"/>
                  </a:lnTo>
                  <a:lnTo>
                    <a:pt x="6572" y="64008"/>
                  </a:lnTo>
                  <a:lnTo>
                    <a:pt x="57150" y="33623"/>
                  </a:lnTo>
                  <a:lnTo>
                    <a:pt x="118396" y="13906"/>
                  </a:lnTo>
                  <a:lnTo>
                    <a:pt x="132874" y="9335"/>
                  </a:lnTo>
                  <a:lnTo>
                    <a:pt x="198882" y="2096"/>
                  </a:lnTo>
                  <a:lnTo>
                    <a:pt x="237173" y="0"/>
                  </a:lnTo>
                  <a:lnTo>
                    <a:pt x="237268" y="857"/>
                  </a:lnTo>
                  <a:lnTo>
                    <a:pt x="237458" y="19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3" name="서울특별시 마포구 염리동">
              <a:extLst>
                <a:ext uri="{FF2B5EF4-FFF2-40B4-BE49-F238E27FC236}">
                  <a16:creationId xmlns:a16="http://schemas.microsoft.com/office/drawing/2014/main" id="{58AA071E-6F57-D617-2C0C-73A0B9DA3188}"/>
                </a:ext>
              </a:extLst>
            </p:cNvPr>
            <p:cNvSpPr/>
            <p:nvPr/>
          </p:nvSpPr>
          <p:spPr>
            <a:xfrm>
              <a:off x="5548598" y="3574541"/>
              <a:ext cx="125634" cy="247650"/>
            </a:xfrm>
            <a:custGeom>
              <a:avLst/>
              <a:gdLst>
                <a:gd name="connsiteX0" fmla="*/ 108109 w 125634"/>
                <a:gd name="connsiteY0" fmla="*/ 238411 h 247650"/>
                <a:gd name="connsiteX1" fmla="*/ 99917 w 125634"/>
                <a:gd name="connsiteY1" fmla="*/ 247650 h 247650"/>
                <a:gd name="connsiteX2" fmla="*/ 74104 w 125634"/>
                <a:gd name="connsiteY2" fmla="*/ 246793 h 247650"/>
                <a:gd name="connsiteX3" fmla="*/ 32576 w 125634"/>
                <a:gd name="connsiteY3" fmla="*/ 226219 h 247650"/>
                <a:gd name="connsiteX4" fmla="*/ 24098 w 125634"/>
                <a:gd name="connsiteY4" fmla="*/ 220789 h 247650"/>
                <a:gd name="connsiteX5" fmla="*/ 22384 w 125634"/>
                <a:gd name="connsiteY5" fmla="*/ 219646 h 247650"/>
                <a:gd name="connsiteX6" fmla="*/ 19621 w 125634"/>
                <a:gd name="connsiteY6" fmla="*/ 217742 h 247650"/>
                <a:gd name="connsiteX7" fmla="*/ 18860 w 125634"/>
                <a:gd name="connsiteY7" fmla="*/ 217265 h 247650"/>
                <a:gd name="connsiteX8" fmla="*/ 14669 w 125634"/>
                <a:gd name="connsiteY8" fmla="*/ 214313 h 247650"/>
                <a:gd name="connsiteX9" fmla="*/ 953 w 125634"/>
                <a:gd name="connsiteY9" fmla="*/ 183737 h 247650"/>
                <a:gd name="connsiteX10" fmla="*/ 476 w 125634"/>
                <a:gd name="connsiteY10" fmla="*/ 181832 h 247650"/>
                <a:gd name="connsiteX11" fmla="*/ 381 w 125634"/>
                <a:gd name="connsiteY11" fmla="*/ 181356 h 247650"/>
                <a:gd name="connsiteX12" fmla="*/ 0 w 125634"/>
                <a:gd name="connsiteY12" fmla="*/ 179642 h 247650"/>
                <a:gd name="connsiteX13" fmla="*/ 476 w 125634"/>
                <a:gd name="connsiteY13" fmla="*/ 172879 h 247650"/>
                <a:gd name="connsiteX14" fmla="*/ 17621 w 125634"/>
                <a:gd name="connsiteY14" fmla="*/ 141922 h 247650"/>
                <a:gd name="connsiteX15" fmla="*/ 20384 w 125634"/>
                <a:gd name="connsiteY15" fmla="*/ 137731 h 247650"/>
                <a:gd name="connsiteX16" fmla="*/ 21431 w 125634"/>
                <a:gd name="connsiteY16" fmla="*/ 136493 h 247650"/>
                <a:gd name="connsiteX17" fmla="*/ 22003 w 125634"/>
                <a:gd name="connsiteY17" fmla="*/ 135827 h 247650"/>
                <a:gd name="connsiteX18" fmla="*/ 23813 w 125634"/>
                <a:gd name="connsiteY18" fmla="*/ 135064 h 247650"/>
                <a:gd name="connsiteX19" fmla="*/ 24479 w 125634"/>
                <a:gd name="connsiteY19" fmla="*/ 134779 h 247650"/>
                <a:gd name="connsiteX20" fmla="*/ 26289 w 125634"/>
                <a:gd name="connsiteY20" fmla="*/ 134874 h 247650"/>
                <a:gd name="connsiteX21" fmla="*/ 28099 w 125634"/>
                <a:gd name="connsiteY21" fmla="*/ 134969 h 247650"/>
                <a:gd name="connsiteX22" fmla="*/ 53435 w 125634"/>
                <a:gd name="connsiteY22" fmla="*/ 70961 h 247650"/>
                <a:gd name="connsiteX23" fmla="*/ 51435 w 125634"/>
                <a:gd name="connsiteY23" fmla="*/ 56102 h 247650"/>
                <a:gd name="connsiteX24" fmla="*/ 50482 w 125634"/>
                <a:gd name="connsiteY24" fmla="*/ 4191 h 247650"/>
                <a:gd name="connsiteX25" fmla="*/ 56102 w 125634"/>
                <a:gd name="connsiteY25" fmla="*/ 2191 h 247650"/>
                <a:gd name="connsiteX26" fmla="*/ 92964 w 125634"/>
                <a:gd name="connsiteY26" fmla="*/ 0 h 247650"/>
                <a:gd name="connsiteX27" fmla="*/ 91440 w 125634"/>
                <a:gd name="connsiteY27" fmla="*/ 28004 h 247650"/>
                <a:gd name="connsiteX28" fmla="*/ 107061 w 125634"/>
                <a:gd name="connsiteY28" fmla="*/ 35338 h 247650"/>
                <a:gd name="connsiteX29" fmla="*/ 121253 w 125634"/>
                <a:gd name="connsiteY29" fmla="*/ 54293 h 247650"/>
                <a:gd name="connsiteX30" fmla="*/ 125635 w 125634"/>
                <a:gd name="connsiteY30" fmla="*/ 72485 h 247650"/>
                <a:gd name="connsiteX31" fmla="*/ 124873 w 125634"/>
                <a:gd name="connsiteY31" fmla="*/ 80105 h 247650"/>
                <a:gd name="connsiteX32" fmla="*/ 124778 w 125634"/>
                <a:gd name="connsiteY32" fmla="*/ 81248 h 247650"/>
                <a:gd name="connsiteX33" fmla="*/ 124492 w 125634"/>
                <a:gd name="connsiteY33" fmla="*/ 84296 h 247650"/>
                <a:gd name="connsiteX34" fmla="*/ 113443 w 125634"/>
                <a:gd name="connsiteY34" fmla="*/ 169450 h 247650"/>
                <a:gd name="connsiteX35" fmla="*/ 86392 w 125634"/>
                <a:gd name="connsiteY35" fmla="*/ 199739 h 247650"/>
                <a:gd name="connsiteX36" fmla="*/ 78296 w 125634"/>
                <a:gd name="connsiteY36" fmla="*/ 207073 h 247650"/>
                <a:gd name="connsiteX37" fmla="*/ 73438 w 125634"/>
                <a:gd name="connsiteY37" fmla="*/ 210312 h 247650"/>
                <a:gd name="connsiteX38" fmla="*/ 75438 w 125634"/>
                <a:gd name="connsiteY38" fmla="*/ 223456 h 247650"/>
                <a:gd name="connsiteX39" fmla="*/ 108109 w 125634"/>
                <a:gd name="connsiteY39" fmla="*/ 238411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25634" h="247650">
                  <a:moveTo>
                    <a:pt x="108109" y="238411"/>
                  </a:moveTo>
                  <a:lnTo>
                    <a:pt x="99917" y="247650"/>
                  </a:lnTo>
                  <a:lnTo>
                    <a:pt x="74104" y="246793"/>
                  </a:lnTo>
                  <a:lnTo>
                    <a:pt x="32576" y="226219"/>
                  </a:lnTo>
                  <a:lnTo>
                    <a:pt x="24098" y="220789"/>
                  </a:lnTo>
                  <a:lnTo>
                    <a:pt x="22384" y="219646"/>
                  </a:lnTo>
                  <a:lnTo>
                    <a:pt x="19621" y="217742"/>
                  </a:lnTo>
                  <a:lnTo>
                    <a:pt x="18860" y="217265"/>
                  </a:lnTo>
                  <a:lnTo>
                    <a:pt x="14669" y="214313"/>
                  </a:lnTo>
                  <a:lnTo>
                    <a:pt x="953" y="183737"/>
                  </a:lnTo>
                  <a:lnTo>
                    <a:pt x="476" y="181832"/>
                  </a:lnTo>
                  <a:lnTo>
                    <a:pt x="381" y="181356"/>
                  </a:lnTo>
                  <a:lnTo>
                    <a:pt x="0" y="179642"/>
                  </a:lnTo>
                  <a:lnTo>
                    <a:pt x="476" y="172879"/>
                  </a:lnTo>
                  <a:lnTo>
                    <a:pt x="17621" y="141922"/>
                  </a:lnTo>
                  <a:lnTo>
                    <a:pt x="20384" y="137731"/>
                  </a:lnTo>
                  <a:lnTo>
                    <a:pt x="21431" y="136493"/>
                  </a:lnTo>
                  <a:lnTo>
                    <a:pt x="22003" y="135827"/>
                  </a:lnTo>
                  <a:lnTo>
                    <a:pt x="23813" y="135064"/>
                  </a:lnTo>
                  <a:lnTo>
                    <a:pt x="24479" y="134779"/>
                  </a:lnTo>
                  <a:lnTo>
                    <a:pt x="26289" y="134874"/>
                  </a:lnTo>
                  <a:lnTo>
                    <a:pt x="28099" y="134969"/>
                  </a:lnTo>
                  <a:lnTo>
                    <a:pt x="53435" y="70961"/>
                  </a:lnTo>
                  <a:lnTo>
                    <a:pt x="51435" y="56102"/>
                  </a:lnTo>
                  <a:lnTo>
                    <a:pt x="50482" y="4191"/>
                  </a:lnTo>
                  <a:lnTo>
                    <a:pt x="56102" y="2191"/>
                  </a:lnTo>
                  <a:lnTo>
                    <a:pt x="92964" y="0"/>
                  </a:lnTo>
                  <a:lnTo>
                    <a:pt x="91440" y="28004"/>
                  </a:lnTo>
                  <a:lnTo>
                    <a:pt x="107061" y="35338"/>
                  </a:lnTo>
                  <a:lnTo>
                    <a:pt x="121253" y="54293"/>
                  </a:lnTo>
                  <a:lnTo>
                    <a:pt x="125635" y="72485"/>
                  </a:lnTo>
                  <a:lnTo>
                    <a:pt x="124873" y="80105"/>
                  </a:lnTo>
                  <a:lnTo>
                    <a:pt x="124778" y="81248"/>
                  </a:lnTo>
                  <a:lnTo>
                    <a:pt x="124492" y="84296"/>
                  </a:lnTo>
                  <a:lnTo>
                    <a:pt x="113443" y="169450"/>
                  </a:lnTo>
                  <a:lnTo>
                    <a:pt x="86392" y="199739"/>
                  </a:lnTo>
                  <a:lnTo>
                    <a:pt x="78296" y="207073"/>
                  </a:lnTo>
                  <a:lnTo>
                    <a:pt x="73438" y="210312"/>
                  </a:lnTo>
                  <a:lnTo>
                    <a:pt x="75438" y="223456"/>
                  </a:lnTo>
                  <a:lnTo>
                    <a:pt x="108109" y="2384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4" name="서울특별시 마포구 신수동">
              <a:extLst>
                <a:ext uri="{FF2B5EF4-FFF2-40B4-BE49-F238E27FC236}">
                  <a16:creationId xmlns:a16="http://schemas.microsoft.com/office/drawing/2014/main" id="{C1459220-7D21-DBC2-4606-E54F3A91D3F6}"/>
                </a:ext>
              </a:extLst>
            </p:cNvPr>
            <p:cNvSpPr/>
            <p:nvPr/>
          </p:nvSpPr>
          <p:spPr>
            <a:xfrm>
              <a:off x="5217699" y="3644550"/>
              <a:ext cx="276701" cy="304133"/>
            </a:xfrm>
            <a:custGeom>
              <a:avLst/>
              <a:gdLst>
                <a:gd name="connsiteX0" fmla="*/ 276701 w 276701"/>
                <a:gd name="connsiteY0" fmla="*/ 117729 h 304133"/>
                <a:gd name="connsiteX1" fmla="*/ 241078 w 276701"/>
                <a:gd name="connsiteY1" fmla="*/ 159925 h 304133"/>
                <a:gd name="connsiteX2" fmla="*/ 210217 w 276701"/>
                <a:gd name="connsiteY2" fmla="*/ 198501 h 304133"/>
                <a:gd name="connsiteX3" fmla="*/ 202406 w 276701"/>
                <a:gd name="connsiteY3" fmla="*/ 212312 h 304133"/>
                <a:gd name="connsiteX4" fmla="*/ 167259 w 276701"/>
                <a:gd name="connsiteY4" fmla="*/ 280035 h 304133"/>
                <a:gd name="connsiteX5" fmla="*/ 154781 w 276701"/>
                <a:gd name="connsiteY5" fmla="*/ 304133 h 304133"/>
                <a:gd name="connsiteX6" fmla="*/ 104489 w 276701"/>
                <a:gd name="connsiteY6" fmla="*/ 297561 h 304133"/>
                <a:gd name="connsiteX7" fmla="*/ 76105 w 276701"/>
                <a:gd name="connsiteY7" fmla="*/ 293941 h 304133"/>
                <a:gd name="connsiteX8" fmla="*/ 68199 w 276701"/>
                <a:gd name="connsiteY8" fmla="*/ 292894 h 304133"/>
                <a:gd name="connsiteX9" fmla="*/ 62103 w 276701"/>
                <a:gd name="connsiteY9" fmla="*/ 291465 h 304133"/>
                <a:gd name="connsiteX10" fmla="*/ 57340 w 276701"/>
                <a:gd name="connsiteY10" fmla="*/ 290417 h 304133"/>
                <a:gd name="connsiteX11" fmla="*/ 44387 w 276701"/>
                <a:gd name="connsiteY11" fmla="*/ 287369 h 304133"/>
                <a:gd name="connsiteX12" fmla="*/ 3238 w 276701"/>
                <a:gd name="connsiteY12" fmla="*/ 277939 h 304133"/>
                <a:gd name="connsiteX13" fmla="*/ 0 w 276701"/>
                <a:gd name="connsiteY13" fmla="*/ 277178 h 304133"/>
                <a:gd name="connsiteX14" fmla="*/ 44101 w 276701"/>
                <a:gd name="connsiteY14" fmla="*/ 212122 h 304133"/>
                <a:gd name="connsiteX15" fmla="*/ 107251 w 276701"/>
                <a:gd name="connsiteY15" fmla="*/ 145447 h 304133"/>
                <a:gd name="connsiteX16" fmla="*/ 108395 w 276701"/>
                <a:gd name="connsiteY16" fmla="*/ 144589 h 304133"/>
                <a:gd name="connsiteX17" fmla="*/ 116681 w 276701"/>
                <a:gd name="connsiteY17" fmla="*/ 138684 h 304133"/>
                <a:gd name="connsiteX18" fmla="*/ 116967 w 276701"/>
                <a:gd name="connsiteY18" fmla="*/ 137827 h 304133"/>
                <a:gd name="connsiteX19" fmla="*/ 128968 w 276701"/>
                <a:gd name="connsiteY19" fmla="*/ 104775 h 304133"/>
                <a:gd name="connsiteX20" fmla="*/ 129826 w 276701"/>
                <a:gd name="connsiteY20" fmla="*/ 99917 h 304133"/>
                <a:gd name="connsiteX21" fmla="*/ 134683 w 276701"/>
                <a:gd name="connsiteY21" fmla="*/ 68771 h 304133"/>
                <a:gd name="connsiteX22" fmla="*/ 135826 w 276701"/>
                <a:gd name="connsiteY22" fmla="*/ 56674 h 304133"/>
                <a:gd name="connsiteX23" fmla="*/ 135826 w 276701"/>
                <a:gd name="connsiteY23" fmla="*/ 55626 h 304133"/>
                <a:gd name="connsiteX24" fmla="*/ 135826 w 276701"/>
                <a:gd name="connsiteY24" fmla="*/ 29528 h 304133"/>
                <a:gd name="connsiteX25" fmla="*/ 149542 w 276701"/>
                <a:gd name="connsiteY25" fmla="*/ 0 h 304133"/>
                <a:gd name="connsiteX26" fmla="*/ 155734 w 276701"/>
                <a:gd name="connsiteY26" fmla="*/ 9144 h 304133"/>
                <a:gd name="connsiteX27" fmla="*/ 165735 w 276701"/>
                <a:gd name="connsiteY27" fmla="*/ 15430 h 304133"/>
                <a:gd name="connsiteX28" fmla="*/ 179451 w 276701"/>
                <a:gd name="connsiteY28" fmla="*/ 24098 h 304133"/>
                <a:gd name="connsiteX29" fmla="*/ 186118 w 276701"/>
                <a:gd name="connsiteY29" fmla="*/ 26479 h 304133"/>
                <a:gd name="connsiteX30" fmla="*/ 190976 w 276701"/>
                <a:gd name="connsiteY30" fmla="*/ 28289 h 304133"/>
                <a:gd name="connsiteX31" fmla="*/ 192691 w 276701"/>
                <a:gd name="connsiteY31" fmla="*/ 28861 h 304133"/>
                <a:gd name="connsiteX32" fmla="*/ 199930 w 276701"/>
                <a:gd name="connsiteY32" fmla="*/ 31528 h 304133"/>
                <a:gd name="connsiteX33" fmla="*/ 202978 w 276701"/>
                <a:gd name="connsiteY33" fmla="*/ 33433 h 304133"/>
                <a:gd name="connsiteX34" fmla="*/ 209740 w 276701"/>
                <a:gd name="connsiteY34" fmla="*/ 37624 h 304133"/>
                <a:gd name="connsiteX35" fmla="*/ 217456 w 276701"/>
                <a:gd name="connsiteY35" fmla="*/ 44577 h 304133"/>
                <a:gd name="connsiteX36" fmla="*/ 261747 w 276701"/>
                <a:gd name="connsiteY36" fmla="*/ 99441 h 304133"/>
                <a:gd name="connsiteX37" fmla="*/ 260985 w 276701"/>
                <a:gd name="connsiteY37" fmla="*/ 103822 h 304133"/>
                <a:gd name="connsiteX38" fmla="*/ 276701 w 276701"/>
                <a:gd name="connsiteY38" fmla="*/ 117729 h 30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76701" h="304133">
                  <a:moveTo>
                    <a:pt x="276701" y="117729"/>
                  </a:moveTo>
                  <a:lnTo>
                    <a:pt x="241078" y="159925"/>
                  </a:lnTo>
                  <a:lnTo>
                    <a:pt x="210217" y="198501"/>
                  </a:lnTo>
                  <a:lnTo>
                    <a:pt x="202406" y="212312"/>
                  </a:lnTo>
                  <a:lnTo>
                    <a:pt x="167259" y="280035"/>
                  </a:lnTo>
                  <a:lnTo>
                    <a:pt x="154781" y="304133"/>
                  </a:lnTo>
                  <a:lnTo>
                    <a:pt x="104489" y="297561"/>
                  </a:lnTo>
                  <a:lnTo>
                    <a:pt x="76105" y="293941"/>
                  </a:lnTo>
                  <a:lnTo>
                    <a:pt x="68199" y="292894"/>
                  </a:lnTo>
                  <a:lnTo>
                    <a:pt x="62103" y="291465"/>
                  </a:lnTo>
                  <a:lnTo>
                    <a:pt x="57340" y="290417"/>
                  </a:lnTo>
                  <a:lnTo>
                    <a:pt x="44387" y="287369"/>
                  </a:lnTo>
                  <a:lnTo>
                    <a:pt x="3238" y="277939"/>
                  </a:lnTo>
                  <a:lnTo>
                    <a:pt x="0" y="277178"/>
                  </a:lnTo>
                  <a:lnTo>
                    <a:pt x="44101" y="212122"/>
                  </a:lnTo>
                  <a:lnTo>
                    <a:pt x="107251" y="145447"/>
                  </a:lnTo>
                  <a:lnTo>
                    <a:pt x="108395" y="144589"/>
                  </a:lnTo>
                  <a:lnTo>
                    <a:pt x="116681" y="138684"/>
                  </a:lnTo>
                  <a:lnTo>
                    <a:pt x="116967" y="137827"/>
                  </a:lnTo>
                  <a:lnTo>
                    <a:pt x="128968" y="104775"/>
                  </a:lnTo>
                  <a:lnTo>
                    <a:pt x="129826" y="99917"/>
                  </a:lnTo>
                  <a:lnTo>
                    <a:pt x="134683" y="68771"/>
                  </a:lnTo>
                  <a:lnTo>
                    <a:pt x="135826" y="56674"/>
                  </a:lnTo>
                  <a:lnTo>
                    <a:pt x="135826" y="55626"/>
                  </a:lnTo>
                  <a:lnTo>
                    <a:pt x="135826" y="29528"/>
                  </a:lnTo>
                  <a:lnTo>
                    <a:pt x="149542" y="0"/>
                  </a:lnTo>
                  <a:lnTo>
                    <a:pt x="155734" y="9144"/>
                  </a:lnTo>
                  <a:lnTo>
                    <a:pt x="165735" y="15430"/>
                  </a:lnTo>
                  <a:lnTo>
                    <a:pt x="179451" y="24098"/>
                  </a:lnTo>
                  <a:lnTo>
                    <a:pt x="186118" y="26479"/>
                  </a:lnTo>
                  <a:lnTo>
                    <a:pt x="190976" y="28289"/>
                  </a:lnTo>
                  <a:lnTo>
                    <a:pt x="192691" y="28861"/>
                  </a:lnTo>
                  <a:lnTo>
                    <a:pt x="199930" y="31528"/>
                  </a:lnTo>
                  <a:lnTo>
                    <a:pt x="202978" y="33433"/>
                  </a:lnTo>
                  <a:lnTo>
                    <a:pt x="209740" y="37624"/>
                  </a:lnTo>
                  <a:lnTo>
                    <a:pt x="217456" y="44577"/>
                  </a:lnTo>
                  <a:lnTo>
                    <a:pt x="261747" y="99441"/>
                  </a:lnTo>
                  <a:lnTo>
                    <a:pt x="260985" y="103822"/>
                  </a:lnTo>
                  <a:lnTo>
                    <a:pt x="276701" y="1177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5" name="서울특별시 마포구 서교동">
              <a:extLst>
                <a:ext uri="{FF2B5EF4-FFF2-40B4-BE49-F238E27FC236}">
                  <a16:creationId xmlns:a16="http://schemas.microsoft.com/office/drawing/2014/main" id="{0BD89B7F-E174-576E-C03E-A52F7F2B7C07}"/>
                </a:ext>
              </a:extLst>
            </p:cNvPr>
            <p:cNvSpPr/>
            <p:nvPr/>
          </p:nvSpPr>
          <p:spPr>
            <a:xfrm>
              <a:off x="4915471" y="3487864"/>
              <a:ext cx="508920" cy="243649"/>
            </a:xfrm>
            <a:custGeom>
              <a:avLst/>
              <a:gdLst>
                <a:gd name="connsiteX0" fmla="*/ 51911 w 508920"/>
                <a:gd name="connsiteY0" fmla="*/ 136588 h 243649"/>
                <a:gd name="connsiteX1" fmla="*/ 0 w 508920"/>
                <a:gd name="connsiteY1" fmla="*/ 78581 h 243649"/>
                <a:gd name="connsiteX2" fmla="*/ 5334 w 508920"/>
                <a:gd name="connsiteY2" fmla="*/ 74295 h 243649"/>
                <a:gd name="connsiteX3" fmla="*/ 26098 w 508920"/>
                <a:gd name="connsiteY3" fmla="*/ 69247 h 243649"/>
                <a:gd name="connsiteX4" fmla="*/ 33623 w 508920"/>
                <a:gd name="connsiteY4" fmla="*/ 67437 h 243649"/>
                <a:gd name="connsiteX5" fmla="*/ 58293 w 508920"/>
                <a:gd name="connsiteY5" fmla="*/ 63246 h 243649"/>
                <a:gd name="connsiteX6" fmla="*/ 78296 w 508920"/>
                <a:gd name="connsiteY6" fmla="*/ 63627 h 243649"/>
                <a:gd name="connsiteX7" fmla="*/ 114871 w 508920"/>
                <a:gd name="connsiteY7" fmla="*/ 63818 h 243649"/>
                <a:gd name="connsiteX8" fmla="*/ 119063 w 508920"/>
                <a:gd name="connsiteY8" fmla="*/ 63818 h 243649"/>
                <a:gd name="connsiteX9" fmla="*/ 120015 w 508920"/>
                <a:gd name="connsiteY9" fmla="*/ 63818 h 243649"/>
                <a:gd name="connsiteX10" fmla="*/ 126206 w 508920"/>
                <a:gd name="connsiteY10" fmla="*/ 63532 h 243649"/>
                <a:gd name="connsiteX11" fmla="*/ 133636 w 508920"/>
                <a:gd name="connsiteY11" fmla="*/ 62579 h 243649"/>
                <a:gd name="connsiteX12" fmla="*/ 134207 w 508920"/>
                <a:gd name="connsiteY12" fmla="*/ 62484 h 243649"/>
                <a:gd name="connsiteX13" fmla="*/ 135064 w 508920"/>
                <a:gd name="connsiteY13" fmla="*/ 62294 h 243649"/>
                <a:gd name="connsiteX14" fmla="*/ 138494 w 508920"/>
                <a:gd name="connsiteY14" fmla="*/ 61246 h 243649"/>
                <a:gd name="connsiteX15" fmla="*/ 142399 w 508920"/>
                <a:gd name="connsiteY15" fmla="*/ 59722 h 243649"/>
                <a:gd name="connsiteX16" fmla="*/ 148876 w 508920"/>
                <a:gd name="connsiteY16" fmla="*/ 57150 h 243649"/>
                <a:gd name="connsiteX17" fmla="*/ 159639 w 508920"/>
                <a:gd name="connsiteY17" fmla="*/ 52864 h 243649"/>
                <a:gd name="connsiteX18" fmla="*/ 163639 w 508920"/>
                <a:gd name="connsiteY18" fmla="*/ 57341 h 243649"/>
                <a:gd name="connsiteX19" fmla="*/ 180975 w 508920"/>
                <a:gd name="connsiteY19" fmla="*/ 76391 h 243649"/>
                <a:gd name="connsiteX20" fmla="*/ 232410 w 508920"/>
                <a:gd name="connsiteY20" fmla="*/ 41434 h 243649"/>
                <a:gd name="connsiteX21" fmla="*/ 316421 w 508920"/>
                <a:gd name="connsiteY21" fmla="*/ 9620 h 243649"/>
                <a:gd name="connsiteX22" fmla="*/ 332613 w 508920"/>
                <a:gd name="connsiteY22" fmla="*/ 0 h 243649"/>
                <a:gd name="connsiteX23" fmla="*/ 324136 w 508920"/>
                <a:gd name="connsiteY23" fmla="*/ 21241 h 243649"/>
                <a:gd name="connsiteX24" fmla="*/ 320802 w 508920"/>
                <a:gd name="connsiteY24" fmla="*/ 46292 h 243649"/>
                <a:gd name="connsiteX25" fmla="*/ 323183 w 508920"/>
                <a:gd name="connsiteY25" fmla="*/ 52959 h 243649"/>
                <a:gd name="connsiteX26" fmla="*/ 327374 w 508920"/>
                <a:gd name="connsiteY26" fmla="*/ 54674 h 243649"/>
                <a:gd name="connsiteX27" fmla="*/ 330137 w 508920"/>
                <a:gd name="connsiteY27" fmla="*/ 55817 h 243649"/>
                <a:gd name="connsiteX28" fmla="*/ 332137 w 508920"/>
                <a:gd name="connsiteY28" fmla="*/ 56674 h 243649"/>
                <a:gd name="connsiteX29" fmla="*/ 384429 w 508920"/>
                <a:gd name="connsiteY29" fmla="*/ 76010 h 243649"/>
                <a:gd name="connsiteX30" fmla="*/ 477012 w 508920"/>
                <a:gd name="connsiteY30" fmla="*/ 110300 h 243649"/>
                <a:gd name="connsiteX31" fmla="*/ 501110 w 508920"/>
                <a:gd name="connsiteY31" fmla="*/ 118777 h 243649"/>
                <a:gd name="connsiteX32" fmla="*/ 506444 w 508920"/>
                <a:gd name="connsiteY32" fmla="*/ 120301 h 243649"/>
                <a:gd name="connsiteX33" fmla="*/ 508921 w 508920"/>
                <a:gd name="connsiteY33" fmla="*/ 120587 h 243649"/>
                <a:gd name="connsiteX34" fmla="*/ 458343 w 508920"/>
                <a:gd name="connsiteY34" fmla="*/ 150971 h 243649"/>
                <a:gd name="connsiteX35" fmla="*/ 401574 w 508920"/>
                <a:gd name="connsiteY35" fmla="*/ 127635 h 243649"/>
                <a:gd name="connsiteX36" fmla="*/ 371856 w 508920"/>
                <a:gd name="connsiteY36" fmla="*/ 137827 h 243649"/>
                <a:gd name="connsiteX37" fmla="*/ 303181 w 508920"/>
                <a:gd name="connsiteY37" fmla="*/ 152686 h 243649"/>
                <a:gd name="connsiteX38" fmla="*/ 294513 w 508920"/>
                <a:gd name="connsiteY38" fmla="*/ 155543 h 243649"/>
                <a:gd name="connsiteX39" fmla="*/ 279559 w 508920"/>
                <a:gd name="connsiteY39" fmla="*/ 169640 h 243649"/>
                <a:gd name="connsiteX40" fmla="*/ 277654 w 508920"/>
                <a:gd name="connsiteY40" fmla="*/ 172117 h 243649"/>
                <a:gd name="connsiteX41" fmla="*/ 277368 w 508920"/>
                <a:gd name="connsiteY41" fmla="*/ 172688 h 243649"/>
                <a:gd name="connsiteX42" fmla="*/ 276892 w 508920"/>
                <a:gd name="connsiteY42" fmla="*/ 174593 h 243649"/>
                <a:gd name="connsiteX43" fmla="*/ 277368 w 508920"/>
                <a:gd name="connsiteY43" fmla="*/ 178784 h 243649"/>
                <a:gd name="connsiteX44" fmla="*/ 277463 w 508920"/>
                <a:gd name="connsiteY44" fmla="*/ 179451 h 243649"/>
                <a:gd name="connsiteX45" fmla="*/ 277559 w 508920"/>
                <a:gd name="connsiteY45" fmla="*/ 179927 h 243649"/>
                <a:gd name="connsiteX46" fmla="*/ 279559 w 508920"/>
                <a:gd name="connsiteY46" fmla="*/ 184880 h 243649"/>
                <a:gd name="connsiteX47" fmla="*/ 280130 w 508920"/>
                <a:gd name="connsiteY47" fmla="*/ 192786 h 243649"/>
                <a:gd name="connsiteX48" fmla="*/ 279940 w 508920"/>
                <a:gd name="connsiteY48" fmla="*/ 196215 h 243649"/>
                <a:gd name="connsiteX49" fmla="*/ 273272 w 508920"/>
                <a:gd name="connsiteY49" fmla="*/ 201359 h 243649"/>
                <a:gd name="connsiteX50" fmla="*/ 236696 w 508920"/>
                <a:gd name="connsiteY50" fmla="*/ 229362 h 243649"/>
                <a:gd name="connsiteX51" fmla="*/ 224028 w 508920"/>
                <a:gd name="connsiteY51" fmla="*/ 236696 h 243649"/>
                <a:gd name="connsiteX52" fmla="*/ 208502 w 508920"/>
                <a:gd name="connsiteY52" fmla="*/ 243650 h 243649"/>
                <a:gd name="connsiteX53" fmla="*/ 191834 w 508920"/>
                <a:gd name="connsiteY53" fmla="*/ 242411 h 243649"/>
                <a:gd name="connsiteX54" fmla="*/ 180213 w 508920"/>
                <a:gd name="connsiteY54" fmla="*/ 241554 h 243649"/>
                <a:gd name="connsiteX55" fmla="*/ 172974 w 508920"/>
                <a:gd name="connsiteY55" fmla="*/ 240125 h 243649"/>
                <a:gd name="connsiteX56" fmla="*/ 167926 w 508920"/>
                <a:gd name="connsiteY56" fmla="*/ 239078 h 243649"/>
                <a:gd name="connsiteX57" fmla="*/ 148685 w 508920"/>
                <a:gd name="connsiteY57" fmla="*/ 235172 h 243649"/>
                <a:gd name="connsiteX58" fmla="*/ 140589 w 508920"/>
                <a:gd name="connsiteY58" fmla="*/ 233458 h 243649"/>
                <a:gd name="connsiteX59" fmla="*/ 114014 w 508920"/>
                <a:gd name="connsiteY59" fmla="*/ 227933 h 243649"/>
                <a:gd name="connsiteX60" fmla="*/ 113157 w 508920"/>
                <a:gd name="connsiteY60" fmla="*/ 227267 h 243649"/>
                <a:gd name="connsiteX61" fmla="*/ 108966 w 508920"/>
                <a:gd name="connsiteY61" fmla="*/ 223647 h 243649"/>
                <a:gd name="connsiteX62" fmla="*/ 104965 w 508920"/>
                <a:gd name="connsiteY62" fmla="*/ 220409 h 243649"/>
                <a:gd name="connsiteX63" fmla="*/ 101346 w 508920"/>
                <a:gd name="connsiteY63" fmla="*/ 217361 h 243649"/>
                <a:gd name="connsiteX64" fmla="*/ 123730 w 508920"/>
                <a:gd name="connsiteY64" fmla="*/ 200311 h 243649"/>
                <a:gd name="connsiteX65" fmla="*/ 122587 w 508920"/>
                <a:gd name="connsiteY65" fmla="*/ 199358 h 243649"/>
                <a:gd name="connsiteX66" fmla="*/ 119920 w 508920"/>
                <a:gd name="connsiteY66" fmla="*/ 197072 h 243649"/>
                <a:gd name="connsiteX67" fmla="*/ 117157 w 508920"/>
                <a:gd name="connsiteY67" fmla="*/ 199072 h 243649"/>
                <a:gd name="connsiteX68" fmla="*/ 101632 w 508920"/>
                <a:gd name="connsiteY68" fmla="*/ 210217 h 243649"/>
                <a:gd name="connsiteX69" fmla="*/ 85915 w 508920"/>
                <a:gd name="connsiteY69" fmla="*/ 222409 h 243649"/>
                <a:gd name="connsiteX70" fmla="*/ 51911 w 508920"/>
                <a:gd name="connsiteY70" fmla="*/ 136588 h 24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08920" h="243649">
                  <a:moveTo>
                    <a:pt x="51911" y="136588"/>
                  </a:moveTo>
                  <a:lnTo>
                    <a:pt x="0" y="78581"/>
                  </a:lnTo>
                  <a:lnTo>
                    <a:pt x="5334" y="74295"/>
                  </a:lnTo>
                  <a:lnTo>
                    <a:pt x="26098" y="69247"/>
                  </a:lnTo>
                  <a:lnTo>
                    <a:pt x="33623" y="67437"/>
                  </a:lnTo>
                  <a:lnTo>
                    <a:pt x="58293" y="63246"/>
                  </a:lnTo>
                  <a:lnTo>
                    <a:pt x="78296" y="63627"/>
                  </a:lnTo>
                  <a:lnTo>
                    <a:pt x="114871" y="63818"/>
                  </a:lnTo>
                  <a:lnTo>
                    <a:pt x="119063" y="63818"/>
                  </a:lnTo>
                  <a:lnTo>
                    <a:pt x="120015" y="63818"/>
                  </a:lnTo>
                  <a:lnTo>
                    <a:pt x="126206" y="63532"/>
                  </a:lnTo>
                  <a:lnTo>
                    <a:pt x="133636" y="62579"/>
                  </a:lnTo>
                  <a:lnTo>
                    <a:pt x="134207" y="62484"/>
                  </a:lnTo>
                  <a:lnTo>
                    <a:pt x="135064" y="62294"/>
                  </a:lnTo>
                  <a:lnTo>
                    <a:pt x="138494" y="61246"/>
                  </a:lnTo>
                  <a:lnTo>
                    <a:pt x="142399" y="59722"/>
                  </a:lnTo>
                  <a:lnTo>
                    <a:pt x="148876" y="57150"/>
                  </a:lnTo>
                  <a:lnTo>
                    <a:pt x="159639" y="52864"/>
                  </a:lnTo>
                  <a:lnTo>
                    <a:pt x="163639" y="57341"/>
                  </a:lnTo>
                  <a:lnTo>
                    <a:pt x="180975" y="76391"/>
                  </a:lnTo>
                  <a:lnTo>
                    <a:pt x="232410" y="41434"/>
                  </a:lnTo>
                  <a:lnTo>
                    <a:pt x="316421" y="9620"/>
                  </a:lnTo>
                  <a:lnTo>
                    <a:pt x="332613" y="0"/>
                  </a:lnTo>
                  <a:lnTo>
                    <a:pt x="324136" y="21241"/>
                  </a:lnTo>
                  <a:lnTo>
                    <a:pt x="320802" y="46292"/>
                  </a:lnTo>
                  <a:lnTo>
                    <a:pt x="323183" y="52959"/>
                  </a:lnTo>
                  <a:lnTo>
                    <a:pt x="327374" y="54674"/>
                  </a:lnTo>
                  <a:lnTo>
                    <a:pt x="330137" y="55817"/>
                  </a:lnTo>
                  <a:lnTo>
                    <a:pt x="332137" y="56674"/>
                  </a:lnTo>
                  <a:lnTo>
                    <a:pt x="384429" y="76010"/>
                  </a:lnTo>
                  <a:lnTo>
                    <a:pt x="477012" y="110300"/>
                  </a:lnTo>
                  <a:lnTo>
                    <a:pt x="501110" y="118777"/>
                  </a:lnTo>
                  <a:lnTo>
                    <a:pt x="506444" y="120301"/>
                  </a:lnTo>
                  <a:lnTo>
                    <a:pt x="508921" y="120587"/>
                  </a:lnTo>
                  <a:lnTo>
                    <a:pt x="458343" y="150971"/>
                  </a:lnTo>
                  <a:lnTo>
                    <a:pt x="401574" y="127635"/>
                  </a:lnTo>
                  <a:lnTo>
                    <a:pt x="371856" y="137827"/>
                  </a:lnTo>
                  <a:lnTo>
                    <a:pt x="303181" y="152686"/>
                  </a:lnTo>
                  <a:lnTo>
                    <a:pt x="294513" y="155543"/>
                  </a:lnTo>
                  <a:lnTo>
                    <a:pt x="279559" y="169640"/>
                  </a:lnTo>
                  <a:lnTo>
                    <a:pt x="277654" y="172117"/>
                  </a:lnTo>
                  <a:lnTo>
                    <a:pt x="277368" y="172688"/>
                  </a:lnTo>
                  <a:lnTo>
                    <a:pt x="276892" y="174593"/>
                  </a:lnTo>
                  <a:lnTo>
                    <a:pt x="277368" y="178784"/>
                  </a:lnTo>
                  <a:lnTo>
                    <a:pt x="277463" y="179451"/>
                  </a:lnTo>
                  <a:lnTo>
                    <a:pt x="277559" y="179927"/>
                  </a:lnTo>
                  <a:lnTo>
                    <a:pt x="279559" y="184880"/>
                  </a:lnTo>
                  <a:lnTo>
                    <a:pt x="280130" y="192786"/>
                  </a:lnTo>
                  <a:lnTo>
                    <a:pt x="279940" y="196215"/>
                  </a:lnTo>
                  <a:lnTo>
                    <a:pt x="273272" y="201359"/>
                  </a:lnTo>
                  <a:lnTo>
                    <a:pt x="236696" y="229362"/>
                  </a:lnTo>
                  <a:lnTo>
                    <a:pt x="224028" y="236696"/>
                  </a:lnTo>
                  <a:lnTo>
                    <a:pt x="208502" y="243650"/>
                  </a:lnTo>
                  <a:lnTo>
                    <a:pt x="191834" y="242411"/>
                  </a:lnTo>
                  <a:lnTo>
                    <a:pt x="180213" y="241554"/>
                  </a:lnTo>
                  <a:lnTo>
                    <a:pt x="172974" y="240125"/>
                  </a:lnTo>
                  <a:lnTo>
                    <a:pt x="167926" y="239078"/>
                  </a:lnTo>
                  <a:lnTo>
                    <a:pt x="148685" y="235172"/>
                  </a:lnTo>
                  <a:lnTo>
                    <a:pt x="140589" y="233458"/>
                  </a:lnTo>
                  <a:lnTo>
                    <a:pt x="114014" y="227933"/>
                  </a:lnTo>
                  <a:lnTo>
                    <a:pt x="113157" y="227267"/>
                  </a:lnTo>
                  <a:lnTo>
                    <a:pt x="108966" y="223647"/>
                  </a:lnTo>
                  <a:lnTo>
                    <a:pt x="104965" y="220409"/>
                  </a:lnTo>
                  <a:lnTo>
                    <a:pt x="101346" y="217361"/>
                  </a:lnTo>
                  <a:lnTo>
                    <a:pt x="123730" y="200311"/>
                  </a:lnTo>
                  <a:lnTo>
                    <a:pt x="122587" y="199358"/>
                  </a:lnTo>
                  <a:lnTo>
                    <a:pt x="119920" y="197072"/>
                  </a:lnTo>
                  <a:lnTo>
                    <a:pt x="117157" y="199072"/>
                  </a:lnTo>
                  <a:lnTo>
                    <a:pt x="101632" y="210217"/>
                  </a:lnTo>
                  <a:lnTo>
                    <a:pt x="85915" y="222409"/>
                  </a:lnTo>
                  <a:lnTo>
                    <a:pt x="51911" y="1365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6" name="서울특별시 마포구 합정동">
              <a:extLst>
                <a:ext uri="{FF2B5EF4-FFF2-40B4-BE49-F238E27FC236}">
                  <a16:creationId xmlns:a16="http://schemas.microsoft.com/office/drawing/2014/main" id="{67DB7DA8-4862-64A7-968B-E329C3B703B7}"/>
                </a:ext>
              </a:extLst>
            </p:cNvPr>
            <p:cNvSpPr/>
            <p:nvPr/>
          </p:nvSpPr>
          <p:spPr>
            <a:xfrm>
              <a:off x="4697158" y="3624452"/>
              <a:ext cx="426815" cy="254984"/>
            </a:xfrm>
            <a:custGeom>
              <a:avLst/>
              <a:gdLst>
                <a:gd name="connsiteX0" fmla="*/ 426815 w 426815"/>
                <a:gd name="connsiteY0" fmla="*/ 107061 h 254984"/>
                <a:gd name="connsiteX1" fmla="*/ 415766 w 426815"/>
                <a:gd name="connsiteY1" fmla="*/ 125254 h 254984"/>
                <a:gd name="connsiteX2" fmla="*/ 378809 w 426815"/>
                <a:gd name="connsiteY2" fmla="*/ 173736 h 254984"/>
                <a:gd name="connsiteX3" fmla="*/ 361569 w 426815"/>
                <a:gd name="connsiteY3" fmla="*/ 194977 h 254984"/>
                <a:gd name="connsiteX4" fmla="*/ 349949 w 426815"/>
                <a:gd name="connsiteY4" fmla="*/ 212503 h 254984"/>
                <a:gd name="connsiteX5" fmla="*/ 321945 w 426815"/>
                <a:gd name="connsiteY5" fmla="*/ 254984 h 254984"/>
                <a:gd name="connsiteX6" fmla="*/ 198692 w 426815"/>
                <a:gd name="connsiteY6" fmla="*/ 227552 h 254984"/>
                <a:gd name="connsiteX7" fmla="*/ 132207 w 426815"/>
                <a:gd name="connsiteY7" fmla="*/ 206216 h 254984"/>
                <a:gd name="connsiteX8" fmla="*/ 74581 w 426815"/>
                <a:gd name="connsiteY8" fmla="*/ 183833 h 254984"/>
                <a:gd name="connsiteX9" fmla="*/ 71818 w 426815"/>
                <a:gd name="connsiteY9" fmla="*/ 182785 h 254984"/>
                <a:gd name="connsiteX10" fmla="*/ 45720 w 426815"/>
                <a:gd name="connsiteY10" fmla="*/ 168402 h 254984"/>
                <a:gd name="connsiteX11" fmla="*/ 39338 w 426815"/>
                <a:gd name="connsiteY11" fmla="*/ 164878 h 254984"/>
                <a:gd name="connsiteX12" fmla="*/ 29908 w 426815"/>
                <a:gd name="connsiteY12" fmla="*/ 159734 h 254984"/>
                <a:gd name="connsiteX13" fmla="*/ 0 w 426815"/>
                <a:gd name="connsiteY13" fmla="*/ 143256 h 254984"/>
                <a:gd name="connsiteX14" fmla="*/ 78105 w 426815"/>
                <a:gd name="connsiteY14" fmla="*/ 76867 h 254984"/>
                <a:gd name="connsiteX15" fmla="*/ 110204 w 426815"/>
                <a:gd name="connsiteY15" fmla="*/ 49911 h 254984"/>
                <a:gd name="connsiteX16" fmla="*/ 237268 w 426815"/>
                <a:gd name="connsiteY16" fmla="*/ 10096 h 254984"/>
                <a:gd name="connsiteX17" fmla="*/ 270224 w 426815"/>
                <a:gd name="connsiteY17" fmla="*/ 0 h 254984"/>
                <a:gd name="connsiteX18" fmla="*/ 304228 w 426815"/>
                <a:gd name="connsiteY18" fmla="*/ 85820 h 254984"/>
                <a:gd name="connsiteX19" fmla="*/ 319945 w 426815"/>
                <a:gd name="connsiteY19" fmla="*/ 73628 h 254984"/>
                <a:gd name="connsiteX20" fmla="*/ 335470 w 426815"/>
                <a:gd name="connsiteY20" fmla="*/ 62484 h 254984"/>
                <a:gd name="connsiteX21" fmla="*/ 338233 w 426815"/>
                <a:gd name="connsiteY21" fmla="*/ 60484 h 254984"/>
                <a:gd name="connsiteX22" fmla="*/ 340900 w 426815"/>
                <a:gd name="connsiteY22" fmla="*/ 62770 h 254984"/>
                <a:gd name="connsiteX23" fmla="*/ 342043 w 426815"/>
                <a:gd name="connsiteY23" fmla="*/ 63722 h 254984"/>
                <a:gd name="connsiteX24" fmla="*/ 319659 w 426815"/>
                <a:gd name="connsiteY24" fmla="*/ 80772 h 254984"/>
                <a:gd name="connsiteX25" fmla="*/ 323278 w 426815"/>
                <a:gd name="connsiteY25" fmla="*/ 83820 h 254984"/>
                <a:gd name="connsiteX26" fmla="*/ 327279 w 426815"/>
                <a:gd name="connsiteY26" fmla="*/ 87059 h 254984"/>
                <a:gd name="connsiteX27" fmla="*/ 331470 w 426815"/>
                <a:gd name="connsiteY27" fmla="*/ 90678 h 254984"/>
                <a:gd name="connsiteX28" fmla="*/ 332327 w 426815"/>
                <a:gd name="connsiteY28" fmla="*/ 91345 h 254984"/>
                <a:gd name="connsiteX29" fmla="*/ 358902 w 426815"/>
                <a:gd name="connsiteY29" fmla="*/ 96869 h 254984"/>
                <a:gd name="connsiteX30" fmla="*/ 366998 w 426815"/>
                <a:gd name="connsiteY30" fmla="*/ 98584 h 254984"/>
                <a:gd name="connsiteX31" fmla="*/ 386239 w 426815"/>
                <a:gd name="connsiteY31" fmla="*/ 102489 h 254984"/>
                <a:gd name="connsiteX32" fmla="*/ 391287 w 426815"/>
                <a:gd name="connsiteY32" fmla="*/ 103537 h 254984"/>
                <a:gd name="connsiteX33" fmla="*/ 398526 w 426815"/>
                <a:gd name="connsiteY33" fmla="*/ 104966 h 254984"/>
                <a:gd name="connsiteX34" fmla="*/ 410147 w 426815"/>
                <a:gd name="connsiteY34" fmla="*/ 105823 h 254984"/>
                <a:gd name="connsiteX35" fmla="*/ 426815 w 426815"/>
                <a:gd name="connsiteY35" fmla="*/ 107061 h 25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26815" h="254984">
                  <a:moveTo>
                    <a:pt x="426815" y="107061"/>
                  </a:moveTo>
                  <a:lnTo>
                    <a:pt x="415766" y="125254"/>
                  </a:lnTo>
                  <a:lnTo>
                    <a:pt x="378809" y="173736"/>
                  </a:lnTo>
                  <a:lnTo>
                    <a:pt x="361569" y="194977"/>
                  </a:lnTo>
                  <a:lnTo>
                    <a:pt x="349949" y="212503"/>
                  </a:lnTo>
                  <a:lnTo>
                    <a:pt x="321945" y="254984"/>
                  </a:lnTo>
                  <a:lnTo>
                    <a:pt x="198692" y="227552"/>
                  </a:lnTo>
                  <a:lnTo>
                    <a:pt x="132207" y="206216"/>
                  </a:lnTo>
                  <a:lnTo>
                    <a:pt x="74581" y="183833"/>
                  </a:lnTo>
                  <a:lnTo>
                    <a:pt x="71818" y="182785"/>
                  </a:lnTo>
                  <a:lnTo>
                    <a:pt x="45720" y="168402"/>
                  </a:lnTo>
                  <a:lnTo>
                    <a:pt x="39338" y="164878"/>
                  </a:lnTo>
                  <a:lnTo>
                    <a:pt x="29908" y="159734"/>
                  </a:lnTo>
                  <a:lnTo>
                    <a:pt x="0" y="143256"/>
                  </a:lnTo>
                  <a:lnTo>
                    <a:pt x="78105" y="76867"/>
                  </a:lnTo>
                  <a:lnTo>
                    <a:pt x="110204" y="49911"/>
                  </a:lnTo>
                  <a:lnTo>
                    <a:pt x="237268" y="10096"/>
                  </a:lnTo>
                  <a:lnTo>
                    <a:pt x="270224" y="0"/>
                  </a:lnTo>
                  <a:lnTo>
                    <a:pt x="304228" y="85820"/>
                  </a:lnTo>
                  <a:lnTo>
                    <a:pt x="319945" y="73628"/>
                  </a:lnTo>
                  <a:lnTo>
                    <a:pt x="335470" y="62484"/>
                  </a:lnTo>
                  <a:lnTo>
                    <a:pt x="338233" y="60484"/>
                  </a:lnTo>
                  <a:lnTo>
                    <a:pt x="340900" y="62770"/>
                  </a:lnTo>
                  <a:lnTo>
                    <a:pt x="342043" y="63722"/>
                  </a:lnTo>
                  <a:lnTo>
                    <a:pt x="319659" y="80772"/>
                  </a:lnTo>
                  <a:lnTo>
                    <a:pt x="323278" y="83820"/>
                  </a:lnTo>
                  <a:lnTo>
                    <a:pt x="327279" y="87059"/>
                  </a:lnTo>
                  <a:lnTo>
                    <a:pt x="331470" y="90678"/>
                  </a:lnTo>
                  <a:lnTo>
                    <a:pt x="332327" y="91345"/>
                  </a:lnTo>
                  <a:lnTo>
                    <a:pt x="358902" y="96869"/>
                  </a:lnTo>
                  <a:lnTo>
                    <a:pt x="366998" y="98584"/>
                  </a:lnTo>
                  <a:lnTo>
                    <a:pt x="386239" y="102489"/>
                  </a:lnTo>
                  <a:lnTo>
                    <a:pt x="391287" y="103537"/>
                  </a:lnTo>
                  <a:lnTo>
                    <a:pt x="398526" y="104966"/>
                  </a:lnTo>
                  <a:lnTo>
                    <a:pt x="410147" y="105823"/>
                  </a:lnTo>
                  <a:lnTo>
                    <a:pt x="426815" y="10706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7" name="서울특별시 마포구 망원1동">
              <a:extLst>
                <a:ext uri="{FF2B5EF4-FFF2-40B4-BE49-F238E27FC236}">
                  <a16:creationId xmlns:a16="http://schemas.microsoft.com/office/drawing/2014/main" id="{C955077A-F7EF-3D51-33C1-D6117C700DF9}"/>
                </a:ext>
              </a:extLst>
            </p:cNvPr>
            <p:cNvSpPr/>
            <p:nvPr/>
          </p:nvSpPr>
          <p:spPr>
            <a:xfrm>
              <a:off x="4570285" y="3555015"/>
              <a:ext cx="397097" cy="212693"/>
            </a:xfrm>
            <a:custGeom>
              <a:avLst/>
              <a:gdLst>
                <a:gd name="connsiteX0" fmla="*/ 345186 w 397097"/>
                <a:gd name="connsiteY0" fmla="*/ 11430 h 212693"/>
                <a:gd name="connsiteX1" fmla="*/ 397097 w 397097"/>
                <a:gd name="connsiteY1" fmla="*/ 69437 h 212693"/>
                <a:gd name="connsiteX2" fmla="*/ 364141 w 397097"/>
                <a:gd name="connsiteY2" fmla="*/ 79534 h 212693"/>
                <a:gd name="connsiteX3" fmla="*/ 237077 w 397097"/>
                <a:gd name="connsiteY3" fmla="*/ 119348 h 212693"/>
                <a:gd name="connsiteX4" fmla="*/ 204978 w 397097"/>
                <a:gd name="connsiteY4" fmla="*/ 146304 h 212693"/>
                <a:gd name="connsiteX5" fmla="*/ 126873 w 397097"/>
                <a:gd name="connsiteY5" fmla="*/ 212693 h 212693"/>
                <a:gd name="connsiteX6" fmla="*/ 0 w 397097"/>
                <a:gd name="connsiteY6" fmla="*/ 142780 h 212693"/>
                <a:gd name="connsiteX7" fmla="*/ 57436 w 397097"/>
                <a:gd name="connsiteY7" fmla="*/ 94107 h 212693"/>
                <a:gd name="connsiteX8" fmla="*/ 100203 w 397097"/>
                <a:gd name="connsiteY8" fmla="*/ 63246 h 212693"/>
                <a:gd name="connsiteX9" fmla="*/ 129540 w 397097"/>
                <a:gd name="connsiteY9" fmla="*/ 42386 h 212693"/>
                <a:gd name="connsiteX10" fmla="*/ 184595 w 397097"/>
                <a:gd name="connsiteY10" fmla="*/ 31147 h 212693"/>
                <a:gd name="connsiteX11" fmla="*/ 334137 w 397097"/>
                <a:gd name="connsiteY11" fmla="*/ 0 h 212693"/>
                <a:gd name="connsiteX12" fmla="*/ 345186 w 397097"/>
                <a:gd name="connsiteY12" fmla="*/ 11430 h 21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7097" h="212693">
                  <a:moveTo>
                    <a:pt x="345186" y="11430"/>
                  </a:moveTo>
                  <a:lnTo>
                    <a:pt x="397097" y="69437"/>
                  </a:lnTo>
                  <a:lnTo>
                    <a:pt x="364141" y="79534"/>
                  </a:lnTo>
                  <a:lnTo>
                    <a:pt x="237077" y="119348"/>
                  </a:lnTo>
                  <a:lnTo>
                    <a:pt x="204978" y="146304"/>
                  </a:lnTo>
                  <a:lnTo>
                    <a:pt x="126873" y="212693"/>
                  </a:lnTo>
                  <a:lnTo>
                    <a:pt x="0" y="142780"/>
                  </a:lnTo>
                  <a:lnTo>
                    <a:pt x="57436" y="94107"/>
                  </a:lnTo>
                  <a:lnTo>
                    <a:pt x="100203" y="63246"/>
                  </a:lnTo>
                  <a:lnTo>
                    <a:pt x="129540" y="42386"/>
                  </a:lnTo>
                  <a:lnTo>
                    <a:pt x="184595" y="31147"/>
                  </a:lnTo>
                  <a:lnTo>
                    <a:pt x="334137" y="0"/>
                  </a:lnTo>
                  <a:lnTo>
                    <a:pt x="345186" y="114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8" name="서울특별시 마포구 연남동">
              <a:extLst>
                <a:ext uri="{FF2B5EF4-FFF2-40B4-BE49-F238E27FC236}">
                  <a16:creationId xmlns:a16="http://schemas.microsoft.com/office/drawing/2014/main" id="{E1589620-3566-3BB8-29E1-EFCEFE8E267F}"/>
                </a:ext>
              </a:extLst>
            </p:cNvPr>
            <p:cNvSpPr/>
            <p:nvPr/>
          </p:nvSpPr>
          <p:spPr>
            <a:xfrm>
              <a:off x="5058060" y="3384708"/>
              <a:ext cx="210026" cy="179546"/>
            </a:xfrm>
            <a:custGeom>
              <a:avLst/>
              <a:gdLst>
                <a:gd name="connsiteX0" fmla="*/ 191071 w 210026"/>
                <a:gd name="connsiteY0" fmla="*/ 101727 h 179546"/>
                <a:gd name="connsiteX1" fmla="*/ 190024 w 210026"/>
                <a:gd name="connsiteY1" fmla="*/ 103156 h 179546"/>
                <a:gd name="connsiteX2" fmla="*/ 173831 w 210026"/>
                <a:gd name="connsiteY2" fmla="*/ 112776 h 179546"/>
                <a:gd name="connsiteX3" fmla="*/ 89821 w 210026"/>
                <a:gd name="connsiteY3" fmla="*/ 144589 h 179546"/>
                <a:gd name="connsiteX4" fmla="*/ 38386 w 210026"/>
                <a:gd name="connsiteY4" fmla="*/ 179546 h 179546"/>
                <a:gd name="connsiteX5" fmla="*/ 21050 w 210026"/>
                <a:gd name="connsiteY5" fmla="*/ 160496 h 179546"/>
                <a:gd name="connsiteX6" fmla="*/ 17050 w 210026"/>
                <a:gd name="connsiteY6" fmla="*/ 156020 h 179546"/>
                <a:gd name="connsiteX7" fmla="*/ 22670 w 210026"/>
                <a:gd name="connsiteY7" fmla="*/ 147828 h 179546"/>
                <a:gd name="connsiteX8" fmla="*/ 23336 w 210026"/>
                <a:gd name="connsiteY8" fmla="*/ 145637 h 179546"/>
                <a:gd name="connsiteX9" fmla="*/ 26956 w 210026"/>
                <a:gd name="connsiteY9" fmla="*/ 125254 h 179546"/>
                <a:gd name="connsiteX10" fmla="*/ 26384 w 210026"/>
                <a:gd name="connsiteY10" fmla="*/ 117062 h 179546"/>
                <a:gd name="connsiteX11" fmla="*/ 21717 w 210026"/>
                <a:gd name="connsiteY11" fmla="*/ 101537 h 179546"/>
                <a:gd name="connsiteX12" fmla="*/ 16669 w 210026"/>
                <a:gd name="connsiteY12" fmla="*/ 89535 h 179546"/>
                <a:gd name="connsiteX13" fmla="*/ 16097 w 210026"/>
                <a:gd name="connsiteY13" fmla="*/ 88773 h 179546"/>
                <a:gd name="connsiteX14" fmla="*/ 13145 w 210026"/>
                <a:gd name="connsiteY14" fmla="*/ 89059 h 179546"/>
                <a:gd name="connsiteX15" fmla="*/ 8858 w 210026"/>
                <a:gd name="connsiteY15" fmla="*/ 74009 h 179546"/>
                <a:gd name="connsiteX16" fmla="*/ 7811 w 210026"/>
                <a:gd name="connsiteY16" fmla="*/ 70199 h 179546"/>
                <a:gd name="connsiteX17" fmla="*/ 5239 w 210026"/>
                <a:gd name="connsiteY17" fmla="*/ 54483 h 179546"/>
                <a:gd name="connsiteX18" fmla="*/ 2857 w 210026"/>
                <a:gd name="connsiteY18" fmla="*/ 34099 h 179546"/>
                <a:gd name="connsiteX19" fmla="*/ 0 w 210026"/>
                <a:gd name="connsiteY19" fmla="*/ 9144 h 179546"/>
                <a:gd name="connsiteX20" fmla="*/ 19621 w 210026"/>
                <a:gd name="connsiteY20" fmla="*/ 0 h 179546"/>
                <a:gd name="connsiteX21" fmla="*/ 146399 w 210026"/>
                <a:gd name="connsiteY21" fmla="*/ 31147 h 179546"/>
                <a:gd name="connsiteX22" fmla="*/ 153543 w 210026"/>
                <a:gd name="connsiteY22" fmla="*/ 34195 h 179546"/>
                <a:gd name="connsiteX23" fmla="*/ 163639 w 210026"/>
                <a:gd name="connsiteY23" fmla="*/ 38957 h 179546"/>
                <a:gd name="connsiteX24" fmla="*/ 166021 w 210026"/>
                <a:gd name="connsiteY24" fmla="*/ 40291 h 179546"/>
                <a:gd name="connsiteX25" fmla="*/ 168497 w 210026"/>
                <a:gd name="connsiteY25" fmla="*/ 41720 h 179546"/>
                <a:gd name="connsiteX26" fmla="*/ 171736 w 210026"/>
                <a:gd name="connsiteY26" fmla="*/ 43815 h 179546"/>
                <a:gd name="connsiteX27" fmla="*/ 174784 w 210026"/>
                <a:gd name="connsiteY27" fmla="*/ 45815 h 179546"/>
                <a:gd name="connsiteX28" fmla="*/ 184213 w 210026"/>
                <a:gd name="connsiteY28" fmla="*/ 52959 h 179546"/>
                <a:gd name="connsiteX29" fmla="*/ 186595 w 210026"/>
                <a:gd name="connsiteY29" fmla="*/ 54864 h 179546"/>
                <a:gd name="connsiteX30" fmla="*/ 210026 w 210026"/>
                <a:gd name="connsiteY30" fmla="*/ 74295 h 179546"/>
                <a:gd name="connsiteX31" fmla="*/ 208217 w 210026"/>
                <a:gd name="connsiteY31" fmla="*/ 76962 h 179546"/>
                <a:gd name="connsiteX32" fmla="*/ 207645 w 210026"/>
                <a:gd name="connsiteY32" fmla="*/ 77819 h 179546"/>
                <a:gd name="connsiteX33" fmla="*/ 196215 w 210026"/>
                <a:gd name="connsiteY33" fmla="*/ 94488 h 179546"/>
                <a:gd name="connsiteX34" fmla="*/ 191071 w 210026"/>
                <a:gd name="connsiteY34" fmla="*/ 101727 h 179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0026" h="179546">
                  <a:moveTo>
                    <a:pt x="191071" y="101727"/>
                  </a:moveTo>
                  <a:lnTo>
                    <a:pt x="190024" y="103156"/>
                  </a:lnTo>
                  <a:lnTo>
                    <a:pt x="173831" y="112776"/>
                  </a:lnTo>
                  <a:lnTo>
                    <a:pt x="89821" y="144589"/>
                  </a:lnTo>
                  <a:lnTo>
                    <a:pt x="38386" y="179546"/>
                  </a:lnTo>
                  <a:lnTo>
                    <a:pt x="21050" y="160496"/>
                  </a:lnTo>
                  <a:lnTo>
                    <a:pt x="17050" y="156020"/>
                  </a:lnTo>
                  <a:lnTo>
                    <a:pt x="22670" y="147828"/>
                  </a:lnTo>
                  <a:lnTo>
                    <a:pt x="23336" y="145637"/>
                  </a:lnTo>
                  <a:lnTo>
                    <a:pt x="26956" y="125254"/>
                  </a:lnTo>
                  <a:lnTo>
                    <a:pt x="26384" y="117062"/>
                  </a:lnTo>
                  <a:lnTo>
                    <a:pt x="21717" y="101537"/>
                  </a:lnTo>
                  <a:lnTo>
                    <a:pt x="16669" y="89535"/>
                  </a:lnTo>
                  <a:lnTo>
                    <a:pt x="16097" y="88773"/>
                  </a:lnTo>
                  <a:lnTo>
                    <a:pt x="13145" y="89059"/>
                  </a:lnTo>
                  <a:lnTo>
                    <a:pt x="8858" y="74009"/>
                  </a:lnTo>
                  <a:lnTo>
                    <a:pt x="7811" y="70199"/>
                  </a:lnTo>
                  <a:lnTo>
                    <a:pt x="5239" y="54483"/>
                  </a:lnTo>
                  <a:lnTo>
                    <a:pt x="2857" y="34099"/>
                  </a:lnTo>
                  <a:lnTo>
                    <a:pt x="0" y="9144"/>
                  </a:lnTo>
                  <a:lnTo>
                    <a:pt x="19621" y="0"/>
                  </a:lnTo>
                  <a:lnTo>
                    <a:pt x="146399" y="31147"/>
                  </a:lnTo>
                  <a:lnTo>
                    <a:pt x="153543" y="34195"/>
                  </a:lnTo>
                  <a:lnTo>
                    <a:pt x="163639" y="38957"/>
                  </a:lnTo>
                  <a:lnTo>
                    <a:pt x="166021" y="40291"/>
                  </a:lnTo>
                  <a:lnTo>
                    <a:pt x="168497" y="41720"/>
                  </a:lnTo>
                  <a:lnTo>
                    <a:pt x="171736" y="43815"/>
                  </a:lnTo>
                  <a:lnTo>
                    <a:pt x="174784" y="45815"/>
                  </a:lnTo>
                  <a:lnTo>
                    <a:pt x="184213" y="52959"/>
                  </a:lnTo>
                  <a:lnTo>
                    <a:pt x="186595" y="54864"/>
                  </a:lnTo>
                  <a:lnTo>
                    <a:pt x="210026" y="74295"/>
                  </a:lnTo>
                  <a:lnTo>
                    <a:pt x="208217" y="76962"/>
                  </a:lnTo>
                  <a:lnTo>
                    <a:pt x="207645" y="77819"/>
                  </a:lnTo>
                  <a:lnTo>
                    <a:pt x="196215" y="94488"/>
                  </a:lnTo>
                  <a:lnTo>
                    <a:pt x="191071" y="1017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9" name="서울특별시 마포구 성산1동">
              <a:extLst>
                <a:ext uri="{FF2B5EF4-FFF2-40B4-BE49-F238E27FC236}">
                  <a16:creationId xmlns:a16="http://schemas.microsoft.com/office/drawing/2014/main" id="{BC9828A2-B31E-FC08-0A91-982A9E0248BC}"/>
                </a:ext>
              </a:extLst>
            </p:cNvPr>
            <p:cNvSpPr/>
            <p:nvPr/>
          </p:nvSpPr>
          <p:spPr>
            <a:xfrm>
              <a:off x="4820983" y="3393852"/>
              <a:ext cx="264032" cy="172592"/>
            </a:xfrm>
            <a:custGeom>
              <a:avLst/>
              <a:gdLst>
                <a:gd name="connsiteX0" fmla="*/ 254127 w 264032"/>
                <a:gd name="connsiteY0" fmla="*/ 146876 h 172592"/>
                <a:gd name="connsiteX1" fmla="*/ 243364 w 264032"/>
                <a:gd name="connsiteY1" fmla="*/ 151162 h 172592"/>
                <a:gd name="connsiteX2" fmla="*/ 236887 w 264032"/>
                <a:gd name="connsiteY2" fmla="*/ 153734 h 172592"/>
                <a:gd name="connsiteX3" fmla="*/ 232981 w 264032"/>
                <a:gd name="connsiteY3" fmla="*/ 155257 h 172592"/>
                <a:gd name="connsiteX4" fmla="*/ 229552 w 264032"/>
                <a:gd name="connsiteY4" fmla="*/ 156305 h 172592"/>
                <a:gd name="connsiteX5" fmla="*/ 228695 w 264032"/>
                <a:gd name="connsiteY5" fmla="*/ 156496 h 172592"/>
                <a:gd name="connsiteX6" fmla="*/ 228124 w 264032"/>
                <a:gd name="connsiteY6" fmla="*/ 156591 h 172592"/>
                <a:gd name="connsiteX7" fmla="*/ 220694 w 264032"/>
                <a:gd name="connsiteY7" fmla="*/ 157544 h 172592"/>
                <a:gd name="connsiteX8" fmla="*/ 214503 w 264032"/>
                <a:gd name="connsiteY8" fmla="*/ 157829 h 172592"/>
                <a:gd name="connsiteX9" fmla="*/ 213550 w 264032"/>
                <a:gd name="connsiteY9" fmla="*/ 157829 h 172592"/>
                <a:gd name="connsiteX10" fmla="*/ 209359 w 264032"/>
                <a:gd name="connsiteY10" fmla="*/ 157829 h 172592"/>
                <a:gd name="connsiteX11" fmla="*/ 172783 w 264032"/>
                <a:gd name="connsiteY11" fmla="*/ 157639 h 172592"/>
                <a:gd name="connsiteX12" fmla="*/ 152781 w 264032"/>
                <a:gd name="connsiteY12" fmla="*/ 157258 h 172592"/>
                <a:gd name="connsiteX13" fmla="*/ 128111 w 264032"/>
                <a:gd name="connsiteY13" fmla="*/ 161449 h 172592"/>
                <a:gd name="connsiteX14" fmla="*/ 120586 w 264032"/>
                <a:gd name="connsiteY14" fmla="*/ 163259 h 172592"/>
                <a:gd name="connsiteX15" fmla="*/ 99822 w 264032"/>
                <a:gd name="connsiteY15" fmla="*/ 168307 h 172592"/>
                <a:gd name="connsiteX16" fmla="*/ 94488 w 264032"/>
                <a:gd name="connsiteY16" fmla="*/ 172593 h 172592"/>
                <a:gd name="connsiteX17" fmla="*/ 83439 w 264032"/>
                <a:gd name="connsiteY17" fmla="*/ 161163 h 172592"/>
                <a:gd name="connsiteX18" fmla="*/ 13049 w 264032"/>
                <a:gd name="connsiteY18" fmla="*/ 82296 h 172592"/>
                <a:gd name="connsiteX19" fmla="*/ 0 w 264032"/>
                <a:gd name="connsiteY19" fmla="*/ 64675 h 172592"/>
                <a:gd name="connsiteX20" fmla="*/ 214884 w 264032"/>
                <a:gd name="connsiteY20" fmla="*/ 2286 h 172592"/>
                <a:gd name="connsiteX21" fmla="*/ 237077 w 264032"/>
                <a:gd name="connsiteY21" fmla="*/ 0 h 172592"/>
                <a:gd name="connsiteX22" fmla="*/ 239934 w 264032"/>
                <a:gd name="connsiteY22" fmla="*/ 24955 h 172592"/>
                <a:gd name="connsiteX23" fmla="*/ 242316 w 264032"/>
                <a:gd name="connsiteY23" fmla="*/ 45339 h 172592"/>
                <a:gd name="connsiteX24" fmla="*/ 244888 w 264032"/>
                <a:gd name="connsiteY24" fmla="*/ 61055 h 172592"/>
                <a:gd name="connsiteX25" fmla="*/ 245935 w 264032"/>
                <a:gd name="connsiteY25" fmla="*/ 64865 h 172592"/>
                <a:gd name="connsiteX26" fmla="*/ 250222 w 264032"/>
                <a:gd name="connsiteY26" fmla="*/ 79915 h 172592"/>
                <a:gd name="connsiteX27" fmla="*/ 253174 w 264032"/>
                <a:gd name="connsiteY27" fmla="*/ 79629 h 172592"/>
                <a:gd name="connsiteX28" fmla="*/ 253746 w 264032"/>
                <a:gd name="connsiteY28" fmla="*/ 80391 h 172592"/>
                <a:gd name="connsiteX29" fmla="*/ 258794 w 264032"/>
                <a:gd name="connsiteY29" fmla="*/ 92393 h 172592"/>
                <a:gd name="connsiteX30" fmla="*/ 263461 w 264032"/>
                <a:gd name="connsiteY30" fmla="*/ 107918 h 172592"/>
                <a:gd name="connsiteX31" fmla="*/ 264033 w 264032"/>
                <a:gd name="connsiteY31" fmla="*/ 116110 h 172592"/>
                <a:gd name="connsiteX32" fmla="*/ 260413 w 264032"/>
                <a:gd name="connsiteY32" fmla="*/ 136493 h 172592"/>
                <a:gd name="connsiteX33" fmla="*/ 259747 w 264032"/>
                <a:gd name="connsiteY33" fmla="*/ 138684 h 172592"/>
                <a:gd name="connsiteX34" fmla="*/ 254127 w 264032"/>
                <a:gd name="connsiteY34" fmla="*/ 146876 h 1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64032" h="172592">
                  <a:moveTo>
                    <a:pt x="254127" y="146876"/>
                  </a:moveTo>
                  <a:lnTo>
                    <a:pt x="243364" y="151162"/>
                  </a:lnTo>
                  <a:lnTo>
                    <a:pt x="236887" y="153734"/>
                  </a:lnTo>
                  <a:lnTo>
                    <a:pt x="232981" y="155257"/>
                  </a:lnTo>
                  <a:lnTo>
                    <a:pt x="229552" y="156305"/>
                  </a:lnTo>
                  <a:lnTo>
                    <a:pt x="228695" y="156496"/>
                  </a:lnTo>
                  <a:lnTo>
                    <a:pt x="228124" y="156591"/>
                  </a:lnTo>
                  <a:lnTo>
                    <a:pt x="220694" y="157544"/>
                  </a:lnTo>
                  <a:lnTo>
                    <a:pt x="214503" y="157829"/>
                  </a:lnTo>
                  <a:lnTo>
                    <a:pt x="213550" y="157829"/>
                  </a:lnTo>
                  <a:lnTo>
                    <a:pt x="209359" y="157829"/>
                  </a:lnTo>
                  <a:lnTo>
                    <a:pt x="172783" y="157639"/>
                  </a:lnTo>
                  <a:lnTo>
                    <a:pt x="152781" y="157258"/>
                  </a:lnTo>
                  <a:lnTo>
                    <a:pt x="128111" y="161449"/>
                  </a:lnTo>
                  <a:lnTo>
                    <a:pt x="120586" y="163259"/>
                  </a:lnTo>
                  <a:lnTo>
                    <a:pt x="99822" y="168307"/>
                  </a:lnTo>
                  <a:lnTo>
                    <a:pt x="94488" y="172593"/>
                  </a:lnTo>
                  <a:lnTo>
                    <a:pt x="83439" y="161163"/>
                  </a:lnTo>
                  <a:lnTo>
                    <a:pt x="13049" y="82296"/>
                  </a:lnTo>
                  <a:lnTo>
                    <a:pt x="0" y="64675"/>
                  </a:lnTo>
                  <a:lnTo>
                    <a:pt x="214884" y="2286"/>
                  </a:lnTo>
                  <a:lnTo>
                    <a:pt x="237077" y="0"/>
                  </a:lnTo>
                  <a:lnTo>
                    <a:pt x="239934" y="24955"/>
                  </a:lnTo>
                  <a:lnTo>
                    <a:pt x="242316" y="45339"/>
                  </a:lnTo>
                  <a:lnTo>
                    <a:pt x="244888" y="61055"/>
                  </a:lnTo>
                  <a:lnTo>
                    <a:pt x="245935" y="64865"/>
                  </a:lnTo>
                  <a:lnTo>
                    <a:pt x="250222" y="79915"/>
                  </a:lnTo>
                  <a:lnTo>
                    <a:pt x="253174" y="79629"/>
                  </a:lnTo>
                  <a:lnTo>
                    <a:pt x="253746" y="80391"/>
                  </a:lnTo>
                  <a:lnTo>
                    <a:pt x="258794" y="92393"/>
                  </a:lnTo>
                  <a:lnTo>
                    <a:pt x="263461" y="107918"/>
                  </a:lnTo>
                  <a:lnTo>
                    <a:pt x="264033" y="116110"/>
                  </a:lnTo>
                  <a:lnTo>
                    <a:pt x="260413" y="136493"/>
                  </a:lnTo>
                  <a:lnTo>
                    <a:pt x="259747" y="138684"/>
                  </a:lnTo>
                  <a:lnTo>
                    <a:pt x="254127" y="14687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0" name="서울특별시 마포구 성산2동">
              <a:extLst>
                <a:ext uri="{FF2B5EF4-FFF2-40B4-BE49-F238E27FC236}">
                  <a16:creationId xmlns:a16="http://schemas.microsoft.com/office/drawing/2014/main" id="{A23AFC5F-0585-E309-8ABE-F686375E7F6C}"/>
                </a:ext>
              </a:extLst>
            </p:cNvPr>
            <p:cNvSpPr/>
            <p:nvPr/>
          </p:nvSpPr>
          <p:spPr>
            <a:xfrm>
              <a:off x="4595812" y="3239357"/>
              <a:ext cx="481869" cy="282225"/>
            </a:xfrm>
            <a:custGeom>
              <a:avLst/>
              <a:gdLst>
                <a:gd name="connsiteX0" fmla="*/ 374237 w 481869"/>
                <a:gd name="connsiteY0" fmla="*/ 93917 h 282225"/>
                <a:gd name="connsiteX1" fmla="*/ 465772 w 481869"/>
                <a:gd name="connsiteY1" fmla="*/ 137255 h 282225"/>
                <a:gd name="connsiteX2" fmla="*/ 481870 w 481869"/>
                <a:gd name="connsiteY2" fmla="*/ 145352 h 282225"/>
                <a:gd name="connsiteX3" fmla="*/ 462248 w 481869"/>
                <a:gd name="connsiteY3" fmla="*/ 154496 h 282225"/>
                <a:gd name="connsiteX4" fmla="*/ 440055 w 481869"/>
                <a:gd name="connsiteY4" fmla="*/ 156781 h 282225"/>
                <a:gd name="connsiteX5" fmla="*/ 225171 w 481869"/>
                <a:gd name="connsiteY5" fmla="*/ 219170 h 282225"/>
                <a:gd name="connsiteX6" fmla="*/ 238220 w 481869"/>
                <a:gd name="connsiteY6" fmla="*/ 236792 h 282225"/>
                <a:gd name="connsiteX7" fmla="*/ 229267 w 481869"/>
                <a:gd name="connsiteY7" fmla="*/ 229743 h 282225"/>
                <a:gd name="connsiteX8" fmla="*/ 220694 w 481869"/>
                <a:gd name="connsiteY8" fmla="*/ 220409 h 282225"/>
                <a:gd name="connsiteX9" fmla="*/ 202882 w 481869"/>
                <a:gd name="connsiteY9" fmla="*/ 222790 h 282225"/>
                <a:gd name="connsiteX10" fmla="*/ 195739 w 481869"/>
                <a:gd name="connsiteY10" fmla="*/ 225266 h 282225"/>
                <a:gd name="connsiteX11" fmla="*/ 160211 w 481869"/>
                <a:gd name="connsiteY11" fmla="*/ 239744 h 282225"/>
                <a:gd name="connsiteX12" fmla="*/ 57245 w 481869"/>
                <a:gd name="connsiteY12" fmla="*/ 282226 h 282225"/>
                <a:gd name="connsiteX13" fmla="*/ 44958 w 481869"/>
                <a:gd name="connsiteY13" fmla="*/ 254698 h 282225"/>
                <a:gd name="connsiteX14" fmla="*/ 58388 w 481869"/>
                <a:gd name="connsiteY14" fmla="*/ 225457 h 282225"/>
                <a:gd name="connsiteX15" fmla="*/ 61722 w 481869"/>
                <a:gd name="connsiteY15" fmla="*/ 216598 h 282225"/>
                <a:gd name="connsiteX16" fmla="*/ 65532 w 481869"/>
                <a:gd name="connsiteY16" fmla="*/ 206597 h 282225"/>
                <a:gd name="connsiteX17" fmla="*/ 68389 w 481869"/>
                <a:gd name="connsiteY17" fmla="*/ 196405 h 282225"/>
                <a:gd name="connsiteX18" fmla="*/ 71342 w 481869"/>
                <a:gd name="connsiteY18" fmla="*/ 186023 h 282225"/>
                <a:gd name="connsiteX19" fmla="*/ 66961 w 481869"/>
                <a:gd name="connsiteY19" fmla="*/ 162592 h 282225"/>
                <a:gd name="connsiteX20" fmla="*/ 45815 w 481869"/>
                <a:gd name="connsiteY20" fmla="*/ 150209 h 282225"/>
                <a:gd name="connsiteX21" fmla="*/ 29718 w 481869"/>
                <a:gd name="connsiteY21" fmla="*/ 141923 h 282225"/>
                <a:gd name="connsiteX22" fmla="*/ 14668 w 481869"/>
                <a:gd name="connsiteY22" fmla="*/ 128302 h 282225"/>
                <a:gd name="connsiteX23" fmla="*/ 0 w 481869"/>
                <a:gd name="connsiteY23" fmla="*/ 104394 h 282225"/>
                <a:gd name="connsiteX24" fmla="*/ 953 w 481869"/>
                <a:gd name="connsiteY24" fmla="*/ 82677 h 282225"/>
                <a:gd name="connsiteX25" fmla="*/ 16192 w 481869"/>
                <a:gd name="connsiteY25" fmla="*/ 49721 h 282225"/>
                <a:gd name="connsiteX26" fmla="*/ 17812 w 481869"/>
                <a:gd name="connsiteY26" fmla="*/ 47244 h 282225"/>
                <a:gd name="connsiteX27" fmla="*/ 20764 w 481869"/>
                <a:gd name="connsiteY27" fmla="*/ 45720 h 282225"/>
                <a:gd name="connsiteX28" fmla="*/ 43053 w 481869"/>
                <a:gd name="connsiteY28" fmla="*/ 39910 h 282225"/>
                <a:gd name="connsiteX29" fmla="*/ 50101 w 481869"/>
                <a:gd name="connsiteY29" fmla="*/ 39910 h 282225"/>
                <a:gd name="connsiteX30" fmla="*/ 51721 w 481869"/>
                <a:gd name="connsiteY30" fmla="*/ 40672 h 282225"/>
                <a:gd name="connsiteX31" fmla="*/ 52768 w 481869"/>
                <a:gd name="connsiteY31" fmla="*/ 42100 h 282225"/>
                <a:gd name="connsiteX32" fmla="*/ 57055 w 481869"/>
                <a:gd name="connsiteY32" fmla="*/ 47530 h 282225"/>
                <a:gd name="connsiteX33" fmla="*/ 58769 w 481869"/>
                <a:gd name="connsiteY33" fmla="*/ 49625 h 282225"/>
                <a:gd name="connsiteX34" fmla="*/ 61722 w 481869"/>
                <a:gd name="connsiteY34" fmla="*/ 50863 h 282225"/>
                <a:gd name="connsiteX35" fmla="*/ 64675 w 481869"/>
                <a:gd name="connsiteY35" fmla="*/ 50673 h 282225"/>
                <a:gd name="connsiteX36" fmla="*/ 65532 w 481869"/>
                <a:gd name="connsiteY36" fmla="*/ 50578 h 282225"/>
                <a:gd name="connsiteX37" fmla="*/ 98012 w 481869"/>
                <a:gd name="connsiteY37" fmla="*/ 46768 h 282225"/>
                <a:gd name="connsiteX38" fmla="*/ 143923 w 481869"/>
                <a:gd name="connsiteY38" fmla="*/ 40005 h 282225"/>
                <a:gd name="connsiteX39" fmla="*/ 165545 w 481869"/>
                <a:gd name="connsiteY39" fmla="*/ 29432 h 282225"/>
                <a:gd name="connsiteX40" fmla="*/ 189357 w 481869"/>
                <a:gd name="connsiteY40" fmla="*/ 0 h 282225"/>
                <a:gd name="connsiteX41" fmla="*/ 246793 w 481869"/>
                <a:gd name="connsiteY41" fmla="*/ 37529 h 282225"/>
                <a:gd name="connsiteX42" fmla="*/ 374237 w 481869"/>
                <a:gd name="connsiteY42" fmla="*/ 93917 h 28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1869" h="282225">
                  <a:moveTo>
                    <a:pt x="374237" y="93917"/>
                  </a:moveTo>
                  <a:lnTo>
                    <a:pt x="465772" y="137255"/>
                  </a:lnTo>
                  <a:lnTo>
                    <a:pt x="481870" y="145352"/>
                  </a:lnTo>
                  <a:lnTo>
                    <a:pt x="462248" y="154496"/>
                  </a:lnTo>
                  <a:lnTo>
                    <a:pt x="440055" y="156781"/>
                  </a:lnTo>
                  <a:lnTo>
                    <a:pt x="225171" y="219170"/>
                  </a:lnTo>
                  <a:lnTo>
                    <a:pt x="238220" y="236792"/>
                  </a:lnTo>
                  <a:lnTo>
                    <a:pt x="229267" y="229743"/>
                  </a:lnTo>
                  <a:lnTo>
                    <a:pt x="220694" y="220409"/>
                  </a:lnTo>
                  <a:lnTo>
                    <a:pt x="202882" y="222790"/>
                  </a:lnTo>
                  <a:lnTo>
                    <a:pt x="195739" y="225266"/>
                  </a:lnTo>
                  <a:lnTo>
                    <a:pt x="160211" y="239744"/>
                  </a:lnTo>
                  <a:lnTo>
                    <a:pt x="57245" y="282226"/>
                  </a:lnTo>
                  <a:lnTo>
                    <a:pt x="44958" y="254698"/>
                  </a:lnTo>
                  <a:lnTo>
                    <a:pt x="58388" y="225457"/>
                  </a:lnTo>
                  <a:lnTo>
                    <a:pt x="61722" y="216598"/>
                  </a:lnTo>
                  <a:lnTo>
                    <a:pt x="65532" y="206597"/>
                  </a:lnTo>
                  <a:lnTo>
                    <a:pt x="68389" y="196405"/>
                  </a:lnTo>
                  <a:lnTo>
                    <a:pt x="71342" y="186023"/>
                  </a:lnTo>
                  <a:lnTo>
                    <a:pt x="66961" y="162592"/>
                  </a:lnTo>
                  <a:lnTo>
                    <a:pt x="45815" y="150209"/>
                  </a:lnTo>
                  <a:lnTo>
                    <a:pt x="29718" y="141923"/>
                  </a:lnTo>
                  <a:lnTo>
                    <a:pt x="14668" y="128302"/>
                  </a:lnTo>
                  <a:lnTo>
                    <a:pt x="0" y="104394"/>
                  </a:lnTo>
                  <a:lnTo>
                    <a:pt x="953" y="82677"/>
                  </a:lnTo>
                  <a:lnTo>
                    <a:pt x="16192" y="49721"/>
                  </a:lnTo>
                  <a:lnTo>
                    <a:pt x="17812" y="47244"/>
                  </a:lnTo>
                  <a:lnTo>
                    <a:pt x="20764" y="45720"/>
                  </a:lnTo>
                  <a:lnTo>
                    <a:pt x="43053" y="39910"/>
                  </a:lnTo>
                  <a:lnTo>
                    <a:pt x="50101" y="39910"/>
                  </a:lnTo>
                  <a:lnTo>
                    <a:pt x="51721" y="40672"/>
                  </a:lnTo>
                  <a:lnTo>
                    <a:pt x="52768" y="42100"/>
                  </a:lnTo>
                  <a:lnTo>
                    <a:pt x="57055" y="47530"/>
                  </a:lnTo>
                  <a:lnTo>
                    <a:pt x="58769" y="49625"/>
                  </a:lnTo>
                  <a:lnTo>
                    <a:pt x="61722" y="50863"/>
                  </a:lnTo>
                  <a:lnTo>
                    <a:pt x="64675" y="50673"/>
                  </a:lnTo>
                  <a:lnTo>
                    <a:pt x="65532" y="50578"/>
                  </a:lnTo>
                  <a:lnTo>
                    <a:pt x="98012" y="46768"/>
                  </a:lnTo>
                  <a:lnTo>
                    <a:pt x="143923" y="40005"/>
                  </a:lnTo>
                  <a:lnTo>
                    <a:pt x="165545" y="29432"/>
                  </a:lnTo>
                  <a:lnTo>
                    <a:pt x="189357" y="0"/>
                  </a:lnTo>
                  <a:lnTo>
                    <a:pt x="246793" y="37529"/>
                  </a:lnTo>
                  <a:lnTo>
                    <a:pt x="374237" y="939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1" name="서울특별시 마포구 상암동">
              <a:extLst>
                <a:ext uri="{FF2B5EF4-FFF2-40B4-BE49-F238E27FC236}">
                  <a16:creationId xmlns:a16="http://schemas.microsoft.com/office/drawing/2014/main" id="{8A463910-4C2D-6CC4-8C37-466CA6FD7673}"/>
                </a:ext>
              </a:extLst>
            </p:cNvPr>
            <p:cNvSpPr/>
            <p:nvPr/>
          </p:nvSpPr>
          <p:spPr>
            <a:xfrm>
              <a:off x="3984021" y="2958750"/>
              <a:ext cx="828674" cy="661225"/>
            </a:xfrm>
            <a:custGeom>
              <a:avLst/>
              <a:gdLst>
                <a:gd name="connsiteX0" fmla="*/ 739330 w 828674"/>
                <a:gd name="connsiteY0" fmla="*/ 229838 h 661225"/>
                <a:gd name="connsiteX1" fmla="*/ 746474 w 828674"/>
                <a:gd name="connsiteY1" fmla="*/ 234696 h 661225"/>
                <a:gd name="connsiteX2" fmla="*/ 801719 w 828674"/>
                <a:gd name="connsiteY2" fmla="*/ 272320 h 661225"/>
                <a:gd name="connsiteX3" fmla="*/ 823055 w 828674"/>
                <a:gd name="connsiteY3" fmla="*/ 250031 h 661225"/>
                <a:gd name="connsiteX4" fmla="*/ 828675 w 828674"/>
                <a:gd name="connsiteY4" fmla="*/ 254698 h 661225"/>
                <a:gd name="connsiteX5" fmla="*/ 801148 w 828674"/>
                <a:gd name="connsiteY5" fmla="*/ 280606 h 661225"/>
                <a:gd name="connsiteX6" fmla="*/ 777335 w 828674"/>
                <a:gd name="connsiteY6" fmla="*/ 310039 h 661225"/>
                <a:gd name="connsiteX7" fmla="*/ 755713 w 828674"/>
                <a:gd name="connsiteY7" fmla="*/ 320611 h 661225"/>
                <a:gd name="connsiteX8" fmla="*/ 709803 w 828674"/>
                <a:gd name="connsiteY8" fmla="*/ 327374 h 661225"/>
                <a:gd name="connsiteX9" fmla="*/ 677323 w 828674"/>
                <a:gd name="connsiteY9" fmla="*/ 331184 h 661225"/>
                <a:gd name="connsiteX10" fmla="*/ 676465 w 828674"/>
                <a:gd name="connsiteY10" fmla="*/ 331280 h 661225"/>
                <a:gd name="connsiteX11" fmla="*/ 673513 w 828674"/>
                <a:gd name="connsiteY11" fmla="*/ 331470 h 661225"/>
                <a:gd name="connsiteX12" fmla="*/ 670560 w 828674"/>
                <a:gd name="connsiteY12" fmla="*/ 330232 h 661225"/>
                <a:gd name="connsiteX13" fmla="*/ 668846 w 828674"/>
                <a:gd name="connsiteY13" fmla="*/ 328136 h 661225"/>
                <a:gd name="connsiteX14" fmla="*/ 664559 w 828674"/>
                <a:gd name="connsiteY14" fmla="*/ 322707 h 661225"/>
                <a:gd name="connsiteX15" fmla="*/ 663511 w 828674"/>
                <a:gd name="connsiteY15" fmla="*/ 321278 h 661225"/>
                <a:gd name="connsiteX16" fmla="*/ 661892 w 828674"/>
                <a:gd name="connsiteY16" fmla="*/ 320516 h 661225"/>
                <a:gd name="connsiteX17" fmla="*/ 654844 w 828674"/>
                <a:gd name="connsiteY17" fmla="*/ 320516 h 661225"/>
                <a:gd name="connsiteX18" fmla="*/ 632555 w 828674"/>
                <a:gd name="connsiteY18" fmla="*/ 326326 h 661225"/>
                <a:gd name="connsiteX19" fmla="*/ 629602 w 828674"/>
                <a:gd name="connsiteY19" fmla="*/ 327850 h 661225"/>
                <a:gd name="connsiteX20" fmla="*/ 627983 w 828674"/>
                <a:gd name="connsiteY20" fmla="*/ 330327 h 661225"/>
                <a:gd name="connsiteX21" fmla="*/ 612743 w 828674"/>
                <a:gd name="connsiteY21" fmla="*/ 363284 h 661225"/>
                <a:gd name="connsiteX22" fmla="*/ 611791 w 828674"/>
                <a:gd name="connsiteY22" fmla="*/ 385000 h 661225"/>
                <a:gd name="connsiteX23" fmla="*/ 626459 w 828674"/>
                <a:gd name="connsiteY23" fmla="*/ 408908 h 661225"/>
                <a:gd name="connsiteX24" fmla="*/ 641509 w 828674"/>
                <a:gd name="connsiteY24" fmla="*/ 422529 h 661225"/>
                <a:gd name="connsiteX25" fmla="*/ 657606 w 828674"/>
                <a:gd name="connsiteY25" fmla="*/ 430816 h 661225"/>
                <a:gd name="connsiteX26" fmla="*/ 678751 w 828674"/>
                <a:gd name="connsiteY26" fmla="*/ 443198 h 661225"/>
                <a:gd name="connsiteX27" fmla="*/ 683133 w 828674"/>
                <a:gd name="connsiteY27" fmla="*/ 466630 h 661225"/>
                <a:gd name="connsiteX28" fmla="*/ 680180 w 828674"/>
                <a:gd name="connsiteY28" fmla="*/ 477012 h 661225"/>
                <a:gd name="connsiteX29" fmla="*/ 677323 w 828674"/>
                <a:gd name="connsiteY29" fmla="*/ 487204 h 661225"/>
                <a:gd name="connsiteX30" fmla="*/ 673513 w 828674"/>
                <a:gd name="connsiteY30" fmla="*/ 497205 h 661225"/>
                <a:gd name="connsiteX31" fmla="*/ 670179 w 828674"/>
                <a:gd name="connsiteY31" fmla="*/ 506063 h 661225"/>
                <a:gd name="connsiteX32" fmla="*/ 656749 w 828674"/>
                <a:gd name="connsiteY32" fmla="*/ 535305 h 661225"/>
                <a:gd name="connsiteX33" fmla="*/ 669036 w 828674"/>
                <a:gd name="connsiteY33" fmla="*/ 562832 h 661225"/>
                <a:gd name="connsiteX34" fmla="*/ 466820 w 828674"/>
                <a:gd name="connsiteY34" fmla="*/ 661225 h 661225"/>
                <a:gd name="connsiteX35" fmla="*/ 339280 w 828674"/>
                <a:gd name="connsiteY35" fmla="*/ 576739 h 661225"/>
                <a:gd name="connsiteX36" fmla="*/ 214693 w 828674"/>
                <a:gd name="connsiteY36" fmla="*/ 490442 h 661225"/>
                <a:gd name="connsiteX37" fmla="*/ 160782 w 828674"/>
                <a:gd name="connsiteY37" fmla="*/ 454057 h 661225"/>
                <a:gd name="connsiteX38" fmla="*/ 123349 w 828674"/>
                <a:gd name="connsiteY38" fmla="*/ 436340 h 661225"/>
                <a:gd name="connsiteX39" fmla="*/ 56007 w 828674"/>
                <a:gd name="connsiteY39" fmla="*/ 404527 h 661225"/>
                <a:gd name="connsiteX40" fmla="*/ 52864 w 828674"/>
                <a:gd name="connsiteY40" fmla="*/ 403003 h 661225"/>
                <a:gd name="connsiteX41" fmla="*/ 17907 w 828674"/>
                <a:gd name="connsiteY41" fmla="*/ 386429 h 661225"/>
                <a:gd name="connsiteX42" fmla="*/ 0 w 828674"/>
                <a:gd name="connsiteY42" fmla="*/ 360140 h 661225"/>
                <a:gd name="connsiteX43" fmla="*/ 6096 w 828674"/>
                <a:gd name="connsiteY43" fmla="*/ 295465 h 661225"/>
                <a:gd name="connsiteX44" fmla="*/ 7810 w 828674"/>
                <a:gd name="connsiteY44" fmla="*/ 277654 h 661225"/>
                <a:gd name="connsiteX45" fmla="*/ 78105 w 828674"/>
                <a:gd name="connsiteY45" fmla="*/ 273463 h 661225"/>
                <a:gd name="connsiteX46" fmla="*/ 136684 w 828674"/>
                <a:gd name="connsiteY46" fmla="*/ 273748 h 661225"/>
                <a:gd name="connsiteX47" fmla="*/ 167259 w 828674"/>
                <a:gd name="connsiteY47" fmla="*/ 262604 h 661225"/>
                <a:gd name="connsiteX48" fmla="*/ 191643 w 828674"/>
                <a:gd name="connsiteY48" fmla="*/ 245554 h 661225"/>
                <a:gd name="connsiteX49" fmla="*/ 288798 w 828674"/>
                <a:gd name="connsiteY49" fmla="*/ 219265 h 661225"/>
                <a:gd name="connsiteX50" fmla="*/ 341567 w 828674"/>
                <a:gd name="connsiteY50" fmla="*/ 217075 h 661225"/>
                <a:gd name="connsiteX51" fmla="*/ 356425 w 828674"/>
                <a:gd name="connsiteY51" fmla="*/ 218218 h 661225"/>
                <a:gd name="connsiteX52" fmla="*/ 362998 w 828674"/>
                <a:gd name="connsiteY52" fmla="*/ 209074 h 661225"/>
                <a:gd name="connsiteX53" fmla="*/ 364522 w 828674"/>
                <a:gd name="connsiteY53" fmla="*/ 207073 h 661225"/>
                <a:gd name="connsiteX54" fmla="*/ 366427 w 828674"/>
                <a:gd name="connsiteY54" fmla="*/ 202882 h 661225"/>
                <a:gd name="connsiteX55" fmla="*/ 363569 w 828674"/>
                <a:gd name="connsiteY55" fmla="*/ 192691 h 661225"/>
                <a:gd name="connsiteX56" fmla="*/ 348425 w 828674"/>
                <a:gd name="connsiteY56" fmla="*/ 170021 h 661225"/>
                <a:gd name="connsiteX57" fmla="*/ 349091 w 828674"/>
                <a:gd name="connsiteY57" fmla="*/ 123634 h 661225"/>
                <a:gd name="connsiteX58" fmla="*/ 366522 w 828674"/>
                <a:gd name="connsiteY58" fmla="*/ 85820 h 661225"/>
                <a:gd name="connsiteX59" fmla="*/ 414623 w 828674"/>
                <a:gd name="connsiteY59" fmla="*/ 23527 h 661225"/>
                <a:gd name="connsiteX60" fmla="*/ 416052 w 828674"/>
                <a:gd name="connsiteY60" fmla="*/ 22288 h 661225"/>
                <a:gd name="connsiteX61" fmla="*/ 418338 w 828674"/>
                <a:gd name="connsiteY61" fmla="*/ 20479 h 661225"/>
                <a:gd name="connsiteX62" fmla="*/ 450056 w 828674"/>
                <a:gd name="connsiteY62" fmla="*/ 0 h 661225"/>
                <a:gd name="connsiteX63" fmla="*/ 468439 w 828674"/>
                <a:gd name="connsiteY63" fmla="*/ 15907 h 661225"/>
                <a:gd name="connsiteX64" fmla="*/ 535876 w 828674"/>
                <a:gd name="connsiteY64" fmla="*/ 73914 h 661225"/>
                <a:gd name="connsiteX65" fmla="*/ 544259 w 828674"/>
                <a:gd name="connsiteY65" fmla="*/ 81058 h 661225"/>
                <a:gd name="connsiteX66" fmla="*/ 579977 w 828674"/>
                <a:gd name="connsiteY66" fmla="*/ 110966 h 661225"/>
                <a:gd name="connsiteX67" fmla="*/ 584454 w 828674"/>
                <a:gd name="connsiteY67" fmla="*/ 114205 h 661225"/>
                <a:gd name="connsiteX68" fmla="*/ 589217 w 828674"/>
                <a:gd name="connsiteY68" fmla="*/ 117824 h 661225"/>
                <a:gd name="connsiteX69" fmla="*/ 590169 w 828674"/>
                <a:gd name="connsiteY69" fmla="*/ 118396 h 661225"/>
                <a:gd name="connsiteX70" fmla="*/ 594741 w 828674"/>
                <a:gd name="connsiteY70" fmla="*/ 121444 h 661225"/>
                <a:gd name="connsiteX71" fmla="*/ 630174 w 828674"/>
                <a:gd name="connsiteY71" fmla="*/ 145066 h 661225"/>
                <a:gd name="connsiteX72" fmla="*/ 686657 w 828674"/>
                <a:gd name="connsiteY72" fmla="*/ 171831 h 661225"/>
                <a:gd name="connsiteX73" fmla="*/ 703612 w 828674"/>
                <a:gd name="connsiteY73" fmla="*/ 182785 h 661225"/>
                <a:gd name="connsiteX74" fmla="*/ 711518 w 828674"/>
                <a:gd name="connsiteY74" fmla="*/ 189452 h 661225"/>
                <a:gd name="connsiteX75" fmla="*/ 734092 w 828674"/>
                <a:gd name="connsiteY75" fmla="*/ 213360 h 661225"/>
                <a:gd name="connsiteX76" fmla="*/ 739330 w 828674"/>
                <a:gd name="connsiteY76" fmla="*/ 229838 h 66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828674" h="661225">
                  <a:moveTo>
                    <a:pt x="739330" y="229838"/>
                  </a:moveTo>
                  <a:lnTo>
                    <a:pt x="746474" y="234696"/>
                  </a:lnTo>
                  <a:lnTo>
                    <a:pt x="801719" y="272320"/>
                  </a:lnTo>
                  <a:lnTo>
                    <a:pt x="823055" y="250031"/>
                  </a:lnTo>
                  <a:lnTo>
                    <a:pt x="828675" y="254698"/>
                  </a:lnTo>
                  <a:lnTo>
                    <a:pt x="801148" y="280606"/>
                  </a:lnTo>
                  <a:lnTo>
                    <a:pt x="777335" y="310039"/>
                  </a:lnTo>
                  <a:lnTo>
                    <a:pt x="755713" y="320611"/>
                  </a:lnTo>
                  <a:lnTo>
                    <a:pt x="709803" y="327374"/>
                  </a:lnTo>
                  <a:lnTo>
                    <a:pt x="677323" y="331184"/>
                  </a:lnTo>
                  <a:lnTo>
                    <a:pt x="676465" y="331280"/>
                  </a:lnTo>
                  <a:lnTo>
                    <a:pt x="673513" y="331470"/>
                  </a:lnTo>
                  <a:lnTo>
                    <a:pt x="670560" y="330232"/>
                  </a:lnTo>
                  <a:lnTo>
                    <a:pt x="668846" y="328136"/>
                  </a:lnTo>
                  <a:lnTo>
                    <a:pt x="664559" y="322707"/>
                  </a:lnTo>
                  <a:lnTo>
                    <a:pt x="663511" y="321278"/>
                  </a:lnTo>
                  <a:lnTo>
                    <a:pt x="661892" y="320516"/>
                  </a:lnTo>
                  <a:lnTo>
                    <a:pt x="654844" y="320516"/>
                  </a:lnTo>
                  <a:lnTo>
                    <a:pt x="632555" y="326326"/>
                  </a:lnTo>
                  <a:lnTo>
                    <a:pt x="629602" y="327850"/>
                  </a:lnTo>
                  <a:lnTo>
                    <a:pt x="627983" y="330327"/>
                  </a:lnTo>
                  <a:lnTo>
                    <a:pt x="612743" y="363284"/>
                  </a:lnTo>
                  <a:lnTo>
                    <a:pt x="611791" y="385000"/>
                  </a:lnTo>
                  <a:lnTo>
                    <a:pt x="626459" y="408908"/>
                  </a:lnTo>
                  <a:lnTo>
                    <a:pt x="641509" y="422529"/>
                  </a:lnTo>
                  <a:lnTo>
                    <a:pt x="657606" y="430816"/>
                  </a:lnTo>
                  <a:lnTo>
                    <a:pt x="678751" y="443198"/>
                  </a:lnTo>
                  <a:lnTo>
                    <a:pt x="683133" y="466630"/>
                  </a:lnTo>
                  <a:lnTo>
                    <a:pt x="680180" y="477012"/>
                  </a:lnTo>
                  <a:lnTo>
                    <a:pt x="677323" y="487204"/>
                  </a:lnTo>
                  <a:lnTo>
                    <a:pt x="673513" y="497205"/>
                  </a:lnTo>
                  <a:lnTo>
                    <a:pt x="670179" y="506063"/>
                  </a:lnTo>
                  <a:lnTo>
                    <a:pt x="656749" y="535305"/>
                  </a:lnTo>
                  <a:lnTo>
                    <a:pt x="669036" y="562832"/>
                  </a:lnTo>
                  <a:lnTo>
                    <a:pt x="466820" y="661225"/>
                  </a:lnTo>
                  <a:lnTo>
                    <a:pt x="339280" y="576739"/>
                  </a:lnTo>
                  <a:lnTo>
                    <a:pt x="214693" y="490442"/>
                  </a:lnTo>
                  <a:lnTo>
                    <a:pt x="160782" y="454057"/>
                  </a:lnTo>
                  <a:lnTo>
                    <a:pt x="123349" y="436340"/>
                  </a:lnTo>
                  <a:lnTo>
                    <a:pt x="56007" y="404527"/>
                  </a:lnTo>
                  <a:lnTo>
                    <a:pt x="52864" y="403003"/>
                  </a:lnTo>
                  <a:lnTo>
                    <a:pt x="17907" y="386429"/>
                  </a:lnTo>
                  <a:lnTo>
                    <a:pt x="0" y="360140"/>
                  </a:lnTo>
                  <a:lnTo>
                    <a:pt x="6096" y="295465"/>
                  </a:lnTo>
                  <a:lnTo>
                    <a:pt x="7810" y="277654"/>
                  </a:lnTo>
                  <a:lnTo>
                    <a:pt x="78105" y="273463"/>
                  </a:lnTo>
                  <a:lnTo>
                    <a:pt x="136684" y="273748"/>
                  </a:lnTo>
                  <a:lnTo>
                    <a:pt x="167259" y="262604"/>
                  </a:lnTo>
                  <a:lnTo>
                    <a:pt x="191643" y="245554"/>
                  </a:lnTo>
                  <a:lnTo>
                    <a:pt x="288798" y="219265"/>
                  </a:lnTo>
                  <a:lnTo>
                    <a:pt x="341567" y="217075"/>
                  </a:lnTo>
                  <a:lnTo>
                    <a:pt x="356425" y="218218"/>
                  </a:lnTo>
                  <a:lnTo>
                    <a:pt x="362998" y="209074"/>
                  </a:lnTo>
                  <a:lnTo>
                    <a:pt x="364522" y="207073"/>
                  </a:lnTo>
                  <a:lnTo>
                    <a:pt x="366427" y="202882"/>
                  </a:lnTo>
                  <a:lnTo>
                    <a:pt x="363569" y="192691"/>
                  </a:lnTo>
                  <a:lnTo>
                    <a:pt x="348425" y="170021"/>
                  </a:lnTo>
                  <a:lnTo>
                    <a:pt x="349091" y="123634"/>
                  </a:lnTo>
                  <a:lnTo>
                    <a:pt x="366522" y="85820"/>
                  </a:lnTo>
                  <a:lnTo>
                    <a:pt x="414623" y="23527"/>
                  </a:lnTo>
                  <a:lnTo>
                    <a:pt x="416052" y="22288"/>
                  </a:lnTo>
                  <a:lnTo>
                    <a:pt x="418338" y="20479"/>
                  </a:lnTo>
                  <a:lnTo>
                    <a:pt x="450056" y="0"/>
                  </a:lnTo>
                  <a:lnTo>
                    <a:pt x="468439" y="15907"/>
                  </a:lnTo>
                  <a:lnTo>
                    <a:pt x="535876" y="73914"/>
                  </a:lnTo>
                  <a:lnTo>
                    <a:pt x="544259" y="81058"/>
                  </a:lnTo>
                  <a:lnTo>
                    <a:pt x="579977" y="110966"/>
                  </a:lnTo>
                  <a:lnTo>
                    <a:pt x="584454" y="114205"/>
                  </a:lnTo>
                  <a:lnTo>
                    <a:pt x="589217" y="117824"/>
                  </a:lnTo>
                  <a:lnTo>
                    <a:pt x="590169" y="118396"/>
                  </a:lnTo>
                  <a:lnTo>
                    <a:pt x="594741" y="121444"/>
                  </a:lnTo>
                  <a:lnTo>
                    <a:pt x="630174" y="145066"/>
                  </a:lnTo>
                  <a:lnTo>
                    <a:pt x="686657" y="171831"/>
                  </a:lnTo>
                  <a:lnTo>
                    <a:pt x="703612" y="182785"/>
                  </a:lnTo>
                  <a:lnTo>
                    <a:pt x="711518" y="189452"/>
                  </a:lnTo>
                  <a:lnTo>
                    <a:pt x="734092" y="213360"/>
                  </a:lnTo>
                  <a:lnTo>
                    <a:pt x="739330" y="2298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32" name="서울특별시 마포구 도화동">
              <a:extLst>
                <a:ext uri="{FF2B5EF4-FFF2-40B4-BE49-F238E27FC236}">
                  <a16:creationId xmlns:a16="http://schemas.microsoft.com/office/drawing/2014/main" id="{9C931BB7-A9F0-C933-F3BF-9D42803E697F}"/>
                </a:ext>
              </a:extLst>
            </p:cNvPr>
            <p:cNvSpPr/>
            <p:nvPr/>
          </p:nvSpPr>
          <p:spPr>
            <a:xfrm>
              <a:off x="5428392" y="3820667"/>
              <a:ext cx="350139" cy="253365"/>
            </a:xfrm>
            <a:custGeom>
              <a:avLst/>
              <a:gdLst>
                <a:gd name="connsiteX0" fmla="*/ 350139 w 350139"/>
                <a:gd name="connsiteY0" fmla="*/ 50959 h 253365"/>
                <a:gd name="connsiteX1" fmla="*/ 303752 w 350139"/>
                <a:gd name="connsiteY1" fmla="*/ 88963 h 253365"/>
                <a:gd name="connsiteX2" fmla="*/ 288607 w 350139"/>
                <a:gd name="connsiteY2" fmla="*/ 100584 h 253365"/>
                <a:gd name="connsiteX3" fmla="*/ 288607 w 350139"/>
                <a:gd name="connsiteY3" fmla="*/ 101346 h 253365"/>
                <a:gd name="connsiteX4" fmla="*/ 288703 w 350139"/>
                <a:gd name="connsiteY4" fmla="*/ 103727 h 253365"/>
                <a:gd name="connsiteX5" fmla="*/ 288322 w 350139"/>
                <a:gd name="connsiteY5" fmla="*/ 105632 h 253365"/>
                <a:gd name="connsiteX6" fmla="*/ 288131 w 350139"/>
                <a:gd name="connsiteY6" fmla="*/ 106489 h 253365"/>
                <a:gd name="connsiteX7" fmla="*/ 287846 w 350139"/>
                <a:gd name="connsiteY7" fmla="*/ 108204 h 253365"/>
                <a:gd name="connsiteX8" fmla="*/ 285274 w 350139"/>
                <a:gd name="connsiteY8" fmla="*/ 110776 h 253365"/>
                <a:gd name="connsiteX9" fmla="*/ 274606 w 350139"/>
                <a:gd name="connsiteY9" fmla="*/ 119539 h 253365"/>
                <a:gd name="connsiteX10" fmla="*/ 257842 w 350139"/>
                <a:gd name="connsiteY10" fmla="*/ 128683 h 253365"/>
                <a:gd name="connsiteX11" fmla="*/ 254508 w 350139"/>
                <a:gd name="connsiteY11" fmla="*/ 130207 h 253365"/>
                <a:gd name="connsiteX12" fmla="*/ 247840 w 350139"/>
                <a:gd name="connsiteY12" fmla="*/ 131921 h 253365"/>
                <a:gd name="connsiteX13" fmla="*/ 223552 w 350139"/>
                <a:gd name="connsiteY13" fmla="*/ 136398 h 253365"/>
                <a:gd name="connsiteX14" fmla="*/ 194405 w 350139"/>
                <a:gd name="connsiteY14" fmla="*/ 140875 h 253365"/>
                <a:gd name="connsiteX15" fmla="*/ 168688 w 350139"/>
                <a:gd name="connsiteY15" fmla="*/ 138779 h 253365"/>
                <a:gd name="connsiteX16" fmla="*/ 164878 w 350139"/>
                <a:gd name="connsiteY16" fmla="*/ 140398 h 253365"/>
                <a:gd name="connsiteX17" fmla="*/ 162496 w 350139"/>
                <a:gd name="connsiteY17" fmla="*/ 141446 h 253365"/>
                <a:gd name="connsiteX18" fmla="*/ 151257 w 350139"/>
                <a:gd name="connsiteY18" fmla="*/ 148685 h 253365"/>
                <a:gd name="connsiteX19" fmla="*/ 144875 w 350139"/>
                <a:gd name="connsiteY19" fmla="*/ 153353 h 253365"/>
                <a:gd name="connsiteX20" fmla="*/ 143446 w 350139"/>
                <a:gd name="connsiteY20" fmla="*/ 161830 h 253365"/>
                <a:gd name="connsiteX21" fmla="*/ 117538 w 350139"/>
                <a:gd name="connsiteY21" fmla="*/ 253365 h 253365"/>
                <a:gd name="connsiteX22" fmla="*/ 0 w 350139"/>
                <a:gd name="connsiteY22" fmla="*/ 164783 h 253365"/>
                <a:gd name="connsiteX23" fmla="*/ 64198 w 350139"/>
                <a:gd name="connsiteY23" fmla="*/ 133541 h 253365"/>
                <a:gd name="connsiteX24" fmla="*/ 84868 w 350139"/>
                <a:gd name="connsiteY24" fmla="*/ 120777 h 253365"/>
                <a:gd name="connsiteX25" fmla="*/ 105156 w 350139"/>
                <a:gd name="connsiteY25" fmla="*/ 108013 h 253365"/>
                <a:gd name="connsiteX26" fmla="*/ 120777 w 350139"/>
                <a:gd name="connsiteY26" fmla="*/ 98108 h 253365"/>
                <a:gd name="connsiteX27" fmla="*/ 218885 w 350139"/>
                <a:gd name="connsiteY27" fmla="*/ 28194 h 253365"/>
                <a:gd name="connsiteX28" fmla="*/ 229933 w 350139"/>
                <a:gd name="connsiteY28" fmla="*/ 18574 h 253365"/>
                <a:gd name="connsiteX29" fmla="*/ 246697 w 350139"/>
                <a:gd name="connsiteY29" fmla="*/ 0 h 253365"/>
                <a:gd name="connsiteX30" fmla="*/ 350139 w 350139"/>
                <a:gd name="connsiteY30" fmla="*/ 50959 h 253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50139" h="253365">
                  <a:moveTo>
                    <a:pt x="350139" y="50959"/>
                  </a:moveTo>
                  <a:lnTo>
                    <a:pt x="303752" y="88963"/>
                  </a:lnTo>
                  <a:lnTo>
                    <a:pt x="288607" y="100584"/>
                  </a:lnTo>
                  <a:lnTo>
                    <a:pt x="288607" y="101346"/>
                  </a:lnTo>
                  <a:lnTo>
                    <a:pt x="288703" y="103727"/>
                  </a:lnTo>
                  <a:lnTo>
                    <a:pt x="288322" y="105632"/>
                  </a:lnTo>
                  <a:lnTo>
                    <a:pt x="288131" y="106489"/>
                  </a:lnTo>
                  <a:lnTo>
                    <a:pt x="287846" y="108204"/>
                  </a:lnTo>
                  <a:lnTo>
                    <a:pt x="285274" y="110776"/>
                  </a:lnTo>
                  <a:lnTo>
                    <a:pt x="274606" y="119539"/>
                  </a:lnTo>
                  <a:lnTo>
                    <a:pt x="257842" y="128683"/>
                  </a:lnTo>
                  <a:lnTo>
                    <a:pt x="254508" y="130207"/>
                  </a:lnTo>
                  <a:lnTo>
                    <a:pt x="247840" y="131921"/>
                  </a:lnTo>
                  <a:lnTo>
                    <a:pt x="223552" y="136398"/>
                  </a:lnTo>
                  <a:lnTo>
                    <a:pt x="194405" y="140875"/>
                  </a:lnTo>
                  <a:lnTo>
                    <a:pt x="168688" y="138779"/>
                  </a:lnTo>
                  <a:lnTo>
                    <a:pt x="164878" y="140398"/>
                  </a:lnTo>
                  <a:lnTo>
                    <a:pt x="162496" y="141446"/>
                  </a:lnTo>
                  <a:lnTo>
                    <a:pt x="151257" y="148685"/>
                  </a:lnTo>
                  <a:lnTo>
                    <a:pt x="144875" y="153353"/>
                  </a:lnTo>
                  <a:lnTo>
                    <a:pt x="143446" y="161830"/>
                  </a:lnTo>
                  <a:lnTo>
                    <a:pt x="117538" y="253365"/>
                  </a:lnTo>
                  <a:lnTo>
                    <a:pt x="0" y="164783"/>
                  </a:lnTo>
                  <a:lnTo>
                    <a:pt x="64198" y="133541"/>
                  </a:lnTo>
                  <a:lnTo>
                    <a:pt x="84868" y="120777"/>
                  </a:lnTo>
                  <a:lnTo>
                    <a:pt x="105156" y="108013"/>
                  </a:lnTo>
                  <a:lnTo>
                    <a:pt x="120777" y="98108"/>
                  </a:lnTo>
                  <a:lnTo>
                    <a:pt x="218885" y="28194"/>
                  </a:lnTo>
                  <a:lnTo>
                    <a:pt x="229933" y="18574"/>
                  </a:lnTo>
                  <a:lnTo>
                    <a:pt x="246697" y="0"/>
                  </a:lnTo>
                  <a:lnTo>
                    <a:pt x="350139" y="509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3" name="서울특별시 마포구 서강동">
              <a:extLst>
                <a:ext uri="{FF2B5EF4-FFF2-40B4-BE49-F238E27FC236}">
                  <a16:creationId xmlns:a16="http://schemas.microsoft.com/office/drawing/2014/main" id="{B9E99212-83BF-1165-086D-228E72988BCC}"/>
                </a:ext>
              </a:extLst>
            </p:cNvPr>
            <p:cNvSpPr/>
            <p:nvPr/>
          </p:nvSpPr>
          <p:spPr>
            <a:xfrm>
              <a:off x="5019103" y="3615499"/>
              <a:ext cx="354710" cy="306228"/>
            </a:xfrm>
            <a:custGeom>
              <a:avLst/>
              <a:gdLst>
                <a:gd name="connsiteX0" fmla="*/ 354711 w 354710"/>
                <a:gd name="connsiteY0" fmla="*/ 23336 h 306228"/>
                <a:gd name="connsiteX1" fmla="*/ 348139 w 354710"/>
                <a:gd name="connsiteY1" fmla="*/ 29051 h 306228"/>
                <a:gd name="connsiteX2" fmla="*/ 334423 w 354710"/>
                <a:gd name="connsiteY2" fmla="*/ 58579 h 306228"/>
                <a:gd name="connsiteX3" fmla="*/ 334423 w 354710"/>
                <a:gd name="connsiteY3" fmla="*/ 84677 h 306228"/>
                <a:gd name="connsiteX4" fmla="*/ 334423 w 354710"/>
                <a:gd name="connsiteY4" fmla="*/ 85725 h 306228"/>
                <a:gd name="connsiteX5" fmla="*/ 333280 w 354710"/>
                <a:gd name="connsiteY5" fmla="*/ 97822 h 306228"/>
                <a:gd name="connsiteX6" fmla="*/ 328422 w 354710"/>
                <a:gd name="connsiteY6" fmla="*/ 128969 h 306228"/>
                <a:gd name="connsiteX7" fmla="*/ 327565 w 354710"/>
                <a:gd name="connsiteY7" fmla="*/ 133826 h 306228"/>
                <a:gd name="connsiteX8" fmla="*/ 315563 w 354710"/>
                <a:gd name="connsiteY8" fmla="*/ 166878 h 306228"/>
                <a:gd name="connsiteX9" fmla="*/ 315278 w 354710"/>
                <a:gd name="connsiteY9" fmla="*/ 167735 h 306228"/>
                <a:gd name="connsiteX10" fmla="*/ 306991 w 354710"/>
                <a:gd name="connsiteY10" fmla="*/ 173641 h 306228"/>
                <a:gd name="connsiteX11" fmla="*/ 305848 w 354710"/>
                <a:gd name="connsiteY11" fmla="*/ 174498 h 306228"/>
                <a:gd name="connsiteX12" fmla="*/ 242697 w 354710"/>
                <a:gd name="connsiteY12" fmla="*/ 241173 h 306228"/>
                <a:gd name="connsiteX13" fmla="*/ 198596 w 354710"/>
                <a:gd name="connsiteY13" fmla="*/ 306229 h 306228"/>
                <a:gd name="connsiteX14" fmla="*/ 0 w 354710"/>
                <a:gd name="connsiteY14" fmla="*/ 263938 h 306228"/>
                <a:gd name="connsiteX15" fmla="*/ 28004 w 354710"/>
                <a:gd name="connsiteY15" fmla="*/ 221456 h 306228"/>
                <a:gd name="connsiteX16" fmla="*/ 39624 w 354710"/>
                <a:gd name="connsiteY16" fmla="*/ 203930 h 306228"/>
                <a:gd name="connsiteX17" fmla="*/ 56864 w 354710"/>
                <a:gd name="connsiteY17" fmla="*/ 182690 h 306228"/>
                <a:gd name="connsiteX18" fmla="*/ 93821 w 354710"/>
                <a:gd name="connsiteY18" fmla="*/ 134208 h 306228"/>
                <a:gd name="connsiteX19" fmla="*/ 104870 w 354710"/>
                <a:gd name="connsiteY19" fmla="*/ 116015 h 306228"/>
                <a:gd name="connsiteX20" fmla="*/ 120396 w 354710"/>
                <a:gd name="connsiteY20" fmla="*/ 109061 h 306228"/>
                <a:gd name="connsiteX21" fmla="*/ 133064 w 354710"/>
                <a:gd name="connsiteY21" fmla="*/ 101727 h 306228"/>
                <a:gd name="connsiteX22" fmla="*/ 169640 w 354710"/>
                <a:gd name="connsiteY22" fmla="*/ 73724 h 306228"/>
                <a:gd name="connsiteX23" fmla="*/ 176308 w 354710"/>
                <a:gd name="connsiteY23" fmla="*/ 68580 h 306228"/>
                <a:gd name="connsiteX24" fmla="*/ 176498 w 354710"/>
                <a:gd name="connsiteY24" fmla="*/ 65151 h 306228"/>
                <a:gd name="connsiteX25" fmla="*/ 175927 w 354710"/>
                <a:gd name="connsiteY25" fmla="*/ 57245 h 306228"/>
                <a:gd name="connsiteX26" fmla="*/ 173927 w 354710"/>
                <a:gd name="connsiteY26" fmla="*/ 52292 h 306228"/>
                <a:gd name="connsiteX27" fmla="*/ 173831 w 354710"/>
                <a:gd name="connsiteY27" fmla="*/ 51816 h 306228"/>
                <a:gd name="connsiteX28" fmla="*/ 173736 w 354710"/>
                <a:gd name="connsiteY28" fmla="*/ 51149 h 306228"/>
                <a:gd name="connsiteX29" fmla="*/ 173260 w 354710"/>
                <a:gd name="connsiteY29" fmla="*/ 46958 h 306228"/>
                <a:gd name="connsiteX30" fmla="*/ 173736 w 354710"/>
                <a:gd name="connsiteY30" fmla="*/ 45053 h 306228"/>
                <a:gd name="connsiteX31" fmla="*/ 174022 w 354710"/>
                <a:gd name="connsiteY31" fmla="*/ 44482 h 306228"/>
                <a:gd name="connsiteX32" fmla="*/ 175927 w 354710"/>
                <a:gd name="connsiteY32" fmla="*/ 42005 h 306228"/>
                <a:gd name="connsiteX33" fmla="*/ 190881 w 354710"/>
                <a:gd name="connsiteY33" fmla="*/ 27908 h 306228"/>
                <a:gd name="connsiteX34" fmla="*/ 199549 w 354710"/>
                <a:gd name="connsiteY34" fmla="*/ 25051 h 306228"/>
                <a:gd name="connsiteX35" fmla="*/ 268224 w 354710"/>
                <a:gd name="connsiteY35" fmla="*/ 10192 h 306228"/>
                <a:gd name="connsiteX36" fmla="*/ 297942 w 354710"/>
                <a:gd name="connsiteY36" fmla="*/ 0 h 306228"/>
                <a:gd name="connsiteX37" fmla="*/ 354711 w 354710"/>
                <a:gd name="connsiteY37" fmla="*/ 23336 h 306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4710" h="306228">
                  <a:moveTo>
                    <a:pt x="354711" y="23336"/>
                  </a:moveTo>
                  <a:lnTo>
                    <a:pt x="348139" y="29051"/>
                  </a:lnTo>
                  <a:lnTo>
                    <a:pt x="334423" y="58579"/>
                  </a:lnTo>
                  <a:lnTo>
                    <a:pt x="334423" y="84677"/>
                  </a:lnTo>
                  <a:lnTo>
                    <a:pt x="334423" y="85725"/>
                  </a:lnTo>
                  <a:lnTo>
                    <a:pt x="333280" y="97822"/>
                  </a:lnTo>
                  <a:lnTo>
                    <a:pt x="328422" y="128969"/>
                  </a:lnTo>
                  <a:lnTo>
                    <a:pt x="327565" y="133826"/>
                  </a:lnTo>
                  <a:lnTo>
                    <a:pt x="315563" y="166878"/>
                  </a:lnTo>
                  <a:lnTo>
                    <a:pt x="315278" y="167735"/>
                  </a:lnTo>
                  <a:lnTo>
                    <a:pt x="306991" y="173641"/>
                  </a:lnTo>
                  <a:lnTo>
                    <a:pt x="305848" y="174498"/>
                  </a:lnTo>
                  <a:lnTo>
                    <a:pt x="242697" y="241173"/>
                  </a:lnTo>
                  <a:lnTo>
                    <a:pt x="198596" y="306229"/>
                  </a:lnTo>
                  <a:lnTo>
                    <a:pt x="0" y="263938"/>
                  </a:lnTo>
                  <a:lnTo>
                    <a:pt x="28004" y="221456"/>
                  </a:lnTo>
                  <a:lnTo>
                    <a:pt x="39624" y="203930"/>
                  </a:lnTo>
                  <a:lnTo>
                    <a:pt x="56864" y="182690"/>
                  </a:lnTo>
                  <a:lnTo>
                    <a:pt x="93821" y="134208"/>
                  </a:lnTo>
                  <a:lnTo>
                    <a:pt x="104870" y="116015"/>
                  </a:lnTo>
                  <a:lnTo>
                    <a:pt x="120396" y="109061"/>
                  </a:lnTo>
                  <a:lnTo>
                    <a:pt x="133064" y="101727"/>
                  </a:lnTo>
                  <a:lnTo>
                    <a:pt x="169640" y="73724"/>
                  </a:lnTo>
                  <a:lnTo>
                    <a:pt x="176308" y="68580"/>
                  </a:lnTo>
                  <a:lnTo>
                    <a:pt x="176498" y="65151"/>
                  </a:lnTo>
                  <a:lnTo>
                    <a:pt x="175927" y="57245"/>
                  </a:lnTo>
                  <a:lnTo>
                    <a:pt x="173927" y="52292"/>
                  </a:lnTo>
                  <a:lnTo>
                    <a:pt x="173831" y="51816"/>
                  </a:lnTo>
                  <a:lnTo>
                    <a:pt x="173736" y="51149"/>
                  </a:lnTo>
                  <a:lnTo>
                    <a:pt x="173260" y="46958"/>
                  </a:lnTo>
                  <a:lnTo>
                    <a:pt x="173736" y="45053"/>
                  </a:lnTo>
                  <a:lnTo>
                    <a:pt x="174022" y="44482"/>
                  </a:lnTo>
                  <a:lnTo>
                    <a:pt x="175927" y="42005"/>
                  </a:lnTo>
                  <a:lnTo>
                    <a:pt x="190881" y="27908"/>
                  </a:lnTo>
                  <a:lnTo>
                    <a:pt x="199549" y="25051"/>
                  </a:lnTo>
                  <a:lnTo>
                    <a:pt x="268224" y="10192"/>
                  </a:lnTo>
                  <a:lnTo>
                    <a:pt x="297942" y="0"/>
                  </a:lnTo>
                  <a:lnTo>
                    <a:pt x="354711" y="233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4" name="서울특별시 마포구 공덕동">
              <a:extLst>
                <a:ext uri="{FF2B5EF4-FFF2-40B4-BE49-F238E27FC236}">
                  <a16:creationId xmlns:a16="http://schemas.microsoft.com/office/drawing/2014/main" id="{3745C7D0-6053-140C-EAF4-EB0E36EE25C5}"/>
                </a:ext>
              </a:extLst>
            </p:cNvPr>
            <p:cNvSpPr/>
            <p:nvPr/>
          </p:nvSpPr>
          <p:spPr>
            <a:xfrm>
              <a:off x="5670899" y="3540442"/>
              <a:ext cx="231171" cy="331184"/>
            </a:xfrm>
            <a:custGeom>
              <a:avLst/>
              <a:gdLst>
                <a:gd name="connsiteX0" fmla="*/ 216122 w 231171"/>
                <a:gd name="connsiteY0" fmla="*/ 133255 h 331184"/>
                <a:gd name="connsiteX1" fmla="*/ 230886 w 231171"/>
                <a:gd name="connsiteY1" fmla="*/ 184499 h 331184"/>
                <a:gd name="connsiteX2" fmla="*/ 226028 w 231171"/>
                <a:gd name="connsiteY2" fmla="*/ 182594 h 331184"/>
                <a:gd name="connsiteX3" fmla="*/ 202216 w 231171"/>
                <a:gd name="connsiteY3" fmla="*/ 202216 h 331184"/>
                <a:gd name="connsiteX4" fmla="*/ 148019 w 231171"/>
                <a:gd name="connsiteY4" fmla="*/ 240601 h 331184"/>
                <a:gd name="connsiteX5" fmla="*/ 132969 w 231171"/>
                <a:gd name="connsiteY5" fmla="*/ 289179 h 331184"/>
                <a:gd name="connsiteX6" fmla="*/ 131159 w 231171"/>
                <a:gd name="connsiteY6" fmla="*/ 304038 h 331184"/>
                <a:gd name="connsiteX7" fmla="*/ 109538 w 231171"/>
                <a:gd name="connsiteY7" fmla="*/ 328993 h 331184"/>
                <a:gd name="connsiteX8" fmla="*/ 107633 w 231171"/>
                <a:gd name="connsiteY8" fmla="*/ 331184 h 331184"/>
                <a:gd name="connsiteX9" fmla="*/ 4191 w 231171"/>
                <a:gd name="connsiteY9" fmla="*/ 280225 h 331184"/>
                <a:gd name="connsiteX10" fmla="*/ 3238 w 231171"/>
                <a:gd name="connsiteY10" fmla="*/ 279749 h 331184"/>
                <a:gd name="connsiteX11" fmla="*/ 0 w 231171"/>
                <a:gd name="connsiteY11" fmla="*/ 277558 h 331184"/>
                <a:gd name="connsiteX12" fmla="*/ 22003 w 231171"/>
                <a:gd name="connsiteY12" fmla="*/ 248507 h 331184"/>
                <a:gd name="connsiteX13" fmla="*/ 28861 w 231171"/>
                <a:gd name="connsiteY13" fmla="*/ 239458 h 331184"/>
                <a:gd name="connsiteX14" fmla="*/ 31623 w 231171"/>
                <a:gd name="connsiteY14" fmla="*/ 240506 h 331184"/>
                <a:gd name="connsiteX15" fmla="*/ 56388 w 231171"/>
                <a:gd name="connsiteY15" fmla="*/ 206502 h 331184"/>
                <a:gd name="connsiteX16" fmla="*/ 63913 w 231171"/>
                <a:gd name="connsiteY16" fmla="*/ 195358 h 331184"/>
                <a:gd name="connsiteX17" fmla="*/ 132397 w 231171"/>
                <a:gd name="connsiteY17" fmla="*/ 67437 h 331184"/>
                <a:gd name="connsiteX18" fmla="*/ 149447 w 231171"/>
                <a:gd name="connsiteY18" fmla="*/ 39719 h 331184"/>
                <a:gd name="connsiteX19" fmla="*/ 199739 w 231171"/>
                <a:gd name="connsiteY19" fmla="*/ 0 h 331184"/>
                <a:gd name="connsiteX20" fmla="*/ 227933 w 231171"/>
                <a:gd name="connsiteY20" fmla="*/ 12192 h 331184"/>
                <a:gd name="connsiteX21" fmla="*/ 231172 w 231171"/>
                <a:gd name="connsiteY21" fmla="*/ 30861 h 331184"/>
                <a:gd name="connsiteX22" fmla="*/ 228981 w 231171"/>
                <a:gd name="connsiteY22" fmla="*/ 44005 h 331184"/>
                <a:gd name="connsiteX23" fmla="*/ 225933 w 231171"/>
                <a:gd name="connsiteY23" fmla="*/ 47625 h 331184"/>
                <a:gd name="connsiteX24" fmla="*/ 210026 w 231171"/>
                <a:gd name="connsiteY24" fmla="*/ 63913 h 331184"/>
                <a:gd name="connsiteX25" fmla="*/ 209455 w 231171"/>
                <a:gd name="connsiteY25" fmla="*/ 63722 h 331184"/>
                <a:gd name="connsiteX26" fmla="*/ 208788 w 231171"/>
                <a:gd name="connsiteY26" fmla="*/ 63436 h 331184"/>
                <a:gd name="connsiteX27" fmla="*/ 206121 w 231171"/>
                <a:gd name="connsiteY27" fmla="*/ 62484 h 331184"/>
                <a:gd name="connsiteX28" fmla="*/ 203740 w 231171"/>
                <a:gd name="connsiteY28" fmla="*/ 63627 h 331184"/>
                <a:gd name="connsiteX29" fmla="*/ 202978 w 231171"/>
                <a:gd name="connsiteY29" fmla="*/ 99917 h 331184"/>
                <a:gd name="connsiteX30" fmla="*/ 203740 w 231171"/>
                <a:gd name="connsiteY30" fmla="*/ 106680 h 331184"/>
                <a:gd name="connsiteX31" fmla="*/ 210312 w 231171"/>
                <a:gd name="connsiteY31" fmla="*/ 122777 h 331184"/>
                <a:gd name="connsiteX32" fmla="*/ 211550 w 231171"/>
                <a:gd name="connsiteY32" fmla="*/ 125635 h 331184"/>
                <a:gd name="connsiteX33" fmla="*/ 216122 w 231171"/>
                <a:gd name="connsiteY33" fmla="*/ 133255 h 33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31171" h="331184">
                  <a:moveTo>
                    <a:pt x="216122" y="133255"/>
                  </a:moveTo>
                  <a:lnTo>
                    <a:pt x="230886" y="184499"/>
                  </a:lnTo>
                  <a:lnTo>
                    <a:pt x="226028" y="182594"/>
                  </a:lnTo>
                  <a:lnTo>
                    <a:pt x="202216" y="202216"/>
                  </a:lnTo>
                  <a:lnTo>
                    <a:pt x="148019" y="240601"/>
                  </a:lnTo>
                  <a:lnTo>
                    <a:pt x="132969" y="289179"/>
                  </a:lnTo>
                  <a:lnTo>
                    <a:pt x="131159" y="304038"/>
                  </a:lnTo>
                  <a:lnTo>
                    <a:pt x="109538" y="328993"/>
                  </a:lnTo>
                  <a:lnTo>
                    <a:pt x="107633" y="331184"/>
                  </a:lnTo>
                  <a:lnTo>
                    <a:pt x="4191" y="280225"/>
                  </a:lnTo>
                  <a:lnTo>
                    <a:pt x="3238" y="279749"/>
                  </a:lnTo>
                  <a:lnTo>
                    <a:pt x="0" y="277558"/>
                  </a:lnTo>
                  <a:lnTo>
                    <a:pt x="22003" y="248507"/>
                  </a:lnTo>
                  <a:lnTo>
                    <a:pt x="28861" y="239458"/>
                  </a:lnTo>
                  <a:lnTo>
                    <a:pt x="31623" y="240506"/>
                  </a:lnTo>
                  <a:lnTo>
                    <a:pt x="56388" y="206502"/>
                  </a:lnTo>
                  <a:lnTo>
                    <a:pt x="63913" y="195358"/>
                  </a:lnTo>
                  <a:lnTo>
                    <a:pt x="132397" y="67437"/>
                  </a:lnTo>
                  <a:lnTo>
                    <a:pt x="149447" y="39719"/>
                  </a:lnTo>
                  <a:lnTo>
                    <a:pt x="199739" y="0"/>
                  </a:lnTo>
                  <a:lnTo>
                    <a:pt x="227933" y="12192"/>
                  </a:lnTo>
                  <a:lnTo>
                    <a:pt x="231172" y="30861"/>
                  </a:lnTo>
                  <a:lnTo>
                    <a:pt x="228981" y="44005"/>
                  </a:lnTo>
                  <a:lnTo>
                    <a:pt x="225933" y="47625"/>
                  </a:lnTo>
                  <a:lnTo>
                    <a:pt x="210026" y="63913"/>
                  </a:lnTo>
                  <a:lnTo>
                    <a:pt x="209455" y="63722"/>
                  </a:lnTo>
                  <a:lnTo>
                    <a:pt x="208788" y="63436"/>
                  </a:lnTo>
                  <a:lnTo>
                    <a:pt x="206121" y="62484"/>
                  </a:lnTo>
                  <a:lnTo>
                    <a:pt x="203740" y="63627"/>
                  </a:lnTo>
                  <a:lnTo>
                    <a:pt x="202978" y="99917"/>
                  </a:lnTo>
                  <a:lnTo>
                    <a:pt x="203740" y="106680"/>
                  </a:lnTo>
                  <a:lnTo>
                    <a:pt x="210312" y="122777"/>
                  </a:lnTo>
                  <a:lnTo>
                    <a:pt x="211550" y="125635"/>
                  </a:lnTo>
                  <a:lnTo>
                    <a:pt x="216122" y="13325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5" name="서울특별시 마포구 아현동">
              <a:extLst>
                <a:ext uri="{FF2B5EF4-FFF2-40B4-BE49-F238E27FC236}">
                  <a16:creationId xmlns:a16="http://schemas.microsoft.com/office/drawing/2014/main" id="{E6E7692F-1B69-C3DF-497E-989F8D8A2DC3}"/>
                </a:ext>
              </a:extLst>
            </p:cNvPr>
            <p:cNvSpPr/>
            <p:nvPr/>
          </p:nvSpPr>
          <p:spPr>
            <a:xfrm>
              <a:off x="5622035" y="3565302"/>
              <a:ext cx="198310" cy="254889"/>
            </a:xfrm>
            <a:custGeom>
              <a:avLst/>
              <a:gdLst>
                <a:gd name="connsiteX0" fmla="*/ 198311 w 198310"/>
                <a:gd name="connsiteY0" fmla="*/ 14859 h 254889"/>
                <a:gd name="connsiteX1" fmla="*/ 181261 w 198310"/>
                <a:gd name="connsiteY1" fmla="*/ 42577 h 254889"/>
                <a:gd name="connsiteX2" fmla="*/ 112776 w 198310"/>
                <a:gd name="connsiteY2" fmla="*/ 170497 h 254889"/>
                <a:gd name="connsiteX3" fmla="*/ 105251 w 198310"/>
                <a:gd name="connsiteY3" fmla="*/ 181642 h 254889"/>
                <a:gd name="connsiteX4" fmla="*/ 80486 w 198310"/>
                <a:gd name="connsiteY4" fmla="*/ 215646 h 254889"/>
                <a:gd name="connsiteX5" fmla="*/ 77724 w 198310"/>
                <a:gd name="connsiteY5" fmla="*/ 214598 h 254889"/>
                <a:gd name="connsiteX6" fmla="*/ 70866 w 198310"/>
                <a:gd name="connsiteY6" fmla="*/ 223647 h 254889"/>
                <a:gd name="connsiteX7" fmla="*/ 48863 w 198310"/>
                <a:gd name="connsiteY7" fmla="*/ 252698 h 254889"/>
                <a:gd name="connsiteX8" fmla="*/ 52102 w 198310"/>
                <a:gd name="connsiteY8" fmla="*/ 254889 h 254889"/>
                <a:gd name="connsiteX9" fmla="*/ 34671 w 198310"/>
                <a:gd name="connsiteY9" fmla="*/ 247650 h 254889"/>
                <a:gd name="connsiteX10" fmla="*/ 2000 w 198310"/>
                <a:gd name="connsiteY10" fmla="*/ 232696 h 254889"/>
                <a:gd name="connsiteX11" fmla="*/ 0 w 198310"/>
                <a:gd name="connsiteY11" fmla="*/ 219551 h 254889"/>
                <a:gd name="connsiteX12" fmla="*/ 4858 w 198310"/>
                <a:gd name="connsiteY12" fmla="*/ 216313 h 254889"/>
                <a:gd name="connsiteX13" fmla="*/ 12954 w 198310"/>
                <a:gd name="connsiteY13" fmla="*/ 208979 h 254889"/>
                <a:gd name="connsiteX14" fmla="*/ 40005 w 198310"/>
                <a:gd name="connsiteY14" fmla="*/ 178689 h 254889"/>
                <a:gd name="connsiteX15" fmla="*/ 51054 w 198310"/>
                <a:gd name="connsiteY15" fmla="*/ 93536 h 254889"/>
                <a:gd name="connsiteX16" fmla="*/ 51340 w 198310"/>
                <a:gd name="connsiteY16" fmla="*/ 90488 h 254889"/>
                <a:gd name="connsiteX17" fmla="*/ 51435 w 198310"/>
                <a:gd name="connsiteY17" fmla="*/ 89345 h 254889"/>
                <a:gd name="connsiteX18" fmla="*/ 52197 w 198310"/>
                <a:gd name="connsiteY18" fmla="*/ 81725 h 254889"/>
                <a:gd name="connsiteX19" fmla="*/ 47816 w 198310"/>
                <a:gd name="connsiteY19" fmla="*/ 63532 h 254889"/>
                <a:gd name="connsiteX20" fmla="*/ 33623 w 198310"/>
                <a:gd name="connsiteY20" fmla="*/ 44577 h 254889"/>
                <a:gd name="connsiteX21" fmla="*/ 18002 w 198310"/>
                <a:gd name="connsiteY21" fmla="*/ 37243 h 254889"/>
                <a:gd name="connsiteX22" fmla="*/ 19526 w 198310"/>
                <a:gd name="connsiteY22" fmla="*/ 9239 h 254889"/>
                <a:gd name="connsiteX23" fmla="*/ 75819 w 198310"/>
                <a:gd name="connsiteY23" fmla="*/ 6477 h 254889"/>
                <a:gd name="connsiteX24" fmla="*/ 76867 w 198310"/>
                <a:gd name="connsiteY24" fmla="*/ 6382 h 254889"/>
                <a:gd name="connsiteX25" fmla="*/ 98488 w 198310"/>
                <a:gd name="connsiteY25" fmla="*/ 4763 h 254889"/>
                <a:gd name="connsiteX26" fmla="*/ 118682 w 198310"/>
                <a:gd name="connsiteY26" fmla="*/ 3334 h 254889"/>
                <a:gd name="connsiteX27" fmla="*/ 130778 w 198310"/>
                <a:gd name="connsiteY27" fmla="*/ 857 h 254889"/>
                <a:gd name="connsiteX28" fmla="*/ 136398 w 198310"/>
                <a:gd name="connsiteY28" fmla="*/ 667 h 254889"/>
                <a:gd name="connsiteX29" fmla="*/ 152971 w 198310"/>
                <a:gd name="connsiteY29" fmla="*/ 286 h 254889"/>
                <a:gd name="connsiteX30" fmla="*/ 164402 w 198310"/>
                <a:gd name="connsiteY30" fmla="*/ 95 h 254889"/>
                <a:gd name="connsiteX31" fmla="*/ 168593 w 198310"/>
                <a:gd name="connsiteY31" fmla="*/ 0 h 254889"/>
                <a:gd name="connsiteX32" fmla="*/ 194215 w 198310"/>
                <a:gd name="connsiteY32" fmla="*/ 4477 h 254889"/>
                <a:gd name="connsiteX33" fmla="*/ 197834 w 198310"/>
                <a:gd name="connsiteY33" fmla="*/ 11525 h 254889"/>
                <a:gd name="connsiteX34" fmla="*/ 198311 w 198310"/>
                <a:gd name="connsiteY34" fmla="*/ 14859 h 25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8310" h="254889">
                  <a:moveTo>
                    <a:pt x="198311" y="14859"/>
                  </a:moveTo>
                  <a:lnTo>
                    <a:pt x="181261" y="42577"/>
                  </a:lnTo>
                  <a:lnTo>
                    <a:pt x="112776" y="170497"/>
                  </a:lnTo>
                  <a:lnTo>
                    <a:pt x="105251" y="181642"/>
                  </a:lnTo>
                  <a:lnTo>
                    <a:pt x="80486" y="215646"/>
                  </a:lnTo>
                  <a:lnTo>
                    <a:pt x="77724" y="214598"/>
                  </a:lnTo>
                  <a:lnTo>
                    <a:pt x="70866" y="223647"/>
                  </a:lnTo>
                  <a:lnTo>
                    <a:pt x="48863" y="252698"/>
                  </a:lnTo>
                  <a:lnTo>
                    <a:pt x="52102" y="254889"/>
                  </a:lnTo>
                  <a:lnTo>
                    <a:pt x="34671" y="247650"/>
                  </a:lnTo>
                  <a:lnTo>
                    <a:pt x="2000" y="232696"/>
                  </a:lnTo>
                  <a:lnTo>
                    <a:pt x="0" y="219551"/>
                  </a:lnTo>
                  <a:lnTo>
                    <a:pt x="4858" y="216313"/>
                  </a:lnTo>
                  <a:lnTo>
                    <a:pt x="12954" y="208979"/>
                  </a:lnTo>
                  <a:lnTo>
                    <a:pt x="40005" y="178689"/>
                  </a:lnTo>
                  <a:lnTo>
                    <a:pt x="51054" y="93536"/>
                  </a:lnTo>
                  <a:lnTo>
                    <a:pt x="51340" y="90488"/>
                  </a:lnTo>
                  <a:lnTo>
                    <a:pt x="51435" y="89345"/>
                  </a:lnTo>
                  <a:lnTo>
                    <a:pt x="52197" y="81725"/>
                  </a:lnTo>
                  <a:lnTo>
                    <a:pt x="47816" y="63532"/>
                  </a:lnTo>
                  <a:lnTo>
                    <a:pt x="33623" y="44577"/>
                  </a:lnTo>
                  <a:lnTo>
                    <a:pt x="18002" y="37243"/>
                  </a:lnTo>
                  <a:lnTo>
                    <a:pt x="19526" y="9239"/>
                  </a:lnTo>
                  <a:lnTo>
                    <a:pt x="75819" y="6477"/>
                  </a:lnTo>
                  <a:lnTo>
                    <a:pt x="76867" y="6382"/>
                  </a:lnTo>
                  <a:lnTo>
                    <a:pt x="98488" y="4763"/>
                  </a:lnTo>
                  <a:lnTo>
                    <a:pt x="118682" y="3334"/>
                  </a:lnTo>
                  <a:lnTo>
                    <a:pt x="130778" y="857"/>
                  </a:lnTo>
                  <a:lnTo>
                    <a:pt x="136398" y="667"/>
                  </a:lnTo>
                  <a:lnTo>
                    <a:pt x="152971" y="286"/>
                  </a:lnTo>
                  <a:lnTo>
                    <a:pt x="164402" y="95"/>
                  </a:lnTo>
                  <a:lnTo>
                    <a:pt x="168593" y="0"/>
                  </a:lnTo>
                  <a:lnTo>
                    <a:pt x="194215" y="4477"/>
                  </a:lnTo>
                  <a:lnTo>
                    <a:pt x="197834" y="11525"/>
                  </a:lnTo>
                  <a:lnTo>
                    <a:pt x="198311" y="148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6" name="서울특별시 마포구 망원2동">
              <a:extLst>
                <a:ext uri="{FF2B5EF4-FFF2-40B4-BE49-F238E27FC236}">
                  <a16:creationId xmlns:a16="http://schemas.microsoft.com/office/drawing/2014/main" id="{FB99596C-D1DF-26D6-517F-788FF46EA8BC}"/>
                </a:ext>
              </a:extLst>
            </p:cNvPr>
            <p:cNvSpPr/>
            <p:nvPr/>
          </p:nvSpPr>
          <p:spPr>
            <a:xfrm>
              <a:off x="4450841" y="3459765"/>
              <a:ext cx="453580" cy="238029"/>
            </a:xfrm>
            <a:custGeom>
              <a:avLst/>
              <a:gdLst>
                <a:gd name="connsiteX0" fmla="*/ 383191 w 453580"/>
                <a:gd name="connsiteY0" fmla="*/ 16383 h 238029"/>
                <a:gd name="connsiteX1" fmla="*/ 453580 w 453580"/>
                <a:gd name="connsiteY1" fmla="*/ 95250 h 238029"/>
                <a:gd name="connsiteX2" fmla="*/ 304038 w 453580"/>
                <a:gd name="connsiteY2" fmla="*/ 126397 h 238029"/>
                <a:gd name="connsiteX3" fmla="*/ 248984 w 453580"/>
                <a:gd name="connsiteY3" fmla="*/ 137636 h 238029"/>
                <a:gd name="connsiteX4" fmla="*/ 219646 w 453580"/>
                <a:gd name="connsiteY4" fmla="*/ 158496 h 238029"/>
                <a:gd name="connsiteX5" fmla="*/ 176879 w 453580"/>
                <a:gd name="connsiteY5" fmla="*/ 189357 h 238029"/>
                <a:gd name="connsiteX6" fmla="*/ 119444 w 453580"/>
                <a:gd name="connsiteY6" fmla="*/ 238030 h 238029"/>
                <a:gd name="connsiteX7" fmla="*/ 0 w 453580"/>
                <a:gd name="connsiteY7" fmla="*/ 160210 h 238029"/>
                <a:gd name="connsiteX8" fmla="*/ 202216 w 453580"/>
                <a:gd name="connsiteY8" fmla="*/ 61817 h 238029"/>
                <a:gd name="connsiteX9" fmla="*/ 305181 w 453580"/>
                <a:gd name="connsiteY9" fmla="*/ 19336 h 238029"/>
                <a:gd name="connsiteX10" fmla="*/ 340709 w 453580"/>
                <a:gd name="connsiteY10" fmla="*/ 4858 h 238029"/>
                <a:gd name="connsiteX11" fmla="*/ 347853 w 453580"/>
                <a:gd name="connsiteY11" fmla="*/ 2381 h 238029"/>
                <a:gd name="connsiteX12" fmla="*/ 365665 w 453580"/>
                <a:gd name="connsiteY12" fmla="*/ 0 h 238029"/>
                <a:gd name="connsiteX13" fmla="*/ 374237 w 453580"/>
                <a:gd name="connsiteY13" fmla="*/ 9334 h 238029"/>
                <a:gd name="connsiteX14" fmla="*/ 383191 w 453580"/>
                <a:gd name="connsiteY14" fmla="*/ 16383 h 238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3580" h="238029">
                  <a:moveTo>
                    <a:pt x="383191" y="16383"/>
                  </a:moveTo>
                  <a:lnTo>
                    <a:pt x="453580" y="95250"/>
                  </a:lnTo>
                  <a:lnTo>
                    <a:pt x="304038" y="126397"/>
                  </a:lnTo>
                  <a:lnTo>
                    <a:pt x="248984" y="137636"/>
                  </a:lnTo>
                  <a:lnTo>
                    <a:pt x="219646" y="158496"/>
                  </a:lnTo>
                  <a:lnTo>
                    <a:pt x="176879" y="189357"/>
                  </a:lnTo>
                  <a:lnTo>
                    <a:pt x="119444" y="238030"/>
                  </a:lnTo>
                  <a:lnTo>
                    <a:pt x="0" y="160210"/>
                  </a:lnTo>
                  <a:lnTo>
                    <a:pt x="202216" y="61817"/>
                  </a:lnTo>
                  <a:lnTo>
                    <a:pt x="305181" y="19336"/>
                  </a:lnTo>
                  <a:lnTo>
                    <a:pt x="340709" y="4858"/>
                  </a:lnTo>
                  <a:lnTo>
                    <a:pt x="347853" y="2381"/>
                  </a:lnTo>
                  <a:lnTo>
                    <a:pt x="365665" y="0"/>
                  </a:lnTo>
                  <a:lnTo>
                    <a:pt x="374237" y="9334"/>
                  </a:lnTo>
                  <a:lnTo>
                    <a:pt x="383191" y="163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grpSp>
        <p:nvGrpSpPr>
          <p:cNvPr id="506" name="서울특별시 양천구">
            <a:extLst>
              <a:ext uri="{FF2B5EF4-FFF2-40B4-BE49-F238E27FC236}">
                <a16:creationId xmlns:a16="http://schemas.microsoft.com/office/drawing/2014/main" id="{4490B736-6053-4D72-458D-E3C6A81248BD}"/>
              </a:ext>
            </a:extLst>
          </p:cNvPr>
          <p:cNvGrpSpPr/>
          <p:nvPr/>
        </p:nvGrpSpPr>
        <p:grpSpPr>
          <a:xfrm>
            <a:off x="3820191" y="3194644"/>
            <a:ext cx="730104" cy="673910"/>
            <a:chOff x="3337845" y="3675697"/>
            <a:chExt cx="1266444" cy="929068"/>
          </a:xfrm>
          <a:solidFill>
            <a:srgbClr val="6C757D"/>
          </a:solidFill>
        </p:grpSpPr>
        <p:sp>
          <p:nvSpPr>
            <p:cNvPr id="703" name="서울특별시 양천구 목1동">
              <a:extLst>
                <a:ext uri="{FF2B5EF4-FFF2-40B4-BE49-F238E27FC236}">
                  <a16:creationId xmlns:a16="http://schemas.microsoft.com/office/drawing/2014/main" id="{EDEE30DE-32AF-E724-59FC-D74A5C2A94E6}"/>
                </a:ext>
              </a:extLst>
            </p:cNvPr>
            <p:cNvSpPr/>
            <p:nvPr/>
          </p:nvSpPr>
          <p:spPr>
            <a:xfrm>
              <a:off x="4103560" y="4029170"/>
              <a:ext cx="443674" cy="175831"/>
            </a:xfrm>
            <a:custGeom>
              <a:avLst/>
              <a:gdLst>
                <a:gd name="connsiteX0" fmla="*/ 443674 w 443674"/>
                <a:gd name="connsiteY0" fmla="*/ 21241 h 175831"/>
                <a:gd name="connsiteX1" fmla="*/ 427768 w 443674"/>
                <a:gd name="connsiteY1" fmla="*/ 43815 h 175831"/>
                <a:gd name="connsiteX2" fmla="*/ 417766 w 443674"/>
                <a:gd name="connsiteY2" fmla="*/ 56483 h 175831"/>
                <a:gd name="connsiteX3" fmla="*/ 415957 w 443674"/>
                <a:gd name="connsiteY3" fmla="*/ 58674 h 175831"/>
                <a:gd name="connsiteX4" fmla="*/ 409289 w 443674"/>
                <a:gd name="connsiteY4" fmla="*/ 64960 h 175831"/>
                <a:gd name="connsiteX5" fmla="*/ 404336 w 443674"/>
                <a:gd name="connsiteY5" fmla="*/ 69628 h 175831"/>
                <a:gd name="connsiteX6" fmla="*/ 399193 w 443674"/>
                <a:gd name="connsiteY6" fmla="*/ 71914 h 175831"/>
                <a:gd name="connsiteX7" fmla="*/ 386810 w 443674"/>
                <a:gd name="connsiteY7" fmla="*/ 77629 h 175831"/>
                <a:gd name="connsiteX8" fmla="*/ 376142 w 443674"/>
                <a:gd name="connsiteY8" fmla="*/ 81439 h 175831"/>
                <a:gd name="connsiteX9" fmla="*/ 321278 w 443674"/>
                <a:gd name="connsiteY9" fmla="*/ 101060 h 175831"/>
                <a:gd name="connsiteX10" fmla="*/ 314706 w 443674"/>
                <a:gd name="connsiteY10" fmla="*/ 106871 h 175831"/>
                <a:gd name="connsiteX11" fmla="*/ 299085 w 443674"/>
                <a:gd name="connsiteY11" fmla="*/ 120872 h 175831"/>
                <a:gd name="connsiteX12" fmla="*/ 298704 w 443674"/>
                <a:gd name="connsiteY12" fmla="*/ 122301 h 175831"/>
                <a:gd name="connsiteX13" fmla="*/ 294894 w 443674"/>
                <a:gd name="connsiteY13" fmla="*/ 136493 h 175831"/>
                <a:gd name="connsiteX14" fmla="*/ 286607 w 443674"/>
                <a:gd name="connsiteY14" fmla="*/ 175831 h 175831"/>
                <a:gd name="connsiteX15" fmla="*/ 189357 w 443674"/>
                <a:gd name="connsiteY15" fmla="*/ 167259 h 175831"/>
                <a:gd name="connsiteX16" fmla="*/ 129540 w 443674"/>
                <a:gd name="connsiteY16" fmla="*/ 158877 h 175831"/>
                <a:gd name="connsiteX17" fmla="*/ 83058 w 443674"/>
                <a:gd name="connsiteY17" fmla="*/ 143732 h 175831"/>
                <a:gd name="connsiteX18" fmla="*/ 25146 w 443674"/>
                <a:gd name="connsiteY18" fmla="*/ 169069 h 175831"/>
                <a:gd name="connsiteX19" fmla="*/ 7334 w 443674"/>
                <a:gd name="connsiteY19" fmla="*/ 109823 h 175831"/>
                <a:gd name="connsiteX20" fmla="*/ 5524 w 443674"/>
                <a:gd name="connsiteY20" fmla="*/ 103060 h 175831"/>
                <a:gd name="connsiteX21" fmla="*/ 3715 w 443674"/>
                <a:gd name="connsiteY21" fmla="*/ 85915 h 175831"/>
                <a:gd name="connsiteX22" fmla="*/ 2953 w 443674"/>
                <a:gd name="connsiteY22" fmla="*/ 79438 h 175831"/>
                <a:gd name="connsiteX23" fmla="*/ 667 w 443674"/>
                <a:gd name="connsiteY23" fmla="*/ 48006 h 175831"/>
                <a:gd name="connsiteX24" fmla="*/ 0 w 443674"/>
                <a:gd name="connsiteY24" fmla="*/ 38005 h 175831"/>
                <a:gd name="connsiteX25" fmla="*/ 57626 w 443674"/>
                <a:gd name="connsiteY25" fmla="*/ 30385 h 175831"/>
                <a:gd name="connsiteX26" fmla="*/ 115252 w 443674"/>
                <a:gd name="connsiteY26" fmla="*/ 22955 h 175831"/>
                <a:gd name="connsiteX27" fmla="*/ 179927 w 443674"/>
                <a:gd name="connsiteY27" fmla="*/ 14288 h 175831"/>
                <a:gd name="connsiteX28" fmla="*/ 200025 w 443674"/>
                <a:gd name="connsiteY28" fmla="*/ 11430 h 175831"/>
                <a:gd name="connsiteX29" fmla="*/ 282892 w 443674"/>
                <a:gd name="connsiteY29" fmla="*/ 2476 h 175831"/>
                <a:gd name="connsiteX30" fmla="*/ 300799 w 443674"/>
                <a:gd name="connsiteY30" fmla="*/ 952 h 175831"/>
                <a:gd name="connsiteX31" fmla="*/ 304990 w 443674"/>
                <a:gd name="connsiteY31" fmla="*/ 667 h 175831"/>
                <a:gd name="connsiteX32" fmla="*/ 316706 w 443674"/>
                <a:gd name="connsiteY32" fmla="*/ 0 h 175831"/>
                <a:gd name="connsiteX33" fmla="*/ 335661 w 443674"/>
                <a:gd name="connsiteY33" fmla="*/ 381 h 175831"/>
                <a:gd name="connsiteX34" fmla="*/ 336804 w 443674"/>
                <a:gd name="connsiteY34" fmla="*/ 476 h 175831"/>
                <a:gd name="connsiteX35" fmla="*/ 343376 w 443674"/>
                <a:gd name="connsiteY35" fmla="*/ 952 h 175831"/>
                <a:gd name="connsiteX36" fmla="*/ 357568 w 443674"/>
                <a:gd name="connsiteY36" fmla="*/ 2096 h 175831"/>
                <a:gd name="connsiteX37" fmla="*/ 381667 w 443674"/>
                <a:gd name="connsiteY37" fmla="*/ 6096 h 175831"/>
                <a:gd name="connsiteX38" fmla="*/ 406336 w 443674"/>
                <a:gd name="connsiteY38" fmla="*/ 10477 h 175831"/>
                <a:gd name="connsiteX39" fmla="*/ 407860 w 443674"/>
                <a:gd name="connsiteY39" fmla="*/ 10954 h 175831"/>
                <a:gd name="connsiteX40" fmla="*/ 443674 w 443674"/>
                <a:gd name="connsiteY40" fmla="*/ 21241 h 17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3674" h="175831">
                  <a:moveTo>
                    <a:pt x="443674" y="21241"/>
                  </a:moveTo>
                  <a:lnTo>
                    <a:pt x="427768" y="43815"/>
                  </a:lnTo>
                  <a:lnTo>
                    <a:pt x="417766" y="56483"/>
                  </a:lnTo>
                  <a:lnTo>
                    <a:pt x="415957" y="58674"/>
                  </a:lnTo>
                  <a:lnTo>
                    <a:pt x="409289" y="64960"/>
                  </a:lnTo>
                  <a:lnTo>
                    <a:pt x="404336" y="69628"/>
                  </a:lnTo>
                  <a:lnTo>
                    <a:pt x="399193" y="71914"/>
                  </a:lnTo>
                  <a:lnTo>
                    <a:pt x="386810" y="77629"/>
                  </a:lnTo>
                  <a:lnTo>
                    <a:pt x="376142" y="81439"/>
                  </a:lnTo>
                  <a:lnTo>
                    <a:pt x="321278" y="101060"/>
                  </a:lnTo>
                  <a:lnTo>
                    <a:pt x="314706" y="106871"/>
                  </a:lnTo>
                  <a:lnTo>
                    <a:pt x="299085" y="120872"/>
                  </a:lnTo>
                  <a:lnTo>
                    <a:pt x="298704" y="122301"/>
                  </a:lnTo>
                  <a:lnTo>
                    <a:pt x="294894" y="136493"/>
                  </a:lnTo>
                  <a:lnTo>
                    <a:pt x="286607" y="175831"/>
                  </a:lnTo>
                  <a:lnTo>
                    <a:pt x="189357" y="167259"/>
                  </a:lnTo>
                  <a:lnTo>
                    <a:pt x="129540" y="158877"/>
                  </a:lnTo>
                  <a:lnTo>
                    <a:pt x="83058" y="143732"/>
                  </a:lnTo>
                  <a:lnTo>
                    <a:pt x="25146" y="169069"/>
                  </a:lnTo>
                  <a:lnTo>
                    <a:pt x="7334" y="109823"/>
                  </a:lnTo>
                  <a:lnTo>
                    <a:pt x="5524" y="103060"/>
                  </a:lnTo>
                  <a:lnTo>
                    <a:pt x="3715" y="85915"/>
                  </a:lnTo>
                  <a:lnTo>
                    <a:pt x="2953" y="79438"/>
                  </a:lnTo>
                  <a:lnTo>
                    <a:pt x="667" y="48006"/>
                  </a:lnTo>
                  <a:lnTo>
                    <a:pt x="0" y="38005"/>
                  </a:lnTo>
                  <a:lnTo>
                    <a:pt x="57626" y="30385"/>
                  </a:lnTo>
                  <a:lnTo>
                    <a:pt x="115252" y="22955"/>
                  </a:lnTo>
                  <a:lnTo>
                    <a:pt x="179927" y="14288"/>
                  </a:lnTo>
                  <a:lnTo>
                    <a:pt x="200025" y="11430"/>
                  </a:lnTo>
                  <a:lnTo>
                    <a:pt x="282892" y="2476"/>
                  </a:lnTo>
                  <a:lnTo>
                    <a:pt x="300799" y="952"/>
                  </a:lnTo>
                  <a:lnTo>
                    <a:pt x="304990" y="667"/>
                  </a:lnTo>
                  <a:lnTo>
                    <a:pt x="316706" y="0"/>
                  </a:lnTo>
                  <a:lnTo>
                    <a:pt x="335661" y="381"/>
                  </a:lnTo>
                  <a:lnTo>
                    <a:pt x="336804" y="476"/>
                  </a:lnTo>
                  <a:lnTo>
                    <a:pt x="343376" y="952"/>
                  </a:lnTo>
                  <a:lnTo>
                    <a:pt x="357568" y="2096"/>
                  </a:lnTo>
                  <a:lnTo>
                    <a:pt x="381667" y="6096"/>
                  </a:lnTo>
                  <a:lnTo>
                    <a:pt x="406336" y="10477"/>
                  </a:lnTo>
                  <a:lnTo>
                    <a:pt x="407860" y="10954"/>
                  </a:lnTo>
                  <a:lnTo>
                    <a:pt x="443674" y="2124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4" name="서울특별시 양천구 목2동">
              <a:extLst>
                <a:ext uri="{FF2B5EF4-FFF2-40B4-BE49-F238E27FC236}">
                  <a16:creationId xmlns:a16="http://schemas.microsoft.com/office/drawing/2014/main" id="{A19B8A39-AD47-6F2F-52A2-C4D79EFEAD1A}"/>
                </a:ext>
              </a:extLst>
            </p:cNvPr>
            <p:cNvSpPr/>
            <p:nvPr/>
          </p:nvSpPr>
          <p:spPr>
            <a:xfrm>
              <a:off x="4142612" y="3739515"/>
              <a:ext cx="344328" cy="186690"/>
            </a:xfrm>
            <a:custGeom>
              <a:avLst/>
              <a:gdLst>
                <a:gd name="connsiteX0" fmla="*/ 344329 w 344328"/>
                <a:gd name="connsiteY0" fmla="*/ 77629 h 186690"/>
                <a:gd name="connsiteX1" fmla="*/ 314039 w 344328"/>
                <a:gd name="connsiteY1" fmla="*/ 69913 h 186690"/>
                <a:gd name="connsiteX2" fmla="*/ 285083 w 344328"/>
                <a:gd name="connsiteY2" fmla="*/ 77819 h 186690"/>
                <a:gd name="connsiteX3" fmla="*/ 205359 w 344328"/>
                <a:gd name="connsiteY3" fmla="*/ 115538 h 186690"/>
                <a:gd name="connsiteX4" fmla="*/ 148780 w 344328"/>
                <a:gd name="connsiteY4" fmla="*/ 158305 h 186690"/>
                <a:gd name="connsiteX5" fmla="*/ 117920 w 344328"/>
                <a:gd name="connsiteY5" fmla="*/ 186690 h 186690"/>
                <a:gd name="connsiteX6" fmla="*/ 59531 w 344328"/>
                <a:gd name="connsiteY6" fmla="*/ 154781 h 186690"/>
                <a:gd name="connsiteX7" fmla="*/ 41720 w 344328"/>
                <a:gd name="connsiteY7" fmla="*/ 146495 h 186690"/>
                <a:gd name="connsiteX8" fmla="*/ 32004 w 344328"/>
                <a:gd name="connsiteY8" fmla="*/ 138113 h 186690"/>
                <a:gd name="connsiteX9" fmla="*/ 0 w 344328"/>
                <a:gd name="connsiteY9" fmla="*/ 68199 h 186690"/>
                <a:gd name="connsiteX10" fmla="*/ 1810 w 344328"/>
                <a:gd name="connsiteY10" fmla="*/ 61246 h 186690"/>
                <a:gd name="connsiteX11" fmla="*/ 2953 w 344328"/>
                <a:gd name="connsiteY11" fmla="*/ 57626 h 186690"/>
                <a:gd name="connsiteX12" fmla="*/ 12573 w 344328"/>
                <a:gd name="connsiteY12" fmla="*/ 41720 h 186690"/>
                <a:gd name="connsiteX13" fmla="*/ 42958 w 344328"/>
                <a:gd name="connsiteY13" fmla="*/ 11716 h 186690"/>
                <a:gd name="connsiteX14" fmla="*/ 70390 w 344328"/>
                <a:gd name="connsiteY14" fmla="*/ 15907 h 186690"/>
                <a:gd name="connsiteX15" fmla="*/ 82296 w 344328"/>
                <a:gd name="connsiteY15" fmla="*/ 4000 h 186690"/>
                <a:gd name="connsiteX16" fmla="*/ 90583 w 344328"/>
                <a:gd name="connsiteY16" fmla="*/ 6858 h 186690"/>
                <a:gd name="connsiteX17" fmla="*/ 101537 w 344328"/>
                <a:gd name="connsiteY17" fmla="*/ 10478 h 186690"/>
                <a:gd name="connsiteX18" fmla="*/ 106871 w 344328"/>
                <a:gd name="connsiteY18" fmla="*/ 12001 h 186690"/>
                <a:gd name="connsiteX19" fmla="*/ 113443 w 344328"/>
                <a:gd name="connsiteY19" fmla="*/ 13811 h 186690"/>
                <a:gd name="connsiteX20" fmla="*/ 124016 w 344328"/>
                <a:gd name="connsiteY20" fmla="*/ 15430 h 186690"/>
                <a:gd name="connsiteX21" fmla="*/ 132398 w 344328"/>
                <a:gd name="connsiteY21" fmla="*/ 16383 h 186690"/>
                <a:gd name="connsiteX22" fmla="*/ 142399 w 344328"/>
                <a:gd name="connsiteY22" fmla="*/ 17145 h 186690"/>
                <a:gd name="connsiteX23" fmla="*/ 153257 w 344328"/>
                <a:gd name="connsiteY23" fmla="*/ 16859 h 186690"/>
                <a:gd name="connsiteX24" fmla="*/ 158210 w 344328"/>
                <a:gd name="connsiteY24" fmla="*/ 16764 h 186690"/>
                <a:gd name="connsiteX25" fmla="*/ 159163 w 344328"/>
                <a:gd name="connsiteY25" fmla="*/ 16669 h 186690"/>
                <a:gd name="connsiteX26" fmla="*/ 160401 w 344328"/>
                <a:gd name="connsiteY26" fmla="*/ 16573 h 186690"/>
                <a:gd name="connsiteX27" fmla="*/ 193643 w 344328"/>
                <a:gd name="connsiteY27" fmla="*/ 14764 h 186690"/>
                <a:gd name="connsiteX28" fmla="*/ 203073 w 344328"/>
                <a:gd name="connsiteY28" fmla="*/ 13716 h 186690"/>
                <a:gd name="connsiteX29" fmla="*/ 209550 w 344328"/>
                <a:gd name="connsiteY29" fmla="*/ 12954 h 186690"/>
                <a:gd name="connsiteX30" fmla="*/ 211169 w 344328"/>
                <a:gd name="connsiteY30" fmla="*/ 12763 h 186690"/>
                <a:gd name="connsiteX31" fmla="*/ 212598 w 344328"/>
                <a:gd name="connsiteY31" fmla="*/ 12573 h 186690"/>
                <a:gd name="connsiteX32" fmla="*/ 216979 w 344328"/>
                <a:gd name="connsiteY32" fmla="*/ 11906 h 186690"/>
                <a:gd name="connsiteX33" fmla="*/ 223457 w 344328"/>
                <a:gd name="connsiteY33" fmla="*/ 10192 h 186690"/>
                <a:gd name="connsiteX34" fmla="*/ 240030 w 344328"/>
                <a:gd name="connsiteY34" fmla="*/ 5905 h 186690"/>
                <a:gd name="connsiteX35" fmla="*/ 248698 w 344328"/>
                <a:gd name="connsiteY35" fmla="*/ 3715 h 186690"/>
                <a:gd name="connsiteX36" fmla="*/ 263747 w 344328"/>
                <a:gd name="connsiteY36" fmla="*/ 0 h 186690"/>
                <a:gd name="connsiteX37" fmla="*/ 309658 w 344328"/>
                <a:gd name="connsiteY37" fmla="*/ 42005 h 186690"/>
                <a:gd name="connsiteX38" fmla="*/ 344329 w 344328"/>
                <a:gd name="connsiteY38" fmla="*/ 77629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4328" h="186690">
                  <a:moveTo>
                    <a:pt x="344329" y="77629"/>
                  </a:moveTo>
                  <a:lnTo>
                    <a:pt x="314039" y="69913"/>
                  </a:lnTo>
                  <a:lnTo>
                    <a:pt x="285083" y="77819"/>
                  </a:lnTo>
                  <a:lnTo>
                    <a:pt x="205359" y="115538"/>
                  </a:lnTo>
                  <a:lnTo>
                    <a:pt x="148780" y="158305"/>
                  </a:lnTo>
                  <a:lnTo>
                    <a:pt x="117920" y="186690"/>
                  </a:lnTo>
                  <a:lnTo>
                    <a:pt x="59531" y="154781"/>
                  </a:lnTo>
                  <a:lnTo>
                    <a:pt x="41720" y="146495"/>
                  </a:lnTo>
                  <a:lnTo>
                    <a:pt x="32004" y="138113"/>
                  </a:lnTo>
                  <a:lnTo>
                    <a:pt x="0" y="68199"/>
                  </a:lnTo>
                  <a:lnTo>
                    <a:pt x="1810" y="61246"/>
                  </a:lnTo>
                  <a:lnTo>
                    <a:pt x="2953" y="57626"/>
                  </a:lnTo>
                  <a:lnTo>
                    <a:pt x="12573" y="41720"/>
                  </a:lnTo>
                  <a:lnTo>
                    <a:pt x="42958" y="11716"/>
                  </a:lnTo>
                  <a:lnTo>
                    <a:pt x="70390" y="15907"/>
                  </a:lnTo>
                  <a:lnTo>
                    <a:pt x="82296" y="4000"/>
                  </a:lnTo>
                  <a:lnTo>
                    <a:pt x="90583" y="6858"/>
                  </a:lnTo>
                  <a:lnTo>
                    <a:pt x="101537" y="10478"/>
                  </a:lnTo>
                  <a:lnTo>
                    <a:pt x="106871" y="12001"/>
                  </a:lnTo>
                  <a:lnTo>
                    <a:pt x="113443" y="13811"/>
                  </a:lnTo>
                  <a:lnTo>
                    <a:pt x="124016" y="15430"/>
                  </a:lnTo>
                  <a:lnTo>
                    <a:pt x="132398" y="16383"/>
                  </a:lnTo>
                  <a:lnTo>
                    <a:pt x="142399" y="17145"/>
                  </a:lnTo>
                  <a:lnTo>
                    <a:pt x="153257" y="16859"/>
                  </a:lnTo>
                  <a:lnTo>
                    <a:pt x="158210" y="16764"/>
                  </a:lnTo>
                  <a:lnTo>
                    <a:pt x="159163" y="16669"/>
                  </a:lnTo>
                  <a:lnTo>
                    <a:pt x="160401" y="16573"/>
                  </a:lnTo>
                  <a:lnTo>
                    <a:pt x="193643" y="14764"/>
                  </a:lnTo>
                  <a:lnTo>
                    <a:pt x="203073" y="13716"/>
                  </a:lnTo>
                  <a:lnTo>
                    <a:pt x="209550" y="12954"/>
                  </a:lnTo>
                  <a:lnTo>
                    <a:pt x="211169" y="12763"/>
                  </a:lnTo>
                  <a:lnTo>
                    <a:pt x="212598" y="12573"/>
                  </a:lnTo>
                  <a:lnTo>
                    <a:pt x="216979" y="11906"/>
                  </a:lnTo>
                  <a:lnTo>
                    <a:pt x="223457" y="10192"/>
                  </a:lnTo>
                  <a:lnTo>
                    <a:pt x="240030" y="5905"/>
                  </a:lnTo>
                  <a:lnTo>
                    <a:pt x="248698" y="3715"/>
                  </a:lnTo>
                  <a:lnTo>
                    <a:pt x="263747" y="0"/>
                  </a:lnTo>
                  <a:lnTo>
                    <a:pt x="309658" y="42005"/>
                  </a:lnTo>
                  <a:lnTo>
                    <a:pt x="344329" y="776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5" name="서울특별시 양천구 목3동">
              <a:extLst>
                <a:ext uri="{FF2B5EF4-FFF2-40B4-BE49-F238E27FC236}">
                  <a16:creationId xmlns:a16="http://schemas.microsoft.com/office/drawing/2014/main" id="{95B89E93-689C-D191-519D-7F183CECFA90}"/>
                </a:ext>
              </a:extLst>
            </p:cNvPr>
            <p:cNvSpPr/>
            <p:nvPr/>
          </p:nvSpPr>
          <p:spPr>
            <a:xfrm>
              <a:off x="4070032" y="3675697"/>
              <a:ext cx="154876" cy="219551"/>
            </a:xfrm>
            <a:custGeom>
              <a:avLst/>
              <a:gdLst>
                <a:gd name="connsiteX0" fmla="*/ 51149 w 154876"/>
                <a:gd name="connsiteY0" fmla="*/ 8382 h 219551"/>
                <a:gd name="connsiteX1" fmla="*/ 154876 w 154876"/>
                <a:gd name="connsiteY1" fmla="*/ 67818 h 219551"/>
                <a:gd name="connsiteX2" fmla="*/ 142970 w 154876"/>
                <a:gd name="connsiteY2" fmla="*/ 79724 h 219551"/>
                <a:gd name="connsiteX3" fmla="*/ 115538 w 154876"/>
                <a:gd name="connsiteY3" fmla="*/ 75533 h 219551"/>
                <a:gd name="connsiteX4" fmla="*/ 85154 w 154876"/>
                <a:gd name="connsiteY4" fmla="*/ 105537 h 219551"/>
                <a:gd name="connsiteX5" fmla="*/ 75533 w 154876"/>
                <a:gd name="connsiteY5" fmla="*/ 121444 h 219551"/>
                <a:gd name="connsiteX6" fmla="*/ 74390 w 154876"/>
                <a:gd name="connsiteY6" fmla="*/ 125063 h 219551"/>
                <a:gd name="connsiteX7" fmla="*/ 72580 w 154876"/>
                <a:gd name="connsiteY7" fmla="*/ 132017 h 219551"/>
                <a:gd name="connsiteX8" fmla="*/ 104584 w 154876"/>
                <a:gd name="connsiteY8" fmla="*/ 201930 h 219551"/>
                <a:gd name="connsiteX9" fmla="*/ 114300 w 154876"/>
                <a:gd name="connsiteY9" fmla="*/ 210312 h 219551"/>
                <a:gd name="connsiteX10" fmla="*/ 27432 w 154876"/>
                <a:gd name="connsiteY10" fmla="*/ 219551 h 219551"/>
                <a:gd name="connsiteX11" fmla="*/ 14097 w 154876"/>
                <a:gd name="connsiteY11" fmla="*/ 161639 h 219551"/>
                <a:gd name="connsiteX12" fmla="*/ 3334 w 154876"/>
                <a:gd name="connsiteY12" fmla="*/ 141161 h 219551"/>
                <a:gd name="connsiteX13" fmla="*/ 3048 w 154876"/>
                <a:gd name="connsiteY13" fmla="*/ 140494 h 219551"/>
                <a:gd name="connsiteX14" fmla="*/ 2381 w 154876"/>
                <a:gd name="connsiteY14" fmla="*/ 138589 h 219551"/>
                <a:gd name="connsiteX15" fmla="*/ 0 w 154876"/>
                <a:gd name="connsiteY15" fmla="*/ 131540 h 219551"/>
                <a:gd name="connsiteX16" fmla="*/ 286 w 154876"/>
                <a:gd name="connsiteY16" fmla="*/ 125349 h 219551"/>
                <a:gd name="connsiteX17" fmla="*/ 476 w 154876"/>
                <a:gd name="connsiteY17" fmla="*/ 123920 h 219551"/>
                <a:gd name="connsiteX18" fmla="*/ 4763 w 154876"/>
                <a:gd name="connsiteY18" fmla="*/ 108013 h 219551"/>
                <a:gd name="connsiteX19" fmla="*/ 6858 w 154876"/>
                <a:gd name="connsiteY19" fmla="*/ 100394 h 219551"/>
                <a:gd name="connsiteX20" fmla="*/ 14002 w 154876"/>
                <a:gd name="connsiteY20" fmla="*/ 79343 h 219551"/>
                <a:gd name="connsiteX21" fmla="*/ 38481 w 154876"/>
                <a:gd name="connsiteY21" fmla="*/ 0 h 219551"/>
                <a:gd name="connsiteX22" fmla="*/ 51149 w 154876"/>
                <a:gd name="connsiteY22" fmla="*/ 8382 h 21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876" h="219551">
                  <a:moveTo>
                    <a:pt x="51149" y="8382"/>
                  </a:moveTo>
                  <a:lnTo>
                    <a:pt x="154876" y="67818"/>
                  </a:lnTo>
                  <a:lnTo>
                    <a:pt x="142970" y="79724"/>
                  </a:lnTo>
                  <a:lnTo>
                    <a:pt x="115538" y="75533"/>
                  </a:lnTo>
                  <a:lnTo>
                    <a:pt x="85154" y="105537"/>
                  </a:lnTo>
                  <a:lnTo>
                    <a:pt x="75533" y="121444"/>
                  </a:lnTo>
                  <a:lnTo>
                    <a:pt x="74390" y="125063"/>
                  </a:lnTo>
                  <a:lnTo>
                    <a:pt x="72580" y="132017"/>
                  </a:lnTo>
                  <a:lnTo>
                    <a:pt x="104584" y="201930"/>
                  </a:lnTo>
                  <a:lnTo>
                    <a:pt x="114300" y="210312"/>
                  </a:lnTo>
                  <a:lnTo>
                    <a:pt x="27432" y="219551"/>
                  </a:lnTo>
                  <a:lnTo>
                    <a:pt x="14097" y="161639"/>
                  </a:lnTo>
                  <a:lnTo>
                    <a:pt x="3334" y="141161"/>
                  </a:lnTo>
                  <a:lnTo>
                    <a:pt x="3048" y="140494"/>
                  </a:lnTo>
                  <a:lnTo>
                    <a:pt x="2381" y="138589"/>
                  </a:lnTo>
                  <a:lnTo>
                    <a:pt x="0" y="131540"/>
                  </a:lnTo>
                  <a:lnTo>
                    <a:pt x="286" y="125349"/>
                  </a:lnTo>
                  <a:lnTo>
                    <a:pt x="476" y="123920"/>
                  </a:lnTo>
                  <a:lnTo>
                    <a:pt x="4763" y="108013"/>
                  </a:lnTo>
                  <a:lnTo>
                    <a:pt x="6858" y="100394"/>
                  </a:lnTo>
                  <a:lnTo>
                    <a:pt x="14002" y="79343"/>
                  </a:lnTo>
                  <a:lnTo>
                    <a:pt x="38481" y="0"/>
                  </a:lnTo>
                  <a:lnTo>
                    <a:pt x="51149" y="838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6" name="서울특별시 양천구 목4동">
              <a:extLst>
                <a:ext uri="{FF2B5EF4-FFF2-40B4-BE49-F238E27FC236}">
                  <a16:creationId xmlns:a16="http://schemas.microsoft.com/office/drawing/2014/main" id="{C82AC1B2-930A-CE52-F2C5-C55D9371EFC2}"/>
                </a:ext>
              </a:extLst>
            </p:cNvPr>
            <p:cNvSpPr/>
            <p:nvPr/>
          </p:nvSpPr>
          <p:spPr>
            <a:xfrm>
              <a:off x="4094225" y="3886009"/>
              <a:ext cx="166306" cy="181165"/>
            </a:xfrm>
            <a:custGeom>
              <a:avLst/>
              <a:gdLst>
                <a:gd name="connsiteX0" fmla="*/ 166307 w 166306"/>
                <a:gd name="connsiteY0" fmla="*/ 40196 h 181165"/>
                <a:gd name="connsiteX1" fmla="*/ 163925 w 166306"/>
                <a:gd name="connsiteY1" fmla="*/ 42100 h 181165"/>
                <a:gd name="connsiteX2" fmla="*/ 142685 w 166306"/>
                <a:gd name="connsiteY2" fmla="*/ 59722 h 181165"/>
                <a:gd name="connsiteX3" fmla="*/ 138113 w 166306"/>
                <a:gd name="connsiteY3" fmla="*/ 63627 h 181165"/>
                <a:gd name="connsiteX4" fmla="*/ 135446 w 166306"/>
                <a:gd name="connsiteY4" fmla="*/ 66008 h 181165"/>
                <a:gd name="connsiteX5" fmla="*/ 134207 w 166306"/>
                <a:gd name="connsiteY5" fmla="*/ 67151 h 181165"/>
                <a:gd name="connsiteX6" fmla="*/ 128207 w 166306"/>
                <a:gd name="connsiteY6" fmla="*/ 72390 h 181165"/>
                <a:gd name="connsiteX7" fmla="*/ 122206 w 166306"/>
                <a:gd name="connsiteY7" fmla="*/ 78200 h 181165"/>
                <a:gd name="connsiteX8" fmla="*/ 120682 w 166306"/>
                <a:gd name="connsiteY8" fmla="*/ 79724 h 181165"/>
                <a:gd name="connsiteX9" fmla="*/ 118205 w 166306"/>
                <a:gd name="connsiteY9" fmla="*/ 83629 h 181165"/>
                <a:gd name="connsiteX10" fmla="*/ 116300 w 166306"/>
                <a:gd name="connsiteY10" fmla="*/ 86773 h 181165"/>
                <a:gd name="connsiteX11" fmla="*/ 115633 w 166306"/>
                <a:gd name="connsiteY11" fmla="*/ 87916 h 181165"/>
                <a:gd name="connsiteX12" fmla="*/ 79820 w 166306"/>
                <a:gd name="connsiteY12" fmla="*/ 148209 h 181165"/>
                <a:gd name="connsiteX13" fmla="*/ 66961 w 166306"/>
                <a:gd name="connsiteY13" fmla="*/ 173546 h 181165"/>
                <a:gd name="connsiteX14" fmla="*/ 9335 w 166306"/>
                <a:gd name="connsiteY14" fmla="*/ 181165 h 181165"/>
                <a:gd name="connsiteX15" fmla="*/ 0 w 166306"/>
                <a:gd name="connsiteY15" fmla="*/ 76009 h 181165"/>
                <a:gd name="connsiteX16" fmla="*/ 3238 w 166306"/>
                <a:gd name="connsiteY16" fmla="*/ 9239 h 181165"/>
                <a:gd name="connsiteX17" fmla="*/ 90107 w 166306"/>
                <a:gd name="connsiteY17" fmla="*/ 0 h 181165"/>
                <a:gd name="connsiteX18" fmla="*/ 107918 w 166306"/>
                <a:gd name="connsiteY18" fmla="*/ 8287 h 181165"/>
                <a:gd name="connsiteX19" fmla="*/ 166307 w 166306"/>
                <a:gd name="connsiteY19" fmla="*/ 40196 h 18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6306" h="181165">
                  <a:moveTo>
                    <a:pt x="166307" y="40196"/>
                  </a:moveTo>
                  <a:lnTo>
                    <a:pt x="163925" y="42100"/>
                  </a:lnTo>
                  <a:lnTo>
                    <a:pt x="142685" y="59722"/>
                  </a:lnTo>
                  <a:lnTo>
                    <a:pt x="138113" y="63627"/>
                  </a:lnTo>
                  <a:lnTo>
                    <a:pt x="135446" y="66008"/>
                  </a:lnTo>
                  <a:lnTo>
                    <a:pt x="134207" y="67151"/>
                  </a:lnTo>
                  <a:lnTo>
                    <a:pt x="128207" y="72390"/>
                  </a:lnTo>
                  <a:lnTo>
                    <a:pt x="122206" y="78200"/>
                  </a:lnTo>
                  <a:lnTo>
                    <a:pt x="120682" y="79724"/>
                  </a:lnTo>
                  <a:lnTo>
                    <a:pt x="118205" y="83629"/>
                  </a:lnTo>
                  <a:lnTo>
                    <a:pt x="116300" y="86773"/>
                  </a:lnTo>
                  <a:lnTo>
                    <a:pt x="115633" y="87916"/>
                  </a:lnTo>
                  <a:lnTo>
                    <a:pt x="79820" y="148209"/>
                  </a:lnTo>
                  <a:lnTo>
                    <a:pt x="66961" y="173546"/>
                  </a:lnTo>
                  <a:lnTo>
                    <a:pt x="9335" y="181165"/>
                  </a:lnTo>
                  <a:lnTo>
                    <a:pt x="0" y="76009"/>
                  </a:lnTo>
                  <a:lnTo>
                    <a:pt x="3238" y="9239"/>
                  </a:lnTo>
                  <a:lnTo>
                    <a:pt x="90107" y="0"/>
                  </a:lnTo>
                  <a:lnTo>
                    <a:pt x="107918" y="8287"/>
                  </a:lnTo>
                  <a:lnTo>
                    <a:pt x="166307" y="4019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7" name="서울특별시 양천구 신월1동">
              <a:extLst>
                <a:ext uri="{FF2B5EF4-FFF2-40B4-BE49-F238E27FC236}">
                  <a16:creationId xmlns:a16="http://schemas.microsoft.com/office/drawing/2014/main" id="{D8D0C2F6-4FC5-1743-6DEE-F62E93C5E909}"/>
                </a:ext>
              </a:extLst>
            </p:cNvPr>
            <p:cNvSpPr/>
            <p:nvPr/>
          </p:nvSpPr>
          <p:spPr>
            <a:xfrm>
              <a:off x="3459956" y="3938206"/>
              <a:ext cx="217074" cy="205930"/>
            </a:xfrm>
            <a:custGeom>
              <a:avLst/>
              <a:gdLst>
                <a:gd name="connsiteX0" fmla="*/ 217075 w 217074"/>
                <a:gd name="connsiteY0" fmla="*/ 188119 h 205930"/>
                <a:gd name="connsiteX1" fmla="*/ 115729 w 217074"/>
                <a:gd name="connsiteY1" fmla="*/ 205930 h 205930"/>
                <a:gd name="connsiteX2" fmla="*/ 86582 w 217074"/>
                <a:gd name="connsiteY2" fmla="*/ 154877 h 205930"/>
                <a:gd name="connsiteX3" fmla="*/ 82105 w 217074"/>
                <a:gd name="connsiteY3" fmla="*/ 147161 h 205930"/>
                <a:gd name="connsiteX4" fmla="*/ 72485 w 217074"/>
                <a:gd name="connsiteY4" fmla="*/ 130302 h 205930"/>
                <a:gd name="connsiteX5" fmla="*/ 62770 w 217074"/>
                <a:gd name="connsiteY5" fmla="*/ 116110 h 205930"/>
                <a:gd name="connsiteX6" fmla="*/ 55340 w 217074"/>
                <a:gd name="connsiteY6" fmla="*/ 105156 h 205930"/>
                <a:gd name="connsiteX7" fmla="*/ 20574 w 217074"/>
                <a:gd name="connsiteY7" fmla="*/ 54578 h 205930"/>
                <a:gd name="connsiteX8" fmla="*/ 0 w 217074"/>
                <a:gd name="connsiteY8" fmla="*/ 18097 h 205930"/>
                <a:gd name="connsiteX9" fmla="*/ 120682 w 217074"/>
                <a:gd name="connsiteY9" fmla="*/ 0 h 205930"/>
                <a:gd name="connsiteX10" fmla="*/ 112681 w 217074"/>
                <a:gd name="connsiteY10" fmla="*/ 15907 h 205930"/>
                <a:gd name="connsiteX11" fmla="*/ 217075 w 217074"/>
                <a:gd name="connsiteY11" fmla="*/ 188119 h 20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074" h="205930">
                  <a:moveTo>
                    <a:pt x="217075" y="188119"/>
                  </a:moveTo>
                  <a:lnTo>
                    <a:pt x="115729" y="205930"/>
                  </a:lnTo>
                  <a:lnTo>
                    <a:pt x="86582" y="154877"/>
                  </a:lnTo>
                  <a:lnTo>
                    <a:pt x="82105" y="147161"/>
                  </a:lnTo>
                  <a:lnTo>
                    <a:pt x="72485" y="130302"/>
                  </a:lnTo>
                  <a:lnTo>
                    <a:pt x="62770" y="116110"/>
                  </a:lnTo>
                  <a:lnTo>
                    <a:pt x="55340" y="105156"/>
                  </a:lnTo>
                  <a:lnTo>
                    <a:pt x="20574" y="54578"/>
                  </a:lnTo>
                  <a:lnTo>
                    <a:pt x="0" y="18097"/>
                  </a:lnTo>
                  <a:lnTo>
                    <a:pt x="120682" y="0"/>
                  </a:lnTo>
                  <a:lnTo>
                    <a:pt x="112681" y="15907"/>
                  </a:lnTo>
                  <a:lnTo>
                    <a:pt x="217075" y="18811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8" name="서울특별시 양천구 신월2동">
              <a:extLst>
                <a:ext uri="{FF2B5EF4-FFF2-40B4-BE49-F238E27FC236}">
                  <a16:creationId xmlns:a16="http://schemas.microsoft.com/office/drawing/2014/main" id="{AB22C9DF-01BF-6649-F675-A01A0ADB8CF5}"/>
                </a:ext>
              </a:extLst>
            </p:cNvPr>
            <p:cNvSpPr/>
            <p:nvPr/>
          </p:nvSpPr>
          <p:spPr>
            <a:xfrm>
              <a:off x="3677030" y="4101560"/>
              <a:ext cx="202977" cy="197929"/>
            </a:xfrm>
            <a:custGeom>
              <a:avLst/>
              <a:gdLst>
                <a:gd name="connsiteX0" fmla="*/ 201740 w 202977"/>
                <a:gd name="connsiteY0" fmla="*/ 112014 h 197929"/>
                <a:gd name="connsiteX1" fmla="*/ 145923 w 202977"/>
                <a:gd name="connsiteY1" fmla="*/ 97441 h 197929"/>
                <a:gd name="connsiteX2" fmla="*/ 136208 w 202977"/>
                <a:gd name="connsiteY2" fmla="*/ 97250 h 197929"/>
                <a:gd name="connsiteX3" fmla="*/ 128969 w 202977"/>
                <a:gd name="connsiteY3" fmla="*/ 98298 h 197929"/>
                <a:gd name="connsiteX4" fmla="*/ 123444 w 202977"/>
                <a:gd name="connsiteY4" fmla="*/ 99917 h 197929"/>
                <a:gd name="connsiteX5" fmla="*/ 118491 w 202977"/>
                <a:gd name="connsiteY5" fmla="*/ 102489 h 197929"/>
                <a:gd name="connsiteX6" fmla="*/ 116396 w 202977"/>
                <a:gd name="connsiteY6" fmla="*/ 104204 h 197929"/>
                <a:gd name="connsiteX7" fmla="*/ 114681 w 202977"/>
                <a:gd name="connsiteY7" fmla="*/ 105728 h 197929"/>
                <a:gd name="connsiteX8" fmla="*/ 116777 w 202977"/>
                <a:gd name="connsiteY8" fmla="*/ 108014 h 197929"/>
                <a:gd name="connsiteX9" fmla="*/ 127254 w 202977"/>
                <a:gd name="connsiteY9" fmla="*/ 114967 h 197929"/>
                <a:gd name="connsiteX10" fmla="*/ 148304 w 202977"/>
                <a:gd name="connsiteY10" fmla="*/ 130302 h 197929"/>
                <a:gd name="connsiteX11" fmla="*/ 147828 w 202977"/>
                <a:gd name="connsiteY11" fmla="*/ 144875 h 197929"/>
                <a:gd name="connsiteX12" fmla="*/ 147733 w 202977"/>
                <a:gd name="connsiteY12" fmla="*/ 147352 h 197929"/>
                <a:gd name="connsiteX13" fmla="*/ 146209 w 202977"/>
                <a:gd name="connsiteY13" fmla="*/ 182023 h 197929"/>
                <a:gd name="connsiteX14" fmla="*/ 146209 w 202977"/>
                <a:gd name="connsiteY14" fmla="*/ 182499 h 197929"/>
                <a:gd name="connsiteX15" fmla="*/ 145637 w 202977"/>
                <a:gd name="connsiteY15" fmla="*/ 193072 h 197929"/>
                <a:gd name="connsiteX16" fmla="*/ 145447 w 202977"/>
                <a:gd name="connsiteY16" fmla="*/ 197168 h 197929"/>
                <a:gd name="connsiteX17" fmla="*/ 144971 w 202977"/>
                <a:gd name="connsiteY17" fmla="*/ 197930 h 197929"/>
                <a:gd name="connsiteX18" fmla="*/ 117824 w 202977"/>
                <a:gd name="connsiteY18" fmla="*/ 188214 h 197929"/>
                <a:gd name="connsiteX19" fmla="*/ 110585 w 202977"/>
                <a:gd name="connsiteY19" fmla="*/ 185642 h 197929"/>
                <a:gd name="connsiteX20" fmla="*/ 95917 w 202977"/>
                <a:gd name="connsiteY20" fmla="*/ 180308 h 197929"/>
                <a:gd name="connsiteX21" fmla="*/ 94202 w 202977"/>
                <a:gd name="connsiteY21" fmla="*/ 179642 h 197929"/>
                <a:gd name="connsiteX22" fmla="*/ 71723 w 202977"/>
                <a:gd name="connsiteY22" fmla="*/ 142494 h 197929"/>
                <a:gd name="connsiteX23" fmla="*/ 0 w 202977"/>
                <a:gd name="connsiteY23" fmla="*/ 24765 h 197929"/>
                <a:gd name="connsiteX24" fmla="*/ 152495 w 202977"/>
                <a:gd name="connsiteY24" fmla="*/ 0 h 197929"/>
                <a:gd name="connsiteX25" fmla="*/ 202978 w 202977"/>
                <a:gd name="connsiteY25" fmla="*/ 95536 h 197929"/>
                <a:gd name="connsiteX26" fmla="*/ 201740 w 202977"/>
                <a:gd name="connsiteY26" fmla="*/ 112014 h 19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2977" h="197929">
                  <a:moveTo>
                    <a:pt x="201740" y="112014"/>
                  </a:moveTo>
                  <a:lnTo>
                    <a:pt x="145923" y="97441"/>
                  </a:lnTo>
                  <a:lnTo>
                    <a:pt x="136208" y="97250"/>
                  </a:lnTo>
                  <a:lnTo>
                    <a:pt x="128969" y="98298"/>
                  </a:lnTo>
                  <a:lnTo>
                    <a:pt x="123444" y="99917"/>
                  </a:lnTo>
                  <a:lnTo>
                    <a:pt x="118491" y="102489"/>
                  </a:lnTo>
                  <a:lnTo>
                    <a:pt x="116396" y="104204"/>
                  </a:lnTo>
                  <a:lnTo>
                    <a:pt x="114681" y="105728"/>
                  </a:lnTo>
                  <a:lnTo>
                    <a:pt x="116777" y="108014"/>
                  </a:lnTo>
                  <a:lnTo>
                    <a:pt x="127254" y="114967"/>
                  </a:lnTo>
                  <a:lnTo>
                    <a:pt x="148304" y="130302"/>
                  </a:lnTo>
                  <a:lnTo>
                    <a:pt x="147828" y="144875"/>
                  </a:lnTo>
                  <a:lnTo>
                    <a:pt x="147733" y="147352"/>
                  </a:lnTo>
                  <a:lnTo>
                    <a:pt x="146209" y="182023"/>
                  </a:lnTo>
                  <a:lnTo>
                    <a:pt x="146209" y="182499"/>
                  </a:lnTo>
                  <a:lnTo>
                    <a:pt x="145637" y="193072"/>
                  </a:lnTo>
                  <a:lnTo>
                    <a:pt x="145447" y="197168"/>
                  </a:lnTo>
                  <a:lnTo>
                    <a:pt x="144971" y="197930"/>
                  </a:lnTo>
                  <a:lnTo>
                    <a:pt x="117824" y="188214"/>
                  </a:lnTo>
                  <a:lnTo>
                    <a:pt x="110585" y="185642"/>
                  </a:lnTo>
                  <a:lnTo>
                    <a:pt x="95917" y="180308"/>
                  </a:lnTo>
                  <a:lnTo>
                    <a:pt x="94202" y="179642"/>
                  </a:lnTo>
                  <a:lnTo>
                    <a:pt x="71723" y="142494"/>
                  </a:lnTo>
                  <a:lnTo>
                    <a:pt x="0" y="24765"/>
                  </a:lnTo>
                  <a:lnTo>
                    <a:pt x="152495" y="0"/>
                  </a:lnTo>
                  <a:lnTo>
                    <a:pt x="202978" y="95536"/>
                  </a:lnTo>
                  <a:lnTo>
                    <a:pt x="201740" y="11201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9" name="서울특별시 양천구 신월3동">
              <a:extLst>
                <a:ext uri="{FF2B5EF4-FFF2-40B4-BE49-F238E27FC236}">
                  <a16:creationId xmlns:a16="http://schemas.microsoft.com/office/drawing/2014/main" id="{A625608A-8677-029E-E5B8-FBBC9CCBBDA7}"/>
                </a:ext>
              </a:extLst>
            </p:cNvPr>
            <p:cNvSpPr/>
            <p:nvPr/>
          </p:nvSpPr>
          <p:spPr>
            <a:xfrm>
              <a:off x="3337845" y="3864292"/>
              <a:ext cx="237839" cy="306609"/>
            </a:xfrm>
            <a:custGeom>
              <a:avLst/>
              <a:gdLst>
                <a:gd name="connsiteX0" fmla="*/ 122111 w 237839"/>
                <a:gd name="connsiteY0" fmla="*/ 92011 h 306609"/>
                <a:gd name="connsiteX1" fmla="*/ 142685 w 237839"/>
                <a:gd name="connsiteY1" fmla="*/ 128492 h 306609"/>
                <a:gd name="connsiteX2" fmla="*/ 177451 w 237839"/>
                <a:gd name="connsiteY2" fmla="*/ 179070 h 306609"/>
                <a:gd name="connsiteX3" fmla="*/ 184880 w 237839"/>
                <a:gd name="connsiteY3" fmla="*/ 190024 h 306609"/>
                <a:gd name="connsiteX4" fmla="*/ 194596 w 237839"/>
                <a:gd name="connsiteY4" fmla="*/ 204216 h 306609"/>
                <a:gd name="connsiteX5" fmla="*/ 204216 w 237839"/>
                <a:gd name="connsiteY5" fmla="*/ 221075 h 306609"/>
                <a:gd name="connsiteX6" fmla="*/ 208693 w 237839"/>
                <a:gd name="connsiteY6" fmla="*/ 228790 h 306609"/>
                <a:gd name="connsiteX7" fmla="*/ 237839 w 237839"/>
                <a:gd name="connsiteY7" fmla="*/ 279844 h 306609"/>
                <a:gd name="connsiteX8" fmla="*/ 75057 w 237839"/>
                <a:gd name="connsiteY8" fmla="*/ 306610 h 306609"/>
                <a:gd name="connsiteX9" fmla="*/ 115633 w 237839"/>
                <a:gd name="connsiteY9" fmla="*/ 275368 h 306609"/>
                <a:gd name="connsiteX10" fmla="*/ 121253 w 237839"/>
                <a:gd name="connsiteY10" fmla="*/ 258985 h 306609"/>
                <a:gd name="connsiteX11" fmla="*/ 116681 w 237839"/>
                <a:gd name="connsiteY11" fmla="*/ 221171 h 306609"/>
                <a:gd name="connsiteX12" fmla="*/ 116015 w 237839"/>
                <a:gd name="connsiteY12" fmla="*/ 218122 h 306609"/>
                <a:gd name="connsiteX13" fmla="*/ 114586 w 237839"/>
                <a:gd name="connsiteY13" fmla="*/ 216408 h 306609"/>
                <a:gd name="connsiteX14" fmla="*/ 112109 w 237839"/>
                <a:gd name="connsiteY14" fmla="*/ 214598 h 306609"/>
                <a:gd name="connsiteX15" fmla="*/ 111347 w 237839"/>
                <a:gd name="connsiteY15" fmla="*/ 213931 h 306609"/>
                <a:gd name="connsiteX16" fmla="*/ 102394 w 237839"/>
                <a:gd name="connsiteY16" fmla="*/ 207835 h 306609"/>
                <a:gd name="connsiteX17" fmla="*/ 100203 w 237839"/>
                <a:gd name="connsiteY17" fmla="*/ 206407 h 306609"/>
                <a:gd name="connsiteX18" fmla="*/ 98965 w 237839"/>
                <a:gd name="connsiteY18" fmla="*/ 205835 h 306609"/>
                <a:gd name="connsiteX19" fmla="*/ 98012 w 237839"/>
                <a:gd name="connsiteY19" fmla="*/ 205454 h 306609"/>
                <a:gd name="connsiteX20" fmla="*/ 95060 w 237839"/>
                <a:gd name="connsiteY20" fmla="*/ 204311 h 306609"/>
                <a:gd name="connsiteX21" fmla="*/ 91345 w 237839"/>
                <a:gd name="connsiteY21" fmla="*/ 203263 h 306609"/>
                <a:gd name="connsiteX22" fmla="*/ 89916 w 237839"/>
                <a:gd name="connsiteY22" fmla="*/ 202882 h 306609"/>
                <a:gd name="connsiteX23" fmla="*/ 87249 w 237839"/>
                <a:gd name="connsiteY23" fmla="*/ 202216 h 306609"/>
                <a:gd name="connsiteX24" fmla="*/ 84487 w 237839"/>
                <a:gd name="connsiteY24" fmla="*/ 202311 h 306609"/>
                <a:gd name="connsiteX25" fmla="*/ 79629 w 237839"/>
                <a:gd name="connsiteY25" fmla="*/ 203549 h 306609"/>
                <a:gd name="connsiteX26" fmla="*/ 78010 w 237839"/>
                <a:gd name="connsiteY26" fmla="*/ 203454 h 306609"/>
                <a:gd name="connsiteX27" fmla="*/ 72676 w 237839"/>
                <a:gd name="connsiteY27" fmla="*/ 202406 h 306609"/>
                <a:gd name="connsiteX28" fmla="*/ 71438 w 237839"/>
                <a:gd name="connsiteY28" fmla="*/ 202121 h 306609"/>
                <a:gd name="connsiteX29" fmla="*/ 69533 w 237839"/>
                <a:gd name="connsiteY29" fmla="*/ 201739 h 306609"/>
                <a:gd name="connsiteX30" fmla="*/ 68866 w 237839"/>
                <a:gd name="connsiteY30" fmla="*/ 201358 h 306609"/>
                <a:gd name="connsiteX31" fmla="*/ 67532 w 237839"/>
                <a:gd name="connsiteY31" fmla="*/ 200692 h 306609"/>
                <a:gd name="connsiteX32" fmla="*/ 66485 w 237839"/>
                <a:gd name="connsiteY32" fmla="*/ 200215 h 306609"/>
                <a:gd name="connsiteX33" fmla="*/ 63722 w 237839"/>
                <a:gd name="connsiteY33" fmla="*/ 198596 h 306609"/>
                <a:gd name="connsiteX34" fmla="*/ 60579 w 237839"/>
                <a:gd name="connsiteY34" fmla="*/ 195834 h 306609"/>
                <a:gd name="connsiteX35" fmla="*/ 53721 w 237839"/>
                <a:gd name="connsiteY35" fmla="*/ 187738 h 306609"/>
                <a:gd name="connsiteX36" fmla="*/ 39910 w 237839"/>
                <a:gd name="connsiteY36" fmla="*/ 166688 h 306609"/>
                <a:gd name="connsiteX37" fmla="*/ 14573 w 237839"/>
                <a:gd name="connsiteY37" fmla="*/ 127825 h 306609"/>
                <a:gd name="connsiteX38" fmla="*/ 762 w 237839"/>
                <a:gd name="connsiteY38" fmla="*/ 112300 h 306609"/>
                <a:gd name="connsiteX39" fmla="*/ 571 w 237839"/>
                <a:gd name="connsiteY39" fmla="*/ 111728 h 306609"/>
                <a:gd name="connsiteX40" fmla="*/ 0 w 237839"/>
                <a:gd name="connsiteY40" fmla="*/ 109918 h 306609"/>
                <a:gd name="connsiteX41" fmla="*/ 0 w 237839"/>
                <a:gd name="connsiteY41" fmla="*/ 107251 h 306609"/>
                <a:gd name="connsiteX42" fmla="*/ 3048 w 237839"/>
                <a:gd name="connsiteY42" fmla="*/ 97346 h 306609"/>
                <a:gd name="connsiteX43" fmla="*/ 7715 w 237839"/>
                <a:gd name="connsiteY43" fmla="*/ 89916 h 306609"/>
                <a:gd name="connsiteX44" fmla="*/ 8763 w 237839"/>
                <a:gd name="connsiteY44" fmla="*/ 87154 h 306609"/>
                <a:gd name="connsiteX45" fmla="*/ 8763 w 237839"/>
                <a:gd name="connsiteY45" fmla="*/ 85154 h 306609"/>
                <a:gd name="connsiteX46" fmla="*/ 7525 w 237839"/>
                <a:gd name="connsiteY46" fmla="*/ 52959 h 306609"/>
                <a:gd name="connsiteX47" fmla="*/ 6286 w 237839"/>
                <a:gd name="connsiteY47" fmla="*/ 48387 h 306609"/>
                <a:gd name="connsiteX48" fmla="*/ 3429 w 237839"/>
                <a:gd name="connsiteY48" fmla="*/ 38386 h 306609"/>
                <a:gd name="connsiteX49" fmla="*/ 2762 w 237839"/>
                <a:gd name="connsiteY49" fmla="*/ 36385 h 306609"/>
                <a:gd name="connsiteX50" fmla="*/ 1619 w 237839"/>
                <a:gd name="connsiteY50" fmla="*/ 32671 h 306609"/>
                <a:gd name="connsiteX51" fmla="*/ 1429 w 237839"/>
                <a:gd name="connsiteY51" fmla="*/ 32194 h 306609"/>
                <a:gd name="connsiteX52" fmla="*/ 6763 w 237839"/>
                <a:gd name="connsiteY52" fmla="*/ 5620 h 306609"/>
                <a:gd name="connsiteX53" fmla="*/ 54578 w 237839"/>
                <a:gd name="connsiteY53" fmla="*/ 0 h 306609"/>
                <a:gd name="connsiteX54" fmla="*/ 62008 w 237839"/>
                <a:gd name="connsiteY54" fmla="*/ 7429 h 306609"/>
                <a:gd name="connsiteX55" fmla="*/ 62579 w 237839"/>
                <a:gd name="connsiteY55" fmla="*/ 8001 h 306609"/>
                <a:gd name="connsiteX56" fmla="*/ 63627 w 237839"/>
                <a:gd name="connsiteY56" fmla="*/ 9049 h 306609"/>
                <a:gd name="connsiteX57" fmla="*/ 64484 w 237839"/>
                <a:gd name="connsiteY57" fmla="*/ 10382 h 306609"/>
                <a:gd name="connsiteX58" fmla="*/ 64770 w 237839"/>
                <a:gd name="connsiteY58" fmla="*/ 10954 h 306609"/>
                <a:gd name="connsiteX59" fmla="*/ 65913 w 237839"/>
                <a:gd name="connsiteY59" fmla="*/ 12668 h 306609"/>
                <a:gd name="connsiteX60" fmla="*/ 66485 w 237839"/>
                <a:gd name="connsiteY60" fmla="*/ 13430 h 306609"/>
                <a:gd name="connsiteX61" fmla="*/ 67246 w 237839"/>
                <a:gd name="connsiteY61" fmla="*/ 14668 h 306609"/>
                <a:gd name="connsiteX62" fmla="*/ 67818 w 237839"/>
                <a:gd name="connsiteY62" fmla="*/ 15430 h 306609"/>
                <a:gd name="connsiteX63" fmla="*/ 68390 w 237839"/>
                <a:gd name="connsiteY63" fmla="*/ 16478 h 306609"/>
                <a:gd name="connsiteX64" fmla="*/ 69056 w 237839"/>
                <a:gd name="connsiteY64" fmla="*/ 17526 h 306609"/>
                <a:gd name="connsiteX65" fmla="*/ 70009 w 237839"/>
                <a:gd name="connsiteY65" fmla="*/ 18859 h 306609"/>
                <a:gd name="connsiteX66" fmla="*/ 71247 w 237839"/>
                <a:gd name="connsiteY66" fmla="*/ 20860 h 306609"/>
                <a:gd name="connsiteX67" fmla="*/ 76962 w 237839"/>
                <a:gd name="connsiteY67" fmla="*/ 29718 h 306609"/>
                <a:gd name="connsiteX68" fmla="*/ 77533 w 237839"/>
                <a:gd name="connsiteY68" fmla="*/ 30671 h 306609"/>
                <a:gd name="connsiteX69" fmla="*/ 80296 w 237839"/>
                <a:gd name="connsiteY69" fmla="*/ 34861 h 306609"/>
                <a:gd name="connsiteX70" fmla="*/ 83820 w 237839"/>
                <a:gd name="connsiteY70" fmla="*/ 40386 h 306609"/>
                <a:gd name="connsiteX71" fmla="*/ 96012 w 237839"/>
                <a:gd name="connsiteY71" fmla="*/ 58674 h 306609"/>
                <a:gd name="connsiteX72" fmla="*/ 102584 w 237839"/>
                <a:gd name="connsiteY72" fmla="*/ 68485 h 306609"/>
                <a:gd name="connsiteX73" fmla="*/ 104775 w 237839"/>
                <a:gd name="connsiteY73" fmla="*/ 71056 h 306609"/>
                <a:gd name="connsiteX74" fmla="*/ 105156 w 237839"/>
                <a:gd name="connsiteY74" fmla="*/ 71628 h 306609"/>
                <a:gd name="connsiteX75" fmla="*/ 122111 w 237839"/>
                <a:gd name="connsiteY75" fmla="*/ 92011 h 30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7839" h="306609">
                  <a:moveTo>
                    <a:pt x="122111" y="92011"/>
                  </a:moveTo>
                  <a:lnTo>
                    <a:pt x="142685" y="128492"/>
                  </a:lnTo>
                  <a:lnTo>
                    <a:pt x="177451" y="179070"/>
                  </a:lnTo>
                  <a:lnTo>
                    <a:pt x="184880" y="190024"/>
                  </a:lnTo>
                  <a:lnTo>
                    <a:pt x="194596" y="204216"/>
                  </a:lnTo>
                  <a:lnTo>
                    <a:pt x="204216" y="221075"/>
                  </a:lnTo>
                  <a:lnTo>
                    <a:pt x="208693" y="228790"/>
                  </a:lnTo>
                  <a:lnTo>
                    <a:pt x="237839" y="279844"/>
                  </a:lnTo>
                  <a:lnTo>
                    <a:pt x="75057" y="306610"/>
                  </a:lnTo>
                  <a:lnTo>
                    <a:pt x="115633" y="275368"/>
                  </a:lnTo>
                  <a:lnTo>
                    <a:pt x="121253" y="258985"/>
                  </a:lnTo>
                  <a:lnTo>
                    <a:pt x="116681" y="221171"/>
                  </a:lnTo>
                  <a:lnTo>
                    <a:pt x="116015" y="218122"/>
                  </a:lnTo>
                  <a:lnTo>
                    <a:pt x="114586" y="216408"/>
                  </a:lnTo>
                  <a:lnTo>
                    <a:pt x="112109" y="214598"/>
                  </a:lnTo>
                  <a:lnTo>
                    <a:pt x="111347" y="213931"/>
                  </a:lnTo>
                  <a:lnTo>
                    <a:pt x="102394" y="207835"/>
                  </a:lnTo>
                  <a:lnTo>
                    <a:pt x="100203" y="206407"/>
                  </a:lnTo>
                  <a:lnTo>
                    <a:pt x="98965" y="205835"/>
                  </a:lnTo>
                  <a:lnTo>
                    <a:pt x="98012" y="205454"/>
                  </a:lnTo>
                  <a:lnTo>
                    <a:pt x="95060" y="204311"/>
                  </a:lnTo>
                  <a:lnTo>
                    <a:pt x="91345" y="203263"/>
                  </a:lnTo>
                  <a:lnTo>
                    <a:pt x="89916" y="202882"/>
                  </a:lnTo>
                  <a:lnTo>
                    <a:pt x="87249" y="202216"/>
                  </a:lnTo>
                  <a:lnTo>
                    <a:pt x="84487" y="202311"/>
                  </a:lnTo>
                  <a:lnTo>
                    <a:pt x="79629" y="203549"/>
                  </a:lnTo>
                  <a:lnTo>
                    <a:pt x="78010" y="203454"/>
                  </a:lnTo>
                  <a:lnTo>
                    <a:pt x="72676" y="202406"/>
                  </a:lnTo>
                  <a:lnTo>
                    <a:pt x="71438" y="202121"/>
                  </a:lnTo>
                  <a:lnTo>
                    <a:pt x="69533" y="201739"/>
                  </a:lnTo>
                  <a:lnTo>
                    <a:pt x="68866" y="201358"/>
                  </a:lnTo>
                  <a:lnTo>
                    <a:pt x="67532" y="200692"/>
                  </a:lnTo>
                  <a:lnTo>
                    <a:pt x="66485" y="200215"/>
                  </a:lnTo>
                  <a:lnTo>
                    <a:pt x="63722" y="198596"/>
                  </a:lnTo>
                  <a:lnTo>
                    <a:pt x="60579" y="195834"/>
                  </a:lnTo>
                  <a:lnTo>
                    <a:pt x="53721" y="187738"/>
                  </a:lnTo>
                  <a:lnTo>
                    <a:pt x="39910" y="166688"/>
                  </a:lnTo>
                  <a:lnTo>
                    <a:pt x="14573" y="127825"/>
                  </a:lnTo>
                  <a:lnTo>
                    <a:pt x="762" y="112300"/>
                  </a:lnTo>
                  <a:lnTo>
                    <a:pt x="571" y="111728"/>
                  </a:lnTo>
                  <a:lnTo>
                    <a:pt x="0" y="109918"/>
                  </a:lnTo>
                  <a:lnTo>
                    <a:pt x="0" y="107251"/>
                  </a:lnTo>
                  <a:lnTo>
                    <a:pt x="3048" y="97346"/>
                  </a:lnTo>
                  <a:lnTo>
                    <a:pt x="7715" y="89916"/>
                  </a:lnTo>
                  <a:lnTo>
                    <a:pt x="8763" y="87154"/>
                  </a:lnTo>
                  <a:lnTo>
                    <a:pt x="8763" y="85154"/>
                  </a:lnTo>
                  <a:lnTo>
                    <a:pt x="7525" y="52959"/>
                  </a:lnTo>
                  <a:lnTo>
                    <a:pt x="6286" y="48387"/>
                  </a:lnTo>
                  <a:lnTo>
                    <a:pt x="3429" y="38386"/>
                  </a:lnTo>
                  <a:lnTo>
                    <a:pt x="2762" y="36385"/>
                  </a:lnTo>
                  <a:lnTo>
                    <a:pt x="1619" y="32671"/>
                  </a:lnTo>
                  <a:lnTo>
                    <a:pt x="1429" y="32194"/>
                  </a:lnTo>
                  <a:lnTo>
                    <a:pt x="6763" y="5620"/>
                  </a:lnTo>
                  <a:lnTo>
                    <a:pt x="54578" y="0"/>
                  </a:lnTo>
                  <a:lnTo>
                    <a:pt x="62008" y="7429"/>
                  </a:lnTo>
                  <a:lnTo>
                    <a:pt x="62579" y="8001"/>
                  </a:lnTo>
                  <a:lnTo>
                    <a:pt x="63627" y="9049"/>
                  </a:lnTo>
                  <a:lnTo>
                    <a:pt x="64484" y="10382"/>
                  </a:lnTo>
                  <a:lnTo>
                    <a:pt x="64770" y="10954"/>
                  </a:lnTo>
                  <a:lnTo>
                    <a:pt x="65913" y="12668"/>
                  </a:lnTo>
                  <a:lnTo>
                    <a:pt x="66485" y="13430"/>
                  </a:lnTo>
                  <a:lnTo>
                    <a:pt x="67246" y="14668"/>
                  </a:lnTo>
                  <a:lnTo>
                    <a:pt x="67818" y="15430"/>
                  </a:lnTo>
                  <a:lnTo>
                    <a:pt x="68390" y="16478"/>
                  </a:lnTo>
                  <a:lnTo>
                    <a:pt x="69056" y="17526"/>
                  </a:lnTo>
                  <a:lnTo>
                    <a:pt x="70009" y="18859"/>
                  </a:lnTo>
                  <a:lnTo>
                    <a:pt x="71247" y="20860"/>
                  </a:lnTo>
                  <a:lnTo>
                    <a:pt x="76962" y="29718"/>
                  </a:lnTo>
                  <a:lnTo>
                    <a:pt x="77533" y="30671"/>
                  </a:lnTo>
                  <a:lnTo>
                    <a:pt x="80296" y="34861"/>
                  </a:lnTo>
                  <a:lnTo>
                    <a:pt x="83820" y="40386"/>
                  </a:lnTo>
                  <a:lnTo>
                    <a:pt x="96012" y="58674"/>
                  </a:lnTo>
                  <a:lnTo>
                    <a:pt x="102584" y="68485"/>
                  </a:lnTo>
                  <a:lnTo>
                    <a:pt x="104775" y="71056"/>
                  </a:lnTo>
                  <a:lnTo>
                    <a:pt x="105156" y="71628"/>
                  </a:lnTo>
                  <a:lnTo>
                    <a:pt x="122111" y="920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0" name="서울특별시 양천구 신월4동">
              <a:extLst>
                <a:ext uri="{FF2B5EF4-FFF2-40B4-BE49-F238E27FC236}">
                  <a16:creationId xmlns:a16="http://schemas.microsoft.com/office/drawing/2014/main" id="{76806A13-2742-EC86-7589-D9D4BFC75B7A}"/>
                </a:ext>
              </a:extLst>
            </p:cNvPr>
            <p:cNvSpPr/>
            <p:nvPr/>
          </p:nvSpPr>
          <p:spPr>
            <a:xfrm>
              <a:off x="3575684" y="4126325"/>
              <a:ext cx="173069" cy="171259"/>
            </a:xfrm>
            <a:custGeom>
              <a:avLst/>
              <a:gdLst>
                <a:gd name="connsiteX0" fmla="*/ 173069 w 173069"/>
                <a:gd name="connsiteY0" fmla="*/ 117729 h 171259"/>
                <a:gd name="connsiteX1" fmla="*/ 82487 w 173069"/>
                <a:gd name="connsiteY1" fmla="*/ 171260 h 171259"/>
                <a:gd name="connsiteX2" fmla="*/ 75533 w 173069"/>
                <a:gd name="connsiteY2" fmla="*/ 155353 h 171259"/>
                <a:gd name="connsiteX3" fmla="*/ 64770 w 173069"/>
                <a:gd name="connsiteY3" fmla="*/ 130683 h 171259"/>
                <a:gd name="connsiteX4" fmla="*/ 56388 w 173069"/>
                <a:gd name="connsiteY4" fmla="*/ 111824 h 171259"/>
                <a:gd name="connsiteX5" fmla="*/ 54864 w 173069"/>
                <a:gd name="connsiteY5" fmla="*/ 108299 h 171259"/>
                <a:gd name="connsiteX6" fmla="*/ 54578 w 173069"/>
                <a:gd name="connsiteY6" fmla="*/ 107633 h 171259"/>
                <a:gd name="connsiteX7" fmla="*/ 53340 w 173069"/>
                <a:gd name="connsiteY7" fmla="*/ 105346 h 171259"/>
                <a:gd name="connsiteX8" fmla="*/ 44387 w 173069"/>
                <a:gd name="connsiteY8" fmla="*/ 89440 h 171259"/>
                <a:gd name="connsiteX9" fmla="*/ 41815 w 173069"/>
                <a:gd name="connsiteY9" fmla="*/ 84963 h 171259"/>
                <a:gd name="connsiteX10" fmla="*/ 0 w 173069"/>
                <a:gd name="connsiteY10" fmla="*/ 17812 h 171259"/>
                <a:gd name="connsiteX11" fmla="*/ 101346 w 173069"/>
                <a:gd name="connsiteY11" fmla="*/ 0 h 171259"/>
                <a:gd name="connsiteX12" fmla="*/ 173069 w 173069"/>
                <a:gd name="connsiteY12" fmla="*/ 117729 h 17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3069" h="171259">
                  <a:moveTo>
                    <a:pt x="173069" y="117729"/>
                  </a:moveTo>
                  <a:lnTo>
                    <a:pt x="82487" y="171260"/>
                  </a:lnTo>
                  <a:lnTo>
                    <a:pt x="75533" y="155353"/>
                  </a:lnTo>
                  <a:lnTo>
                    <a:pt x="64770" y="130683"/>
                  </a:lnTo>
                  <a:lnTo>
                    <a:pt x="56388" y="111824"/>
                  </a:lnTo>
                  <a:lnTo>
                    <a:pt x="54864" y="108299"/>
                  </a:lnTo>
                  <a:lnTo>
                    <a:pt x="54578" y="107633"/>
                  </a:lnTo>
                  <a:lnTo>
                    <a:pt x="53340" y="105346"/>
                  </a:lnTo>
                  <a:lnTo>
                    <a:pt x="44387" y="89440"/>
                  </a:lnTo>
                  <a:lnTo>
                    <a:pt x="41815" y="84963"/>
                  </a:lnTo>
                  <a:lnTo>
                    <a:pt x="0" y="17812"/>
                  </a:lnTo>
                  <a:lnTo>
                    <a:pt x="101346" y="0"/>
                  </a:lnTo>
                  <a:lnTo>
                    <a:pt x="173069" y="1177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1" name="서울특별시 양천구 신월5동">
              <a:extLst>
                <a:ext uri="{FF2B5EF4-FFF2-40B4-BE49-F238E27FC236}">
                  <a16:creationId xmlns:a16="http://schemas.microsoft.com/office/drawing/2014/main" id="{D28C2539-B3C6-843D-7398-9FE8BAC2028F}"/>
                </a:ext>
              </a:extLst>
            </p:cNvPr>
            <p:cNvSpPr/>
            <p:nvPr/>
          </p:nvSpPr>
          <p:spPr>
            <a:xfrm>
              <a:off x="3392424" y="3763899"/>
              <a:ext cx="188213" cy="192404"/>
            </a:xfrm>
            <a:custGeom>
              <a:avLst/>
              <a:gdLst>
                <a:gd name="connsiteX0" fmla="*/ 93059 w 188213"/>
                <a:gd name="connsiteY0" fmla="*/ 7144 h 192404"/>
                <a:gd name="connsiteX1" fmla="*/ 96107 w 188213"/>
                <a:gd name="connsiteY1" fmla="*/ 87154 h 192404"/>
                <a:gd name="connsiteX2" fmla="*/ 102679 w 188213"/>
                <a:gd name="connsiteY2" fmla="*/ 86582 h 192404"/>
                <a:gd name="connsiteX3" fmla="*/ 107061 w 188213"/>
                <a:gd name="connsiteY3" fmla="*/ 86392 h 192404"/>
                <a:gd name="connsiteX4" fmla="*/ 120396 w 188213"/>
                <a:gd name="connsiteY4" fmla="*/ 86011 h 192404"/>
                <a:gd name="connsiteX5" fmla="*/ 151447 w 188213"/>
                <a:gd name="connsiteY5" fmla="*/ 84963 h 192404"/>
                <a:gd name="connsiteX6" fmla="*/ 154019 w 188213"/>
                <a:gd name="connsiteY6" fmla="*/ 92392 h 192404"/>
                <a:gd name="connsiteX7" fmla="*/ 154876 w 188213"/>
                <a:gd name="connsiteY7" fmla="*/ 94964 h 192404"/>
                <a:gd name="connsiteX8" fmla="*/ 157734 w 188213"/>
                <a:gd name="connsiteY8" fmla="*/ 103918 h 192404"/>
                <a:gd name="connsiteX9" fmla="*/ 163068 w 188213"/>
                <a:gd name="connsiteY9" fmla="*/ 120682 h 192404"/>
                <a:gd name="connsiteX10" fmla="*/ 188214 w 188213"/>
                <a:gd name="connsiteY10" fmla="*/ 174307 h 192404"/>
                <a:gd name="connsiteX11" fmla="*/ 67532 w 188213"/>
                <a:gd name="connsiteY11" fmla="*/ 192405 h 192404"/>
                <a:gd name="connsiteX12" fmla="*/ 50578 w 188213"/>
                <a:gd name="connsiteY12" fmla="*/ 172021 h 192404"/>
                <a:gd name="connsiteX13" fmla="*/ 50197 w 188213"/>
                <a:gd name="connsiteY13" fmla="*/ 171450 h 192404"/>
                <a:gd name="connsiteX14" fmla="*/ 48006 w 188213"/>
                <a:gd name="connsiteY14" fmla="*/ 168878 h 192404"/>
                <a:gd name="connsiteX15" fmla="*/ 41434 w 188213"/>
                <a:gd name="connsiteY15" fmla="*/ 159067 h 192404"/>
                <a:gd name="connsiteX16" fmla="*/ 29242 w 188213"/>
                <a:gd name="connsiteY16" fmla="*/ 140779 h 192404"/>
                <a:gd name="connsiteX17" fmla="*/ 25717 w 188213"/>
                <a:gd name="connsiteY17" fmla="*/ 135255 h 192404"/>
                <a:gd name="connsiteX18" fmla="*/ 22955 w 188213"/>
                <a:gd name="connsiteY18" fmla="*/ 131064 h 192404"/>
                <a:gd name="connsiteX19" fmla="*/ 22384 w 188213"/>
                <a:gd name="connsiteY19" fmla="*/ 130112 h 192404"/>
                <a:gd name="connsiteX20" fmla="*/ 16669 w 188213"/>
                <a:gd name="connsiteY20" fmla="*/ 121253 h 192404"/>
                <a:gd name="connsiteX21" fmla="*/ 15430 w 188213"/>
                <a:gd name="connsiteY21" fmla="*/ 119253 h 192404"/>
                <a:gd name="connsiteX22" fmla="*/ 14478 w 188213"/>
                <a:gd name="connsiteY22" fmla="*/ 117920 h 192404"/>
                <a:gd name="connsiteX23" fmla="*/ 13811 w 188213"/>
                <a:gd name="connsiteY23" fmla="*/ 116872 h 192404"/>
                <a:gd name="connsiteX24" fmla="*/ 13240 w 188213"/>
                <a:gd name="connsiteY24" fmla="*/ 115824 h 192404"/>
                <a:gd name="connsiteX25" fmla="*/ 12668 w 188213"/>
                <a:gd name="connsiteY25" fmla="*/ 115062 h 192404"/>
                <a:gd name="connsiteX26" fmla="*/ 11906 w 188213"/>
                <a:gd name="connsiteY26" fmla="*/ 113824 h 192404"/>
                <a:gd name="connsiteX27" fmla="*/ 11335 w 188213"/>
                <a:gd name="connsiteY27" fmla="*/ 113062 h 192404"/>
                <a:gd name="connsiteX28" fmla="*/ 10192 w 188213"/>
                <a:gd name="connsiteY28" fmla="*/ 111347 h 192404"/>
                <a:gd name="connsiteX29" fmla="*/ 9906 w 188213"/>
                <a:gd name="connsiteY29" fmla="*/ 110776 h 192404"/>
                <a:gd name="connsiteX30" fmla="*/ 9049 w 188213"/>
                <a:gd name="connsiteY30" fmla="*/ 109442 h 192404"/>
                <a:gd name="connsiteX31" fmla="*/ 8001 w 188213"/>
                <a:gd name="connsiteY31" fmla="*/ 108395 h 192404"/>
                <a:gd name="connsiteX32" fmla="*/ 7429 w 188213"/>
                <a:gd name="connsiteY32" fmla="*/ 107823 h 192404"/>
                <a:gd name="connsiteX33" fmla="*/ 0 w 188213"/>
                <a:gd name="connsiteY33" fmla="*/ 100394 h 192404"/>
                <a:gd name="connsiteX34" fmla="*/ 11335 w 188213"/>
                <a:gd name="connsiteY34" fmla="*/ 99346 h 192404"/>
                <a:gd name="connsiteX35" fmla="*/ 12478 w 188213"/>
                <a:gd name="connsiteY35" fmla="*/ 99060 h 192404"/>
                <a:gd name="connsiteX36" fmla="*/ 16002 w 188213"/>
                <a:gd name="connsiteY36" fmla="*/ 97917 h 192404"/>
                <a:gd name="connsiteX37" fmla="*/ 21050 w 188213"/>
                <a:gd name="connsiteY37" fmla="*/ 95631 h 192404"/>
                <a:gd name="connsiteX38" fmla="*/ 32099 w 188213"/>
                <a:gd name="connsiteY38" fmla="*/ 88202 h 192404"/>
                <a:gd name="connsiteX39" fmla="*/ 36766 w 188213"/>
                <a:gd name="connsiteY39" fmla="*/ 83915 h 192404"/>
                <a:gd name="connsiteX40" fmla="*/ 42386 w 188213"/>
                <a:gd name="connsiteY40" fmla="*/ 73628 h 192404"/>
                <a:gd name="connsiteX41" fmla="*/ 48482 w 188213"/>
                <a:gd name="connsiteY41" fmla="*/ 60198 h 192404"/>
                <a:gd name="connsiteX42" fmla="*/ 49435 w 188213"/>
                <a:gd name="connsiteY42" fmla="*/ 54769 h 192404"/>
                <a:gd name="connsiteX43" fmla="*/ 53149 w 188213"/>
                <a:gd name="connsiteY43" fmla="*/ 40957 h 192404"/>
                <a:gd name="connsiteX44" fmla="*/ 59817 w 188213"/>
                <a:gd name="connsiteY44" fmla="*/ 20288 h 192404"/>
                <a:gd name="connsiteX45" fmla="*/ 62579 w 188213"/>
                <a:gd name="connsiteY45" fmla="*/ 16002 h 192404"/>
                <a:gd name="connsiteX46" fmla="*/ 71628 w 188213"/>
                <a:gd name="connsiteY46" fmla="*/ 4953 h 192404"/>
                <a:gd name="connsiteX47" fmla="*/ 73914 w 188213"/>
                <a:gd name="connsiteY47" fmla="*/ 2667 h 192404"/>
                <a:gd name="connsiteX48" fmla="*/ 74486 w 188213"/>
                <a:gd name="connsiteY48" fmla="*/ 2096 h 192404"/>
                <a:gd name="connsiteX49" fmla="*/ 78867 w 188213"/>
                <a:gd name="connsiteY49" fmla="*/ 190 h 192404"/>
                <a:gd name="connsiteX50" fmla="*/ 83153 w 188213"/>
                <a:gd name="connsiteY50" fmla="*/ 0 h 192404"/>
                <a:gd name="connsiteX51" fmla="*/ 88773 w 188213"/>
                <a:gd name="connsiteY51" fmla="*/ 2572 h 192404"/>
                <a:gd name="connsiteX52" fmla="*/ 92392 w 188213"/>
                <a:gd name="connsiteY52" fmla="*/ 6191 h 192404"/>
                <a:gd name="connsiteX53" fmla="*/ 93059 w 188213"/>
                <a:gd name="connsiteY53" fmla="*/ 7144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88213" h="192404">
                  <a:moveTo>
                    <a:pt x="93059" y="7144"/>
                  </a:moveTo>
                  <a:lnTo>
                    <a:pt x="96107" y="87154"/>
                  </a:lnTo>
                  <a:lnTo>
                    <a:pt x="102679" y="86582"/>
                  </a:lnTo>
                  <a:lnTo>
                    <a:pt x="107061" y="86392"/>
                  </a:lnTo>
                  <a:lnTo>
                    <a:pt x="120396" y="86011"/>
                  </a:lnTo>
                  <a:lnTo>
                    <a:pt x="151447" y="84963"/>
                  </a:lnTo>
                  <a:lnTo>
                    <a:pt x="154019" y="92392"/>
                  </a:lnTo>
                  <a:lnTo>
                    <a:pt x="154876" y="94964"/>
                  </a:lnTo>
                  <a:lnTo>
                    <a:pt x="157734" y="103918"/>
                  </a:lnTo>
                  <a:lnTo>
                    <a:pt x="163068" y="120682"/>
                  </a:lnTo>
                  <a:lnTo>
                    <a:pt x="188214" y="174307"/>
                  </a:lnTo>
                  <a:lnTo>
                    <a:pt x="67532" y="192405"/>
                  </a:lnTo>
                  <a:lnTo>
                    <a:pt x="50578" y="172021"/>
                  </a:lnTo>
                  <a:lnTo>
                    <a:pt x="50197" y="171450"/>
                  </a:lnTo>
                  <a:lnTo>
                    <a:pt x="48006" y="168878"/>
                  </a:lnTo>
                  <a:lnTo>
                    <a:pt x="41434" y="159067"/>
                  </a:lnTo>
                  <a:lnTo>
                    <a:pt x="29242" y="140779"/>
                  </a:lnTo>
                  <a:lnTo>
                    <a:pt x="25717" y="135255"/>
                  </a:lnTo>
                  <a:lnTo>
                    <a:pt x="22955" y="131064"/>
                  </a:lnTo>
                  <a:lnTo>
                    <a:pt x="22384" y="130112"/>
                  </a:lnTo>
                  <a:lnTo>
                    <a:pt x="16669" y="121253"/>
                  </a:lnTo>
                  <a:lnTo>
                    <a:pt x="15430" y="119253"/>
                  </a:lnTo>
                  <a:lnTo>
                    <a:pt x="14478" y="117920"/>
                  </a:lnTo>
                  <a:lnTo>
                    <a:pt x="13811" y="116872"/>
                  </a:lnTo>
                  <a:lnTo>
                    <a:pt x="13240" y="115824"/>
                  </a:lnTo>
                  <a:lnTo>
                    <a:pt x="12668" y="115062"/>
                  </a:lnTo>
                  <a:lnTo>
                    <a:pt x="11906" y="113824"/>
                  </a:lnTo>
                  <a:lnTo>
                    <a:pt x="11335" y="113062"/>
                  </a:lnTo>
                  <a:lnTo>
                    <a:pt x="10192" y="111347"/>
                  </a:lnTo>
                  <a:lnTo>
                    <a:pt x="9906" y="110776"/>
                  </a:lnTo>
                  <a:lnTo>
                    <a:pt x="9049" y="109442"/>
                  </a:lnTo>
                  <a:lnTo>
                    <a:pt x="8001" y="108395"/>
                  </a:lnTo>
                  <a:lnTo>
                    <a:pt x="7429" y="107823"/>
                  </a:lnTo>
                  <a:lnTo>
                    <a:pt x="0" y="100394"/>
                  </a:lnTo>
                  <a:lnTo>
                    <a:pt x="11335" y="99346"/>
                  </a:lnTo>
                  <a:lnTo>
                    <a:pt x="12478" y="99060"/>
                  </a:lnTo>
                  <a:lnTo>
                    <a:pt x="16002" y="97917"/>
                  </a:lnTo>
                  <a:lnTo>
                    <a:pt x="21050" y="95631"/>
                  </a:lnTo>
                  <a:lnTo>
                    <a:pt x="32099" y="88202"/>
                  </a:lnTo>
                  <a:lnTo>
                    <a:pt x="36766" y="83915"/>
                  </a:lnTo>
                  <a:lnTo>
                    <a:pt x="42386" y="73628"/>
                  </a:lnTo>
                  <a:lnTo>
                    <a:pt x="48482" y="60198"/>
                  </a:lnTo>
                  <a:lnTo>
                    <a:pt x="49435" y="54769"/>
                  </a:lnTo>
                  <a:lnTo>
                    <a:pt x="53149" y="40957"/>
                  </a:lnTo>
                  <a:lnTo>
                    <a:pt x="59817" y="20288"/>
                  </a:lnTo>
                  <a:lnTo>
                    <a:pt x="62579" y="16002"/>
                  </a:lnTo>
                  <a:lnTo>
                    <a:pt x="71628" y="4953"/>
                  </a:lnTo>
                  <a:lnTo>
                    <a:pt x="73914" y="2667"/>
                  </a:lnTo>
                  <a:lnTo>
                    <a:pt x="74486" y="2096"/>
                  </a:lnTo>
                  <a:lnTo>
                    <a:pt x="78867" y="190"/>
                  </a:lnTo>
                  <a:lnTo>
                    <a:pt x="83153" y="0"/>
                  </a:lnTo>
                  <a:lnTo>
                    <a:pt x="88773" y="2572"/>
                  </a:lnTo>
                  <a:lnTo>
                    <a:pt x="92392" y="6191"/>
                  </a:lnTo>
                  <a:lnTo>
                    <a:pt x="93059" y="71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2" name="서울특별시 양천구 신월6동">
              <a:extLst>
                <a:ext uri="{FF2B5EF4-FFF2-40B4-BE49-F238E27FC236}">
                  <a16:creationId xmlns:a16="http://schemas.microsoft.com/office/drawing/2014/main" id="{2F86BC38-821D-D7C6-811B-182BC7E9E327}"/>
                </a:ext>
              </a:extLst>
            </p:cNvPr>
            <p:cNvSpPr/>
            <p:nvPr/>
          </p:nvSpPr>
          <p:spPr>
            <a:xfrm>
              <a:off x="3576351" y="4244054"/>
              <a:ext cx="247173" cy="126396"/>
            </a:xfrm>
            <a:custGeom>
              <a:avLst/>
              <a:gdLst>
                <a:gd name="connsiteX0" fmla="*/ 245650 w 247173"/>
                <a:gd name="connsiteY0" fmla="*/ 55436 h 126396"/>
                <a:gd name="connsiteX1" fmla="*/ 247174 w 247173"/>
                <a:gd name="connsiteY1" fmla="*/ 73342 h 126396"/>
                <a:gd name="connsiteX2" fmla="*/ 204788 w 247173"/>
                <a:gd name="connsiteY2" fmla="*/ 92773 h 126396"/>
                <a:gd name="connsiteX3" fmla="*/ 137922 w 247173"/>
                <a:gd name="connsiteY3" fmla="*/ 125063 h 126396"/>
                <a:gd name="connsiteX4" fmla="*/ 132779 w 247173"/>
                <a:gd name="connsiteY4" fmla="*/ 126397 h 126396"/>
                <a:gd name="connsiteX5" fmla="*/ 118205 w 247173"/>
                <a:gd name="connsiteY5" fmla="*/ 125635 h 126396"/>
                <a:gd name="connsiteX6" fmla="*/ 49625 w 247173"/>
                <a:gd name="connsiteY6" fmla="*/ 115348 h 126396"/>
                <a:gd name="connsiteX7" fmla="*/ 22098 w 247173"/>
                <a:gd name="connsiteY7" fmla="*/ 101346 h 126396"/>
                <a:gd name="connsiteX8" fmla="*/ 11430 w 247173"/>
                <a:gd name="connsiteY8" fmla="*/ 95536 h 126396"/>
                <a:gd name="connsiteX9" fmla="*/ 8572 w 247173"/>
                <a:gd name="connsiteY9" fmla="*/ 94012 h 126396"/>
                <a:gd name="connsiteX10" fmla="*/ 6191 w 247173"/>
                <a:gd name="connsiteY10" fmla="*/ 91916 h 126396"/>
                <a:gd name="connsiteX11" fmla="*/ 0 w 247173"/>
                <a:gd name="connsiteY11" fmla="*/ 79629 h 126396"/>
                <a:gd name="connsiteX12" fmla="*/ 81820 w 247173"/>
                <a:gd name="connsiteY12" fmla="*/ 53530 h 126396"/>
                <a:gd name="connsiteX13" fmla="*/ 172403 w 247173"/>
                <a:gd name="connsiteY13" fmla="*/ 0 h 126396"/>
                <a:gd name="connsiteX14" fmla="*/ 194881 w 247173"/>
                <a:gd name="connsiteY14" fmla="*/ 37147 h 126396"/>
                <a:gd name="connsiteX15" fmla="*/ 196596 w 247173"/>
                <a:gd name="connsiteY15" fmla="*/ 37814 h 126396"/>
                <a:gd name="connsiteX16" fmla="*/ 211264 w 247173"/>
                <a:gd name="connsiteY16" fmla="*/ 43148 h 126396"/>
                <a:gd name="connsiteX17" fmla="*/ 218504 w 247173"/>
                <a:gd name="connsiteY17" fmla="*/ 45720 h 126396"/>
                <a:gd name="connsiteX18" fmla="*/ 245650 w 247173"/>
                <a:gd name="connsiteY18" fmla="*/ 55436 h 126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7173" h="126396">
                  <a:moveTo>
                    <a:pt x="245650" y="55436"/>
                  </a:moveTo>
                  <a:lnTo>
                    <a:pt x="247174" y="73342"/>
                  </a:lnTo>
                  <a:lnTo>
                    <a:pt x="204788" y="92773"/>
                  </a:lnTo>
                  <a:lnTo>
                    <a:pt x="137922" y="125063"/>
                  </a:lnTo>
                  <a:lnTo>
                    <a:pt x="132779" y="126397"/>
                  </a:lnTo>
                  <a:lnTo>
                    <a:pt x="118205" y="125635"/>
                  </a:lnTo>
                  <a:lnTo>
                    <a:pt x="49625" y="115348"/>
                  </a:lnTo>
                  <a:lnTo>
                    <a:pt x="22098" y="101346"/>
                  </a:lnTo>
                  <a:lnTo>
                    <a:pt x="11430" y="95536"/>
                  </a:lnTo>
                  <a:lnTo>
                    <a:pt x="8572" y="94012"/>
                  </a:lnTo>
                  <a:lnTo>
                    <a:pt x="6191" y="91916"/>
                  </a:lnTo>
                  <a:lnTo>
                    <a:pt x="0" y="79629"/>
                  </a:lnTo>
                  <a:lnTo>
                    <a:pt x="81820" y="53530"/>
                  </a:lnTo>
                  <a:lnTo>
                    <a:pt x="172403" y="0"/>
                  </a:lnTo>
                  <a:lnTo>
                    <a:pt x="194881" y="37147"/>
                  </a:lnTo>
                  <a:lnTo>
                    <a:pt x="196596" y="37814"/>
                  </a:lnTo>
                  <a:lnTo>
                    <a:pt x="211264" y="43148"/>
                  </a:lnTo>
                  <a:lnTo>
                    <a:pt x="218504" y="45720"/>
                  </a:lnTo>
                  <a:lnTo>
                    <a:pt x="245650" y="554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3" name="서울특별시 양천구 신월7동">
              <a:extLst>
                <a:ext uri="{FF2B5EF4-FFF2-40B4-BE49-F238E27FC236}">
                  <a16:creationId xmlns:a16="http://schemas.microsoft.com/office/drawing/2014/main" id="{862B4B94-8B34-9847-3B12-25AC505D4123}"/>
                </a:ext>
              </a:extLst>
            </p:cNvPr>
            <p:cNvSpPr/>
            <p:nvPr/>
          </p:nvSpPr>
          <p:spPr>
            <a:xfrm>
              <a:off x="3400043" y="4144136"/>
              <a:ext cx="258127" cy="186880"/>
            </a:xfrm>
            <a:custGeom>
              <a:avLst/>
              <a:gdLst>
                <a:gd name="connsiteX0" fmla="*/ 258127 w 258127"/>
                <a:gd name="connsiteY0" fmla="*/ 153448 h 186880"/>
                <a:gd name="connsiteX1" fmla="*/ 176308 w 258127"/>
                <a:gd name="connsiteY1" fmla="*/ 179546 h 186880"/>
                <a:gd name="connsiteX2" fmla="*/ 166306 w 258127"/>
                <a:gd name="connsiteY2" fmla="*/ 183261 h 186880"/>
                <a:gd name="connsiteX3" fmla="*/ 156781 w 258127"/>
                <a:gd name="connsiteY3" fmla="*/ 186881 h 186880"/>
                <a:gd name="connsiteX4" fmla="*/ 128111 w 258127"/>
                <a:gd name="connsiteY4" fmla="*/ 167545 h 186880"/>
                <a:gd name="connsiteX5" fmla="*/ 126397 w 258127"/>
                <a:gd name="connsiteY5" fmla="*/ 165926 h 186880"/>
                <a:gd name="connsiteX6" fmla="*/ 125920 w 258127"/>
                <a:gd name="connsiteY6" fmla="*/ 165450 h 186880"/>
                <a:gd name="connsiteX7" fmla="*/ 114681 w 258127"/>
                <a:gd name="connsiteY7" fmla="*/ 153258 h 186880"/>
                <a:gd name="connsiteX8" fmla="*/ 103537 w 258127"/>
                <a:gd name="connsiteY8" fmla="*/ 140875 h 186880"/>
                <a:gd name="connsiteX9" fmla="*/ 80486 w 258127"/>
                <a:gd name="connsiteY9" fmla="*/ 127540 h 186880"/>
                <a:gd name="connsiteX10" fmla="*/ 59436 w 258127"/>
                <a:gd name="connsiteY10" fmla="*/ 124683 h 186880"/>
                <a:gd name="connsiteX11" fmla="*/ 49721 w 258127"/>
                <a:gd name="connsiteY11" fmla="*/ 123349 h 186880"/>
                <a:gd name="connsiteX12" fmla="*/ 3905 w 258127"/>
                <a:gd name="connsiteY12" fmla="*/ 117158 h 186880"/>
                <a:gd name="connsiteX13" fmla="*/ 6763 w 258127"/>
                <a:gd name="connsiteY13" fmla="*/ 98584 h 186880"/>
                <a:gd name="connsiteX14" fmla="*/ 6858 w 258127"/>
                <a:gd name="connsiteY14" fmla="*/ 91726 h 186880"/>
                <a:gd name="connsiteX15" fmla="*/ 6953 w 258127"/>
                <a:gd name="connsiteY15" fmla="*/ 64866 h 186880"/>
                <a:gd name="connsiteX16" fmla="*/ 286 w 258127"/>
                <a:gd name="connsiteY16" fmla="*/ 46577 h 186880"/>
                <a:gd name="connsiteX17" fmla="*/ 0 w 258127"/>
                <a:gd name="connsiteY17" fmla="*/ 45816 h 186880"/>
                <a:gd name="connsiteX18" fmla="*/ 476 w 258127"/>
                <a:gd name="connsiteY18" fmla="*/ 44482 h 186880"/>
                <a:gd name="connsiteX19" fmla="*/ 857 w 258127"/>
                <a:gd name="connsiteY19" fmla="*/ 43529 h 186880"/>
                <a:gd name="connsiteX20" fmla="*/ 12859 w 258127"/>
                <a:gd name="connsiteY20" fmla="*/ 26766 h 186880"/>
                <a:gd name="connsiteX21" fmla="*/ 175641 w 258127"/>
                <a:gd name="connsiteY21" fmla="*/ 0 h 186880"/>
                <a:gd name="connsiteX22" fmla="*/ 217456 w 258127"/>
                <a:gd name="connsiteY22" fmla="*/ 67151 h 186880"/>
                <a:gd name="connsiteX23" fmla="*/ 220027 w 258127"/>
                <a:gd name="connsiteY23" fmla="*/ 71628 h 186880"/>
                <a:gd name="connsiteX24" fmla="*/ 228981 w 258127"/>
                <a:gd name="connsiteY24" fmla="*/ 87535 h 186880"/>
                <a:gd name="connsiteX25" fmla="*/ 230219 w 258127"/>
                <a:gd name="connsiteY25" fmla="*/ 89821 h 186880"/>
                <a:gd name="connsiteX26" fmla="*/ 230505 w 258127"/>
                <a:gd name="connsiteY26" fmla="*/ 90488 h 186880"/>
                <a:gd name="connsiteX27" fmla="*/ 232029 w 258127"/>
                <a:gd name="connsiteY27" fmla="*/ 94012 h 186880"/>
                <a:gd name="connsiteX28" fmla="*/ 240411 w 258127"/>
                <a:gd name="connsiteY28" fmla="*/ 112871 h 186880"/>
                <a:gd name="connsiteX29" fmla="*/ 251174 w 258127"/>
                <a:gd name="connsiteY29" fmla="*/ 137541 h 186880"/>
                <a:gd name="connsiteX30" fmla="*/ 258127 w 258127"/>
                <a:gd name="connsiteY30" fmla="*/ 153448 h 18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8127" h="186880">
                  <a:moveTo>
                    <a:pt x="258127" y="153448"/>
                  </a:moveTo>
                  <a:lnTo>
                    <a:pt x="176308" y="179546"/>
                  </a:lnTo>
                  <a:lnTo>
                    <a:pt x="166306" y="183261"/>
                  </a:lnTo>
                  <a:lnTo>
                    <a:pt x="156781" y="186881"/>
                  </a:lnTo>
                  <a:lnTo>
                    <a:pt x="128111" y="167545"/>
                  </a:lnTo>
                  <a:lnTo>
                    <a:pt x="126397" y="165926"/>
                  </a:lnTo>
                  <a:lnTo>
                    <a:pt x="125920" y="165450"/>
                  </a:lnTo>
                  <a:lnTo>
                    <a:pt x="114681" y="153258"/>
                  </a:lnTo>
                  <a:lnTo>
                    <a:pt x="103537" y="140875"/>
                  </a:lnTo>
                  <a:lnTo>
                    <a:pt x="80486" y="127540"/>
                  </a:lnTo>
                  <a:lnTo>
                    <a:pt x="59436" y="124683"/>
                  </a:lnTo>
                  <a:lnTo>
                    <a:pt x="49721" y="123349"/>
                  </a:lnTo>
                  <a:lnTo>
                    <a:pt x="3905" y="117158"/>
                  </a:lnTo>
                  <a:lnTo>
                    <a:pt x="6763" y="98584"/>
                  </a:lnTo>
                  <a:lnTo>
                    <a:pt x="6858" y="91726"/>
                  </a:lnTo>
                  <a:lnTo>
                    <a:pt x="6953" y="64866"/>
                  </a:lnTo>
                  <a:lnTo>
                    <a:pt x="286" y="46577"/>
                  </a:lnTo>
                  <a:lnTo>
                    <a:pt x="0" y="45816"/>
                  </a:lnTo>
                  <a:lnTo>
                    <a:pt x="476" y="44482"/>
                  </a:lnTo>
                  <a:lnTo>
                    <a:pt x="857" y="43529"/>
                  </a:lnTo>
                  <a:lnTo>
                    <a:pt x="12859" y="26766"/>
                  </a:lnTo>
                  <a:lnTo>
                    <a:pt x="175641" y="0"/>
                  </a:lnTo>
                  <a:lnTo>
                    <a:pt x="217456" y="67151"/>
                  </a:lnTo>
                  <a:lnTo>
                    <a:pt x="220027" y="71628"/>
                  </a:lnTo>
                  <a:lnTo>
                    <a:pt x="228981" y="87535"/>
                  </a:lnTo>
                  <a:lnTo>
                    <a:pt x="230219" y="89821"/>
                  </a:lnTo>
                  <a:lnTo>
                    <a:pt x="230505" y="90488"/>
                  </a:lnTo>
                  <a:lnTo>
                    <a:pt x="232029" y="94012"/>
                  </a:lnTo>
                  <a:lnTo>
                    <a:pt x="240411" y="112871"/>
                  </a:lnTo>
                  <a:lnTo>
                    <a:pt x="251174" y="137541"/>
                  </a:lnTo>
                  <a:lnTo>
                    <a:pt x="258127" y="1534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4" name="서울특별시 양천구 신정1동">
              <a:extLst>
                <a:ext uri="{FF2B5EF4-FFF2-40B4-BE49-F238E27FC236}">
                  <a16:creationId xmlns:a16="http://schemas.microsoft.com/office/drawing/2014/main" id="{4AA02982-3D65-1B01-ABD5-3163662D35E3}"/>
                </a:ext>
              </a:extLst>
            </p:cNvPr>
            <p:cNvSpPr/>
            <p:nvPr/>
          </p:nvSpPr>
          <p:spPr>
            <a:xfrm>
              <a:off x="3894200" y="4198239"/>
              <a:ext cx="269557" cy="161067"/>
            </a:xfrm>
            <a:custGeom>
              <a:avLst/>
              <a:gdLst>
                <a:gd name="connsiteX0" fmla="*/ 183737 w 269557"/>
                <a:gd name="connsiteY0" fmla="*/ 103251 h 161067"/>
                <a:gd name="connsiteX1" fmla="*/ 122396 w 269557"/>
                <a:gd name="connsiteY1" fmla="*/ 124492 h 161067"/>
                <a:gd name="connsiteX2" fmla="*/ 121349 w 269557"/>
                <a:gd name="connsiteY2" fmla="*/ 124968 h 161067"/>
                <a:gd name="connsiteX3" fmla="*/ 116300 w 269557"/>
                <a:gd name="connsiteY3" fmla="*/ 127349 h 161067"/>
                <a:gd name="connsiteX4" fmla="*/ 114300 w 269557"/>
                <a:gd name="connsiteY4" fmla="*/ 130016 h 161067"/>
                <a:gd name="connsiteX5" fmla="*/ 114300 w 269557"/>
                <a:gd name="connsiteY5" fmla="*/ 135922 h 161067"/>
                <a:gd name="connsiteX6" fmla="*/ 117538 w 269557"/>
                <a:gd name="connsiteY6" fmla="*/ 142208 h 161067"/>
                <a:gd name="connsiteX7" fmla="*/ 108490 w 269557"/>
                <a:gd name="connsiteY7" fmla="*/ 145542 h 161067"/>
                <a:gd name="connsiteX8" fmla="*/ 91154 w 269557"/>
                <a:gd name="connsiteY8" fmla="*/ 151543 h 161067"/>
                <a:gd name="connsiteX9" fmla="*/ 78486 w 269557"/>
                <a:gd name="connsiteY9" fmla="*/ 155829 h 161067"/>
                <a:gd name="connsiteX10" fmla="*/ 69342 w 269557"/>
                <a:gd name="connsiteY10" fmla="*/ 158972 h 161067"/>
                <a:gd name="connsiteX11" fmla="*/ 62960 w 269557"/>
                <a:gd name="connsiteY11" fmla="*/ 161068 h 161067"/>
                <a:gd name="connsiteX12" fmla="*/ 0 w 269557"/>
                <a:gd name="connsiteY12" fmla="*/ 23908 h 161067"/>
                <a:gd name="connsiteX13" fmla="*/ 5239 w 269557"/>
                <a:gd name="connsiteY13" fmla="*/ 25432 h 161067"/>
                <a:gd name="connsiteX14" fmla="*/ 8287 w 269557"/>
                <a:gd name="connsiteY14" fmla="*/ 26289 h 161067"/>
                <a:gd name="connsiteX15" fmla="*/ 13621 w 269557"/>
                <a:gd name="connsiteY15" fmla="*/ 25717 h 161067"/>
                <a:gd name="connsiteX16" fmla="*/ 30099 w 269557"/>
                <a:gd name="connsiteY16" fmla="*/ 23908 h 161067"/>
                <a:gd name="connsiteX17" fmla="*/ 54769 w 269557"/>
                <a:gd name="connsiteY17" fmla="*/ 20955 h 161067"/>
                <a:gd name="connsiteX18" fmla="*/ 67056 w 269557"/>
                <a:gd name="connsiteY18" fmla="*/ 19526 h 161067"/>
                <a:gd name="connsiteX19" fmla="*/ 79820 w 269557"/>
                <a:gd name="connsiteY19" fmla="*/ 18002 h 161067"/>
                <a:gd name="connsiteX20" fmla="*/ 105156 w 269557"/>
                <a:gd name="connsiteY20" fmla="*/ 14954 h 161067"/>
                <a:gd name="connsiteX21" fmla="*/ 125635 w 269557"/>
                <a:gd name="connsiteY21" fmla="*/ 12573 h 161067"/>
                <a:gd name="connsiteX22" fmla="*/ 164973 w 269557"/>
                <a:gd name="connsiteY22" fmla="*/ 8001 h 161067"/>
                <a:gd name="connsiteX23" fmla="*/ 172021 w 269557"/>
                <a:gd name="connsiteY23" fmla="*/ 7144 h 161067"/>
                <a:gd name="connsiteX24" fmla="*/ 195453 w 269557"/>
                <a:gd name="connsiteY24" fmla="*/ 4477 h 161067"/>
                <a:gd name="connsiteX25" fmla="*/ 234506 w 269557"/>
                <a:gd name="connsiteY25" fmla="*/ 0 h 161067"/>
                <a:gd name="connsiteX26" fmla="*/ 246031 w 269557"/>
                <a:gd name="connsiteY26" fmla="*/ 24003 h 161067"/>
                <a:gd name="connsiteX27" fmla="*/ 269558 w 269557"/>
                <a:gd name="connsiteY27" fmla="*/ 73247 h 161067"/>
                <a:gd name="connsiteX28" fmla="*/ 246507 w 269557"/>
                <a:gd name="connsiteY28" fmla="*/ 81439 h 161067"/>
                <a:gd name="connsiteX29" fmla="*/ 231172 w 269557"/>
                <a:gd name="connsiteY29" fmla="*/ 86868 h 161067"/>
                <a:gd name="connsiteX30" fmla="*/ 183737 w 269557"/>
                <a:gd name="connsiteY30" fmla="*/ 103251 h 16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9557" h="161067">
                  <a:moveTo>
                    <a:pt x="183737" y="103251"/>
                  </a:moveTo>
                  <a:lnTo>
                    <a:pt x="122396" y="124492"/>
                  </a:lnTo>
                  <a:lnTo>
                    <a:pt x="121349" y="124968"/>
                  </a:lnTo>
                  <a:lnTo>
                    <a:pt x="116300" y="127349"/>
                  </a:lnTo>
                  <a:lnTo>
                    <a:pt x="114300" y="130016"/>
                  </a:lnTo>
                  <a:lnTo>
                    <a:pt x="114300" y="135922"/>
                  </a:lnTo>
                  <a:lnTo>
                    <a:pt x="117538" y="142208"/>
                  </a:lnTo>
                  <a:lnTo>
                    <a:pt x="108490" y="145542"/>
                  </a:lnTo>
                  <a:lnTo>
                    <a:pt x="91154" y="151543"/>
                  </a:lnTo>
                  <a:lnTo>
                    <a:pt x="78486" y="155829"/>
                  </a:lnTo>
                  <a:lnTo>
                    <a:pt x="69342" y="158972"/>
                  </a:lnTo>
                  <a:lnTo>
                    <a:pt x="62960" y="161068"/>
                  </a:lnTo>
                  <a:lnTo>
                    <a:pt x="0" y="23908"/>
                  </a:lnTo>
                  <a:lnTo>
                    <a:pt x="5239" y="25432"/>
                  </a:lnTo>
                  <a:lnTo>
                    <a:pt x="8287" y="26289"/>
                  </a:lnTo>
                  <a:lnTo>
                    <a:pt x="13621" y="25717"/>
                  </a:lnTo>
                  <a:lnTo>
                    <a:pt x="30099" y="23908"/>
                  </a:lnTo>
                  <a:lnTo>
                    <a:pt x="54769" y="20955"/>
                  </a:lnTo>
                  <a:lnTo>
                    <a:pt x="67056" y="19526"/>
                  </a:lnTo>
                  <a:lnTo>
                    <a:pt x="79820" y="18002"/>
                  </a:lnTo>
                  <a:lnTo>
                    <a:pt x="105156" y="14954"/>
                  </a:lnTo>
                  <a:lnTo>
                    <a:pt x="125635" y="12573"/>
                  </a:lnTo>
                  <a:lnTo>
                    <a:pt x="164973" y="8001"/>
                  </a:lnTo>
                  <a:lnTo>
                    <a:pt x="172021" y="7144"/>
                  </a:lnTo>
                  <a:lnTo>
                    <a:pt x="195453" y="4477"/>
                  </a:lnTo>
                  <a:lnTo>
                    <a:pt x="234506" y="0"/>
                  </a:lnTo>
                  <a:lnTo>
                    <a:pt x="246031" y="24003"/>
                  </a:lnTo>
                  <a:lnTo>
                    <a:pt x="269558" y="73247"/>
                  </a:lnTo>
                  <a:lnTo>
                    <a:pt x="246507" y="81439"/>
                  </a:lnTo>
                  <a:lnTo>
                    <a:pt x="231172" y="86868"/>
                  </a:lnTo>
                  <a:lnTo>
                    <a:pt x="183737" y="10325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5" name="서울특별시 양천구 신정2동">
              <a:extLst>
                <a:ext uri="{FF2B5EF4-FFF2-40B4-BE49-F238E27FC236}">
                  <a16:creationId xmlns:a16="http://schemas.microsoft.com/office/drawing/2014/main" id="{82B95371-9289-3DCA-90CC-5E26CC8D739C}"/>
                </a:ext>
              </a:extLst>
            </p:cNvPr>
            <p:cNvSpPr/>
            <p:nvPr/>
          </p:nvSpPr>
          <p:spPr>
            <a:xfrm>
              <a:off x="4212145" y="4188047"/>
              <a:ext cx="178022" cy="160400"/>
            </a:xfrm>
            <a:custGeom>
              <a:avLst/>
              <a:gdLst>
                <a:gd name="connsiteX0" fmla="*/ 178022 w 178022"/>
                <a:gd name="connsiteY0" fmla="*/ 16954 h 160400"/>
                <a:gd name="connsiteX1" fmla="*/ 177737 w 178022"/>
                <a:gd name="connsiteY1" fmla="*/ 31718 h 160400"/>
                <a:gd name="connsiteX2" fmla="*/ 171736 w 178022"/>
                <a:gd name="connsiteY2" fmla="*/ 115253 h 160400"/>
                <a:gd name="connsiteX3" fmla="*/ 153353 w 178022"/>
                <a:gd name="connsiteY3" fmla="*/ 160401 h 160400"/>
                <a:gd name="connsiteX4" fmla="*/ 152209 w 178022"/>
                <a:gd name="connsiteY4" fmla="*/ 160211 h 160400"/>
                <a:gd name="connsiteX5" fmla="*/ 126111 w 178022"/>
                <a:gd name="connsiteY5" fmla="*/ 154591 h 160400"/>
                <a:gd name="connsiteX6" fmla="*/ 32004 w 178022"/>
                <a:gd name="connsiteY6" fmla="*/ 130969 h 160400"/>
                <a:gd name="connsiteX7" fmla="*/ 0 w 178022"/>
                <a:gd name="connsiteY7" fmla="*/ 84011 h 160400"/>
                <a:gd name="connsiteX8" fmla="*/ 762 w 178022"/>
                <a:gd name="connsiteY8" fmla="*/ 81915 h 160400"/>
                <a:gd name="connsiteX9" fmla="*/ 4191 w 178022"/>
                <a:gd name="connsiteY9" fmla="*/ 71914 h 160400"/>
                <a:gd name="connsiteX10" fmla="*/ 12097 w 178022"/>
                <a:gd name="connsiteY10" fmla="*/ 38576 h 160400"/>
                <a:gd name="connsiteX11" fmla="*/ 19050 w 178022"/>
                <a:gd name="connsiteY11" fmla="*/ 8954 h 160400"/>
                <a:gd name="connsiteX12" fmla="*/ 20955 w 178022"/>
                <a:gd name="connsiteY12" fmla="*/ 0 h 160400"/>
                <a:gd name="connsiteX13" fmla="*/ 80772 w 178022"/>
                <a:gd name="connsiteY13" fmla="*/ 8382 h 160400"/>
                <a:gd name="connsiteX14" fmla="*/ 178022 w 178022"/>
                <a:gd name="connsiteY14" fmla="*/ 16954 h 1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022" h="160400">
                  <a:moveTo>
                    <a:pt x="178022" y="16954"/>
                  </a:moveTo>
                  <a:lnTo>
                    <a:pt x="177737" y="31718"/>
                  </a:lnTo>
                  <a:lnTo>
                    <a:pt x="171736" y="115253"/>
                  </a:lnTo>
                  <a:lnTo>
                    <a:pt x="153353" y="160401"/>
                  </a:lnTo>
                  <a:lnTo>
                    <a:pt x="152209" y="160211"/>
                  </a:lnTo>
                  <a:lnTo>
                    <a:pt x="126111" y="154591"/>
                  </a:lnTo>
                  <a:lnTo>
                    <a:pt x="32004" y="130969"/>
                  </a:lnTo>
                  <a:lnTo>
                    <a:pt x="0" y="84011"/>
                  </a:lnTo>
                  <a:lnTo>
                    <a:pt x="762" y="81915"/>
                  </a:lnTo>
                  <a:lnTo>
                    <a:pt x="4191" y="71914"/>
                  </a:lnTo>
                  <a:lnTo>
                    <a:pt x="12097" y="38576"/>
                  </a:lnTo>
                  <a:lnTo>
                    <a:pt x="19050" y="8954"/>
                  </a:lnTo>
                  <a:lnTo>
                    <a:pt x="20955" y="0"/>
                  </a:lnTo>
                  <a:lnTo>
                    <a:pt x="80772" y="8382"/>
                  </a:lnTo>
                  <a:lnTo>
                    <a:pt x="178022" y="1695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6" name="서울특별시 양천구 신정3동">
              <a:extLst>
                <a:ext uri="{FF2B5EF4-FFF2-40B4-BE49-F238E27FC236}">
                  <a16:creationId xmlns:a16="http://schemas.microsoft.com/office/drawing/2014/main" id="{5C45B91D-E649-688F-D39B-A874A6CDEA78}"/>
                </a:ext>
              </a:extLst>
            </p:cNvPr>
            <p:cNvSpPr/>
            <p:nvPr/>
          </p:nvSpPr>
          <p:spPr>
            <a:xfrm>
              <a:off x="3362610" y="4198810"/>
              <a:ext cx="634841" cy="405955"/>
            </a:xfrm>
            <a:custGeom>
              <a:avLst/>
              <a:gdLst>
                <a:gd name="connsiteX0" fmla="*/ 516160 w 634841"/>
                <a:gd name="connsiteY0" fmla="*/ 14764 h 405955"/>
                <a:gd name="connsiteX1" fmla="*/ 531590 w 634841"/>
                <a:gd name="connsiteY1" fmla="*/ 23336 h 405955"/>
                <a:gd name="connsiteX2" fmla="*/ 594551 w 634841"/>
                <a:gd name="connsiteY2" fmla="*/ 160496 h 405955"/>
                <a:gd name="connsiteX3" fmla="*/ 634841 w 634841"/>
                <a:gd name="connsiteY3" fmla="*/ 228314 h 405955"/>
                <a:gd name="connsiteX4" fmla="*/ 597313 w 634841"/>
                <a:gd name="connsiteY4" fmla="*/ 236887 h 405955"/>
                <a:gd name="connsiteX5" fmla="*/ 578930 w 634841"/>
                <a:gd name="connsiteY5" fmla="*/ 228695 h 405955"/>
                <a:gd name="connsiteX6" fmla="*/ 559880 w 634841"/>
                <a:gd name="connsiteY6" fmla="*/ 221742 h 405955"/>
                <a:gd name="connsiteX7" fmla="*/ 539591 w 634841"/>
                <a:gd name="connsiteY7" fmla="*/ 216789 h 405955"/>
                <a:gd name="connsiteX8" fmla="*/ 509492 w 634841"/>
                <a:gd name="connsiteY8" fmla="*/ 226695 h 405955"/>
                <a:gd name="connsiteX9" fmla="*/ 435864 w 634841"/>
                <a:gd name="connsiteY9" fmla="*/ 249174 h 405955"/>
                <a:gd name="connsiteX10" fmla="*/ 401669 w 634841"/>
                <a:gd name="connsiteY10" fmla="*/ 265843 h 405955"/>
                <a:gd name="connsiteX11" fmla="*/ 387953 w 634841"/>
                <a:gd name="connsiteY11" fmla="*/ 291846 h 405955"/>
                <a:gd name="connsiteX12" fmla="*/ 347853 w 634841"/>
                <a:gd name="connsiteY12" fmla="*/ 319945 h 405955"/>
                <a:gd name="connsiteX13" fmla="*/ 316897 w 634841"/>
                <a:gd name="connsiteY13" fmla="*/ 336137 h 405955"/>
                <a:gd name="connsiteX14" fmla="*/ 287179 w 634841"/>
                <a:gd name="connsiteY14" fmla="*/ 355949 h 405955"/>
                <a:gd name="connsiteX15" fmla="*/ 276320 w 634841"/>
                <a:gd name="connsiteY15" fmla="*/ 381857 h 405955"/>
                <a:gd name="connsiteX16" fmla="*/ 276034 w 634841"/>
                <a:gd name="connsiteY16" fmla="*/ 405955 h 405955"/>
                <a:gd name="connsiteX17" fmla="*/ 249269 w 634841"/>
                <a:gd name="connsiteY17" fmla="*/ 397097 h 405955"/>
                <a:gd name="connsiteX18" fmla="*/ 240697 w 634841"/>
                <a:gd name="connsiteY18" fmla="*/ 396812 h 405955"/>
                <a:gd name="connsiteX19" fmla="*/ 241459 w 634841"/>
                <a:gd name="connsiteY19" fmla="*/ 394621 h 405955"/>
                <a:gd name="connsiteX20" fmla="*/ 242697 w 634841"/>
                <a:gd name="connsiteY20" fmla="*/ 391001 h 405955"/>
                <a:gd name="connsiteX21" fmla="*/ 240697 w 634841"/>
                <a:gd name="connsiteY21" fmla="*/ 364046 h 405955"/>
                <a:gd name="connsiteX22" fmla="*/ 236220 w 634841"/>
                <a:gd name="connsiteY22" fmla="*/ 353473 h 405955"/>
                <a:gd name="connsiteX23" fmla="*/ 227647 w 634841"/>
                <a:gd name="connsiteY23" fmla="*/ 347186 h 405955"/>
                <a:gd name="connsiteX24" fmla="*/ 221361 w 634841"/>
                <a:gd name="connsiteY24" fmla="*/ 345376 h 405955"/>
                <a:gd name="connsiteX25" fmla="*/ 202978 w 634841"/>
                <a:gd name="connsiteY25" fmla="*/ 340233 h 405955"/>
                <a:gd name="connsiteX26" fmla="*/ 201263 w 634841"/>
                <a:gd name="connsiteY26" fmla="*/ 339090 h 405955"/>
                <a:gd name="connsiteX27" fmla="*/ 194691 w 634841"/>
                <a:gd name="connsiteY27" fmla="*/ 334518 h 405955"/>
                <a:gd name="connsiteX28" fmla="*/ 172307 w 634841"/>
                <a:gd name="connsiteY28" fmla="*/ 317373 h 405955"/>
                <a:gd name="connsiteX29" fmla="*/ 136017 w 634841"/>
                <a:gd name="connsiteY29" fmla="*/ 284702 h 405955"/>
                <a:gd name="connsiteX30" fmla="*/ 136589 w 634841"/>
                <a:gd name="connsiteY30" fmla="*/ 271272 h 405955"/>
                <a:gd name="connsiteX31" fmla="*/ 109823 w 634841"/>
                <a:gd name="connsiteY31" fmla="*/ 252317 h 405955"/>
                <a:gd name="connsiteX32" fmla="*/ 31052 w 634841"/>
                <a:gd name="connsiteY32" fmla="*/ 259556 h 405955"/>
                <a:gd name="connsiteX33" fmla="*/ 30004 w 634841"/>
                <a:gd name="connsiteY33" fmla="*/ 258223 h 405955"/>
                <a:gd name="connsiteX34" fmla="*/ 21622 w 634841"/>
                <a:gd name="connsiteY34" fmla="*/ 247269 h 405955"/>
                <a:gd name="connsiteX35" fmla="*/ 15812 w 634841"/>
                <a:gd name="connsiteY35" fmla="*/ 216027 h 405955"/>
                <a:gd name="connsiteX36" fmla="*/ 0 w 634841"/>
                <a:gd name="connsiteY36" fmla="*/ 117634 h 405955"/>
                <a:gd name="connsiteX37" fmla="*/ 191 w 634841"/>
                <a:gd name="connsiteY37" fmla="*/ 117157 h 405955"/>
                <a:gd name="connsiteX38" fmla="*/ 571 w 634841"/>
                <a:gd name="connsiteY38" fmla="*/ 116491 h 405955"/>
                <a:gd name="connsiteX39" fmla="*/ 1238 w 634841"/>
                <a:gd name="connsiteY39" fmla="*/ 115157 h 405955"/>
                <a:gd name="connsiteX40" fmla="*/ 17526 w 634841"/>
                <a:gd name="connsiteY40" fmla="*/ 98584 h 405955"/>
                <a:gd name="connsiteX41" fmla="*/ 41339 w 634841"/>
                <a:gd name="connsiteY41" fmla="*/ 62484 h 405955"/>
                <a:gd name="connsiteX42" fmla="*/ 87154 w 634841"/>
                <a:gd name="connsiteY42" fmla="*/ 68675 h 405955"/>
                <a:gd name="connsiteX43" fmla="*/ 96869 w 634841"/>
                <a:gd name="connsiteY43" fmla="*/ 70009 h 405955"/>
                <a:gd name="connsiteX44" fmla="*/ 117920 w 634841"/>
                <a:gd name="connsiteY44" fmla="*/ 72866 h 405955"/>
                <a:gd name="connsiteX45" fmla="*/ 140970 w 634841"/>
                <a:gd name="connsiteY45" fmla="*/ 86201 h 405955"/>
                <a:gd name="connsiteX46" fmla="*/ 152114 w 634841"/>
                <a:gd name="connsiteY46" fmla="*/ 98584 h 405955"/>
                <a:gd name="connsiteX47" fmla="*/ 163354 w 634841"/>
                <a:gd name="connsiteY47" fmla="*/ 110776 h 405955"/>
                <a:gd name="connsiteX48" fmla="*/ 163830 w 634841"/>
                <a:gd name="connsiteY48" fmla="*/ 111252 h 405955"/>
                <a:gd name="connsiteX49" fmla="*/ 165545 w 634841"/>
                <a:gd name="connsiteY49" fmla="*/ 112871 h 405955"/>
                <a:gd name="connsiteX50" fmla="*/ 194215 w 634841"/>
                <a:gd name="connsiteY50" fmla="*/ 132207 h 405955"/>
                <a:gd name="connsiteX51" fmla="*/ 203740 w 634841"/>
                <a:gd name="connsiteY51" fmla="*/ 128588 h 405955"/>
                <a:gd name="connsiteX52" fmla="*/ 213741 w 634841"/>
                <a:gd name="connsiteY52" fmla="*/ 124873 h 405955"/>
                <a:gd name="connsiteX53" fmla="*/ 219932 w 634841"/>
                <a:gd name="connsiteY53" fmla="*/ 137160 h 405955"/>
                <a:gd name="connsiteX54" fmla="*/ 222313 w 634841"/>
                <a:gd name="connsiteY54" fmla="*/ 139255 h 405955"/>
                <a:gd name="connsiteX55" fmla="*/ 225171 w 634841"/>
                <a:gd name="connsiteY55" fmla="*/ 140779 h 405955"/>
                <a:gd name="connsiteX56" fmla="*/ 235839 w 634841"/>
                <a:gd name="connsiteY56" fmla="*/ 146590 h 405955"/>
                <a:gd name="connsiteX57" fmla="*/ 263366 w 634841"/>
                <a:gd name="connsiteY57" fmla="*/ 160591 h 405955"/>
                <a:gd name="connsiteX58" fmla="*/ 331946 w 634841"/>
                <a:gd name="connsiteY58" fmla="*/ 170879 h 405955"/>
                <a:gd name="connsiteX59" fmla="*/ 346520 w 634841"/>
                <a:gd name="connsiteY59" fmla="*/ 171640 h 405955"/>
                <a:gd name="connsiteX60" fmla="*/ 351663 w 634841"/>
                <a:gd name="connsiteY60" fmla="*/ 170307 h 405955"/>
                <a:gd name="connsiteX61" fmla="*/ 418529 w 634841"/>
                <a:gd name="connsiteY61" fmla="*/ 138017 h 405955"/>
                <a:gd name="connsiteX62" fmla="*/ 460915 w 634841"/>
                <a:gd name="connsiteY62" fmla="*/ 118586 h 405955"/>
                <a:gd name="connsiteX63" fmla="*/ 459391 w 634841"/>
                <a:gd name="connsiteY63" fmla="*/ 100679 h 405955"/>
                <a:gd name="connsiteX64" fmla="*/ 459867 w 634841"/>
                <a:gd name="connsiteY64" fmla="*/ 99917 h 405955"/>
                <a:gd name="connsiteX65" fmla="*/ 460058 w 634841"/>
                <a:gd name="connsiteY65" fmla="*/ 95821 h 405955"/>
                <a:gd name="connsiteX66" fmla="*/ 460629 w 634841"/>
                <a:gd name="connsiteY66" fmla="*/ 85249 h 405955"/>
                <a:gd name="connsiteX67" fmla="*/ 460629 w 634841"/>
                <a:gd name="connsiteY67" fmla="*/ 84772 h 405955"/>
                <a:gd name="connsiteX68" fmla="*/ 462153 w 634841"/>
                <a:gd name="connsiteY68" fmla="*/ 50101 h 405955"/>
                <a:gd name="connsiteX69" fmla="*/ 462248 w 634841"/>
                <a:gd name="connsiteY69" fmla="*/ 47625 h 405955"/>
                <a:gd name="connsiteX70" fmla="*/ 462725 w 634841"/>
                <a:gd name="connsiteY70" fmla="*/ 33052 h 405955"/>
                <a:gd name="connsiteX71" fmla="*/ 441674 w 634841"/>
                <a:gd name="connsiteY71" fmla="*/ 17716 h 405955"/>
                <a:gd name="connsiteX72" fmla="*/ 431197 w 634841"/>
                <a:gd name="connsiteY72" fmla="*/ 10763 h 405955"/>
                <a:gd name="connsiteX73" fmla="*/ 429101 w 634841"/>
                <a:gd name="connsiteY73" fmla="*/ 8477 h 405955"/>
                <a:gd name="connsiteX74" fmla="*/ 430816 w 634841"/>
                <a:gd name="connsiteY74" fmla="*/ 6953 h 405955"/>
                <a:gd name="connsiteX75" fmla="*/ 432911 w 634841"/>
                <a:gd name="connsiteY75" fmla="*/ 5239 h 405955"/>
                <a:gd name="connsiteX76" fmla="*/ 437864 w 634841"/>
                <a:gd name="connsiteY76" fmla="*/ 2667 h 405955"/>
                <a:gd name="connsiteX77" fmla="*/ 443389 w 634841"/>
                <a:gd name="connsiteY77" fmla="*/ 1048 h 405955"/>
                <a:gd name="connsiteX78" fmla="*/ 450628 w 634841"/>
                <a:gd name="connsiteY78" fmla="*/ 0 h 405955"/>
                <a:gd name="connsiteX79" fmla="*/ 460343 w 634841"/>
                <a:gd name="connsiteY79" fmla="*/ 190 h 405955"/>
                <a:gd name="connsiteX80" fmla="*/ 516160 w 634841"/>
                <a:gd name="connsiteY80" fmla="*/ 14764 h 405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34841" h="405955">
                  <a:moveTo>
                    <a:pt x="516160" y="14764"/>
                  </a:moveTo>
                  <a:lnTo>
                    <a:pt x="531590" y="23336"/>
                  </a:lnTo>
                  <a:lnTo>
                    <a:pt x="594551" y="160496"/>
                  </a:lnTo>
                  <a:lnTo>
                    <a:pt x="634841" y="228314"/>
                  </a:lnTo>
                  <a:lnTo>
                    <a:pt x="597313" y="236887"/>
                  </a:lnTo>
                  <a:lnTo>
                    <a:pt x="578930" y="228695"/>
                  </a:lnTo>
                  <a:lnTo>
                    <a:pt x="559880" y="221742"/>
                  </a:lnTo>
                  <a:lnTo>
                    <a:pt x="539591" y="216789"/>
                  </a:lnTo>
                  <a:lnTo>
                    <a:pt x="509492" y="226695"/>
                  </a:lnTo>
                  <a:lnTo>
                    <a:pt x="435864" y="249174"/>
                  </a:lnTo>
                  <a:lnTo>
                    <a:pt x="401669" y="265843"/>
                  </a:lnTo>
                  <a:lnTo>
                    <a:pt x="387953" y="291846"/>
                  </a:lnTo>
                  <a:lnTo>
                    <a:pt x="347853" y="319945"/>
                  </a:lnTo>
                  <a:lnTo>
                    <a:pt x="316897" y="336137"/>
                  </a:lnTo>
                  <a:lnTo>
                    <a:pt x="287179" y="355949"/>
                  </a:lnTo>
                  <a:lnTo>
                    <a:pt x="276320" y="381857"/>
                  </a:lnTo>
                  <a:lnTo>
                    <a:pt x="276034" y="405955"/>
                  </a:lnTo>
                  <a:lnTo>
                    <a:pt x="249269" y="397097"/>
                  </a:lnTo>
                  <a:lnTo>
                    <a:pt x="240697" y="396812"/>
                  </a:lnTo>
                  <a:lnTo>
                    <a:pt x="241459" y="394621"/>
                  </a:lnTo>
                  <a:lnTo>
                    <a:pt x="242697" y="391001"/>
                  </a:lnTo>
                  <a:lnTo>
                    <a:pt x="240697" y="364046"/>
                  </a:lnTo>
                  <a:lnTo>
                    <a:pt x="236220" y="353473"/>
                  </a:lnTo>
                  <a:lnTo>
                    <a:pt x="227647" y="347186"/>
                  </a:lnTo>
                  <a:lnTo>
                    <a:pt x="221361" y="345376"/>
                  </a:lnTo>
                  <a:lnTo>
                    <a:pt x="202978" y="340233"/>
                  </a:lnTo>
                  <a:lnTo>
                    <a:pt x="201263" y="339090"/>
                  </a:lnTo>
                  <a:lnTo>
                    <a:pt x="194691" y="334518"/>
                  </a:lnTo>
                  <a:lnTo>
                    <a:pt x="172307" y="317373"/>
                  </a:lnTo>
                  <a:lnTo>
                    <a:pt x="136017" y="284702"/>
                  </a:lnTo>
                  <a:lnTo>
                    <a:pt x="136589" y="271272"/>
                  </a:lnTo>
                  <a:lnTo>
                    <a:pt x="109823" y="252317"/>
                  </a:lnTo>
                  <a:lnTo>
                    <a:pt x="31052" y="259556"/>
                  </a:lnTo>
                  <a:lnTo>
                    <a:pt x="30004" y="258223"/>
                  </a:lnTo>
                  <a:lnTo>
                    <a:pt x="21622" y="247269"/>
                  </a:lnTo>
                  <a:lnTo>
                    <a:pt x="15812" y="216027"/>
                  </a:lnTo>
                  <a:lnTo>
                    <a:pt x="0" y="117634"/>
                  </a:lnTo>
                  <a:lnTo>
                    <a:pt x="191" y="117157"/>
                  </a:lnTo>
                  <a:lnTo>
                    <a:pt x="571" y="116491"/>
                  </a:lnTo>
                  <a:lnTo>
                    <a:pt x="1238" y="115157"/>
                  </a:lnTo>
                  <a:lnTo>
                    <a:pt x="17526" y="98584"/>
                  </a:lnTo>
                  <a:lnTo>
                    <a:pt x="41339" y="62484"/>
                  </a:lnTo>
                  <a:lnTo>
                    <a:pt x="87154" y="68675"/>
                  </a:lnTo>
                  <a:lnTo>
                    <a:pt x="96869" y="70009"/>
                  </a:lnTo>
                  <a:lnTo>
                    <a:pt x="117920" y="72866"/>
                  </a:lnTo>
                  <a:lnTo>
                    <a:pt x="140970" y="86201"/>
                  </a:lnTo>
                  <a:lnTo>
                    <a:pt x="152114" y="98584"/>
                  </a:lnTo>
                  <a:lnTo>
                    <a:pt x="163354" y="110776"/>
                  </a:lnTo>
                  <a:lnTo>
                    <a:pt x="163830" y="111252"/>
                  </a:lnTo>
                  <a:lnTo>
                    <a:pt x="165545" y="112871"/>
                  </a:lnTo>
                  <a:lnTo>
                    <a:pt x="194215" y="132207"/>
                  </a:lnTo>
                  <a:lnTo>
                    <a:pt x="203740" y="128588"/>
                  </a:lnTo>
                  <a:lnTo>
                    <a:pt x="213741" y="124873"/>
                  </a:lnTo>
                  <a:lnTo>
                    <a:pt x="219932" y="137160"/>
                  </a:lnTo>
                  <a:lnTo>
                    <a:pt x="222313" y="139255"/>
                  </a:lnTo>
                  <a:lnTo>
                    <a:pt x="225171" y="140779"/>
                  </a:lnTo>
                  <a:lnTo>
                    <a:pt x="235839" y="146590"/>
                  </a:lnTo>
                  <a:lnTo>
                    <a:pt x="263366" y="160591"/>
                  </a:lnTo>
                  <a:lnTo>
                    <a:pt x="331946" y="170879"/>
                  </a:lnTo>
                  <a:lnTo>
                    <a:pt x="346520" y="171640"/>
                  </a:lnTo>
                  <a:lnTo>
                    <a:pt x="351663" y="170307"/>
                  </a:lnTo>
                  <a:lnTo>
                    <a:pt x="418529" y="138017"/>
                  </a:lnTo>
                  <a:lnTo>
                    <a:pt x="460915" y="118586"/>
                  </a:lnTo>
                  <a:lnTo>
                    <a:pt x="459391" y="100679"/>
                  </a:lnTo>
                  <a:lnTo>
                    <a:pt x="459867" y="99917"/>
                  </a:lnTo>
                  <a:lnTo>
                    <a:pt x="460058" y="95821"/>
                  </a:lnTo>
                  <a:lnTo>
                    <a:pt x="460629" y="85249"/>
                  </a:lnTo>
                  <a:lnTo>
                    <a:pt x="460629" y="84772"/>
                  </a:lnTo>
                  <a:lnTo>
                    <a:pt x="462153" y="50101"/>
                  </a:lnTo>
                  <a:lnTo>
                    <a:pt x="462248" y="47625"/>
                  </a:lnTo>
                  <a:lnTo>
                    <a:pt x="462725" y="33052"/>
                  </a:lnTo>
                  <a:lnTo>
                    <a:pt x="441674" y="17716"/>
                  </a:lnTo>
                  <a:lnTo>
                    <a:pt x="431197" y="10763"/>
                  </a:lnTo>
                  <a:lnTo>
                    <a:pt x="429101" y="8477"/>
                  </a:lnTo>
                  <a:lnTo>
                    <a:pt x="430816" y="6953"/>
                  </a:lnTo>
                  <a:lnTo>
                    <a:pt x="432911" y="5239"/>
                  </a:lnTo>
                  <a:lnTo>
                    <a:pt x="437864" y="2667"/>
                  </a:lnTo>
                  <a:lnTo>
                    <a:pt x="443389" y="1048"/>
                  </a:lnTo>
                  <a:lnTo>
                    <a:pt x="450628" y="0"/>
                  </a:lnTo>
                  <a:lnTo>
                    <a:pt x="460343" y="190"/>
                  </a:lnTo>
                  <a:lnTo>
                    <a:pt x="516160" y="1476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7" name="서울특별시 양천구 신정6동">
              <a:extLst>
                <a:ext uri="{FF2B5EF4-FFF2-40B4-BE49-F238E27FC236}">
                  <a16:creationId xmlns:a16="http://schemas.microsoft.com/office/drawing/2014/main" id="{99DF6136-8219-24F5-2380-FD703CC7F0BE}"/>
                </a:ext>
              </a:extLst>
            </p:cNvPr>
            <p:cNvSpPr/>
            <p:nvPr/>
          </p:nvSpPr>
          <p:spPr>
            <a:xfrm>
              <a:off x="4073747" y="4172902"/>
              <a:ext cx="291750" cy="279939"/>
            </a:xfrm>
            <a:custGeom>
              <a:avLst/>
              <a:gdLst>
                <a:gd name="connsiteX0" fmla="*/ 159353 w 291750"/>
                <a:gd name="connsiteY0" fmla="*/ 15145 h 279939"/>
                <a:gd name="connsiteX1" fmla="*/ 157448 w 291750"/>
                <a:gd name="connsiteY1" fmla="*/ 24098 h 279939"/>
                <a:gd name="connsiteX2" fmla="*/ 150495 w 291750"/>
                <a:gd name="connsiteY2" fmla="*/ 53721 h 279939"/>
                <a:gd name="connsiteX3" fmla="*/ 142589 w 291750"/>
                <a:gd name="connsiteY3" fmla="*/ 87058 h 279939"/>
                <a:gd name="connsiteX4" fmla="*/ 139160 w 291750"/>
                <a:gd name="connsiteY4" fmla="*/ 97060 h 279939"/>
                <a:gd name="connsiteX5" fmla="*/ 138398 w 291750"/>
                <a:gd name="connsiteY5" fmla="*/ 99155 h 279939"/>
                <a:gd name="connsiteX6" fmla="*/ 170402 w 291750"/>
                <a:gd name="connsiteY6" fmla="*/ 146113 h 279939"/>
                <a:gd name="connsiteX7" fmla="*/ 264509 w 291750"/>
                <a:gd name="connsiteY7" fmla="*/ 169736 h 279939"/>
                <a:gd name="connsiteX8" fmla="*/ 290608 w 291750"/>
                <a:gd name="connsiteY8" fmla="*/ 175355 h 279939"/>
                <a:gd name="connsiteX9" fmla="*/ 291751 w 291750"/>
                <a:gd name="connsiteY9" fmla="*/ 175546 h 279939"/>
                <a:gd name="connsiteX10" fmla="*/ 201454 w 291750"/>
                <a:gd name="connsiteY10" fmla="*/ 279940 h 279939"/>
                <a:gd name="connsiteX11" fmla="*/ 182880 w 291750"/>
                <a:gd name="connsiteY11" fmla="*/ 259175 h 279939"/>
                <a:gd name="connsiteX12" fmla="*/ 164306 w 291750"/>
                <a:gd name="connsiteY12" fmla="*/ 238411 h 279939"/>
                <a:gd name="connsiteX13" fmla="*/ 163830 w 291750"/>
                <a:gd name="connsiteY13" fmla="*/ 237934 h 279939"/>
                <a:gd name="connsiteX14" fmla="*/ 151924 w 291750"/>
                <a:gd name="connsiteY14" fmla="*/ 216789 h 279939"/>
                <a:gd name="connsiteX15" fmla="*/ 150781 w 291750"/>
                <a:gd name="connsiteY15" fmla="*/ 214789 h 279939"/>
                <a:gd name="connsiteX16" fmla="*/ 144494 w 291750"/>
                <a:gd name="connsiteY16" fmla="*/ 201739 h 279939"/>
                <a:gd name="connsiteX17" fmla="*/ 140113 w 291750"/>
                <a:gd name="connsiteY17" fmla="*/ 192500 h 279939"/>
                <a:gd name="connsiteX18" fmla="*/ 137922 w 291750"/>
                <a:gd name="connsiteY18" fmla="*/ 188023 h 279939"/>
                <a:gd name="connsiteX19" fmla="*/ 136970 w 291750"/>
                <a:gd name="connsiteY19" fmla="*/ 185928 h 279939"/>
                <a:gd name="connsiteX20" fmla="*/ 133921 w 291750"/>
                <a:gd name="connsiteY20" fmla="*/ 179641 h 279939"/>
                <a:gd name="connsiteX21" fmla="*/ 30099 w 291750"/>
                <a:gd name="connsiteY21" fmla="*/ 215741 h 279939"/>
                <a:gd name="connsiteX22" fmla="*/ 29718 w 291750"/>
                <a:gd name="connsiteY22" fmla="*/ 215170 h 279939"/>
                <a:gd name="connsiteX23" fmla="*/ 24860 w 291750"/>
                <a:gd name="connsiteY23" fmla="*/ 206407 h 279939"/>
                <a:gd name="connsiteX24" fmla="*/ 0 w 291750"/>
                <a:gd name="connsiteY24" fmla="*/ 161354 h 279939"/>
                <a:gd name="connsiteX25" fmla="*/ 14764 w 291750"/>
                <a:gd name="connsiteY25" fmla="*/ 156020 h 279939"/>
                <a:gd name="connsiteX26" fmla="*/ 4191 w 291750"/>
                <a:gd name="connsiteY26" fmla="*/ 128588 h 279939"/>
                <a:gd name="connsiteX27" fmla="*/ 51625 w 291750"/>
                <a:gd name="connsiteY27" fmla="*/ 112204 h 279939"/>
                <a:gd name="connsiteX28" fmla="*/ 66961 w 291750"/>
                <a:gd name="connsiteY28" fmla="*/ 106775 h 279939"/>
                <a:gd name="connsiteX29" fmla="*/ 90011 w 291750"/>
                <a:gd name="connsiteY29" fmla="*/ 98584 h 279939"/>
                <a:gd name="connsiteX30" fmla="*/ 66484 w 291750"/>
                <a:gd name="connsiteY30" fmla="*/ 49339 h 279939"/>
                <a:gd name="connsiteX31" fmla="*/ 54959 w 291750"/>
                <a:gd name="connsiteY31" fmla="*/ 25337 h 279939"/>
                <a:gd name="connsiteX32" fmla="*/ 112871 w 291750"/>
                <a:gd name="connsiteY32" fmla="*/ 0 h 279939"/>
                <a:gd name="connsiteX33" fmla="*/ 159353 w 291750"/>
                <a:gd name="connsiteY33" fmla="*/ 15145 h 27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91750" h="279939">
                  <a:moveTo>
                    <a:pt x="159353" y="15145"/>
                  </a:moveTo>
                  <a:lnTo>
                    <a:pt x="157448" y="24098"/>
                  </a:lnTo>
                  <a:lnTo>
                    <a:pt x="150495" y="53721"/>
                  </a:lnTo>
                  <a:lnTo>
                    <a:pt x="142589" y="87058"/>
                  </a:lnTo>
                  <a:lnTo>
                    <a:pt x="139160" y="97060"/>
                  </a:lnTo>
                  <a:lnTo>
                    <a:pt x="138398" y="99155"/>
                  </a:lnTo>
                  <a:lnTo>
                    <a:pt x="170402" y="146113"/>
                  </a:lnTo>
                  <a:lnTo>
                    <a:pt x="264509" y="169736"/>
                  </a:lnTo>
                  <a:lnTo>
                    <a:pt x="290608" y="175355"/>
                  </a:lnTo>
                  <a:lnTo>
                    <a:pt x="291751" y="175546"/>
                  </a:lnTo>
                  <a:lnTo>
                    <a:pt x="201454" y="279940"/>
                  </a:lnTo>
                  <a:lnTo>
                    <a:pt x="182880" y="259175"/>
                  </a:lnTo>
                  <a:lnTo>
                    <a:pt x="164306" y="238411"/>
                  </a:lnTo>
                  <a:lnTo>
                    <a:pt x="163830" y="237934"/>
                  </a:lnTo>
                  <a:lnTo>
                    <a:pt x="151924" y="216789"/>
                  </a:lnTo>
                  <a:lnTo>
                    <a:pt x="150781" y="214789"/>
                  </a:lnTo>
                  <a:lnTo>
                    <a:pt x="144494" y="201739"/>
                  </a:lnTo>
                  <a:lnTo>
                    <a:pt x="140113" y="192500"/>
                  </a:lnTo>
                  <a:lnTo>
                    <a:pt x="137922" y="188023"/>
                  </a:lnTo>
                  <a:lnTo>
                    <a:pt x="136970" y="185928"/>
                  </a:lnTo>
                  <a:lnTo>
                    <a:pt x="133921" y="179641"/>
                  </a:lnTo>
                  <a:lnTo>
                    <a:pt x="30099" y="215741"/>
                  </a:lnTo>
                  <a:lnTo>
                    <a:pt x="29718" y="215170"/>
                  </a:lnTo>
                  <a:lnTo>
                    <a:pt x="24860" y="206407"/>
                  </a:lnTo>
                  <a:lnTo>
                    <a:pt x="0" y="161354"/>
                  </a:lnTo>
                  <a:lnTo>
                    <a:pt x="14764" y="156020"/>
                  </a:lnTo>
                  <a:lnTo>
                    <a:pt x="4191" y="128588"/>
                  </a:lnTo>
                  <a:lnTo>
                    <a:pt x="51625" y="112204"/>
                  </a:lnTo>
                  <a:lnTo>
                    <a:pt x="66961" y="106775"/>
                  </a:lnTo>
                  <a:lnTo>
                    <a:pt x="90011" y="98584"/>
                  </a:lnTo>
                  <a:lnTo>
                    <a:pt x="66484" y="49339"/>
                  </a:lnTo>
                  <a:lnTo>
                    <a:pt x="54959" y="25337"/>
                  </a:lnTo>
                  <a:lnTo>
                    <a:pt x="112871" y="0"/>
                  </a:lnTo>
                  <a:lnTo>
                    <a:pt x="159353" y="1514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8" name="서울특별시 양천구 신정7동">
              <a:extLst>
                <a:ext uri="{FF2B5EF4-FFF2-40B4-BE49-F238E27FC236}">
                  <a16:creationId xmlns:a16="http://schemas.microsoft.com/office/drawing/2014/main" id="{E476E51D-7A70-0658-D95C-A9DABBF3BA21}"/>
                </a:ext>
              </a:extLst>
            </p:cNvPr>
            <p:cNvSpPr/>
            <p:nvPr/>
          </p:nvSpPr>
          <p:spPr>
            <a:xfrm>
              <a:off x="3957161" y="4301490"/>
              <a:ext cx="318039" cy="215836"/>
            </a:xfrm>
            <a:custGeom>
              <a:avLst/>
              <a:gdLst>
                <a:gd name="connsiteX0" fmla="*/ 318040 w 318039"/>
                <a:gd name="connsiteY0" fmla="*/ 151352 h 215836"/>
                <a:gd name="connsiteX1" fmla="*/ 277844 w 318039"/>
                <a:gd name="connsiteY1" fmla="*/ 203930 h 215836"/>
                <a:gd name="connsiteX2" fmla="*/ 248412 w 318039"/>
                <a:gd name="connsiteY2" fmla="*/ 208026 h 215836"/>
                <a:gd name="connsiteX3" fmla="*/ 156591 w 318039"/>
                <a:gd name="connsiteY3" fmla="*/ 215170 h 215836"/>
                <a:gd name="connsiteX4" fmla="*/ 137636 w 318039"/>
                <a:gd name="connsiteY4" fmla="*/ 215837 h 215836"/>
                <a:gd name="connsiteX5" fmla="*/ 135160 w 318039"/>
                <a:gd name="connsiteY5" fmla="*/ 213836 h 215836"/>
                <a:gd name="connsiteX6" fmla="*/ 131159 w 318039"/>
                <a:gd name="connsiteY6" fmla="*/ 210693 h 215836"/>
                <a:gd name="connsiteX7" fmla="*/ 123634 w 318039"/>
                <a:gd name="connsiteY7" fmla="*/ 197072 h 215836"/>
                <a:gd name="connsiteX8" fmla="*/ 118300 w 318039"/>
                <a:gd name="connsiteY8" fmla="*/ 184690 h 215836"/>
                <a:gd name="connsiteX9" fmla="*/ 75629 w 318039"/>
                <a:gd name="connsiteY9" fmla="*/ 184690 h 215836"/>
                <a:gd name="connsiteX10" fmla="*/ 67913 w 318039"/>
                <a:gd name="connsiteY10" fmla="*/ 171831 h 215836"/>
                <a:gd name="connsiteX11" fmla="*/ 66389 w 318039"/>
                <a:gd name="connsiteY11" fmla="*/ 169259 h 215836"/>
                <a:gd name="connsiteX12" fmla="*/ 40291 w 318039"/>
                <a:gd name="connsiteY12" fmla="*/ 125635 h 215836"/>
                <a:gd name="connsiteX13" fmla="*/ 0 w 318039"/>
                <a:gd name="connsiteY13" fmla="*/ 57817 h 215836"/>
                <a:gd name="connsiteX14" fmla="*/ 6382 w 318039"/>
                <a:gd name="connsiteY14" fmla="*/ 55721 h 215836"/>
                <a:gd name="connsiteX15" fmla="*/ 15526 w 318039"/>
                <a:gd name="connsiteY15" fmla="*/ 52578 h 215836"/>
                <a:gd name="connsiteX16" fmla="*/ 28194 w 318039"/>
                <a:gd name="connsiteY16" fmla="*/ 48292 h 215836"/>
                <a:gd name="connsiteX17" fmla="*/ 45529 w 318039"/>
                <a:gd name="connsiteY17" fmla="*/ 42291 h 215836"/>
                <a:gd name="connsiteX18" fmla="*/ 54578 w 318039"/>
                <a:gd name="connsiteY18" fmla="*/ 38957 h 215836"/>
                <a:gd name="connsiteX19" fmla="*/ 51340 w 318039"/>
                <a:gd name="connsiteY19" fmla="*/ 32671 h 215836"/>
                <a:gd name="connsiteX20" fmla="*/ 51340 w 318039"/>
                <a:gd name="connsiteY20" fmla="*/ 26765 h 215836"/>
                <a:gd name="connsiteX21" fmla="*/ 53340 w 318039"/>
                <a:gd name="connsiteY21" fmla="*/ 24098 h 215836"/>
                <a:gd name="connsiteX22" fmla="*/ 58388 w 318039"/>
                <a:gd name="connsiteY22" fmla="*/ 21717 h 215836"/>
                <a:gd name="connsiteX23" fmla="*/ 59436 w 318039"/>
                <a:gd name="connsiteY23" fmla="*/ 21241 h 215836"/>
                <a:gd name="connsiteX24" fmla="*/ 120777 w 318039"/>
                <a:gd name="connsiteY24" fmla="*/ 0 h 215836"/>
                <a:gd name="connsiteX25" fmla="*/ 131350 w 318039"/>
                <a:gd name="connsiteY25" fmla="*/ 27432 h 215836"/>
                <a:gd name="connsiteX26" fmla="*/ 116586 w 318039"/>
                <a:gd name="connsiteY26" fmla="*/ 32766 h 215836"/>
                <a:gd name="connsiteX27" fmla="*/ 141446 w 318039"/>
                <a:gd name="connsiteY27" fmla="*/ 77819 h 215836"/>
                <a:gd name="connsiteX28" fmla="*/ 146304 w 318039"/>
                <a:gd name="connsiteY28" fmla="*/ 86582 h 215836"/>
                <a:gd name="connsiteX29" fmla="*/ 146685 w 318039"/>
                <a:gd name="connsiteY29" fmla="*/ 87154 h 215836"/>
                <a:gd name="connsiteX30" fmla="*/ 250508 w 318039"/>
                <a:gd name="connsiteY30" fmla="*/ 51054 h 215836"/>
                <a:gd name="connsiteX31" fmla="*/ 253556 w 318039"/>
                <a:gd name="connsiteY31" fmla="*/ 57340 h 215836"/>
                <a:gd name="connsiteX32" fmla="*/ 254508 w 318039"/>
                <a:gd name="connsiteY32" fmla="*/ 59436 h 215836"/>
                <a:gd name="connsiteX33" fmla="*/ 256699 w 318039"/>
                <a:gd name="connsiteY33" fmla="*/ 63913 h 215836"/>
                <a:gd name="connsiteX34" fmla="*/ 261080 w 318039"/>
                <a:gd name="connsiteY34" fmla="*/ 73152 h 215836"/>
                <a:gd name="connsiteX35" fmla="*/ 267367 w 318039"/>
                <a:gd name="connsiteY35" fmla="*/ 86201 h 215836"/>
                <a:gd name="connsiteX36" fmla="*/ 268510 w 318039"/>
                <a:gd name="connsiteY36" fmla="*/ 88201 h 215836"/>
                <a:gd name="connsiteX37" fmla="*/ 280416 w 318039"/>
                <a:gd name="connsiteY37" fmla="*/ 109347 h 215836"/>
                <a:gd name="connsiteX38" fmla="*/ 280892 w 318039"/>
                <a:gd name="connsiteY38" fmla="*/ 109823 h 215836"/>
                <a:gd name="connsiteX39" fmla="*/ 299466 w 318039"/>
                <a:gd name="connsiteY39" fmla="*/ 130588 h 215836"/>
                <a:gd name="connsiteX40" fmla="*/ 318040 w 318039"/>
                <a:gd name="connsiteY40" fmla="*/ 151352 h 215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18039" h="215836">
                  <a:moveTo>
                    <a:pt x="318040" y="151352"/>
                  </a:moveTo>
                  <a:lnTo>
                    <a:pt x="277844" y="203930"/>
                  </a:lnTo>
                  <a:lnTo>
                    <a:pt x="248412" y="208026"/>
                  </a:lnTo>
                  <a:lnTo>
                    <a:pt x="156591" y="215170"/>
                  </a:lnTo>
                  <a:lnTo>
                    <a:pt x="137636" y="215837"/>
                  </a:lnTo>
                  <a:lnTo>
                    <a:pt x="135160" y="213836"/>
                  </a:lnTo>
                  <a:lnTo>
                    <a:pt x="131159" y="210693"/>
                  </a:lnTo>
                  <a:lnTo>
                    <a:pt x="123634" y="197072"/>
                  </a:lnTo>
                  <a:lnTo>
                    <a:pt x="118300" y="184690"/>
                  </a:lnTo>
                  <a:lnTo>
                    <a:pt x="75629" y="184690"/>
                  </a:lnTo>
                  <a:lnTo>
                    <a:pt x="67913" y="171831"/>
                  </a:lnTo>
                  <a:lnTo>
                    <a:pt x="66389" y="169259"/>
                  </a:lnTo>
                  <a:lnTo>
                    <a:pt x="40291" y="125635"/>
                  </a:lnTo>
                  <a:lnTo>
                    <a:pt x="0" y="57817"/>
                  </a:lnTo>
                  <a:lnTo>
                    <a:pt x="6382" y="55721"/>
                  </a:lnTo>
                  <a:lnTo>
                    <a:pt x="15526" y="52578"/>
                  </a:lnTo>
                  <a:lnTo>
                    <a:pt x="28194" y="48292"/>
                  </a:lnTo>
                  <a:lnTo>
                    <a:pt x="45529" y="42291"/>
                  </a:lnTo>
                  <a:lnTo>
                    <a:pt x="54578" y="38957"/>
                  </a:lnTo>
                  <a:lnTo>
                    <a:pt x="51340" y="32671"/>
                  </a:lnTo>
                  <a:lnTo>
                    <a:pt x="51340" y="26765"/>
                  </a:lnTo>
                  <a:lnTo>
                    <a:pt x="53340" y="24098"/>
                  </a:lnTo>
                  <a:lnTo>
                    <a:pt x="58388" y="21717"/>
                  </a:lnTo>
                  <a:lnTo>
                    <a:pt x="59436" y="21241"/>
                  </a:lnTo>
                  <a:lnTo>
                    <a:pt x="120777" y="0"/>
                  </a:lnTo>
                  <a:lnTo>
                    <a:pt x="131350" y="27432"/>
                  </a:lnTo>
                  <a:lnTo>
                    <a:pt x="116586" y="32766"/>
                  </a:lnTo>
                  <a:lnTo>
                    <a:pt x="141446" y="77819"/>
                  </a:lnTo>
                  <a:lnTo>
                    <a:pt x="146304" y="86582"/>
                  </a:lnTo>
                  <a:lnTo>
                    <a:pt x="146685" y="87154"/>
                  </a:lnTo>
                  <a:lnTo>
                    <a:pt x="250508" y="51054"/>
                  </a:lnTo>
                  <a:lnTo>
                    <a:pt x="253556" y="57340"/>
                  </a:lnTo>
                  <a:lnTo>
                    <a:pt x="254508" y="59436"/>
                  </a:lnTo>
                  <a:lnTo>
                    <a:pt x="256699" y="63913"/>
                  </a:lnTo>
                  <a:lnTo>
                    <a:pt x="261080" y="73152"/>
                  </a:lnTo>
                  <a:lnTo>
                    <a:pt x="267367" y="86201"/>
                  </a:lnTo>
                  <a:lnTo>
                    <a:pt x="268510" y="88201"/>
                  </a:lnTo>
                  <a:lnTo>
                    <a:pt x="280416" y="109347"/>
                  </a:lnTo>
                  <a:lnTo>
                    <a:pt x="280892" y="109823"/>
                  </a:lnTo>
                  <a:lnTo>
                    <a:pt x="299466" y="130588"/>
                  </a:lnTo>
                  <a:lnTo>
                    <a:pt x="318040" y="15135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9" name="서울특별시 양천구 목5동">
              <a:extLst>
                <a:ext uri="{FF2B5EF4-FFF2-40B4-BE49-F238E27FC236}">
                  <a16:creationId xmlns:a16="http://schemas.microsoft.com/office/drawing/2014/main" id="{03DB1943-3AAA-244E-ECFB-AECF5C9836AD}"/>
                </a:ext>
              </a:extLst>
            </p:cNvPr>
            <p:cNvSpPr/>
            <p:nvPr/>
          </p:nvSpPr>
          <p:spPr>
            <a:xfrm>
              <a:off x="4161186" y="3809428"/>
              <a:ext cx="443103" cy="250126"/>
            </a:xfrm>
            <a:custGeom>
              <a:avLst/>
              <a:gdLst>
                <a:gd name="connsiteX0" fmla="*/ 325755 w 443103"/>
                <a:gd name="connsiteY0" fmla="*/ 7715 h 250126"/>
                <a:gd name="connsiteX1" fmla="*/ 344043 w 443103"/>
                <a:gd name="connsiteY1" fmla="*/ 7620 h 250126"/>
                <a:gd name="connsiteX2" fmla="*/ 364427 w 443103"/>
                <a:gd name="connsiteY2" fmla="*/ 11144 h 250126"/>
                <a:gd name="connsiteX3" fmla="*/ 372523 w 443103"/>
                <a:gd name="connsiteY3" fmla="*/ 24289 h 250126"/>
                <a:gd name="connsiteX4" fmla="*/ 375571 w 443103"/>
                <a:gd name="connsiteY4" fmla="*/ 29242 h 250126"/>
                <a:gd name="connsiteX5" fmla="*/ 395764 w 443103"/>
                <a:gd name="connsiteY5" fmla="*/ 66008 h 250126"/>
                <a:gd name="connsiteX6" fmla="*/ 437102 w 443103"/>
                <a:gd name="connsiteY6" fmla="*/ 148399 h 250126"/>
                <a:gd name="connsiteX7" fmla="*/ 443103 w 443103"/>
                <a:gd name="connsiteY7" fmla="*/ 173164 h 250126"/>
                <a:gd name="connsiteX8" fmla="*/ 441198 w 443103"/>
                <a:gd name="connsiteY8" fmla="*/ 197168 h 250126"/>
                <a:gd name="connsiteX9" fmla="*/ 432911 w 443103"/>
                <a:gd name="connsiteY9" fmla="*/ 212503 h 250126"/>
                <a:gd name="connsiteX10" fmla="*/ 414338 w 443103"/>
                <a:gd name="connsiteY10" fmla="*/ 247174 h 250126"/>
                <a:gd name="connsiteX11" fmla="*/ 386048 w 443103"/>
                <a:gd name="connsiteY11" fmla="*/ 240982 h 250126"/>
                <a:gd name="connsiteX12" fmla="*/ 350234 w 443103"/>
                <a:gd name="connsiteY12" fmla="*/ 230696 h 250126"/>
                <a:gd name="connsiteX13" fmla="*/ 348710 w 443103"/>
                <a:gd name="connsiteY13" fmla="*/ 230219 h 250126"/>
                <a:gd name="connsiteX14" fmla="*/ 324041 w 443103"/>
                <a:gd name="connsiteY14" fmla="*/ 225838 h 250126"/>
                <a:gd name="connsiteX15" fmla="*/ 299942 w 443103"/>
                <a:gd name="connsiteY15" fmla="*/ 221837 h 250126"/>
                <a:gd name="connsiteX16" fmla="*/ 285750 w 443103"/>
                <a:gd name="connsiteY16" fmla="*/ 220694 h 250126"/>
                <a:gd name="connsiteX17" fmla="*/ 279178 w 443103"/>
                <a:gd name="connsiteY17" fmla="*/ 220218 h 250126"/>
                <a:gd name="connsiteX18" fmla="*/ 278035 w 443103"/>
                <a:gd name="connsiteY18" fmla="*/ 220123 h 250126"/>
                <a:gd name="connsiteX19" fmla="*/ 259080 w 443103"/>
                <a:gd name="connsiteY19" fmla="*/ 219742 h 250126"/>
                <a:gd name="connsiteX20" fmla="*/ 247364 w 443103"/>
                <a:gd name="connsiteY20" fmla="*/ 220408 h 250126"/>
                <a:gd name="connsiteX21" fmla="*/ 243173 w 443103"/>
                <a:gd name="connsiteY21" fmla="*/ 220694 h 250126"/>
                <a:gd name="connsiteX22" fmla="*/ 225266 w 443103"/>
                <a:gd name="connsiteY22" fmla="*/ 222218 h 250126"/>
                <a:gd name="connsiteX23" fmla="*/ 142399 w 443103"/>
                <a:gd name="connsiteY23" fmla="*/ 231172 h 250126"/>
                <a:gd name="connsiteX24" fmla="*/ 122301 w 443103"/>
                <a:gd name="connsiteY24" fmla="*/ 234029 h 250126"/>
                <a:gd name="connsiteX25" fmla="*/ 57626 w 443103"/>
                <a:gd name="connsiteY25" fmla="*/ 242697 h 250126"/>
                <a:gd name="connsiteX26" fmla="*/ 0 w 443103"/>
                <a:gd name="connsiteY26" fmla="*/ 250127 h 250126"/>
                <a:gd name="connsiteX27" fmla="*/ 12859 w 443103"/>
                <a:gd name="connsiteY27" fmla="*/ 224790 h 250126"/>
                <a:gd name="connsiteX28" fmla="*/ 48673 w 443103"/>
                <a:gd name="connsiteY28" fmla="*/ 164497 h 250126"/>
                <a:gd name="connsiteX29" fmla="*/ 49340 w 443103"/>
                <a:gd name="connsiteY29" fmla="*/ 163354 h 250126"/>
                <a:gd name="connsiteX30" fmla="*/ 51245 w 443103"/>
                <a:gd name="connsiteY30" fmla="*/ 160211 h 250126"/>
                <a:gd name="connsiteX31" fmla="*/ 53721 w 443103"/>
                <a:gd name="connsiteY31" fmla="*/ 156305 h 250126"/>
                <a:gd name="connsiteX32" fmla="*/ 55245 w 443103"/>
                <a:gd name="connsiteY32" fmla="*/ 154781 h 250126"/>
                <a:gd name="connsiteX33" fmla="*/ 61246 w 443103"/>
                <a:gd name="connsiteY33" fmla="*/ 148971 h 250126"/>
                <a:gd name="connsiteX34" fmla="*/ 67246 w 443103"/>
                <a:gd name="connsiteY34" fmla="*/ 143732 h 250126"/>
                <a:gd name="connsiteX35" fmla="*/ 68485 w 443103"/>
                <a:gd name="connsiteY35" fmla="*/ 142589 h 250126"/>
                <a:gd name="connsiteX36" fmla="*/ 71152 w 443103"/>
                <a:gd name="connsiteY36" fmla="*/ 140208 h 250126"/>
                <a:gd name="connsiteX37" fmla="*/ 75724 w 443103"/>
                <a:gd name="connsiteY37" fmla="*/ 136303 h 250126"/>
                <a:gd name="connsiteX38" fmla="*/ 96965 w 443103"/>
                <a:gd name="connsiteY38" fmla="*/ 118681 h 250126"/>
                <a:gd name="connsiteX39" fmla="*/ 99346 w 443103"/>
                <a:gd name="connsiteY39" fmla="*/ 116777 h 250126"/>
                <a:gd name="connsiteX40" fmla="*/ 130207 w 443103"/>
                <a:gd name="connsiteY40" fmla="*/ 88392 h 250126"/>
                <a:gd name="connsiteX41" fmla="*/ 186785 w 443103"/>
                <a:gd name="connsiteY41" fmla="*/ 45625 h 250126"/>
                <a:gd name="connsiteX42" fmla="*/ 266510 w 443103"/>
                <a:gd name="connsiteY42" fmla="*/ 7906 h 250126"/>
                <a:gd name="connsiteX43" fmla="*/ 295466 w 443103"/>
                <a:gd name="connsiteY43" fmla="*/ 0 h 250126"/>
                <a:gd name="connsiteX44" fmla="*/ 325755 w 443103"/>
                <a:gd name="connsiteY44" fmla="*/ 7715 h 25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43103" h="250126">
                  <a:moveTo>
                    <a:pt x="325755" y="7715"/>
                  </a:moveTo>
                  <a:lnTo>
                    <a:pt x="344043" y="7620"/>
                  </a:lnTo>
                  <a:lnTo>
                    <a:pt x="364427" y="11144"/>
                  </a:lnTo>
                  <a:lnTo>
                    <a:pt x="372523" y="24289"/>
                  </a:lnTo>
                  <a:lnTo>
                    <a:pt x="375571" y="29242"/>
                  </a:lnTo>
                  <a:lnTo>
                    <a:pt x="395764" y="66008"/>
                  </a:lnTo>
                  <a:lnTo>
                    <a:pt x="437102" y="148399"/>
                  </a:lnTo>
                  <a:lnTo>
                    <a:pt x="443103" y="173164"/>
                  </a:lnTo>
                  <a:lnTo>
                    <a:pt x="441198" y="197168"/>
                  </a:lnTo>
                  <a:lnTo>
                    <a:pt x="432911" y="212503"/>
                  </a:lnTo>
                  <a:lnTo>
                    <a:pt x="414338" y="247174"/>
                  </a:lnTo>
                  <a:lnTo>
                    <a:pt x="386048" y="240982"/>
                  </a:lnTo>
                  <a:lnTo>
                    <a:pt x="350234" y="230696"/>
                  </a:lnTo>
                  <a:lnTo>
                    <a:pt x="348710" y="230219"/>
                  </a:lnTo>
                  <a:lnTo>
                    <a:pt x="324041" y="225838"/>
                  </a:lnTo>
                  <a:lnTo>
                    <a:pt x="299942" y="221837"/>
                  </a:lnTo>
                  <a:lnTo>
                    <a:pt x="285750" y="220694"/>
                  </a:lnTo>
                  <a:lnTo>
                    <a:pt x="279178" y="220218"/>
                  </a:lnTo>
                  <a:lnTo>
                    <a:pt x="278035" y="220123"/>
                  </a:lnTo>
                  <a:lnTo>
                    <a:pt x="259080" y="219742"/>
                  </a:lnTo>
                  <a:lnTo>
                    <a:pt x="247364" y="220408"/>
                  </a:lnTo>
                  <a:lnTo>
                    <a:pt x="243173" y="220694"/>
                  </a:lnTo>
                  <a:lnTo>
                    <a:pt x="225266" y="222218"/>
                  </a:lnTo>
                  <a:lnTo>
                    <a:pt x="142399" y="231172"/>
                  </a:lnTo>
                  <a:lnTo>
                    <a:pt x="122301" y="234029"/>
                  </a:lnTo>
                  <a:lnTo>
                    <a:pt x="57626" y="242697"/>
                  </a:lnTo>
                  <a:lnTo>
                    <a:pt x="0" y="250127"/>
                  </a:lnTo>
                  <a:lnTo>
                    <a:pt x="12859" y="224790"/>
                  </a:lnTo>
                  <a:lnTo>
                    <a:pt x="48673" y="164497"/>
                  </a:lnTo>
                  <a:lnTo>
                    <a:pt x="49340" y="163354"/>
                  </a:lnTo>
                  <a:lnTo>
                    <a:pt x="51245" y="160211"/>
                  </a:lnTo>
                  <a:lnTo>
                    <a:pt x="53721" y="156305"/>
                  </a:lnTo>
                  <a:lnTo>
                    <a:pt x="55245" y="154781"/>
                  </a:lnTo>
                  <a:lnTo>
                    <a:pt x="61246" y="148971"/>
                  </a:lnTo>
                  <a:lnTo>
                    <a:pt x="67246" y="143732"/>
                  </a:lnTo>
                  <a:lnTo>
                    <a:pt x="68485" y="142589"/>
                  </a:lnTo>
                  <a:lnTo>
                    <a:pt x="71152" y="140208"/>
                  </a:lnTo>
                  <a:lnTo>
                    <a:pt x="75724" y="136303"/>
                  </a:lnTo>
                  <a:lnTo>
                    <a:pt x="96965" y="118681"/>
                  </a:lnTo>
                  <a:lnTo>
                    <a:pt x="99346" y="116777"/>
                  </a:lnTo>
                  <a:lnTo>
                    <a:pt x="130207" y="88392"/>
                  </a:lnTo>
                  <a:lnTo>
                    <a:pt x="186785" y="45625"/>
                  </a:lnTo>
                  <a:lnTo>
                    <a:pt x="266510" y="7906"/>
                  </a:lnTo>
                  <a:lnTo>
                    <a:pt x="295466" y="0"/>
                  </a:lnTo>
                  <a:lnTo>
                    <a:pt x="325755" y="771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0" name="서울특별시 양천구 신정4동">
              <a:extLst>
                <a:ext uri="{FF2B5EF4-FFF2-40B4-BE49-F238E27FC236}">
                  <a16:creationId xmlns:a16="http://schemas.microsoft.com/office/drawing/2014/main" id="{A41F3CA2-891A-9FFB-9E6C-61FEB2C891F7}"/>
                </a:ext>
              </a:extLst>
            </p:cNvPr>
            <p:cNvSpPr/>
            <p:nvPr/>
          </p:nvSpPr>
          <p:spPr>
            <a:xfrm>
              <a:off x="3829526" y="4067175"/>
              <a:ext cx="299180" cy="157352"/>
            </a:xfrm>
            <a:custGeom>
              <a:avLst/>
              <a:gdLst>
                <a:gd name="connsiteX0" fmla="*/ 299180 w 299180"/>
                <a:gd name="connsiteY0" fmla="*/ 131064 h 157352"/>
                <a:gd name="connsiteX1" fmla="*/ 260128 w 299180"/>
                <a:gd name="connsiteY1" fmla="*/ 135541 h 157352"/>
                <a:gd name="connsiteX2" fmla="*/ 236696 w 299180"/>
                <a:gd name="connsiteY2" fmla="*/ 138208 h 157352"/>
                <a:gd name="connsiteX3" fmla="*/ 229648 w 299180"/>
                <a:gd name="connsiteY3" fmla="*/ 139065 h 157352"/>
                <a:gd name="connsiteX4" fmla="*/ 190309 w 299180"/>
                <a:gd name="connsiteY4" fmla="*/ 143637 h 157352"/>
                <a:gd name="connsiteX5" fmla="*/ 169831 w 299180"/>
                <a:gd name="connsiteY5" fmla="*/ 146018 h 157352"/>
                <a:gd name="connsiteX6" fmla="*/ 144494 w 299180"/>
                <a:gd name="connsiteY6" fmla="*/ 149066 h 157352"/>
                <a:gd name="connsiteX7" fmla="*/ 131731 w 299180"/>
                <a:gd name="connsiteY7" fmla="*/ 150590 h 157352"/>
                <a:gd name="connsiteX8" fmla="*/ 119443 w 299180"/>
                <a:gd name="connsiteY8" fmla="*/ 152019 h 157352"/>
                <a:gd name="connsiteX9" fmla="*/ 94774 w 299180"/>
                <a:gd name="connsiteY9" fmla="*/ 154972 h 157352"/>
                <a:gd name="connsiteX10" fmla="*/ 78296 w 299180"/>
                <a:gd name="connsiteY10" fmla="*/ 156781 h 157352"/>
                <a:gd name="connsiteX11" fmla="*/ 72962 w 299180"/>
                <a:gd name="connsiteY11" fmla="*/ 157353 h 157352"/>
                <a:gd name="connsiteX12" fmla="*/ 69913 w 299180"/>
                <a:gd name="connsiteY12" fmla="*/ 156496 h 157352"/>
                <a:gd name="connsiteX13" fmla="*/ 64675 w 299180"/>
                <a:gd name="connsiteY13" fmla="*/ 154972 h 157352"/>
                <a:gd name="connsiteX14" fmla="*/ 49244 w 299180"/>
                <a:gd name="connsiteY14" fmla="*/ 146399 h 157352"/>
                <a:gd name="connsiteX15" fmla="*/ 50483 w 299180"/>
                <a:gd name="connsiteY15" fmla="*/ 129921 h 157352"/>
                <a:gd name="connsiteX16" fmla="*/ 0 w 299180"/>
                <a:gd name="connsiteY16" fmla="*/ 34385 h 157352"/>
                <a:gd name="connsiteX17" fmla="*/ 55626 w 299180"/>
                <a:gd name="connsiteY17" fmla="*/ 27432 h 157352"/>
                <a:gd name="connsiteX18" fmla="*/ 173831 w 299180"/>
                <a:gd name="connsiteY18" fmla="*/ 12573 h 157352"/>
                <a:gd name="connsiteX19" fmla="*/ 274034 w 299180"/>
                <a:gd name="connsiteY19" fmla="*/ 0 h 157352"/>
                <a:gd name="connsiteX20" fmla="*/ 274701 w 299180"/>
                <a:gd name="connsiteY20" fmla="*/ 10001 h 157352"/>
                <a:gd name="connsiteX21" fmla="*/ 276987 w 299180"/>
                <a:gd name="connsiteY21" fmla="*/ 41434 h 157352"/>
                <a:gd name="connsiteX22" fmla="*/ 277749 w 299180"/>
                <a:gd name="connsiteY22" fmla="*/ 47911 h 157352"/>
                <a:gd name="connsiteX23" fmla="*/ 279559 w 299180"/>
                <a:gd name="connsiteY23" fmla="*/ 65056 h 157352"/>
                <a:gd name="connsiteX24" fmla="*/ 281368 w 299180"/>
                <a:gd name="connsiteY24" fmla="*/ 71819 h 157352"/>
                <a:gd name="connsiteX25" fmla="*/ 299180 w 299180"/>
                <a:gd name="connsiteY25" fmla="*/ 131064 h 1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9180" h="157352">
                  <a:moveTo>
                    <a:pt x="299180" y="131064"/>
                  </a:moveTo>
                  <a:lnTo>
                    <a:pt x="260128" y="135541"/>
                  </a:lnTo>
                  <a:lnTo>
                    <a:pt x="236696" y="138208"/>
                  </a:lnTo>
                  <a:lnTo>
                    <a:pt x="229648" y="139065"/>
                  </a:lnTo>
                  <a:lnTo>
                    <a:pt x="190309" y="143637"/>
                  </a:lnTo>
                  <a:lnTo>
                    <a:pt x="169831" y="146018"/>
                  </a:lnTo>
                  <a:lnTo>
                    <a:pt x="144494" y="149066"/>
                  </a:lnTo>
                  <a:lnTo>
                    <a:pt x="131731" y="150590"/>
                  </a:lnTo>
                  <a:lnTo>
                    <a:pt x="119443" y="152019"/>
                  </a:lnTo>
                  <a:lnTo>
                    <a:pt x="94774" y="154972"/>
                  </a:lnTo>
                  <a:lnTo>
                    <a:pt x="78296" y="156781"/>
                  </a:lnTo>
                  <a:lnTo>
                    <a:pt x="72962" y="157353"/>
                  </a:lnTo>
                  <a:lnTo>
                    <a:pt x="69913" y="156496"/>
                  </a:lnTo>
                  <a:lnTo>
                    <a:pt x="64675" y="154972"/>
                  </a:lnTo>
                  <a:lnTo>
                    <a:pt x="49244" y="146399"/>
                  </a:lnTo>
                  <a:lnTo>
                    <a:pt x="50483" y="129921"/>
                  </a:lnTo>
                  <a:lnTo>
                    <a:pt x="0" y="34385"/>
                  </a:lnTo>
                  <a:lnTo>
                    <a:pt x="55626" y="27432"/>
                  </a:lnTo>
                  <a:lnTo>
                    <a:pt x="173831" y="12573"/>
                  </a:lnTo>
                  <a:lnTo>
                    <a:pt x="274034" y="0"/>
                  </a:lnTo>
                  <a:lnTo>
                    <a:pt x="274701" y="10001"/>
                  </a:lnTo>
                  <a:lnTo>
                    <a:pt x="276987" y="41434"/>
                  </a:lnTo>
                  <a:lnTo>
                    <a:pt x="277749" y="47911"/>
                  </a:lnTo>
                  <a:lnTo>
                    <a:pt x="279559" y="65056"/>
                  </a:lnTo>
                  <a:lnTo>
                    <a:pt x="281368" y="71819"/>
                  </a:lnTo>
                  <a:lnTo>
                    <a:pt x="299180" y="13106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7" name="서울특별시 강서구">
            <a:extLst>
              <a:ext uri="{FF2B5EF4-FFF2-40B4-BE49-F238E27FC236}">
                <a16:creationId xmlns:a16="http://schemas.microsoft.com/office/drawing/2014/main" id="{09B6E9AC-BC8E-A963-4A1A-6AD1B4DAD223}"/>
              </a:ext>
            </a:extLst>
          </p:cNvPr>
          <p:cNvGrpSpPr/>
          <p:nvPr/>
        </p:nvGrpSpPr>
        <p:grpSpPr>
          <a:xfrm>
            <a:off x="3219294" y="2494134"/>
            <a:ext cx="1311397" cy="1027378"/>
            <a:chOff x="2295525" y="2709957"/>
            <a:chExt cx="2274760" cy="1416367"/>
          </a:xfrm>
          <a:solidFill>
            <a:srgbClr val="6C757D"/>
          </a:solidFill>
        </p:grpSpPr>
        <p:sp>
          <p:nvSpPr>
            <p:cNvPr id="683" name="서울특별시 강서구 염창동">
              <a:extLst>
                <a:ext uri="{FF2B5EF4-FFF2-40B4-BE49-F238E27FC236}">
                  <a16:creationId xmlns:a16="http://schemas.microsoft.com/office/drawing/2014/main" id="{477D291E-1D5C-4052-4AD2-95694D23FFE8}"/>
                </a:ext>
              </a:extLst>
            </p:cNvPr>
            <p:cNvSpPr/>
            <p:nvPr/>
          </p:nvSpPr>
          <p:spPr>
            <a:xfrm>
              <a:off x="4085844" y="3449192"/>
              <a:ext cx="484441" cy="367950"/>
            </a:xfrm>
            <a:custGeom>
              <a:avLst/>
              <a:gdLst>
                <a:gd name="connsiteX0" fmla="*/ 364998 w 484441"/>
                <a:gd name="connsiteY0" fmla="*/ 170783 h 367950"/>
                <a:gd name="connsiteX1" fmla="*/ 484442 w 484441"/>
                <a:gd name="connsiteY1" fmla="*/ 248603 h 367950"/>
                <a:gd name="connsiteX2" fmla="*/ 427482 w 484441"/>
                <a:gd name="connsiteY2" fmla="*/ 297752 h 367950"/>
                <a:gd name="connsiteX3" fmla="*/ 403193 w 484441"/>
                <a:gd name="connsiteY3" fmla="*/ 318802 h 367950"/>
                <a:gd name="connsiteX4" fmla="*/ 411289 w 484441"/>
                <a:gd name="connsiteY4" fmla="*/ 354711 h 367950"/>
                <a:gd name="connsiteX5" fmla="*/ 412242 w 484441"/>
                <a:gd name="connsiteY5" fmla="*/ 356235 h 367950"/>
                <a:gd name="connsiteX6" fmla="*/ 419386 w 484441"/>
                <a:gd name="connsiteY6" fmla="*/ 367855 h 367950"/>
                <a:gd name="connsiteX7" fmla="*/ 401098 w 484441"/>
                <a:gd name="connsiteY7" fmla="*/ 367951 h 367950"/>
                <a:gd name="connsiteX8" fmla="*/ 366427 w 484441"/>
                <a:gd name="connsiteY8" fmla="*/ 332327 h 367950"/>
                <a:gd name="connsiteX9" fmla="*/ 320516 w 484441"/>
                <a:gd name="connsiteY9" fmla="*/ 290322 h 367950"/>
                <a:gd name="connsiteX10" fmla="*/ 305467 w 484441"/>
                <a:gd name="connsiteY10" fmla="*/ 294037 h 367950"/>
                <a:gd name="connsiteX11" fmla="*/ 296799 w 484441"/>
                <a:gd name="connsiteY11" fmla="*/ 296228 h 367950"/>
                <a:gd name="connsiteX12" fmla="*/ 280225 w 484441"/>
                <a:gd name="connsiteY12" fmla="*/ 300514 h 367950"/>
                <a:gd name="connsiteX13" fmla="*/ 273748 w 484441"/>
                <a:gd name="connsiteY13" fmla="*/ 302228 h 367950"/>
                <a:gd name="connsiteX14" fmla="*/ 269367 w 484441"/>
                <a:gd name="connsiteY14" fmla="*/ 302895 h 367950"/>
                <a:gd name="connsiteX15" fmla="*/ 267938 w 484441"/>
                <a:gd name="connsiteY15" fmla="*/ 303086 h 367950"/>
                <a:gd name="connsiteX16" fmla="*/ 266319 w 484441"/>
                <a:gd name="connsiteY16" fmla="*/ 303276 h 367950"/>
                <a:gd name="connsiteX17" fmla="*/ 259842 w 484441"/>
                <a:gd name="connsiteY17" fmla="*/ 304038 h 367950"/>
                <a:gd name="connsiteX18" fmla="*/ 250412 w 484441"/>
                <a:gd name="connsiteY18" fmla="*/ 305086 h 367950"/>
                <a:gd name="connsiteX19" fmla="*/ 217170 w 484441"/>
                <a:gd name="connsiteY19" fmla="*/ 306896 h 367950"/>
                <a:gd name="connsiteX20" fmla="*/ 215932 w 484441"/>
                <a:gd name="connsiteY20" fmla="*/ 306991 h 367950"/>
                <a:gd name="connsiteX21" fmla="*/ 214979 w 484441"/>
                <a:gd name="connsiteY21" fmla="*/ 307086 h 367950"/>
                <a:gd name="connsiteX22" fmla="*/ 210026 w 484441"/>
                <a:gd name="connsiteY22" fmla="*/ 307181 h 367950"/>
                <a:gd name="connsiteX23" fmla="*/ 199168 w 484441"/>
                <a:gd name="connsiteY23" fmla="*/ 307467 h 367950"/>
                <a:gd name="connsiteX24" fmla="*/ 189167 w 484441"/>
                <a:gd name="connsiteY24" fmla="*/ 306705 h 367950"/>
                <a:gd name="connsiteX25" fmla="*/ 180784 w 484441"/>
                <a:gd name="connsiteY25" fmla="*/ 305753 h 367950"/>
                <a:gd name="connsiteX26" fmla="*/ 170212 w 484441"/>
                <a:gd name="connsiteY26" fmla="*/ 304133 h 367950"/>
                <a:gd name="connsiteX27" fmla="*/ 163639 w 484441"/>
                <a:gd name="connsiteY27" fmla="*/ 302323 h 367950"/>
                <a:gd name="connsiteX28" fmla="*/ 158305 w 484441"/>
                <a:gd name="connsiteY28" fmla="*/ 300800 h 367950"/>
                <a:gd name="connsiteX29" fmla="*/ 147352 w 484441"/>
                <a:gd name="connsiteY29" fmla="*/ 297180 h 367950"/>
                <a:gd name="connsiteX30" fmla="*/ 139065 w 484441"/>
                <a:gd name="connsiteY30" fmla="*/ 294322 h 367950"/>
                <a:gd name="connsiteX31" fmla="*/ 35338 w 484441"/>
                <a:gd name="connsiteY31" fmla="*/ 234887 h 367950"/>
                <a:gd name="connsiteX32" fmla="*/ 37052 w 484441"/>
                <a:gd name="connsiteY32" fmla="*/ 232601 h 367950"/>
                <a:gd name="connsiteX33" fmla="*/ 56864 w 484441"/>
                <a:gd name="connsiteY33" fmla="*/ 205359 h 367950"/>
                <a:gd name="connsiteX34" fmla="*/ 57531 w 484441"/>
                <a:gd name="connsiteY34" fmla="*/ 204406 h 367950"/>
                <a:gd name="connsiteX35" fmla="*/ 61913 w 484441"/>
                <a:gd name="connsiteY35" fmla="*/ 198215 h 367950"/>
                <a:gd name="connsiteX36" fmla="*/ 77724 w 484441"/>
                <a:gd name="connsiteY36" fmla="*/ 175641 h 367950"/>
                <a:gd name="connsiteX37" fmla="*/ 26765 w 484441"/>
                <a:gd name="connsiteY37" fmla="*/ 141827 h 367950"/>
                <a:gd name="connsiteX38" fmla="*/ 23146 w 484441"/>
                <a:gd name="connsiteY38" fmla="*/ 139637 h 367950"/>
                <a:gd name="connsiteX39" fmla="*/ 19050 w 484441"/>
                <a:gd name="connsiteY39" fmla="*/ 137351 h 367950"/>
                <a:gd name="connsiteX40" fmla="*/ 0 w 484441"/>
                <a:gd name="connsiteY40" fmla="*/ 126968 h 367950"/>
                <a:gd name="connsiteX41" fmla="*/ 46482 w 484441"/>
                <a:gd name="connsiteY41" fmla="*/ 86868 h 367950"/>
                <a:gd name="connsiteX42" fmla="*/ 75628 w 484441"/>
                <a:gd name="connsiteY42" fmla="*/ 75724 h 367950"/>
                <a:gd name="connsiteX43" fmla="*/ 78867 w 484441"/>
                <a:gd name="connsiteY43" fmla="*/ 74390 h 367950"/>
                <a:gd name="connsiteX44" fmla="*/ 79343 w 484441"/>
                <a:gd name="connsiteY44" fmla="*/ 73914 h 367950"/>
                <a:gd name="connsiteX45" fmla="*/ 79819 w 484441"/>
                <a:gd name="connsiteY45" fmla="*/ 73438 h 367950"/>
                <a:gd name="connsiteX46" fmla="*/ 84963 w 484441"/>
                <a:gd name="connsiteY46" fmla="*/ 64484 h 367950"/>
                <a:gd name="connsiteX47" fmla="*/ 112871 w 484441"/>
                <a:gd name="connsiteY47" fmla="*/ 0 h 367950"/>
                <a:gd name="connsiteX48" fmla="*/ 237458 w 484441"/>
                <a:gd name="connsiteY48" fmla="*/ 86296 h 367950"/>
                <a:gd name="connsiteX49" fmla="*/ 364998 w 484441"/>
                <a:gd name="connsiteY49" fmla="*/ 170783 h 36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84441" h="367950">
                  <a:moveTo>
                    <a:pt x="364998" y="170783"/>
                  </a:moveTo>
                  <a:lnTo>
                    <a:pt x="484442" y="248603"/>
                  </a:lnTo>
                  <a:lnTo>
                    <a:pt x="427482" y="297752"/>
                  </a:lnTo>
                  <a:lnTo>
                    <a:pt x="403193" y="318802"/>
                  </a:lnTo>
                  <a:lnTo>
                    <a:pt x="411289" y="354711"/>
                  </a:lnTo>
                  <a:lnTo>
                    <a:pt x="412242" y="356235"/>
                  </a:lnTo>
                  <a:lnTo>
                    <a:pt x="419386" y="367855"/>
                  </a:lnTo>
                  <a:lnTo>
                    <a:pt x="401098" y="367951"/>
                  </a:lnTo>
                  <a:lnTo>
                    <a:pt x="366427" y="332327"/>
                  </a:lnTo>
                  <a:lnTo>
                    <a:pt x="320516" y="290322"/>
                  </a:lnTo>
                  <a:lnTo>
                    <a:pt x="305467" y="294037"/>
                  </a:lnTo>
                  <a:lnTo>
                    <a:pt x="296799" y="296228"/>
                  </a:lnTo>
                  <a:lnTo>
                    <a:pt x="280225" y="300514"/>
                  </a:lnTo>
                  <a:lnTo>
                    <a:pt x="273748" y="302228"/>
                  </a:lnTo>
                  <a:lnTo>
                    <a:pt x="269367" y="302895"/>
                  </a:lnTo>
                  <a:lnTo>
                    <a:pt x="267938" y="303086"/>
                  </a:lnTo>
                  <a:lnTo>
                    <a:pt x="266319" y="303276"/>
                  </a:lnTo>
                  <a:lnTo>
                    <a:pt x="259842" y="304038"/>
                  </a:lnTo>
                  <a:lnTo>
                    <a:pt x="250412" y="305086"/>
                  </a:lnTo>
                  <a:lnTo>
                    <a:pt x="217170" y="306896"/>
                  </a:lnTo>
                  <a:lnTo>
                    <a:pt x="215932" y="306991"/>
                  </a:lnTo>
                  <a:lnTo>
                    <a:pt x="214979" y="307086"/>
                  </a:lnTo>
                  <a:lnTo>
                    <a:pt x="210026" y="307181"/>
                  </a:lnTo>
                  <a:lnTo>
                    <a:pt x="199168" y="307467"/>
                  </a:lnTo>
                  <a:lnTo>
                    <a:pt x="189167" y="306705"/>
                  </a:lnTo>
                  <a:lnTo>
                    <a:pt x="180784" y="305753"/>
                  </a:lnTo>
                  <a:lnTo>
                    <a:pt x="170212" y="304133"/>
                  </a:lnTo>
                  <a:lnTo>
                    <a:pt x="163639" y="302323"/>
                  </a:lnTo>
                  <a:lnTo>
                    <a:pt x="158305" y="300800"/>
                  </a:lnTo>
                  <a:lnTo>
                    <a:pt x="147352" y="297180"/>
                  </a:lnTo>
                  <a:lnTo>
                    <a:pt x="139065" y="294322"/>
                  </a:lnTo>
                  <a:lnTo>
                    <a:pt x="35338" y="234887"/>
                  </a:lnTo>
                  <a:lnTo>
                    <a:pt x="37052" y="232601"/>
                  </a:lnTo>
                  <a:lnTo>
                    <a:pt x="56864" y="205359"/>
                  </a:lnTo>
                  <a:lnTo>
                    <a:pt x="57531" y="204406"/>
                  </a:lnTo>
                  <a:lnTo>
                    <a:pt x="61913" y="198215"/>
                  </a:lnTo>
                  <a:lnTo>
                    <a:pt x="77724" y="175641"/>
                  </a:lnTo>
                  <a:lnTo>
                    <a:pt x="26765" y="141827"/>
                  </a:lnTo>
                  <a:lnTo>
                    <a:pt x="23146" y="139637"/>
                  </a:lnTo>
                  <a:lnTo>
                    <a:pt x="19050" y="137351"/>
                  </a:lnTo>
                  <a:lnTo>
                    <a:pt x="0" y="126968"/>
                  </a:lnTo>
                  <a:lnTo>
                    <a:pt x="46482" y="86868"/>
                  </a:lnTo>
                  <a:lnTo>
                    <a:pt x="75628" y="75724"/>
                  </a:lnTo>
                  <a:lnTo>
                    <a:pt x="78867" y="74390"/>
                  </a:lnTo>
                  <a:lnTo>
                    <a:pt x="79343" y="73914"/>
                  </a:lnTo>
                  <a:lnTo>
                    <a:pt x="79819" y="73438"/>
                  </a:lnTo>
                  <a:lnTo>
                    <a:pt x="84963" y="64484"/>
                  </a:lnTo>
                  <a:lnTo>
                    <a:pt x="112871" y="0"/>
                  </a:lnTo>
                  <a:lnTo>
                    <a:pt x="237458" y="86296"/>
                  </a:lnTo>
                  <a:lnTo>
                    <a:pt x="364998" y="1707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4" name="서울특별시 강서구 등촌1동">
              <a:extLst>
                <a:ext uri="{FF2B5EF4-FFF2-40B4-BE49-F238E27FC236}">
                  <a16:creationId xmlns:a16="http://schemas.microsoft.com/office/drawing/2014/main" id="{0441B41F-20C1-45BB-BB40-1CB1617E4B2A}"/>
                </a:ext>
              </a:extLst>
            </p:cNvPr>
            <p:cNvSpPr/>
            <p:nvPr/>
          </p:nvSpPr>
          <p:spPr>
            <a:xfrm>
              <a:off x="3891438" y="3500342"/>
              <a:ext cx="272129" cy="183737"/>
            </a:xfrm>
            <a:custGeom>
              <a:avLst/>
              <a:gdLst>
                <a:gd name="connsiteX0" fmla="*/ 194405 w 272129"/>
                <a:gd name="connsiteY0" fmla="*/ 75819 h 183737"/>
                <a:gd name="connsiteX1" fmla="*/ 213455 w 272129"/>
                <a:gd name="connsiteY1" fmla="*/ 86201 h 183737"/>
                <a:gd name="connsiteX2" fmla="*/ 217551 w 272129"/>
                <a:gd name="connsiteY2" fmla="*/ 88487 h 183737"/>
                <a:gd name="connsiteX3" fmla="*/ 221171 w 272129"/>
                <a:gd name="connsiteY3" fmla="*/ 90678 h 183737"/>
                <a:gd name="connsiteX4" fmla="*/ 272129 w 272129"/>
                <a:gd name="connsiteY4" fmla="*/ 124492 h 183737"/>
                <a:gd name="connsiteX5" fmla="*/ 256318 w 272129"/>
                <a:gd name="connsiteY5" fmla="*/ 147066 h 183737"/>
                <a:gd name="connsiteX6" fmla="*/ 251936 w 272129"/>
                <a:gd name="connsiteY6" fmla="*/ 153257 h 183737"/>
                <a:gd name="connsiteX7" fmla="*/ 251269 w 272129"/>
                <a:gd name="connsiteY7" fmla="*/ 154210 h 183737"/>
                <a:gd name="connsiteX8" fmla="*/ 231458 w 272129"/>
                <a:gd name="connsiteY8" fmla="*/ 181451 h 183737"/>
                <a:gd name="connsiteX9" fmla="*/ 229743 w 272129"/>
                <a:gd name="connsiteY9" fmla="*/ 183737 h 183737"/>
                <a:gd name="connsiteX10" fmla="*/ 217075 w 272129"/>
                <a:gd name="connsiteY10" fmla="*/ 175355 h 183737"/>
                <a:gd name="connsiteX11" fmla="*/ 98012 w 272129"/>
                <a:gd name="connsiteY11" fmla="*/ 126778 h 183737"/>
                <a:gd name="connsiteX12" fmla="*/ 0 w 272129"/>
                <a:gd name="connsiteY12" fmla="*/ 93821 h 183737"/>
                <a:gd name="connsiteX13" fmla="*/ 52006 w 272129"/>
                <a:gd name="connsiteY13" fmla="*/ 0 h 183737"/>
                <a:gd name="connsiteX14" fmla="*/ 194405 w 272129"/>
                <a:gd name="connsiteY14" fmla="*/ 75819 h 18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2129" h="183737">
                  <a:moveTo>
                    <a:pt x="194405" y="75819"/>
                  </a:moveTo>
                  <a:lnTo>
                    <a:pt x="213455" y="86201"/>
                  </a:lnTo>
                  <a:lnTo>
                    <a:pt x="217551" y="88487"/>
                  </a:lnTo>
                  <a:lnTo>
                    <a:pt x="221171" y="90678"/>
                  </a:lnTo>
                  <a:lnTo>
                    <a:pt x="272129" y="124492"/>
                  </a:lnTo>
                  <a:lnTo>
                    <a:pt x="256318" y="147066"/>
                  </a:lnTo>
                  <a:lnTo>
                    <a:pt x="251936" y="153257"/>
                  </a:lnTo>
                  <a:lnTo>
                    <a:pt x="251269" y="154210"/>
                  </a:lnTo>
                  <a:lnTo>
                    <a:pt x="231458" y="181451"/>
                  </a:lnTo>
                  <a:lnTo>
                    <a:pt x="229743" y="183737"/>
                  </a:lnTo>
                  <a:lnTo>
                    <a:pt x="217075" y="175355"/>
                  </a:lnTo>
                  <a:lnTo>
                    <a:pt x="98012" y="126778"/>
                  </a:lnTo>
                  <a:lnTo>
                    <a:pt x="0" y="93821"/>
                  </a:lnTo>
                  <a:lnTo>
                    <a:pt x="52006" y="0"/>
                  </a:lnTo>
                  <a:lnTo>
                    <a:pt x="194405" y="7581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5" name="서울특별시 강서구 등촌2동">
              <a:extLst>
                <a:ext uri="{FF2B5EF4-FFF2-40B4-BE49-F238E27FC236}">
                  <a16:creationId xmlns:a16="http://schemas.microsoft.com/office/drawing/2014/main" id="{8D6D7063-DF57-8BA6-B1F4-199A00191668}"/>
                </a:ext>
              </a:extLst>
            </p:cNvPr>
            <p:cNvSpPr/>
            <p:nvPr/>
          </p:nvSpPr>
          <p:spPr>
            <a:xfrm>
              <a:off x="3931538" y="3627119"/>
              <a:ext cx="176974" cy="336327"/>
            </a:xfrm>
            <a:custGeom>
              <a:avLst/>
              <a:gdLst>
                <a:gd name="connsiteX0" fmla="*/ 176975 w 176974"/>
                <a:gd name="connsiteY0" fmla="*/ 48578 h 336327"/>
                <a:gd name="connsiteX1" fmla="*/ 152495 w 176974"/>
                <a:gd name="connsiteY1" fmla="*/ 127921 h 336327"/>
                <a:gd name="connsiteX2" fmla="*/ 145352 w 176974"/>
                <a:gd name="connsiteY2" fmla="*/ 148971 h 336327"/>
                <a:gd name="connsiteX3" fmla="*/ 143256 w 176974"/>
                <a:gd name="connsiteY3" fmla="*/ 156591 h 336327"/>
                <a:gd name="connsiteX4" fmla="*/ 138970 w 176974"/>
                <a:gd name="connsiteY4" fmla="*/ 172498 h 336327"/>
                <a:gd name="connsiteX5" fmla="*/ 138779 w 176974"/>
                <a:gd name="connsiteY5" fmla="*/ 173927 h 336327"/>
                <a:gd name="connsiteX6" fmla="*/ 138494 w 176974"/>
                <a:gd name="connsiteY6" fmla="*/ 180118 h 336327"/>
                <a:gd name="connsiteX7" fmla="*/ 140875 w 176974"/>
                <a:gd name="connsiteY7" fmla="*/ 187166 h 336327"/>
                <a:gd name="connsiteX8" fmla="*/ 141542 w 176974"/>
                <a:gd name="connsiteY8" fmla="*/ 189071 h 336327"/>
                <a:gd name="connsiteX9" fmla="*/ 141827 w 176974"/>
                <a:gd name="connsiteY9" fmla="*/ 189738 h 336327"/>
                <a:gd name="connsiteX10" fmla="*/ 152591 w 176974"/>
                <a:gd name="connsiteY10" fmla="*/ 210217 h 336327"/>
                <a:gd name="connsiteX11" fmla="*/ 165925 w 176974"/>
                <a:gd name="connsiteY11" fmla="*/ 268129 h 336327"/>
                <a:gd name="connsiteX12" fmla="*/ 162687 w 176974"/>
                <a:gd name="connsiteY12" fmla="*/ 334899 h 336327"/>
                <a:gd name="connsiteX13" fmla="*/ 149162 w 176974"/>
                <a:gd name="connsiteY13" fmla="*/ 335661 h 336327"/>
                <a:gd name="connsiteX14" fmla="*/ 133350 w 176974"/>
                <a:gd name="connsiteY14" fmla="*/ 336328 h 336327"/>
                <a:gd name="connsiteX15" fmla="*/ 117062 w 176974"/>
                <a:gd name="connsiteY15" fmla="*/ 306896 h 336327"/>
                <a:gd name="connsiteX16" fmla="*/ 111919 w 176974"/>
                <a:gd name="connsiteY16" fmla="*/ 280892 h 336327"/>
                <a:gd name="connsiteX17" fmla="*/ 111538 w 176974"/>
                <a:gd name="connsiteY17" fmla="*/ 277368 h 336327"/>
                <a:gd name="connsiteX18" fmla="*/ 110776 w 176974"/>
                <a:gd name="connsiteY18" fmla="*/ 271367 h 336327"/>
                <a:gd name="connsiteX19" fmla="*/ 110585 w 176974"/>
                <a:gd name="connsiteY19" fmla="*/ 257556 h 336327"/>
                <a:gd name="connsiteX20" fmla="*/ 110871 w 176974"/>
                <a:gd name="connsiteY20" fmla="*/ 248412 h 336327"/>
                <a:gd name="connsiteX21" fmla="*/ 110300 w 176974"/>
                <a:gd name="connsiteY21" fmla="*/ 241078 h 336327"/>
                <a:gd name="connsiteX22" fmla="*/ 108014 w 176974"/>
                <a:gd name="connsiteY22" fmla="*/ 226886 h 336327"/>
                <a:gd name="connsiteX23" fmla="*/ 94107 w 176974"/>
                <a:gd name="connsiteY23" fmla="*/ 219742 h 336327"/>
                <a:gd name="connsiteX24" fmla="*/ 62675 w 176974"/>
                <a:gd name="connsiteY24" fmla="*/ 211360 h 336327"/>
                <a:gd name="connsiteX25" fmla="*/ 53816 w 176974"/>
                <a:gd name="connsiteY25" fmla="*/ 214884 h 336327"/>
                <a:gd name="connsiteX26" fmla="*/ 25813 w 176974"/>
                <a:gd name="connsiteY26" fmla="*/ 206216 h 336327"/>
                <a:gd name="connsiteX27" fmla="*/ 20288 w 176974"/>
                <a:gd name="connsiteY27" fmla="*/ 205169 h 336327"/>
                <a:gd name="connsiteX28" fmla="*/ 10382 w 176974"/>
                <a:gd name="connsiteY28" fmla="*/ 198787 h 336327"/>
                <a:gd name="connsiteX29" fmla="*/ 667 w 176974"/>
                <a:gd name="connsiteY29" fmla="*/ 192500 h 336327"/>
                <a:gd name="connsiteX30" fmla="*/ 476 w 176974"/>
                <a:gd name="connsiteY30" fmla="*/ 191929 h 336327"/>
                <a:gd name="connsiteX31" fmla="*/ 0 w 176974"/>
                <a:gd name="connsiteY31" fmla="*/ 190405 h 336327"/>
                <a:gd name="connsiteX32" fmla="*/ 572 w 176974"/>
                <a:gd name="connsiteY32" fmla="*/ 184690 h 336327"/>
                <a:gd name="connsiteX33" fmla="*/ 5525 w 176974"/>
                <a:gd name="connsiteY33" fmla="*/ 179165 h 336327"/>
                <a:gd name="connsiteX34" fmla="*/ 6858 w 176974"/>
                <a:gd name="connsiteY34" fmla="*/ 171641 h 336327"/>
                <a:gd name="connsiteX35" fmla="*/ 6858 w 176974"/>
                <a:gd name="connsiteY35" fmla="*/ 164116 h 336327"/>
                <a:gd name="connsiteX36" fmla="*/ 5620 w 176974"/>
                <a:gd name="connsiteY36" fmla="*/ 144590 h 336327"/>
                <a:gd name="connsiteX37" fmla="*/ 23432 w 176974"/>
                <a:gd name="connsiteY37" fmla="*/ 128207 h 336327"/>
                <a:gd name="connsiteX38" fmla="*/ 29051 w 176974"/>
                <a:gd name="connsiteY38" fmla="*/ 121634 h 336327"/>
                <a:gd name="connsiteX39" fmla="*/ 36671 w 176974"/>
                <a:gd name="connsiteY39" fmla="*/ 107252 h 336327"/>
                <a:gd name="connsiteX40" fmla="*/ 39624 w 176974"/>
                <a:gd name="connsiteY40" fmla="*/ 101822 h 336327"/>
                <a:gd name="connsiteX41" fmla="*/ 46006 w 176974"/>
                <a:gd name="connsiteY41" fmla="*/ 87725 h 336327"/>
                <a:gd name="connsiteX42" fmla="*/ 45720 w 176974"/>
                <a:gd name="connsiteY42" fmla="*/ 87059 h 336327"/>
                <a:gd name="connsiteX43" fmla="*/ 44958 w 176974"/>
                <a:gd name="connsiteY43" fmla="*/ 85344 h 336327"/>
                <a:gd name="connsiteX44" fmla="*/ 41815 w 176974"/>
                <a:gd name="connsiteY44" fmla="*/ 77819 h 336327"/>
                <a:gd name="connsiteX45" fmla="*/ 52292 w 176974"/>
                <a:gd name="connsiteY45" fmla="*/ 58198 h 336327"/>
                <a:gd name="connsiteX46" fmla="*/ 62675 w 176974"/>
                <a:gd name="connsiteY46" fmla="*/ 47720 h 336327"/>
                <a:gd name="connsiteX47" fmla="*/ 57912 w 176974"/>
                <a:gd name="connsiteY47" fmla="*/ 0 h 336327"/>
                <a:gd name="connsiteX48" fmla="*/ 176975 w 176974"/>
                <a:gd name="connsiteY48" fmla="*/ 48578 h 33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6974" h="336327">
                  <a:moveTo>
                    <a:pt x="176975" y="48578"/>
                  </a:moveTo>
                  <a:lnTo>
                    <a:pt x="152495" y="127921"/>
                  </a:lnTo>
                  <a:lnTo>
                    <a:pt x="145352" y="148971"/>
                  </a:lnTo>
                  <a:lnTo>
                    <a:pt x="143256" y="156591"/>
                  </a:lnTo>
                  <a:lnTo>
                    <a:pt x="138970" y="172498"/>
                  </a:lnTo>
                  <a:lnTo>
                    <a:pt x="138779" y="173927"/>
                  </a:lnTo>
                  <a:lnTo>
                    <a:pt x="138494" y="180118"/>
                  </a:lnTo>
                  <a:lnTo>
                    <a:pt x="140875" y="187166"/>
                  </a:lnTo>
                  <a:lnTo>
                    <a:pt x="141542" y="189071"/>
                  </a:lnTo>
                  <a:lnTo>
                    <a:pt x="141827" y="189738"/>
                  </a:lnTo>
                  <a:lnTo>
                    <a:pt x="152591" y="210217"/>
                  </a:lnTo>
                  <a:lnTo>
                    <a:pt x="165925" y="268129"/>
                  </a:lnTo>
                  <a:lnTo>
                    <a:pt x="162687" y="334899"/>
                  </a:lnTo>
                  <a:lnTo>
                    <a:pt x="149162" y="335661"/>
                  </a:lnTo>
                  <a:lnTo>
                    <a:pt x="133350" y="336328"/>
                  </a:lnTo>
                  <a:lnTo>
                    <a:pt x="117062" y="306896"/>
                  </a:lnTo>
                  <a:lnTo>
                    <a:pt x="111919" y="280892"/>
                  </a:lnTo>
                  <a:lnTo>
                    <a:pt x="111538" y="277368"/>
                  </a:lnTo>
                  <a:lnTo>
                    <a:pt x="110776" y="271367"/>
                  </a:lnTo>
                  <a:lnTo>
                    <a:pt x="110585" y="257556"/>
                  </a:lnTo>
                  <a:lnTo>
                    <a:pt x="110871" y="248412"/>
                  </a:lnTo>
                  <a:lnTo>
                    <a:pt x="110300" y="241078"/>
                  </a:lnTo>
                  <a:lnTo>
                    <a:pt x="108014" y="226886"/>
                  </a:lnTo>
                  <a:lnTo>
                    <a:pt x="94107" y="219742"/>
                  </a:lnTo>
                  <a:lnTo>
                    <a:pt x="62675" y="211360"/>
                  </a:lnTo>
                  <a:lnTo>
                    <a:pt x="53816" y="214884"/>
                  </a:lnTo>
                  <a:lnTo>
                    <a:pt x="25813" y="206216"/>
                  </a:lnTo>
                  <a:lnTo>
                    <a:pt x="20288" y="205169"/>
                  </a:lnTo>
                  <a:lnTo>
                    <a:pt x="10382" y="198787"/>
                  </a:lnTo>
                  <a:lnTo>
                    <a:pt x="667" y="192500"/>
                  </a:lnTo>
                  <a:lnTo>
                    <a:pt x="476" y="191929"/>
                  </a:lnTo>
                  <a:lnTo>
                    <a:pt x="0" y="190405"/>
                  </a:lnTo>
                  <a:lnTo>
                    <a:pt x="572" y="184690"/>
                  </a:lnTo>
                  <a:lnTo>
                    <a:pt x="5525" y="179165"/>
                  </a:lnTo>
                  <a:lnTo>
                    <a:pt x="6858" y="171641"/>
                  </a:lnTo>
                  <a:lnTo>
                    <a:pt x="6858" y="164116"/>
                  </a:lnTo>
                  <a:lnTo>
                    <a:pt x="5620" y="144590"/>
                  </a:lnTo>
                  <a:lnTo>
                    <a:pt x="23432" y="128207"/>
                  </a:lnTo>
                  <a:lnTo>
                    <a:pt x="29051" y="121634"/>
                  </a:lnTo>
                  <a:lnTo>
                    <a:pt x="36671" y="107252"/>
                  </a:lnTo>
                  <a:lnTo>
                    <a:pt x="39624" y="101822"/>
                  </a:lnTo>
                  <a:lnTo>
                    <a:pt x="46006" y="87725"/>
                  </a:lnTo>
                  <a:lnTo>
                    <a:pt x="45720" y="87059"/>
                  </a:lnTo>
                  <a:lnTo>
                    <a:pt x="44958" y="85344"/>
                  </a:lnTo>
                  <a:lnTo>
                    <a:pt x="41815" y="77819"/>
                  </a:lnTo>
                  <a:lnTo>
                    <a:pt x="52292" y="58198"/>
                  </a:lnTo>
                  <a:lnTo>
                    <a:pt x="62675" y="47720"/>
                  </a:lnTo>
                  <a:lnTo>
                    <a:pt x="57912" y="0"/>
                  </a:lnTo>
                  <a:lnTo>
                    <a:pt x="176975" y="4857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686" name="서울특별시 강서구 등촌3동">
              <a:extLst>
                <a:ext uri="{FF2B5EF4-FFF2-40B4-BE49-F238E27FC236}">
                  <a16:creationId xmlns:a16="http://schemas.microsoft.com/office/drawing/2014/main" id="{63CD1994-D197-4993-403F-A20B8AAC3E01}"/>
                </a:ext>
              </a:extLst>
            </p:cNvPr>
            <p:cNvSpPr/>
            <p:nvPr/>
          </p:nvSpPr>
          <p:spPr>
            <a:xfrm>
              <a:off x="3635978" y="3389947"/>
              <a:ext cx="307466" cy="204216"/>
            </a:xfrm>
            <a:custGeom>
              <a:avLst/>
              <a:gdLst>
                <a:gd name="connsiteX0" fmla="*/ 192405 w 307466"/>
                <a:gd name="connsiteY0" fmla="*/ 49911 h 204216"/>
                <a:gd name="connsiteX1" fmla="*/ 307467 w 307466"/>
                <a:gd name="connsiteY1" fmla="*/ 110395 h 204216"/>
                <a:gd name="connsiteX2" fmla="*/ 255461 w 307466"/>
                <a:gd name="connsiteY2" fmla="*/ 204216 h 204216"/>
                <a:gd name="connsiteX3" fmla="*/ 136017 w 307466"/>
                <a:gd name="connsiteY3" fmla="*/ 169164 h 204216"/>
                <a:gd name="connsiteX4" fmla="*/ 0 w 307466"/>
                <a:gd name="connsiteY4" fmla="*/ 155734 h 204216"/>
                <a:gd name="connsiteX5" fmla="*/ 6382 w 307466"/>
                <a:gd name="connsiteY5" fmla="*/ 136684 h 204216"/>
                <a:gd name="connsiteX6" fmla="*/ 6763 w 307466"/>
                <a:gd name="connsiteY6" fmla="*/ 135731 h 204216"/>
                <a:gd name="connsiteX7" fmla="*/ 10096 w 307466"/>
                <a:gd name="connsiteY7" fmla="*/ 125539 h 204216"/>
                <a:gd name="connsiteX8" fmla="*/ 20574 w 307466"/>
                <a:gd name="connsiteY8" fmla="*/ 93917 h 204216"/>
                <a:gd name="connsiteX9" fmla="*/ 20765 w 307466"/>
                <a:gd name="connsiteY9" fmla="*/ 93345 h 204216"/>
                <a:gd name="connsiteX10" fmla="*/ 29337 w 307466"/>
                <a:gd name="connsiteY10" fmla="*/ 66389 h 204216"/>
                <a:gd name="connsiteX11" fmla="*/ 47054 w 307466"/>
                <a:gd name="connsiteY11" fmla="*/ 9811 h 204216"/>
                <a:gd name="connsiteX12" fmla="*/ 48101 w 307466"/>
                <a:gd name="connsiteY12" fmla="*/ 5620 h 204216"/>
                <a:gd name="connsiteX13" fmla="*/ 49625 w 307466"/>
                <a:gd name="connsiteY13" fmla="*/ 0 h 204216"/>
                <a:gd name="connsiteX14" fmla="*/ 139637 w 307466"/>
                <a:gd name="connsiteY14" fmla="*/ 43910 h 204216"/>
                <a:gd name="connsiteX15" fmla="*/ 192405 w 307466"/>
                <a:gd name="connsiteY15" fmla="*/ 49911 h 20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7466" h="204216">
                  <a:moveTo>
                    <a:pt x="192405" y="49911"/>
                  </a:moveTo>
                  <a:lnTo>
                    <a:pt x="307467" y="110395"/>
                  </a:lnTo>
                  <a:lnTo>
                    <a:pt x="255461" y="204216"/>
                  </a:lnTo>
                  <a:lnTo>
                    <a:pt x="136017" y="169164"/>
                  </a:lnTo>
                  <a:lnTo>
                    <a:pt x="0" y="155734"/>
                  </a:lnTo>
                  <a:lnTo>
                    <a:pt x="6382" y="136684"/>
                  </a:lnTo>
                  <a:lnTo>
                    <a:pt x="6763" y="135731"/>
                  </a:lnTo>
                  <a:lnTo>
                    <a:pt x="10096" y="125539"/>
                  </a:lnTo>
                  <a:lnTo>
                    <a:pt x="20574" y="93917"/>
                  </a:lnTo>
                  <a:lnTo>
                    <a:pt x="20765" y="93345"/>
                  </a:lnTo>
                  <a:lnTo>
                    <a:pt x="29337" y="66389"/>
                  </a:lnTo>
                  <a:lnTo>
                    <a:pt x="47054" y="9811"/>
                  </a:lnTo>
                  <a:lnTo>
                    <a:pt x="48101" y="5620"/>
                  </a:lnTo>
                  <a:lnTo>
                    <a:pt x="49625" y="0"/>
                  </a:lnTo>
                  <a:lnTo>
                    <a:pt x="139637" y="43910"/>
                  </a:lnTo>
                  <a:lnTo>
                    <a:pt x="192405" y="4991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7" name="서울특별시 강서구 화곡본동">
              <a:extLst>
                <a:ext uri="{FF2B5EF4-FFF2-40B4-BE49-F238E27FC236}">
                  <a16:creationId xmlns:a16="http://schemas.microsoft.com/office/drawing/2014/main" id="{CD8F0E2E-F851-6FAA-C610-BE1A1617C0EA}"/>
                </a:ext>
              </a:extLst>
            </p:cNvPr>
            <p:cNvSpPr/>
            <p:nvPr/>
          </p:nvSpPr>
          <p:spPr>
            <a:xfrm>
              <a:off x="3676173" y="3720274"/>
              <a:ext cx="281178" cy="223075"/>
            </a:xfrm>
            <a:custGeom>
              <a:avLst/>
              <a:gdLst>
                <a:gd name="connsiteX0" fmla="*/ 260985 w 281178"/>
                <a:gd name="connsiteY0" fmla="*/ 51435 h 223075"/>
                <a:gd name="connsiteX1" fmla="*/ 262223 w 281178"/>
                <a:gd name="connsiteY1" fmla="*/ 70961 h 223075"/>
                <a:gd name="connsiteX2" fmla="*/ 262223 w 281178"/>
                <a:gd name="connsiteY2" fmla="*/ 78486 h 223075"/>
                <a:gd name="connsiteX3" fmla="*/ 260890 w 281178"/>
                <a:gd name="connsiteY3" fmla="*/ 86011 h 223075"/>
                <a:gd name="connsiteX4" fmla="*/ 255937 w 281178"/>
                <a:gd name="connsiteY4" fmla="*/ 91535 h 223075"/>
                <a:gd name="connsiteX5" fmla="*/ 255365 w 281178"/>
                <a:gd name="connsiteY5" fmla="*/ 97250 h 223075"/>
                <a:gd name="connsiteX6" fmla="*/ 255842 w 281178"/>
                <a:gd name="connsiteY6" fmla="*/ 98774 h 223075"/>
                <a:gd name="connsiteX7" fmla="*/ 256032 w 281178"/>
                <a:gd name="connsiteY7" fmla="*/ 99346 h 223075"/>
                <a:gd name="connsiteX8" fmla="*/ 265748 w 281178"/>
                <a:gd name="connsiteY8" fmla="*/ 105633 h 223075"/>
                <a:gd name="connsiteX9" fmla="*/ 275654 w 281178"/>
                <a:gd name="connsiteY9" fmla="*/ 112014 h 223075"/>
                <a:gd name="connsiteX10" fmla="*/ 281178 w 281178"/>
                <a:gd name="connsiteY10" fmla="*/ 113062 h 223075"/>
                <a:gd name="connsiteX11" fmla="*/ 280797 w 281178"/>
                <a:gd name="connsiteY11" fmla="*/ 119634 h 223075"/>
                <a:gd name="connsiteX12" fmla="*/ 278892 w 281178"/>
                <a:gd name="connsiteY12" fmla="*/ 122016 h 223075"/>
                <a:gd name="connsiteX13" fmla="*/ 276987 w 281178"/>
                <a:gd name="connsiteY13" fmla="*/ 124492 h 223075"/>
                <a:gd name="connsiteX14" fmla="*/ 272129 w 281178"/>
                <a:gd name="connsiteY14" fmla="*/ 129064 h 223075"/>
                <a:gd name="connsiteX15" fmla="*/ 247079 w 281178"/>
                <a:gd name="connsiteY15" fmla="*/ 145352 h 223075"/>
                <a:gd name="connsiteX16" fmla="*/ 222218 w 281178"/>
                <a:gd name="connsiteY16" fmla="*/ 156305 h 223075"/>
                <a:gd name="connsiteX17" fmla="*/ 218218 w 281178"/>
                <a:gd name="connsiteY17" fmla="*/ 157829 h 223075"/>
                <a:gd name="connsiteX18" fmla="*/ 214408 w 281178"/>
                <a:gd name="connsiteY18" fmla="*/ 159925 h 223075"/>
                <a:gd name="connsiteX19" fmla="*/ 213646 w 281178"/>
                <a:gd name="connsiteY19" fmla="*/ 164497 h 223075"/>
                <a:gd name="connsiteX20" fmla="*/ 213455 w 281178"/>
                <a:gd name="connsiteY20" fmla="*/ 165259 h 223075"/>
                <a:gd name="connsiteX21" fmla="*/ 213455 w 281178"/>
                <a:gd name="connsiteY21" fmla="*/ 170402 h 223075"/>
                <a:gd name="connsiteX22" fmla="*/ 216503 w 281178"/>
                <a:gd name="connsiteY22" fmla="*/ 195739 h 223075"/>
                <a:gd name="connsiteX23" fmla="*/ 234791 w 281178"/>
                <a:gd name="connsiteY23" fmla="*/ 220123 h 223075"/>
                <a:gd name="connsiteX24" fmla="*/ 205169 w 281178"/>
                <a:gd name="connsiteY24" fmla="*/ 223076 h 223075"/>
                <a:gd name="connsiteX25" fmla="*/ 211455 w 281178"/>
                <a:gd name="connsiteY25" fmla="*/ 189167 h 223075"/>
                <a:gd name="connsiteX26" fmla="*/ 209931 w 281178"/>
                <a:gd name="connsiteY26" fmla="*/ 185357 h 223075"/>
                <a:gd name="connsiteX27" fmla="*/ 201644 w 281178"/>
                <a:gd name="connsiteY27" fmla="*/ 180213 h 223075"/>
                <a:gd name="connsiteX28" fmla="*/ 131921 w 281178"/>
                <a:gd name="connsiteY28" fmla="*/ 181833 h 223075"/>
                <a:gd name="connsiteX29" fmla="*/ 122968 w 281178"/>
                <a:gd name="connsiteY29" fmla="*/ 184023 h 223075"/>
                <a:gd name="connsiteX30" fmla="*/ 98488 w 281178"/>
                <a:gd name="connsiteY30" fmla="*/ 193262 h 223075"/>
                <a:gd name="connsiteX31" fmla="*/ 81725 w 281178"/>
                <a:gd name="connsiteY31" fmla="*/ 202978 h 223075"/>
                <a:gd name="connsiteX32" fmla="*/ 58960 w 281178"/>
                <a:gd name="connsiteY32" fmla="*/ 221933 h 223075"/>
                <a:gd name="connsiteX33" fmla="*/ 0 w 281178"/>
                <a:gd name="connsiteY33" fmla="*/ 132493 h 223075"/>
                <a:gd name="connsiteX34" fmla="*/ 12478 w 281178"/>
                <a:gd name="connsiteY34" fmla="*/ 127254 h 223075"/>
                <a:gd name="connsiteX35" fmla="*/ 17717 w 281178"/>
                <a:gd name="connsiteY35" fmla="*/ 125063 h 223075"/>
                <a:gd name="connsiteX36" fmla="*/ 26384 w 281178"/>
                <a:gd name="connsiteY36" fmla="*/ 120396 h 223075"/>
                <a:gd name="connsiteX37" fmla="*/ 27432 w 281178"/>
                <a:gd name="connsiteY37" fmla="*/ 119539 h 223075"/>
                <a:gd name="connsiteX38" fmla="*/ 29242 w 281178"/>
                <a:gd name="connsiteY38" fmla="*/ 118205 h 223075"/>
                <a:gd name="connsiteX39" fmla="*/ 32290 w 281178"/>
                <a:gd name="connsiteY39" fmla="*/ 115919 h 223075"/>
                <a:gd name="connsiteX40" fmla="*/ 36671 w 281178"/>
                <a:gd name="connsiteY40" fmla="*/ 111538 h 223075"/>
                <a:gd name="connsiteX41" fmla="*/ 41434 w 281178"/>
                <a:gd name="connsiteY41" fmla="*/ 106680 h 223075"/>
                <a:gd name="connsiteX42" fmla="*/ 45149 w 281178"/>
                <a:gd name="connsiteY42" fmla="*/ 102775 h 223075"/>
                <a:gd name="connsiteX43" fmla="*/ 45625 w 281178"/>
                <a:gd name="connsiteY43" fmla="*/ 102394 h 223075"/>
                <a:gd name="connsiteX44" fmla="*/ 48387 w 281178"/>
                <a:gd name="connsiteY44" fmla="*/ 99441 h 223075"/>
                <a:gd name="connsiteX45" fmla="*/ 49435 w 281178"/>
                <a:gd name="connsiteY45" fmla="*/ 98203 h 223075"/>
                <a:gd name="connsiteX46" fmla="*/ 50483 w 281178"/>
                <a:gd name="connsiteY46" fmla="*/ 96965 h 223075"/>
                <a:gd name="connsiteX47" fmla="*/ 60960 w 281178"/>
                <a:gd name="connsiteY47" fmla="*/ 84201 h 223075"/>
                <a:gd name="connsiteX48" fmla="*/ 61436 w 281178"/>
                <a:gd name="connsiteY48" fmla="*/ 83534 h 223075"/>
                <a:gd name="connsiteX49" fmla="*/ 72962 w 281178"/>
                <a:gd name="connsiteY49" fmla="*/ 67818 h 223075"/>
                <a:gd name="connsiteX50" fmla="*/ 120301 w 281178"/>
                <a:gd name="connsiteY50" fmla="*/ 1429 h 223075"/>
                <a:gd name="connsiteX51" fmla="*/ 134684 w 281178"/>
                <a:gd name="connsiteY51" fmla="*/ 0 h 223075"/>
                <a:gd name="connsiteX52" fmla="*/ 157639 w 281178"/>
                <a:gd name="connsiteY52" fmla="*/ 11430 h 223075"/>
                <a:gd name="connsiteX53" fmla="*/ 158877 w 281178"/>
                <a:gd name="connsiteY53" fmla="*/ 16574 h 223075"/>
                <a:gd name="connsiteX54" fmla="*/ 160020 w 281178"/>
                <a:gd name="connsiteY54" fmla="*/ 21241 h 223075"/>
                <a:gd name="connsiteX55" fmla="*/ 208979 w 281178"/>
                <a:gd name="connsiteY55" fmla="*/ 58579 h 223075"/>
                <a:gd name="connsiteX56" fmla="*/ 222313 w 281178"/>
                <a:gd name="connsiteY56" fmla="*/ 62484 h 223075"/>
                <a:gd name="connsiteX57" fmla="*/ 225266 w 281178"/>
                <a:gd name="connsiteY57" fmla="*/ 62960 h 223075"/>
                <a:gd name="connsiteX58" fmla="*/ 233363 w 281178"/>
                <a:gd name="connsiteY58" fmla="*/ 64008 h 223075"/>
                <a:gd name="connsiteX59" fmla="*/ 238316 w 281178"/>
                <a:gd name="connsiteY59" fmla="*/ 64389 h 223075"/>
                <a:gd name="connsiteX60" fmla="*/ 260985 w 281178"/>
                <a:gd name="connsiteY60" fmla="*/ 51435 h 22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81178" h="223075">
                  <a:moveTo>
                    <a:pt x="260985" y="51435"/>
                  </a:moveTo>
                  <a:lnTo>
                    <a:pt x="262223" y="70961"/>
                  </a:lnTo>
                  <a:lnTo>
                    <a:pt x="262223" y="78486"/>
                  </a:lnTo>
                  <a:lnTo>
                    <a:pt x="260890" y="86011"/>
                  </a:lnTo>
                  <a:lnTo>
                    <a:pt x="255937" y="91535"/>
                  </a:lnTo>
                  <a:lnTo>
                    <a:pt x="255365" y="97250"/>
                  </a:lnTo>
                  <a:lnTo>
                    <a:pt x="255842" y="98774"/>
                  </a:lnTo>
                  <a:lnTo>
                    <a:pt x="256032" y="99346"/>
                  </a:lnTo>
                  <a:lnTo>
                    <a:pt x="265748" y="105633"/>
                  </a:lnTo>
                  <a:lnTo>
                    <a:pt x="275654" y="112014"/>
                  </a:lnTo>
                  <a:lnTo>
                    <a:pt x="281178" y="113062"/>
                  </a:lnTo>
                  <a:lnTo>
                    <a:pt x="280797" y="119634"/>
                  </a:lnTo>
                  <a:lnTo>
                    <a:pt x="278892" y="122016"/>
                  </a:lnTo>
                  <a:lnTo>
                    <a:pt x="276987" y="124492"/>
                  </a:lnTo>
                  <a:lnTo>
                    <a:pt x="272129" y="129064"/>
                  </a:lnTo>
                  <a:lnTo>
                    <a:pt x="247079" y="145352"/>
                  </a:lnTo>
                  <a:lnTo>
                    <a:pt x="222218" y="156305"/>
                  </a:lnTo>
                  <a:lnTo>
                    <a:pt x="218218" y="157829"/>
                  </a:lnTo>
                  <a:lnTo>
                    <a:pt x="214408" y="159925"/>
                  </a:lnTo>
                  <a:lnTo>
                    <a:pt x="213646" y="164497"/>
                  </a:lnTo>
                  <a:lnTo>
                    <a:pt x="213455" y="165259"/>
                  </a:lnTo>
                  <a:lnTo>
                    <a:pt x="213455" y="170402"/>
                  </a:lnTo>
                  <a:lnTo>
                    <a:pt x="216503" y="195739"/>
                  </a:lnTo>
                  <a:lnTo>
                    <a:pt x="234791" y="220123"/>
                  </a:lnTo>
                  <a:lnTo>
                    <a:pt x="205169" y="223076"/>
                  </a:lnTo>
                  <a:lnTo>
                    <a:pt x="211455" y="189167"/>
                  </a:lnTo>
                  <a:lnTo>
                    <a:pt x="209931" y="185357"/>
                  </a:lnTo>
                  <a:lnTo>
                    <a:pt x="201644" y="180213"/>
                  </a:lnTo>
                  <a:lnTo>
                    <a:pt x="131921" y="181833"/>
                  </a:lnTo>
                  <a:lnTo>
                    <a:pt x="122968" y="184023"/>
                  </a:lnTo>
                  <a:lnTo>
                    <a:pt x="98488" y="193262"/>
                  </a:lnTo>
                  <a:lnTo>
                    <a:pt x="81725" y="202978"/>
                  </a:lnTo>
                  <a:lnTo>
                    <a:pt x="58960" y="221933"/>
                  </a:lnTo>
                  <a:lnTo>
                    <a:pt x="0" y="132493"/>
                  </a:lnTo>
                  <a:lnTo>
                    <a:pt x="12478" y="127254"/>
                  </a:lnTo>
                  <a:lnTo>
                    <a:pt x="17717" y="125063"/>
                  </a:lnTo>
                  <a:lnTo>
                    <a:pt x="26384" y="120396"/>
                  </a:lnTo>
                  <a:lnTo>
                    <a:pt x="27432" y="119539"/>
                  </a:lnTo>
                  <a:lnTo>
                    <a:pt x="29242" y="118205"/>
                  </a:lnTo>
                  <a:lnTo>
                    <a:pt x="32290" y="115919"/>
                  </a:lnTo>
                  <a:lnTo>
                    <a:pt x="36671" y="111538"/>
                  </a:lnTo>
                  <a:lnTo>
                    <a:pt x="41434" y="106680"/>
                  </a:lnTo>
                  <a:lnTo>
                    <a:pt x="45149" y="102775"/>
                  </a:lnTo>
                  <a:lnTo>
                    <a:pt x="45625" y="102394"/>
                  </a:lnTo>
                  <a:lnTo>
                    <a:pt x="48387" y="99441"/>
                  </a:lnTo>
                  <a:lnTo>
                    <a:pt x="49435" y="98203"/>
                  </a:lnTo>
                  <a:lnTo>
                    <a:pt x="50483" y="96965"/>
                  </a:lnTo>
                  <a:lnTo>
                    <a:pt x="60960" y="84201"/>
                  </a:lnTo>
                  <a:lnTo>
                    <a:pt x="61436" y="83534"/>
                  </a:lnTo>
                  <a:lnTo>
                    <a:pt x="72962" y="67818"/>
                  </a:lnTo>
                  <a:lnTo>
                    <a:pt x="120301" y="1429"/>
                  </a:lnTo>
                  <a:lnTo>
                    <a:pt x="134684" y="0"/>
                  </a:lnTo>
                  <a:lnTo>
                    <a:pt x="157639" y="11430"/>
                  </a:lnTo>
                  <a:lnTo>
                    <a:pt x="158877" y="16574"/>
                  </a:lnTo>
                  <a:lnTo>
                    <a:pt x="160020" y="21241"/>
                  </a:lnTo>
                  <a:lnTo>
                    <a:pt x="208979" y="58579"/>
                  </a:lnTo>
                  <a:lnTo>
                    <a:pt x="222313" y="62484"/>
                  </a:lnTo>
                  <a:lnTo>
                    <a:pt x="225266" y="62960"/>
                  </a:lnTo>
                  <a:lnTo>
                    <a:pt x="233363" y="64008"/>
                  </a:lnTo>
                  <a:lnTo>
                    <a:pt x="238316" y="64389"/>
                  </a:lnTo>
                  <a:lnTo>
                    <a:pt x="260985" y="5143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8" name="서울특별시 강서구 화곡2동">
              <a:extLst>
                <a:ext uri="{FF2B5EF4-FFF2-40B4-BE49-F238E27FC236}">
                  <a16:creationId xmlns:a16="http://schemas.microsoft.com/office/drawing/2014/main" id="{6A4C9CED-A3C5-AC3F-7E26-905B381964C8}"/>
                </a:ext>
              </a:extLst>
            </p:cNvPr>
            <p:cNvSpPr/>
            <p:nvPr/>
          </p:nvSpPr>
          <p:spPr>
            <a:xfrm>
              <a:off x="3869436" y="3940397"/>
              <a:ext cx="133921" cy="154209"/>
            </a:xfrm>
            <a:custGeom>
              <a:avLst/>
              <a:gdLst>
                <a:gd name="connsiteX0" fmla="*/ 133921 w 133921"/>
                <a:gd name="connsiteY0" fmla="*/ 139351 h 154209"/>
                <a:gd name="connsiteX1" fmla="*/ 15716 w 133921"/>
                <a:gd name="connsiteY1" fmla="*/ 154210 h 154209"/>
                <a:gd name="connsiteX2" fmla="*/ 12668 w 133921"/>
                <a:gd name="connsiteY2" fmla="*/ 139637 h 154209"/>
                <a:gd name="connsiteX3" fmla="*/ 10954 w 133921"/>
                <a:gd name="connsiteY3" fmla="*/ 131731 h 154209"/>
                <a:gd name="connsiteX4" fmla="*/ 6001 w 133921"/>
                <a:gd name="connsiteY4" fmla="*/ 106966 h 154209"/>
                <a:gd name="connsiteX5" fmla="*/ 5905 w 133921"/>
                <a:gd name="connsiteY5" fmla="*/ 105728 h 154209"/>
                <a:gd name="connsiteX6" fmla="*/ 5429 w 133921"/>
                <a:gd name="connsiteY6" fmla="*/ 101537 h 154209"/>
                <a:gd name="connsiteX7" fmla="*/ 4953 w 133921"/>
                <a:gd name="connsiteY7" fmla="*/ 96488 h 154209"/>
                <a:gd name="connsiteX8" fmla="*/ 0 w 133921"/>
                <a:gd name="connsiteY8" fmla="*/ 21907 h 154209"/>
                <a:gd name="connsiteX9" fmla="*/ 7906 w 133921"/>
                <a:gd name="connsiteY9" fmla="*/ 9335 h 154209"/>
                <a:gd name="connsiteX10" fmla="*/ 11906 w 133921"/>
                <a:gd name="connsiteY10" fmla="*/ 2953 h 154209"/>
                <a:gd name="connsiteX11" fmla="*/ 41529 w 133921"/>
                <a:gd name="connsiteY11" fmla="*/ 0 h 154209"/>
                <a:gd name="connsiteX12" fmla="*/ 65246 w 133921"/>
                <a:gd name="connsiteY12" fmla="*/ 9144 h 154209"/>
                <a:gd name="connsiteX13" fmla="*/ 118491 w 133921"/>
                <a:gd name="connsiteY13" fmla="*/ 61055 h 154209"/>
                <a:gd name="connsiteX14" fmla="*/ 133921 w 133921"/>
                <a:gd name="connsiteY14" fmla="*/ 139351 h 15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3921" h="154209">
                  <a:moveTo>
                    <a:pt x="133921" y="139351"/>
                  </a:moveTo>
                  <a:lnTo>
                    <a:pt x="15716" y="154210"/>
                  </a:lnTo>
                  <a:lnTo>
                    <a:pt x="12668" y="139637"/>
                  </a:lnTo>
                  <a:lnTo>
                    <a:pt x="10954" y="131731"/>
                  </a:lnTo>
                  <a:lnTo>
                    <a:pt x="6001" y="106966"/>
                  </a:lnTo>
                  <a:lnTo>
                    <a:pt x="5905" y="105728"/>
                  </a:lnTo>
                  <a:lnTo>
                    <a:pt x="5429" y="101537"/>
                  </a:lnTo>
                  <a:lnTo>
                    <a:pt x="4953" y="96488"/>
                  </a:lnTo>
                  <a:lnTo>
                    <a:pt x="0" y="21907"/>
                  </a:lnTo>
                  <a:lnTo>
                    <a:pt x="7906" y="9335"/>
                  </a:lnTo>
                  <a:lnTo>
                    <a:pt x="11906" y="2953"/>
                  </a:lnTo>
                  <a:lnTo>
                    <a:pt x="41529" y="0"/>
                  </a:lnTo>
                  <a:lnTo>
                    <a:pt x="65246" y="9144"/>
                  </a:lnTo>
                  <a:lnTo>
                    <a:pt x="118491" y="61055"/>
                  </a:lnTo>
                  <a:lnTo>
                    <a:pt x="133921" y="13935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689" name="서울특별시 강서구 화곡3동">
              <a:extLst>
                <a:ext uri="{FF2B5EF4-FFF2-40B4-BE49-F238E27FC236}">
                  <a16:creationId xmlns:a16="http://schemas.microsoft.com/office/drawing/2014/main" id="{BD044F84-415F-0A4E-8EB3-9BFA44BF8B22}"/>
                </a:ext>
              </a:extLst>
            </p:cNvPr>
            <p:cNvSpPr/>
            <p:nvPr/>
          </p:nvSpPr>
          <p:spPr>
            <a:xfrm>
              <a:off x="3482911" y="3737609"/>
              <a:ext cx="192690" cy="146970"/>
            </a:xfrm>
            <a:custGeom>
              <a:avLst/>
              <a:gdLst>
                <a:gd name="connsiteX0" fmla="*/ 118300 w 192690"/>
                <a:gd name="connsiteY0" fmla="*/ 95 h 146970"/>
                <a:gd name="connsiteX1" fmla="*/ 119920 w 192690"/>
                <a:gd name="connsiteY1" fmla="*/ 22765 h 146970"/>
                <a:gd name="connsiteX2" fmla="*/ 122015 w 192690"/>
                <a:gd name="connsiteY2" fmla="*/ 31528 h 146970"/>
                <a:gd name="connsiteX3" fmla="*/ 123158 w 192690"/>
                <a:gd name="connsiteY3" fmla="*/ 36481 h 146970"/>
                <a:gd name="connsiteX4" fmla="*/ 127349 w 192690"/>
                <a:gd name="connsiteY4" fmla="*/ 44672 h 146970"/>
                <a:gd name="connsiteX5" fmla="*/ 130302 w 192690"/>
                <a:gd name="connsiteY5" fmla="*/ 49244 h 146970"/>
                <a:gd name="connsiteX6" fmla="*/ 133159 w 192690"/>
                <a:gd name="connsiteY6" fmla="*/ 53435 h 146970"/>
                <a:gd name="connsiteX7" fmla="*/ 133731 w 192690"/>
                <a:gd name="connsiteY7" fmla="*/ 54007 h 146970"/>
                <a:gd name="connsiteX8" fmla="*/ 142589 w 192690"/>
                <a:gd name="connsiteY8" fmla="*/ 62389 h 146970"/>
                <a:gd name="connsiteX9" fmla="*/ 146875 w 192690"/>
                <a:gd name="connsiteY9" fmla="*/ 66770 h 146970"/>
                <a:gd name="connsiteX10" fmla="*/ 192691 w 192690"/>
                <a:gd name="connsiteY10" fmla="*/ 114395 h 146970"/>
                <a:gd name="connsiteX11" fmla="*/ 72580 w 192690"/>
                <a:gd name="connsiteY11" fmla="*/ 146971 h 146970"/>
                <a:gd name="connsiteX12" fmla="*/ 67246 w 192690"/>
                <a:gd name="connsiteY12" fmla="*/ 130207 h 146970"/>
                <a:gd name="connsiteX13" fmla="*/ 64389 w 192690"/>
                <a:gd name="connsiteY13" fmla="*/ 121253 h 146970"/>
                <a:gd name="connsiteX14" fmla="*/ 63532 w 192690"/>
                <a:gd name="connsiteY14" fmla="*/ 118681 h 146970"/>
                <a:gd name="connsiteX15" fmla="*/ 60960 w 192690"/>
                <a:gd name="connsiteY15" fmla="*/ 111252 h 146970"/>
                <a:gd name="connsiteX16" fmla="*/ 29908 w 192690"/>
                <a:gd name="connsiteY16" fmla="*/ 112300 h 146970"/>
                <a:gd name="connsiteX17" fmla="*/ 16573 w 192690"/>
                <a:gd name="connsiteY17" fmla="*/ 112681 h 146970"/>
                <a:gd name="connsiteX18" fmla="*/ 12192 w 192690"/>
                <a:gd name="connsiteY18" fmla="*/ 112871 h 146970"/>
                <a:gd name="connsiteX19" fmla="*/ 5620 w 192690"/>
                <a:gd name="connsiteY19" fmla="*/ 113443 h 146970"/>
                <a:gd name="connsiteX20" fmla="*/ 2572 w 192690"/>
                <a:gd name="connsiteY20" fmla="*/ 33433 h 146970"/>
                <a:gd name="connsiteX21" fmla="*/ 1905 w 192690"/>
                <a:gd name="connsiteY21" fmla="*/ 28861 h 146970"/>
                <a:gd name="connsiteX22" fmla="*/ 952 w 192690"/>
                <a:gd name="connsiteY22" fmla="*/ 22574 h 146970"/>
                <a:gd name="connsiteX23" fmla="*/ 0 w 192690"/>
                <a:gd name="connsiteY23" fmla="*/ 16383 h 146970"/>
                <a:gd name="connsiteX24" fmla="*/ 3524 w 192690"/>
                <a:gd name="connsiteY24" fmla="*/ 14478 h 146970"/>
                <a:gd name="connsiteX25" fmla="*/ 64484 w 192690"/>
                <a:gd name="connsiteY25" fmla="*/ 0 h 146970"/>
                <a:gd name="connsiteX26" fmla="*/ 84677 w 192690"/>
                <a:gd name="connsiteY26" fmla="*/ 0 h 146970"/>
                <a:gd name="connsiteX27" fmla="*/ 89249 w 192690"/>
                <a:gd name="connsiteY27" fmla="*/ 95 h 146970"/>
                <a:gd name="connsiteX28" fmla="*/ 118300 w 192690"/>
                <a:gd name="connsiteY28" fmla="*/ 95 h 14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2690" h="146970">
                  <a:moveTo>
                    <a:pt x="118300" y="95"/>
                  </a:moveTo>
                  <a:lnTo>
                    <a:pt x="119920" y="22765"/>
                  </a:lnTo>
                  <a:lnTo>
                    <a:pt x="122015" y="31528"/>
                  </a:lnTo>
                  <a:lnTo>
                    <a:pt x="123158" y="36481"/>
                  </a:lnTo>
                  <a:lnTo>
                    <a:pt x="127349" y="44672"/>
                  </a:lnTo>
                  <a:lnTo>
                    <a:pt x="130302" y="49244"/>
                  </a:lnTo>
                  <a:lnTo>
                    <a:pt x="133159" y="53435"/>
                  </a:lnTo>
                  <a:lnTo>
                    <a:pt x="133731" y="54007"/>
                  </a:lnTo>
                  <a:lnTo>
                    <a:pt x="142589" y="62389"/>
                  </a:lnTo>
                  <a:lnTo>
                    <a:pt x="146875" y="66770"/>
                  </a:lnTo>
                  <a:lnTo>
                    <a:pt x="192691" y="114395"/>
                  </a:lnTo>
                  <a:lnTo>
                    <a:pt x="72580" y="146971"/>
                  </a:lnTo>
                  <a:lnTo>
                    <a:pt x="67246" y="130207"/>
                  </a:lnTo>
                  <a:lnTo>
                    <a:pt x="64389" y="121253"/>
                  </a:lnTo>
                  <a:lnTo>
                    <a:pt x="63532" y="118681"/>
                  </a:lnTo>
                  <a:lnTo>
                    <a:pt x="60960" y="111252"/>
                  </a:lnTo>
                  <a:lnTo>
                    <a:pt x="29908" y="112300"/>
                  </a:lnTo>
                  <a:lnTo>
                    <a:pt x="16573" y="112681"/>
                  </a:lnTo>
                  <a:lnTo>
                    <a:pt x="12192" y="112871"/>
                  </a:lnTo>
                  <a:lnTo>
                    <a:pt x="5620" y="113443"/>
                  </a:lnTo>
                  <a:lnTo>
                    <a:pt x="2572" y="33433"/>
                  </a:lnTo>
                  <a:lnTo>
                    <a:pt x="1905" y="28861"/>
                  </a:lnTo>
                  <a:lnTo>
                    <a:pt x="952" y="22574"/>
                  </a:lnTo>
                  <a:lnTo>
                    <a:pt x="0" y="16383"/>
                  </a:lnTo>
                  <a:lnTo>
                    <a:pt x="3524" y="14478"/>
                  </a:lnTo>
                  <a:lnTo>
                    <a:pt x="64484" y="0"/>
                  </a:lnTo>
                  <a:lnTo>
                    <a:pt x="84677" y="0"/>
                  </a:lnTo>
                  <a:lnTo>
                    <a:pt x="89249" y="95"/>
                  </a:lnTo>
                  <a:lnTo>
                    <a:pt x="118300" y="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0" name="서울특별시 강서구 화곡4동">
              <a:extLst>
                <a:ext uri="{FF2B5EF4-FFF2-40B4-BE49-F238E27FC236}">
                  <a16:creationId xmlns:a16="http://schemas.microsoft.com/office/drawing/2014/main" id="{43598EA8-5731-3083-217C-A6B376D40569}"/>
                </a:ext>
              </a:extLst>
            </p:cNvPr>
            <p:cNvSpPr/>
            <p:nvPr/>
          </p:nvSpPr>
          <p:spPr>
            <a:xfrm>
              <a:off x="3889629" y="3833336"/>
              <a:ext cx="213931" cy="246411"/>
            </a:xfrm>
            <a:custGeom>
              <a:avLst/>
              <a:gdLst>
                <a:gd name="connsiteX0" fmla="*/ 204597 w 213931"/>
                <a:gd name="connsiteY0" fmla="*/ 128683 h 246411"/>
                <a:gd name="connsiteX1" fmla="*/ 213932 w 213931"/>
                <a:gd name="connsiteY1" fmla="*/ 233839 h 246411"/>
                <a:gd name="connsiteX2" fmla="*/ 113729 w 213931"/>
                <a:gd name="connsiteY2" fmla="*/ 246412 h 246411"/>
                <a:gd name="connsiteX3" fmla="*/ 98298 w 213931"/>
                <a:gd name="connsiteY3" fmla="*/ 168116 h 246411"/>
                <a:gd name="connsiteX4" fmla="*/ 45053 w 213931"/>
                <a:gd name="connsiteY4" fmla="*/ 116205 h 246411"/>
                <a:gd name="connsiteX5" fmla="*/ 21336 w 213931"/>
                <a:gd name="connsiteY5" fmla="*/ 107061 h 246411"/>
                <a:gd name="connsiteX6" fmla="*/ 3048 w 213931"/>
                <a:gd name="connsiteY6" fmla="*/ 82677 h 246411"/>
                <a:gd name="connsiteX7" fmla="*/ 0 w 213931"/>
                <a:gd name="connsiteY7" fmla="*/ 57340 h 246411"/>
                <a:gd name="connsiteX8" fmla="*/ 0 w 213931"/>
                <a:gd name="connsiteY8" fmla="*/ 52197 h 246411"/>
                <a:gd name="connsiteX9" fmla="*/ 191 w 213931"/>
                <a:gd name="connsiteY9" fmla="*/ 51435 h 246411"/>
                <a:gd name="connsiteX10" fmla="*/ 953 w 213931"/>
                <a:gd name="connsiteY10" fmla="*/ 46863 h 246411"/>
                <a:gd name="connsiteX11" fmla="*/ 4763 w 213931"/>
                <a:gd name="connsiteY11" fmla="*/ 44767 h 246411"/>
                <a:gd name="connsiteX12" fmla="*/ 8763 w 213931"/>
                <a:gd name="connsiteY12" fmla="*/ 43243 h 246411"/>
                <a:gd name="connsiteX13" fmla="*/ 33623 w 213931"/>
                <a:gd name="connsiteY13" fmla="*/ 32290 h 246411"/>
                <a:gd name="connsiteX14" fmla="*/ 58674 w 213931"/>
                <a:gd name="connsiteY14" fmla="*/ 16002 h 246411"/>
                <a:gd name="connsiteX15" fmla="*/ 63532 w 213931"/>
                <a:gd name="connsiteY15" fmla="*/ 11430 h 246411"/>
                <a:gd name="connsiteX16" fmla="*/ 65437 w 213931"/>
                <a:gd name="connsiteY16" fmla="*/ 8954 h 246411"/>
                <a:gd name="connsiteX17" fmla="*/ 67342 w 213931"/>
                <a:gd name="connsiteY17" fmla="*/ 6572 h 246411"/>
                <a:gd name="connsiteX18" fmla="*/ 67723 w 213931"/>
                <a:gd name="connsiteY18" fmla="*/ 0 h 246411"/>
                <a:gd name="connsiteX19" fmla="*/ 95726 w 213931"/>
                <a:gd name="connsiteY19" fmla="*/ 8667 h 246411"/>
                <a:gd name="connsiteX20" fmla="*/ 104584 w 213931"/>
                <a:gd name="connsiteY20" fmla="*/ 5143 h 246411"/>
                <a:gd name="connsiteX21" fmla="*/ 136017 w 213931"/>
                <a:gd name="connsiteY21" fmla="*/ 13525 h 246411"/>
                <a:gd name="connsiteX22" fmla="*/ 149924 w 213931"/>
                <a:gd name="connsiteY22" fmla="*/ 20669 h 246411"/>
                <a:gd name="connsiteX23" fmla="*/ 152209 w 213931"/>
                <a:gd name="connsiteY23" fmla="*/ 34861 h 246411"/>
                <a:gd name="connsiteX24" fmla="*/ 152781 w 213931"/>
                <a:gd name="connsiteY24" fmla="*/ 42196 h 246411"/>
                <a:gd name="connsiteX25" fmla="*/ 152495 w 213931"/>
                <a:gd name="connsiteY25" fmla="*/ 51340 h 246411"/>
                <a:gd name="connsiteX26" fmla="*/ 152686 w 213931"/>
                <a:gd name="connsiteY26" fmla="*/ 65151 h 246411"/>
                <a:gd name="connsiteX27" fmla="*/ 153448 w 213931"/>
                <a:gd name="connsiteY27" fmla="*/ 71152 h 246411"/>
                <a:gd name="connsiteX28" fmla="*/ 153829 w 213931"/>
                <a:gd name="connsiteY28" fmla="*/ 74676 h 246411"/>
                <a:gd name="connsiteX29" fmla="*/ 158972 w 213931"/>
                <a:gd name="connsiteY29" fmla="*/ 100679 h 246411"/>
                <a:gd name="connsiteX30" fmla="*/ 175260 w 213931"/>
                <a:gd name="connsiteY30" fmla="*/ 130111 h 246411"/>
                <a:gd name="connsiteX31" fmla="*/ 191071 w 213931"/>
                <a:gd name="connsiteY31" fmla="*/ 129445 h 246411"/>
                <a:gd name="connsiteX32" fmla="*/ 204597 w 213931"/>
                <a:gd name="connsiteY32" fmla="*/ 128683 h 2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3931" h="246411">
                  <a:moveTo>
                    <a:pt x="204597" y="128683"/>
                  </a:moveTo>
                  <a:lnTo>
                    <a:pt x="213932" y="233839"/>
                  </a:lnTo>
                  <a:lnTo>
                    <a:pt x="113729" y="246412"/>
                  </a:lnTo>
                  <a:lnTo>
                    <a:pt x="98298" y="168116"/>
                  </a:lnTo>
                  <a:lnTo>
                    <a:pt x="45053" y="116205"/>
                  </a:lnTo>
                  <a:lnTo>
                    <a:pt x="21336" y="107061"/>
                  </a:lnTo>
                  <a:lnTo>
                    <a:pt x="3048" y="82677"/>
                  </a:lnTo>
                  <a:lnTo>
                    <a:pt x="0" y="57340"/>
                  </a:lnTo>
                  <a:lnTo>
                    <a:pt x="0" y="52197"/>
                  </a:lnTo>
                  <a:lnTo>
                    <a:pt x="191" y="51435"/>
                  </a:lnTo>
                  <a:lnTo>
                    <a:pt x="953" y="46863"/>
                  </a:lnTo>
                  <a:lnTo>
                    <a:pt x="4763" y="44767"/>
                  </a:lnTo>
                  <a:lnTo>
                    <a:pt x="8763" y="43243"/>
                  </a:lnTo>
                  <a:lnTo>
                    <a:pt x="33623" y="32290"/>
                  </a:lnTo>
                  <a:lnTo>
                    <a:pt x="58674" y="16002"/>
                  </a:lnTo>
                  <a:lnTo>
                    <a:pt x="63532" y="11430"/>
                  </a:lnTo>
                  <a:lnTo>
                    <a:pt x="65437" y="8954"/>
                  </a:lnTo>
                  <a:lnTo>
                    <a:pt x="67342" y="6572"/>
                  </a:lnTo>
                  <a:lnTo>
                    <a:pt x="67723" y="0"/>
                  </a:lnTo>
                  <a:lnTo>
                    <a:pt x="95726" y="8667"/>
                  </a:lnTo>
                  <a:lnTo>
                    <a:pt x="104584" y="5143"/>
                  </a:lnTo>
                  <a:lnTo>
                    <a:pt x="136017" y="13525"/>
                  </a:lnTo>
                  <a:lnTo>
                    <a:pt x="149924" y="20669"/>
                  </a:lnTo>
                  <a:lnTo>
                    <a:pt x="152209" y="34861"/>
                  </a:lnTo>
                  <a:lnTo>
                    <a:pt x="152781" y="42196"/>
                  </a:lnTo>
                  <a:lnTo>
                    <a:pt x="152495" y="51340"/>
                  </a:lnTo>
                  <a:lnTo>
                    <a:pt x="152686" y="65151"/>
                  </a:lnTo>
                  <a:lnTo>
                    <a:pt x="153448" y="71152"/>
                  </a:lnTo>
                  <a:lnTo>
                    <a:pt x="153829" y="74676"/>
                  </a:lnTo>
                  <a:lnTo>
                    <a:pt x="158972" y="100679"/>
                  </a:lnTo>
                  <a:lnTo>
                    <a:pt x="175260" y="130111"/>
                  </a:lnTo>
                  <a:lnTo>
                    <a:pt x="191071" y="129445"/>
                  </a:lnTo>
                  <a:lnTo>
                    <a:pt x="204597" y="1286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1" name="서울특별시 강서구 화곡6동">
              <a:extLst>
                <a:ext uri="{FF2B5EF4-FFF2-40B4-BE49-F238E27FC236}">
                  <a16:creationId xmlns:a16="http://schemas.microsoft.com/office/drawing/2014/main" id="{41FC5ECF-AB60-9B10-4E65-5E3676AB1407}"/>
                </a:ext>
              </a:extLst>
            </p:cNvPr>
            <p:cNvSpPr/>
            <p:nvPr/>
          </p:nvSpPr>
          <p:spPr>
            <a:xfrm>
              <a:off x="3744944" y="3559111"/>
              <a:ext cx="249269" cy="225551"/>
            </a:xfrm>
            <a:custGeom>
              <a:avLst/>
              <a:gdLst>
                <a:gd name="connsiteX0" fmla="*/ 146495 w 249269"/>
                <a:gd name="connsiteY0" fmla="*/ 35052 h 225551"/>
                <a:gd name="connsiteX1" fmla="*/ 244507 w 249269"/>
                <a:gd name="connsiteY1" fmla="*/ 68008 h 225551"/>
                <a:gd name="connsiteX2" fmla="*/ 249269 w 249269"/>
                <a:gd name="connsiteY2" fmla="*/ 115729 h 225551"/>
                <a:gd name="connsiteX3" fmla="*/ 238887 w 249269"/>
                <a:gd name="connsiteY3" fmla="*/ 126206 h 225551"/>
                <a:gd name="connsiteX4" fmla="*/ 228409 w 249269"/>
                <a:gd name="connsiteY4" fmla="*/ 145828 h 225551"/>
                <a:gd name="connsiteX5" fmla="*/ 231553 w 249269"/>
                <a:gd name="connsiteY5" fmla="*/ 153353 h 225551"/>
                <a:gd name="connsiteX6" fmla="*/ 232315 w 249269"/>
                <a:gd name="connsiteY6" fmla="*/ 155067 h 225551"/>
                <a:gd name="connsiteX7" fmla="*/ 232600 w 249269"/>
                <a:gd name="connsiteY7" fmla="*/ 155734 h 225551"/>
                <a:gd name="connsiteX8" fmla="*/ 226219 w 249269"/>
                <a:gd name="connsiteY8" fmla="*/ 169831 h 225551"/>
                <a:gd name="connsiteX9" fmla="*/ 223266 w 249269"/>
                <a:gd name="connsiteY9" fmla="*/ 175260 h 225551"/>
                <a:gd name="connsiteX10" fmla="*/ 215646 w 249269"/>
                <a:gd name="connsiteY10" fmla="*/ 189643 h 225551"/>
                <a:gd name="connsiteX11" fmla="*/ 210026 w 249269"/>
                <a:gd name="connsiteY11" fmla="*/ 196215 h 225551"/>
                <a:gd name="connsiteX12" fmla="*/ 192215 w 249269"/>
                <a:gd name="connsiteY12" fmla="*/ 212598 h 225551"/>
                <a:gd name="connsiteX13" fmla="*/ 169545 w 249269"/>
                <a:gd name="connsiteY13" fmla="*/ 225552 h 225551"/>
                <a:gd name="connsiteX14" fmla="*/ 164592 w 249269"/>
                <a:gd name="connsiteY14" fmla="*/ 225171 h 225551"/>
                <a:gd name="connsiteX15" fmla="*/ 156496 w 249269"/>
                <a:gd name="connsiteY15" fmla="*/ 224123 h 225551"/>
                <a:gd name="connsiteX16" fmla="*/ 153543 w 249269"/>
                <a:gd name="connsiteY16" fmla="*/ 223647 h 225551"/>
                <a:gd name="connsiteX17" fmla="*/ 140208 w 249269"/>
                <a:gd name="connsiteY17" fmla="*/ 219742 h 225551"/>
                <a:gd name="connsiteX18" fmla="*/ 91250 w 249269"/>
                <a:gd name="connsiteY18" fmla="*/ 182404 h 225551"/>
                <a:gd name="connsiteX19" fmla="*/ 90107 w 249269"/>
                <a:gd name="connsiteY19" fmla="*/ 177737 h 225551"/>
                <a:gd name="connsiteX20" fmla="*/ 88868 w 249269"/>
                <a:gd name="connsiteY20" fmla="*/ 172593 h 225551"/>
                <a:gd name="connsiteX21" fmla="*/ 65913 w 249269"/>
                <a:gd name="connsiteY21" fmla="*/ 161163 h 225551"/>
                <a:gd name="connsiteX22" fmla="*/ 51530 w 249269"/>
                <a:gd name="connsiteY22" fmla="*/ 162592 h 225551"/>
                <a:gd name="connsiteX23" fmla="*/ 38671 w 249269"/>
                <a:gd name="connsiteY23" fmla="*/ 156305 h 225551"/>
                <a:gd name="connsiteX24" fmla="*/ 3238 w 249269"/>
                <a:gd name="connsiteY24" fmla="*/ 110014 h 225551"/>
                <a:gd name="connsiteX25" fmla="*/ 857 w 249269"/>
                <a:gd name="connsiteY25" fmla="*/ 104965 h 225551"/>
                <a:gd name="connsiteX26" fmla="*/ 191 w 249269"/>
                <a:gd name="connsiteY26" fmla="*/ 100679 h 225551"/>
                <a:gd name="connsiteX27" fmla="*/ 0 w 249269"/>
                <a:gd name="connsiteY27" fmla="*/ 99822 h 225551"/>
                <a:gd name="connsiteX28" fmla="*/ 1238 w 249269"/>
                <a:gd name="connsiteY28" fmla="*/ 88011 h 225551"/>
                <a:gd name="connsiteX29" fmla="*/ 24860 w 249269"/>
                <a:gd name="connsiteY29" fmla="*/ 31528 h 225551"/>
                <a:gd name="connsiteX30" fmla="*/ 27051 w 249269"/>
                <a:gd name="connsiteY30" fmla="*/ 0 h 225551"/>
                <a:gd name="connsiteX31" fmla="*/ 146495 w 249269"/>
                <a:gd name="connsiteY31" fmla="*/ 35052 h 22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9269" h="225551">
                  <a:moveTo>
                    <a:pt x="146495" y="35052"/>
                  </a:moveTo>
                  <a:lnTo>
                    <a:pt x="244507" y="68008"/>
                  </a:lnTo>
                  <a:lnTo>
                    <a:pt x="249269" y="115729"/>
                  </a:lnTo>
                  <a:lnTo>
                    <a:pt x="238887" y="126206"/>
                  </a:lnTo>
                  <a:lnTo>
                    <a:pt x="228409" y="145828"/>
                  </a:lnTo>
                  <a:lnTo>
                    <a:pt x="231553" y="153353"/>
                  </a:lnTo>
                  <a:lnTo>
                    <a:pt x="232315" y="155067"/>
                  </a:lnTo>
                  <a:lnTo>
                    <a:pt x="232600" y="155734"/>
                  </a:lnTo>
                  <a:lnTo>
                    <a:pt x="226219" y="169831"/>
                  </a:lnTo>
                  <a:lnTo>
                    <a:pt x="223266" y="175260"/>
                  </a:lnTo>
                  <a:lnTo>
                    <a:pt x="215646" y="189643"/>
                  </a:lnTo>
                  <a:lnTo>
                    <a:pt x="210026" y="196215"/>
                  </a:lnTo>
                  <a:lnTo>
                    <a:pt x="192215" y="212598"/>
                  </a:lnTo>
                  <a:lnTo>
                    <a:pt x="169545" y="225552"/>
                  </a:lnTo>
                  <a:lnTo>
                    <a:pt x="164592" y="225171"/>
                  </a:lnTo>
                  <a:lnTo>
                    <a:pt x="156496" y="224123"/>
                  </a:lnTo>
                  <a:lnTo>
                    <a:pt x="153543" y="223647"/>
                  </a:lnTo>
                  <a:lnTo>
                    <a:pt x="140208" y="219742"/>
                  </a:lnTo>
                  <a:lnTo>
                    <a:pt x="91250" y="182404"/>
                  </a:lnTo>
                  <a:lnTo>
                    <a:pt x="90107" y="177737"/>
                  </a:lnTo>
                  <a:lnTo>
                    <a:pt x="88868" y="172593"/>
                  </a:lnTo>
                  <a:lnTo>
                    <a:pt x="65913" y="161163"/>
                  </a:lnTo>
                  <a:lnTo>
                    <a:pt x="51530" y="162592"/>
                  </a:lnTo>
                  <a:lnTo>
                    <a:pt x="38671" y="156305"/>
                  </a:lnTo>
                  <a:lnTo>
                    <a:pt x="3238" y="110014"/>
                  </a:lnTo>
                  <a:lnTo>
                    <a:pt x="857" y="104965"/>
                  </a:lnTo>
                  <a:lnTo>
                    <a:pt x="191" y="100679"/>
                  </a:lnTo>
                  <a:lnTo>
                    <a:pt x="0" y="99822"/>
                  </a:lnTo>
                  <a:lnTo>
                    <a:pt x="1238" y="88011"/>
                  </a:lnTo>
                  <a:lnTo>
                    <a:pt x="24860" y="31528"/>
                  </a:lnTo>
                  <a:lnTo>
                    <a:pt x="27051" y="0"/>
                  </a:lnTo>
                  <a:lnTo>
                    <a:pt x="146495" y="3505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2" name="서울특별시 강서구 화곡8동">
              <a:extLst>
                <a:ext uri="{FF2B5EF4-FFF2-40B4-BE49-F238E27FC236}">
                  <a16:creationId xmlns:a16="http://schemas.microsoft.com/office/drawing/2014/main" id="{B47972B5-DE49-25E1-BF0C-D05621B2C1B8}"/>
                </a:ext>
              </a:extLst>
            </p:cNvPr>
            <p:cNvSpPr/>
            <p:nvPr/>
          </p:nvSpPr>
          <p:spPr>
            <a:xfrm>
              <a:off x="3735133" y="3900487"/>
              <a:ext cx="152495" cy="201072"/>
            </a:xfrm>
            <a:custGeom>
              <a:avLst/>
              <a:gdLst>
                <a:gd name="connsiteX0" fmla="*/ 146209 w 152495"/>
                <a:gd name="connsiteY0" fmla="*/ 42863 h 201072"/>
                <a:gd name="connsiteX1" fmla="*/ 142208 w 152495"/>
                <a:gd name="connsiteY1" fmla="*/ 49244 h 201072"/>
                <a:gd name="connsiteX2" fmla="*/ 134303 w 152495"/>
                <a:gd name="connsiteY2" fmla="*/ 61817 h 201072"/>
                <a:gd name="connsiteX3" fmla="*/ 139255 w 152495"/>
                <a:gd name="connsiteY3" fmla="*/ 136398 h 201072"/>
                <a:gd name="connsiteX4" fmla="*/ 139732 w 152495"/>
                <a:gd name="connsiteY4" fmla="*/ 141446 h 201072"/>
                <a:gd name="connsiteX5" fmla="*/ 140208 w 152495"/>
                <a:gd name="connsiteY5" fmla="*/ 145637 h 201072"/>
                <a:gd name="connsiteX6" fmla="*/ 140303 w 152495"/>
                <a:gd name="connsiteY6" fmla="*/ 146876 h 201072"/>
                <a:gd name="connsiteX7" fmla="*/ 145256 w 152495"/>
                <a:gd name="connsiteY7" fmla="*/ 171640 h 201072"/>
                <a:gd name="connsiteX8" fmla="*/ 146971 w 152495"/>
                <a:gd name="connsiteY8" fmla="*/ 179546 h 201072"/>
                <a:gd name="connsiteX9" fmla="*/ 150019 w 152495"/>
                <a:gd name="connsiteY9" fmla="*/ 194120 h 201072"/>
                <a:gd name="connsiteX10" fmla="*/ 94393 w 152495"/>
                <a:gd name="connsiteY10" fmla="*/ 201073 h 201072"/>
                <a:gd name="connsiteX11" fmla="*/ 87821 w 152495"/>
                <a:gd name="connsiteY11" fmla="*/ 190024 h 201072"/>
                <a:gd name="connsiteX12" fmla="*/ 65722 w 152495"/>
                <a:gd name="connsiteY12" fmla="*/ 149352 h 201072"/>
                <a:gd name="connsiteX13" fmla="*/ 64579 w 152495"/>
                <a:gd name="connsiteY13" fmla="*/ 147352 h 201072"/>
                <a:gd name="connsiteX14" fmla="*/ 66866 w 152495"/>
                <a:gd name="connsiteY14" fmla="*/ 146399 h 201072"/>
                <a:gd name="connsiteX15" fmla="*/ 57626 w 152495"/>
                <a:gd name="connsiteY15" fmla="*/ 129921 h 201072"/>
                <a:gd name="connsiteX16" fmla="*/ 55817 w 152495"/>
                <a:gd name="connsiteY16" fmla="*/ 126968 h 201072"/>
                <a:gd name="connsiteX17" fmla="*/ 49816 w 152495"/>
                <a:gd name="connsiteY17" fmla="*/ 117253 h 201072"/>
                <a:gd name="connsiteX18" fmla="*/ 42958 w 152495"/>
                <a:gd name="connsiteY18" fmla="*/ 106966 h 201072"/>
                <a:gd name="connsiteX19" fmla="*/ 39053 w 152495"/>
                <a:gd name="connsiteY19" fmla="*/ 104870 h 201072"/>
                <a:gd name="connsiteX20" fmla="*/ 0 w 152495"/>
                <a:gd name="connsiteY20" fmla="*/ 41720 h 201072"/>
                <a:gd name="connsiteX21" fmla="*/ 22765 w 152495"/>
                <a:gd name="connsiteY21" fmla="*/ 22765 h 201072"/>
                <a:gd name="connsiteX22" fmla="*/ 39529 w 152495"/>
                <a:gd name="connsiteY22" fmla="*/ 13049 h 201072"/>
                <a:gd name="connsiteX23" fmla="*/ 64008 w 152495"/>
                <a:gd name="connsiteY23" fmla="*/ 3810 h 201072"/>
                <a:gd name="connsiteX24" fmla="*/ 72962 w 152495"/>
                <a:gd name="connsiteY24" fmla="*/ 1619 h 201072"/>
                <a:gd name="connsiteX25" fmla="*/ 142684 w 152495"/>
                <a:gd name="connsiteY25" fmla="*/ 0 h 201072"/>
                <a:gd name="connsiteX26" fmla="*/ 150971 w 152495"/>
                <a:gd name="connsiteY26" fmla="*/ 5144 h 201072"/>
                <a:gd name="connsiteX27" fmla="*/ 152495 w 152495"/>
                <a:gd name="connsiteY27" fmla="*/ 8954 h 201072"/>
                <a:gd name="connsiteX28" fmla="*/ 146209 w 152495"/>
                <a:gd name="connsiteY28" fmla="*/ 42863 h 201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2495" h="201072">
                  <a:moveTo>
                    <a:pt x="146209" y="42863"/>
                  </a:moveTo>
                  <a:lnTo>
                    <a:pt x="142208" y="49244"/>
                  </a:lnTo>
                  <a:lnTo>
                    <a:pt x="134303" y="61817"/>
                  </a:lnTo>
                  <a:lnTo>
                    <a:pt x="139255" y="136398"/>
                  </a:lnTo>
                  <a:lnTo>
                    <a:pt x="139732" y="141446"/>
                  </a:lnTo>
                  <a:lnTo>
                    <a:pt x="140208" y="145637"/>
                  </a:lnTo>
                  <a:lnTo>
                    <a:pt x="140303" y="146876"/>
                  </a:lnTo>
                  <a:lnTo>
                    <a:pt x="145256" y="171640"/>
                  </a:lnTo>
                  <a:lnTo>
                    <a:pt x="146971" y="179546"/>
                  </a:lnTo>
                  <a:lnTo>
                    <a:pt x="150019" y="194120"/>
                  </a:lnTo>
                  <a:lnTo>
                    <a:pt x="94393" y="201073"/>
                  </a:lnTo>
                  <a:lnTo>
                    <a:pt x="87821" y="190024"/>
                  </a:lnTo>
                  <a:lnTo>
                    <a:pt x="65722" y="149352"/>
                  </a:lnTo>
                  <a:lnTo>
                    <a:pt x="64579" y="147352"/>
                  </a:lnTo>
                  <a:lnTo>
                    <a:pt x="66866" y="146399"/>
                  </a:lnTo>
                  <a:lnTo>
                    <a:pt x="57626" y="129921"/>
                  </a:lnTo>
                  <a:lnTo>
                    <a:pt x="55817" y="126968"/>
                  </a:lnTo>
                  <a:lnTo>
                    <a:pt x="49816" y="117253"/>
                  </a:lnTo>
                  <a:lnTo>
                    <a:pt x="42958" y="106966"/>
                  </a:lnTo>
                  <a:lnTo>
                    <a:pt x="39053" y="104870"/>
                  </a:lnTo>
                  <a:lnTo>
                    <a:pt x="0" y="41720"/>
                  </a:lnTo>
                  <a:lnTo>
                    <a:pt x="22765" y="22765"/>
                  </a:lnTo>
                  <a:lnTo>
                    <a:pt x="39529" y="13049"/>
                  </a:lnTo>
                  <a:lnTo>
                    <a:pt x="64008" y="3810"/>
                  </a:lnTo>
                  <a:lnTo>
                    <a:pt x="72962" y="1619"/>
                  </a:lnTo>
                  <a:lnTo>
                    <a:pt x="142684" y="0"/>
                  </a:lnTo>
                  <a:lnTo>
                    <a:pt x="150971" y="5144"/>
                  </a:lnTo>
                  <a:lnTo>
                    <a:pt x="152495" y="8954"/>
                  </a:lnTo>
                  <a:lnTo>
                    <a:pt x="146209" y="4286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3" name="서울특별시 강서구 가양2동">
              <a:extLst>
                <a:ext uri="{FF2B5EF4-FFF2-40B4-BE49-F238E27FC236}">
                  <a16:creationId xmlns:a16="http://schemas.microsoft.com/office/drawing/2014/main" id="{ABC327E2-3FFD-8EAE-DC12-06E2CD96549D}"/>
                </a:ext>
              </a:extLst>
            </p:cNvPr>
            <p:cNvSpPr/>
            <p:nvPr/>
          </p:nvSpPr>
          <p:spPr>
            <a:xfrm>
              <a:off x="3815810" y="3236499"/>
              <a:ext cx="221075" cy="263842"/>
            </a:xfrm>
            <a:custGeom>
              <a:avLst/>
              <a:gdLst>
                <a:gd name="connsiteX0" fmla="*/ 174308 w 221075"/>
                <a:gd name="connsiteY0" fmla="*/ 17717 h 263842"/>
                <a:gd name="connsiteX1" fmla="*/ 168212 w 221075"/>
                <a:gd name="connsiteY1" fmla="*/ 82391 h 263842"/>
                <a:gd name="connsiteX2" fmla="*/ 186118 w 221075"/>
                <a:gd name="connsiteY2" fmla="*/ 108680 h 263842"/>
                <a:gd name="connsiteX3" fmla="*/ 221075 w 221075"/>
                <a:gd name="connsiteY3" fmla="*/ 125254 h 263842"/>
                <a:gd name="connsiteX4" fmla="*/ 183356 w 221075"/>
                <a:gd name="connsiteY4" fmla="*/ 176593 h 263842"/>
                <a:gd name="connsiteX5" fmla="*/ 166497 w 221075"/>
                <a:gd name="connsiteY5" fmla="*/ 199549 h 263842"/>
                <a:gd name="connsiteX6" fmla="*/ 147352 w 221075"/>
                <a:gd name="connsiteY6" fmla="*/ 231172 h 263842"/>
                <a:gd name="connsiteX7" fmla="*/ 145351 w 221075"/>
                <a:gd name="connsiteY7" fmla="*/ 234506 h 263842"/>
                <a:gd name="connsiteX8" fmla="*/ 132683 w 221075"/>
                <a:gd name="connsiteY8" fmla="*/ 255460 h 263842"/>
                <a:gd name="connsiteX9" fmla="*/ 127635 w 221075"/>
                <a:gd name="connsiteY9" fmla="*/ 263842 h 263842"/>
                <a:gd name="connsiteX10" fmla="*/ 12573 w 221075"/>
                <a:gd name="connsiteY10" fmla="*/ 203359 h 263842"/>
                <a:gd name="connsiteX11" fmla="*/ 23050 w 221075"/>
                <a:gd name="connsiteY11" fmla="*/ 188976 h 263842"/>
                <a:gd name="connsiteX12" fmla="*/ 49054 w 221075"/>
                <a:gd name="connsiteY12" fmla="*/ 150781 h 263842"/>
                <a:gd name="connsiteX13" fmla="*/ 28099 w 221075"/>
                <a:gd name="connsiteY13" fmla="*/ 132588 h 263842"/>
                <a:gd name="connsiteX14" fmla="*/ 0 w 221075"/>
                <a:gd name="connsiteY14" fmla="*/ 114967 h 263842"/>
                <a:gd name="connsiteX15" fmla="*/ 6287 w 221075"/>
                <a:gd name="connsiteY15" fmla="*/ 107347 h 263842"/>
                <a:gd name="connsiteX16" fmla="*/ 13335 w 221075"/>
                <a:gd name="connsiteY16" fmla="*/ 98679 h 263842"/>
                <a:gd name="connsiteX17" fmla="*/ 25051 w 221075"/>
                <a:gd name="connsiteY17" fmla="*/ 84392 h 263842"/>
                <a:gd name="connsiteX18" fmla="*/ 48673 w 221075"/>
                <a:gd name="connsiteY18" fmla="*/ 51149 h 263842"/>
                <a:gd name="connsiteX19" fmla="*/ 50768 w 221075"/>
                <a:gd name="connsiteY19" fmla="*/ 0 h 263842"/>
                <a:gd name="connsiteX20" fmla="*/ 154972 w 221075"/>
                <a:gd name="connsiteY20" fmla="*/ 15431 h 263842"/>
                <a:gd name="connsiteX21" fmla="*/ 174308 w 221075"/>
                <a:gd name="connsiteY21" fmla="*/ 17717 h 26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075" h="263842">
                  <a:moveTo>
                    <a:pt x="174308" y="17717"/>
                  </a:moveTo>
                  <a:lnTo>
                    <a:pt x="168212" y="82391"/>
                  </a:lnTo>
                  <a:lnTo>
                    <a:pt x="186118" y="108680"/>
                  </a:lnTo>
                  <a:lnTo>
                    <a:pt x="221075" y="125254"/>
                  </a:lnTo>
                  <a:lnTo>
                    <a:pt x="183356" y="176593"/>
                  </a:lnTo>
                  <a:lnTo>
                    <a:pt x="166497" y="199549"/>
                  </a:lnTo>
                  <a:lnTo>
                    <a:pt x="147352" y="231172"/>
                  </a:lnTo>
                  <a:lnTo>
                    <a:pt x="145351" y="234506"/>
                  </a:lnTo>
                  <a:lnTo>
                    <a:pt x="132683" y="255460"/>
                  </a:lnTo>
                  <a:lnTo>
                    <a:pt x="127635" y="263842"/>
                  </a:lnTo>
                  <a:lnTo>
                    <a:pt x="12573" y="203359"/>
                  </a:lnTo>
                  <a:lnTo>
                    <a:pt x="23050" y="188976"/>
                  </a:lnTo>
                  <a:lnTo>
                    <a:pt x="49054" y="150781"/>
                  </a:lnTo>
                  <a:lnTo>
                    <a:pt x="28099" y="132588"/>
                  </a:lnTo>
                  <a:lnTo>
                    <a:pt x="0" y="114967"/>
                  </a:lnTo>
                  <a:lnTo>
                    <a:pt x="6287" y="107347"/>
                  </a:lnTo>
                  <a:lnTo>
                    <a:pt x="13335" y="98679"/>
                  </a:lnTo>
                  <a:lnTo>
                    <a:pt x="25051" y="84392"/>
                  </a:lnTo>
                  <a:lnTo>
                    <a:pt x="48673" y="51149"/>
                  </a:lnTo>
                  <a:lnTo>
                    <a:pt x="50768" y="0"/>
                  </a:lnTo>
                  <a:lnTo>
                    <a:pt x="154972" y="15431"/>
                  </a:lnTo>
                  <a:lnTo>
                    <a:pt x="174308" y="1771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4" name="서울특별시 강서구 가양3동">
              <a:extLst>
                <a:ext uri="{FF2B5EF4-FFF2-40B4-BE49-F238E27FC236}">
                  <a16:creationId xmlns:a16="http://schemas.microsoft.com/office/drawing/2014/main" id="{AF1A6969-CAE6-C626-855A-613A93B62C8C}"/>
                </a:ext>
              </a:extLst>
            </p:cNvPr>
            <p:cNvSpPr/>
            <p:nvPr/>
          </p:nvSpPr>
          <p:spPr>
            <a:xfrm>
              <a:off x="3943445" y="3361753"/>
              <a:ext cx="255270" cy="214407"/>
            </a:xfrm>
            <a:custGeom>
              <a:avLst/>
              <a:gdLst>
                <a:gd name="connsiteX0" fmla="*/ 255270 w 255270"/>
                <a:gd name="connsiteY0" fmla="*/ 87439 h 214407"/>
                <a:gd name="connsiteX1" fmla="*/ 227362 w 255270"/>
                <a:gd name="connsiteY1" fmla="*/ 151924 h 214407"/>
                <a:gd name="connsiteX2" fmla="*/ 222218 w 255270"/>
                <a:gd name="connsiteY2" fmla="*/ 160877 h 214407"/>
                <a:gd name="connsiteX3" fmla="*/ 221742 w 255270"/>
                <a:gd name="connsiteY3" fmla="*/ 161354 h 214407"/>
                <a:gd name="connsiteX4" fmla="*/ 221266 w 255270"/>
                <a:gd name="connsiteY4" fmla="*/ 161830 h 214407"/>
                <a:gd name="connsiteX5" fmla="*/ 218027 w 255270"/>
                <a:gd name="connsiteY5" fmla="*/ 163163 h 214407"/>
                <a:gd name="connsiteX6" fmla="*/ 188881 w 255270"/>
                <a:gd name="connsiteY6" fmla="*/ 174307 h 214407"/>
                <a:gd name="connsiteX7" fmla="*/ 142399 w 255270"/>
                <a:gd name="connsiteY7" fmla="*/ 214408 h 214407"/>
                <a:gd name="connsiteX8" fmla="*/ 0 w 255270"/>
                <a:gd name="connsiteY8" fmla="*/ 138589 h 214407"/>
                <a:gd name="connsiteX9" fmla="*/ 5048 w 255270"/>
                <a:gd name="connsiteY9" fmla="*/ 130207 h 214407"/>
                <a:gd name="connsiteX10" fmla="*/ 17717 w 255270"/>
                <a:gd name="connsiteY10" fmla="*/ 109252 h 214407"/>
                <a:gd name="connsiteX11" fmla="*/ 19717 w 255270"/>
                <a:gd name="connsiteY11" fmla="*/ 105918 h 214407"/>
                <a:gd name="connsiteX12" fmla="*/ 38862 w 255270"/>
                <a:gd name="connsiteY12" fmla="*/ 74295 h 214407"/>
                <a:gd name="connsiteX13" fmla="*/ 55721 w 255270"/>
                <a:gd name="connsiteY13" fmla="*/ 51340 h 214407"/>
                <a:gd name="connsiteX14" fmla="*/ 93440 w 255270"/>
                <a:gd name="connsiteY14" fmla="*/ 0 h 214407"/>
                <a:gd name="connsiteX15" fmla="*/ 96583 w 255270"/>
                <a:gd name="connsiteY15" fmla="*/ 1524 h 214407"/>
                <a:gd name="connsiteX16" fmla="*/ 163925 w 255270"/>
                <a:gd name="connsiteY16" fmla="*/ 33338 h 214407"/>
                <a:gd name="connsiteX17" fmla="*/ 201359 w 255270"/>
                <a:gd name="connsiteY17" fmla="*/ 51054 h 214407"/>
                <a:gd name="connsiteX18" fmla="*/ 255270 w 255270"/>
                <a:gd name="connsiteY18" fmla="*/ 87439 h 214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5270" h="214407">
                  <a:moveTo>
                    <a:pt x="255270" y="87439"/>
                  </a:moveTo>
                  <a:lnTo>
                    <a:pt x="227362" y="151924"/>
                  </a:lnTo>
                  <a:lnTo>
                    <a:pt x="222218" y="160877"/>
                  </a:lnTo>
                  <a:lnTo>
                    <a:pt x="221742" y="161354"/>
                  </a:lnTo>
                  <a:lnTo>
                    <a:pt x="221266" y="161830"/>
                  </a:lnTo>
                  <a:lnTo>
                    <a:pt x="218027" y="163163"/>
                  </a:lnTo>
                  <a:lnTo>
                    <a:pt x="188881" y="174307"/>
                  </a:lnTo>
                  <a:lnTo>
                    <a:pt x="142399" y="214408"/>
                  </a:lnTo>
                  <a:lnTo>
                    <a:pt x="0" y="138589"/>
                  </a:lnTo>
                  <a:lnTo>
                    <a:pt x="5048" y="130207"/>
                  </a:lnTo>
                  <a:lnTo>
                    <a:pt x="17717" y="109252"/>
                  </a:lnTo>
                  <a:lnTo>
                    <a:pt x="19717" y="105918"/>
                  </a:lnTo>
                  <a:lnTo>
                    <a:pt x="38862" y="74295"/>
                  </a:lnTo>
                  <a:lnTo>
                    <a:pt x="55721" y="51340"/>
                  </a:lnTo>
                  <a:lnTo>
                    <a:pt x="93440" y="0"/>
                  </a:lnTo>
                  <a:lnTo>
                    <a:pt x="96583" y="1524"/>
                  </a:lnTo>
                  <a:lnTo>
                    <a:pt x="163925" y="33338"/>
                  </a:lnTo>
                  <a:lnTo>
                    <a:pt x="201359" y="51054"/>
                  </a:lnTo>
                  <a:lnTo>
                    <a:pt x="255270" y="8743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5" name="서울특별시 강서구 발산1동">
              <a:extLst>
                <a:ext uri="{FF2B5EF4-FFF2-40B4-BE49-F238E27FC236}">
                  <a16:creationId xmlns:a16="http://schemas.microsoft.com/office/drawing/2014/main" id="{F13345EE-5D35-B464-CB45-84B02B89076F}"/>
                </a:ext>
              </a:extLst>
            </p:cNvPr>
            <p:cNvSpPr/>
            <p:nvPr/>
          </p:nvSpPr>
          <p:spPr>
            <a:xfrm>
              <a:off x="3189446" y="3518534"/>
              <a:ext cx="446531" cy="354330"/>
            </a:xfrm>
            <a:custGeom>
              <a:avLst/>
              <a:gdLst>
                <a:gd name="connsiteX0" fmla="*/ 242506 w 446531"/>
                <a:gd name="connsiteY0" fmla="*/ 6572 h 354330"/>
                <a:gd name="connsiteX1" fmla="*/ 446532 w 446531"/>
                <a:gd name="connsiteY1" fmla="*/ 27146 h 354330"/>
                <a:gd name="connsiteX2" fmla="*/ 412814 w 446531"/>
                <a:gd name="connsiteY2" fmla="*/ 134398 h 354330"/>
                <a:gd name="connsiteX3" fmla="*/ 412528 w 446531"/>
                <a:gd name="connsiteY3" fmla="*/ 135350 h 354330"/>
                <a:gd name="connsiteX4" fmla="*/ 412052 w 446531"/>
                <a:gd name="connsiteY4" fmla="*/ 218694 h 354330"/>
                <a:gd name="connsiteX5" fmla="*/ 411766 w 446531"/>
                <a:gd name="connsiteY5" fmla="*/ 219170 h 354330"/>
                <a:gd name="connsiteX6" fmla="*/ 382715 w 446531"/>
                <a:gd name="connsiteY6" fmla="*/ 219170 h 354330"/>
                <a:gd name="connsiteX7" fmla="*/ 378143 w 446531"/>
                <a:gd name="connsiteY7" fmla="*/ 219075 h 354330"/>
                <a:gd name="connsiteX8" fmla="*/ 357949 w 446531"/>
                <a:gd name="connsiteY8" fmla="*/ 219075 h 354330"/>
                <a:gd name="connsiteX9" fmla="*/ 296990 w 446531"/>
                <a:gd name="connsiteY9" fmla="*/ 233553 h 354330"/>
                <a:gd name="connsiteX10" fmla="*/ 293465 w 446531"/>
                <a:gd name="connsiteY10" fmla="*/ 235458 h 354330"/>
                <a:gd name="connsiteX11" fmla="*/ 294418 w 446531"/>
                <a:gd name="connsiteY11" fmla="*/ 241649 h 354330"/>
                <a:gd name="connsiteX12" fmla="*/ 295370 w 446531"/>
                <a:gd name="connsiteY12" fmla="*/ 247936 h 354330"/>
                <a:gd name="connsiteX13" fmla="*/ 296037 w 446531"/>
                <a:gd name="connsiteY13" fmla="*/ 252508 h 354330"/>
                <a:gd name="connsiteX14" fmla="*/ 295370 w 446531"/>
                <a:gd name="connsiteY14" fmla="*/ 251555 h 354330"/>
                <a:gd name="connsiteX15" fmla="*/ 291751 w 446531"/>
                <a:gd name="connsiteY15" fmla="*/ 247936 h 354330"/>
                <a:gd name="connsiteX16" fmla="*/ 286131 w 446531"/>
                <a:gd name="connsiteY16" fmla="*/ 245364 h 354330"/>
                <a:gd name="connsiteX17" fmla="*/ 281845 w 446531"/>
                <a:gd name="connsiteY17" fmla="*/ 245554 h 354330"/>
                <a:gd name="connsiteX18" fmla="*/ 277463 w 446531"/>
                <a:gd name="connsiteY18" fmla="*/ 247460 h 354330"/>
                <a:gd name="connsiteX19" fmla="*/ 276892 w 446531"/>
                <a:gd name="connsiteY19" fmla="*/ 248031 h 354330"/>
                <a:gd name="connsiteX20" fmla="*/ 274606 w 446531"/>
                <a:gd name="connsiteY20" fmla="*/ 250317 h 354330"/>
                <a:gd name="connsiteX21" fmla="*/ 265557 w 446531"/>
                <a:gd name="connsiteY21" fmla="*/ 261366 h 354330"/>
                <a:gd name="connsiteX22" fmla="*/ 262795 w 446531"/>
                <a:gd name="connsiteY22" fmla="*/ 265652 h 354330"/>
                <a:gd name="connsiteX23" fmla="*/ 256127 w 446531"/>
                <a:gd name="connsiteY23" fmla="*/ 286321 h 354330"/>
                <a:gd name="connsiteX24" fmla="*/ 252413 w 446531"/>
                <a:gd name="connsiteY24" fmla="*/ 300133 h 354330"/>
                <a:gd name="connsiteX25" fmla="*/ 251460 w 446531"/>
                <a:gd name="connsiteY25" fmla="*/ 305562 h 354330"/>
                <a:gd name="connsiteX26" fmla="*/ 245364 w 446531"/>
                <a:gd name="connsiteY26" fmla="*/ 318992 h 354330"/>
                <a:gd name="connsiteX27" fmla="*/ 239744 w 446531"/>
                <a:gd name="connsiteY27" fmla="*/ 329279 h 354330"/>
                <a:gd name="connsiteX28" fmla="*/ 235077 w 446531"/>
                <a:gd name="connsiteY28" fmla="*/ 333566 h 354330"/>
                <a:gd name="connsiteX29" fmla="*/ 224028 w 446531"/>
                <a:gd name="connsiteY29" fmla="*/ 340995 h 354330"/>
                <a:gd name="connsiteX30" fmla="*/ 218980 w 446531"/>
                <a:gd name="connsiteY30" fmla="*/ 343281 h 354330"/>
                <a:gd name="connsiteX31" fmla="*/ 215456 w 446531"/>
                <a:gd name="connsiteY31" fmla="*/ 344424 h 354330"/>
                <a:gd name="connsiteX32" fmla="*/ 214313 w 446531"/>
                <a:gd name="connsiteY32" fmla="*/ 344710 h 354330"/>
                <a:gd name="connsiteX33" fmla="*/ 202978 w 446531"/>
                <a:gd name="connsiteY33" fmla="*/ 345758 h 354330"/>
                <a:gd name="connsiteX34" fmla="*/ 155162 w 446531"/>
                <a:gd name="connsiteY34" fmla="*/ 351377 h 354330"/>
                <a:gd name="connsiteX35" fmla="*/ 131826 w 446531"/>
                <a:gd name="connsiteY35" fmla="*/ 349758 h 354330"/>
                <a:gd name="connsiteX36" fmla="*/ 118967 w 446531"/>
                <a:gd name="connsiteY36" fmla="*/ 349949 h 354330"/>
                <a:gd name="connsiteX37" fmla="*/ 114967 w 446531"/>
                <a:gd name="connsiteY37" fmla="*/ 349949 h 354330"/>
                <a:gd name="connsiteX38" fmla="*/ 90678 w 446531"/>
                <a:gd name="connsiteY38" fmla="*/ 350996 h 354330"/>
                <a:gd name="connsiteX39" fmla="*/ 74486 w 446531"/>
                <a:gd name="connsiteY39" fmla="*/ 352044 h 354330"/>
                <a:gd name="connsiteX40" fmla="*/ 69152 w 446531"/>
                <a:gd name="connsiteY40" fmla="*/ 352616 h 354330"/>
                <a:gd name="connsiteX41" fmla="*/ 61531 w 446531"/>
                <a:gd name="connsiteY41" fmla="*/ 353568 h 354330"/>
                <a:gd name="connsiteX42" fmla="*/ 59531 w 446531"/>
                <a:gd name="connsiteY42" fmla="*/ 353854 h 354330"/>
                <a:gd name="connsiteX43" fmla="*/ 58674 w 446531"/>
                <a:gd name="connsiteY43" fmla="*/ 353949 h 354330"/>
                <a:gd name="connsiteX44" fmla="*/ 55721 w 446531"/>
                <a:gd name="connsiteY44" fmla="*/ 354330 h 354330"/>
                <a:gd name="connsiteX45" fmla="*/ 47625 w 446531"/>
                <a:gd name="connsiteY45" fmla="*/ 354235 h 354330"/>
                <a:gd name="connsiteX46" fmla="*/ 19431 w 446531"/>
                <a:gd name="connsiteY46" fmla="*/ 352139 h 354330"/>
                <a:gd name="connsiteX47" fmla="*/ 0 w 446531"/>
                <a:gd name="connsiteY47" fmla="*/ 311944 h 354330"/>
                <a:gd name="connsiteX48" fmla="*/ 20193 w 446531"/>
                <a:gd name="connsiteY48" fmla="*/ 292513 h 354330"/>
                <a:gd name="connsiteX49" fmla="*/ 21812 w 446531"/>
                <a:gd name="connsiteY49" fmla="*/ 290798 h 354330"/>
                <a:gd name="connsiteX50" fmla="*/ 24194 w 446531"/>
                <a:gd name="connsiteY50" fmla="*/ 287941 h 354330"/>
                <a:gd name="connsiteX51" fmla="*/ 24956 w 446531"/>
                <a:gd name="connsiteY51" fmla="*/ 286321 h 354330"/>
                <a:gd name="connsiteX52" fmla="*/ 27527 w 446531"/>
                <a:gd name="connsiteY52" fmla="*/ 280988 h 354330"/>
                <a:gd name="connsiteX53" fmla="*/ 30575 w 446531"/>
                <a:gd name="connsiteY53" fmla="*/ 273939 h 354330"/>
                <a:gd name="connsiteX54" fmla="*/ 45625 w 446531"/>
                <a:gd name="connsiteY54" fmla="*/ 201739 h 354330"/>
                <a:gd name="connsiteX55" fmla="*/ 17907 w 446531"/>
                <a:gd name="connsiteY55" fmla="*/ 171164 h 354330"/>
                <a:gd name="connsiteX56" fmla="*/ 45625 w 446531"/>
                <a:gd name="connsiteY56" fmla="*/ 143161 h 354330"/>
                <a:gd name="connsiteX57" fmla="*/ 62484 w 446531"/>
                <a:gd name="connsiteY57" fmla="*/ 128397 h 354330"/>
                <a:gd name="connsiteX58" fmla="*/ 76105 w 446531"/>
                <a:gd name="connsiteY58" fmla="*/ 121825 h 354330"/>
                <a:gd name="connsiteX59" fmla="*/ 101727 w 446531"/>
                <a:gd name="connsiteY59" fmla="*/ 102775 h 354330"/>
                <a:gd name="connsiteX60" fmla="*/ 145637 w 446531"/>
                <a:gd name="connsiteY60" fmla="*/ 69913 h 354330"/>
                <a:gd name="connsiteX61" fmla="*/ 166211 w 446531"/>
                <a:gd name="connsiteY61" fmla="*/ 54197 h 354330"/>
                <a:gd name="connsiteX62" fmla="*/ 173355 w 446531"/>
                <a:gd name="connsiteY62" fmla="*/ 48101 h 354330"/>
                <a:gd name="connsiteX63" fmla="*/ 178118 w 446531"/>
                <a:gd name="connsiteY63" fmla="*/ 37147 h 354330"/>
                <a:gd name="connsiteX64" fmla="*/ 180975 w 446531"/>
                <a:gd name="connsiteY64" fmla="*/ 16574 h 354330"/>
                <a:gd name="connsiteX65" fmla="*/ 181451 w 446531"/>
                <a:gd name="connsiteY65" fmla="*/ 13240 h 354330"/>
                <a:gd name="connsiteX66" fmla="*/ 181070 w 446531"/>
                <a:gd name="connsiteY66" fmla="*/ 11239 h 354330"/>
                <a:gd name="connsiteX67" fmla="*/ 180213 w 446531"/>
                <a:gd name="connsiteY67" fmla="*/ 6287 h 354330"/>
                <a:gd name="connsiteX68" fmla="*/ 179832 w 446531"/>
                <a:gd name="connsiteY68" fmla="*/ 4477 h 354330"/>
                <a:gd name="connsiteX69" fmla="*/ 179070 w 446531"/>
                <a:gd name="connsiteY69" fmla="*/ 476 h 354330"/>
                <a:gd name="connsiteX70" fmla="*/ 179070 w 446531"/>
                <a:gd name="connsiteY70" fmla="*/ 0 h 354330"/>
                <a:gd name="connsiteX71" fmla="*/ 242506 w 446531"/>
                <a:gd name="connsiteY71" fmla="*/ 6572 h 35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46531" h="354330">
                  <a:moveTo>
                    <a:pt x="242506" y="6572"/>
                  </a:moveTo>
                  <a:lnTo>
                    <a:pt x="446532" y="27146"/>
                  </a:lnTo>
                  <a:lnTo>
                    <a:pt x="412814" y="134398"/>
                  </a:lnTo>
                  <a:lnTo>
                    <a:pt x="412528" y="135350"/>
                  </a:lnTo>
                  <a:lnTo>
                    <a:pt x="412052" y="218694"/>
                  </a:lnTo>
                  <a:lnTo>
                    <a:pt x="411766" y="219170"/>
                  </a:lnTo>
                  <a:lnTo>
                    <a:pt x="382715" y="219170"/>
                  </a:lnTo>
                  <a:lnTo>
                    <a:pt x="378143" y="219075"/>
                  </a:lnTo>
                  <a:lnTo>
                    <a:pt x="357949" y="219075"/>
                  </a:lnTo>
                  <a:lnTo>
                    <a:pt x="296990" y="233553"/>
                  </a:lnTo>
                  <a:lnTo>
                    <a:pt x="293465" y="235458"/>
                  </a:lnTo>
                  <a:lnTo>
                    <a:pt x="294418" y="241649"/>
                  </a:lnTo>
                  <a:lnTo>
                    <a:pt x="295370" y="247936"/>
                  </a:lnTo>
                  <a:lnTo>
                    <a:pt x="296037" y="252508"/>
                  </a:lnTo>
                  <a:lnTo>
                    <a:pt x="295370" y="251555"/>
                  </a:lnTo>
                  <a:lnTo>
                    <a:pt x="291751" y="247936"/>
                  </a:lnTo>
                  <a:lnTo>
                    <a:pt x="286131" y="245364"/>
                  </a:lnTo>
                  <a:lnTo>
                    <a:pt x="281845" y="245554"/>
                  </a:lnTo>
                  <a:lnTo>
                    <a:pt x="277463" y="247460"/>
                  </a:lnTo>
                  <a:lnTo>
                    <a:pt x="276892" y="248031"/>
                  </a:lnTo>
                  <a:lnTo>
                    <a:pt x="274606" y="250317"/>
                  </a:lnTo>
                  <a:lnTo>
                    <a:pt x="265557" y="261366"/>
                  </a:lnTo>
                  <a:lnTo>
                    <a:pt x="262795" y="265652"/>
                  </a:lnTo>
                  <a:lnTo>
                    <a:pt x="256127" y="286321"/>
                  </a:lnTo>
                  <a:lnTo>
                    <a:pt x="252413" y="300133"/>
                  </a:lnTo>
                  <a:lnTo>
                    <a:pt x="251460" y="305562"/>
                  </a:lnTo>
                  <a:lnTo>
                    <a:pt x="245364" y="318992"/>
                  </a:lnTo>
                  <a:lnTo>
                    <a:pt x="239744" y="329279"/>
                  </a:lnTo>
                  <a:lnTo>
                    <a:pt x="235077" y="333566"/>
                  </a:lnTo>
                  <a:lnTo>
                    <a:pt x="224028" y="340995"/>
                  </a:lnTo>
                  <a:lnTo>
                    <a:pt x="218980" y="343281"/>
                  </a:lnTo>
                  <a:lnTo>
                    <a:pt x="215456" y="344424"/>
                  </a:lnTo>
                  <a:lnTo>
                    <a:pt x="214313" y="344710"/>
                  </a:lnTo>
                  <a:lnTo>
                    <a:pt x="202978" y="345758"/>
                  </a:lnTo>
                  <a:lnTo>
                    <a:pt x="155162" y="351377"/>
                  </a:lnTo>
                  <a:lnTo>
                    <a:pt x="131826" y="349758"/>
                  </a:lnTo>
                  <a:lnTo>
                    <a:pt x="118967" y="349949"/>
                  </a:lnTo>
                  <a:lnTo>
                    <a:pt x="114967" y="349949"/>
                  </a:lnTo>
                  <a:lnTo>
                    <a:pt x="90678" y="350996"/>
                  </a:lnTo>
                  <a:lnTo>
                    <a:pt x="74486" y="352044"/>
                  </a:lnTo>
                  <a:lnTo>
                    <a:pt x="69152" y="352616"/>
                  </a:lnTo>
                  <a:lnTo>
                    <a:pt x="61531" y="353568"/>
                  </a:lnTo>
                  <a:lnTo>
                    <a:pt x="59531" y="353854"/>
                  </a:lnTo>
                  <a:lnTo>
                    <a:pt x="58674" y="353949"/>
                  </a:lnTo>
                  <a:lnTo>
                    <a:pt x="55721" y="354330"/>
                  </a:lnTo>
                  <a:lnTo>
                    <a:pt x="47625" y="354235"/>
                  </a:lnTo>
                  <a:lnTo>
                    <a:pt x="19431" y="352139"/>
                  </a:lnTo>
                  <a:lnTo>
                    <a:pt x="0" y="311944"/>
                  </a:lnTo>
                  <a:lnTo>
                    <a:pt x="20193" y="292513"/>
                  </a:lnTo>
                  <a:lnTo>
                    <a:pt x="21812" y="290798"/>
                  </a:lnTo>
                  <a:lnTo>
                    <a:pt x="24194" y="287941"/>
                  </a:lnTo>
                  <a:lnTo>
                    <a:pt x="24956" y="286321"/>
                  </a:lnTo>
                  <a:lnTo>
                    <a:pt x="27527" y="280988"/>
                  </a:lnTo>
                  <a:lnTo>
                    <a:pt x="30575" y="273939"/>
                  </a:lnTo>
                  <a:lnTo>
                    <a:pt x="45625" y="201739"/>
                  </a:lnTo>
                  <a:lnTo>
                    <a:pt x="17907" y="171164"/>
                  </a:lnTo>
                  <a:lnTo>
                    <a:pt x="45625" y="143161"/>
                  </a:lnTo>
                  <a:lnTo>
                    <a:pt x="62484" y="128397"/>
                  </a:lnTo>
                  <a:lnTo>
                    <a:pt x="76105" y="121825"/>
                  </a:lnTo>
                  <a:lnTo>
                    <a:pt x="101727" y="102775"/>
                  </a:lnTo>
                  <a:lnTo>
                    <a:pt x="145637" y="69913"/>
                  </a:lnTo>
                  <a:lnTo>
                    <a:pt x="166211" y="54197"/>
                  </a:lnTo>
                  <a:lnTo>
                    <a:pt x="173355" y="48101"/>
                  </a:lnTo>
                  <a:lnTo>
                    <a:pt x="178118" y="37147"/>
                  </a:lnTo>
                  <a:lnTo>
                    <a:pt x="180975" y="16574"/>
                  </a:lnTo>
                  <a:lnTo>
                    <a:pt x="181451" y="13240"/>
                  </a:lnTo>
                  <a:lnTo>
                    <a:pt x="181070" y="11239"/>
                  </a:lnTo>
                  <a:lnTo>
                    <a:pt x="180213" y="6287"/>
                  </a:lnTo>
                  <a:lnTo>
                    <a:pt x="179832" y="4477"/>
                  </a:lnTo>
                  <a:lnTo>
                    <a:pt x="179070" y="476"/>
                  </a:lnTo>
                  <a:lnTo>
                    <a:pt x="179070" y="0"/>
                  </a:lnTo>
                  <a:lnTo>
                    <a:pt x="242506" y="65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6" name="서울특별시 강서구 공항동">
              <a:extLst>
                <a:ext uri="{FF2B5EF4-FFF2-40B4-BE49-F238E27FC236}">
                  <a16:creationId xmlns:a16="http://schemas.microsoft.com/office/drawing/2014/main" id="{4826DDC7-2D93-1B77-2514-6B691789B55E}"/>
                </a:ext>
              </a:extLst>
            </p:cNvPr>
            <p:cNvSpPr/>
            <p:nvPr/>
          </p:nvSpPr>
          <p:spPr>
            <a:xfrm>
              <a:off x="2295525" y="3206019"/>
              <a:ext cx="1141095" cy="751808"/>
            </a:xfrm>
            <a:custGeom>
              <a:avLst/>
              <a:gdLst>
                <a:gd name="connsiteX0" fmla="*/ 847725 w 1141095"/>
                <a:gd name="connsiteY0" fmla="*/ 240030 h 751808"/>
                <a:gd name="connsiteX1" fmla="*/ 850392 w 1141095"/>
                <a:gd name="connsiteY1" fmla="*/ 242030 h 751808"/>
                <a:gd name="connsiteX2" fmla="*/ 851345 w 1141095"/>
                <a:gd name="connsiteY2" fmla="*/ 242602 h 751808"/>
                <a:gd name="connsiteX3" fmla="*/ 871633 w 1141095"/>
                <a:gd name="connsiteY3" fmla="*/ 241649 h 751808"/>
                <a:gd name="connsiteX4" fmla="*/ 895636 w 1141095"/>
                <a:gd name="connsiteY4" fmla="*/ 234505 h 751808"/>
                <a:gd name="connsiteX5" fmla="*/ 945833 w 1141095"/>
                <a:gd name="connsiteY5" fmla="*/ 229838 h 751808"/>
                <a:gd name="connsiteX6" fmla="*/ 946976 w 1141095"/>
                <a:gd name="connsiteY6" fmla="*/ 229934 h 751808"/>
                <a:gd name="connsiteX7" fmla="*/ 946976 w 1141095"/>
                <a:gd name="connsiteY7" fmla="*/ 231934 h 751808"/>
                <a:gd name="connsiteX8" fmla="*/ 946976 w 1141095"/>
                <a:gd name="connsiteY8" fmla="*/ 257556 h 751808"/>
                <a:gd name="connsiteX9" fmla="*/ 1033463 w 1141095"/>
                <a:gd name="connsiteY9" fmla="*/ 269081 h 751808"/>
                <a:gd name="connsiteX10" fmla="*/ 1141095 w 1141095"/>
                <a:gd name="connsiteY10" fmla="*/ 280321 h 751808"/>
                <a:gd name="connsiteX11" fmla="*/ 1136428 w 1141095"/>
                <a:gd name="connsiteY11" fmla="*/ 319088 h 751808"/>
                <a:gd name="connsiteX12" fmla="*/ 1072991 w 1141095"/>
                <a:gd name="connsiteY12" fmla="*/ 312515 h 751808"/>
                <a:gd name="connsiteX13" fmla="*/ 1072991 w 1141095"/>
                <a:gd name="connsiteY13" fmla="*/ 312992 h 751808"/>
                <a:gd name="connsiteX14" fmla="*/ 1073753 w 1141095"/>
                <a:gd name="connsiteY14" fmla="*/ 316992 h 751808"/>
                <a:gd name="connsiteX15" fmla="*/ 1074134 w 1141095"/>
                <a:gd name="connsiteY15" fmla="*/ 318802 h 751808"/>
                <a:gd name="connsiteX16" fmla="*/ 1074992 w 1141095"/>
                <a:gd name="connsiteY16" fmla="*/ 323755 h 751808"/>
                <a:gd name="connsiteX17" fmla="*/ 1075373 w 1141095"/>
                <a:gd name="connsiteY17" fmla="*/ 325755 h 751808"/>
                <a:gd name="connsiteX18" fmla="*/ 1074896 w 1141095"/>
                <a:gd name="connsiteY18" fmla="*/ 329089 h 751808"/>
                <a:gd name="connsiteX19" fmla="*/ 1072039 w 1141095"/>
                <a:gd name="connsiteY19" fmla="*/ 349663 h 751808"/>
                <a:gd name="connsiteX20" fmla="*/ 1067276 w 1141095"/>
                <a:gd name="connsiteY20" fmla="*/ 360617 h 751808"/>
                <a:gd name="connsiteX21" fmla="*/ 1060133 w 1141095"/>
                <a:gd name="connsiteY21" fmla="*/ 366713 h 751808"/>
                <a:gd name="connsiteX22" fmla="*/ 1039559 w 1141095"/>
                <a:gd name="connsiteY22" fmla="*/ 382429 h 751808"/>
                <a:gd name="connsiteX23" fmla="*/ 995648 w 1141095"/>
                <a:gd name="connsiteY23" fmla="*/ 415290 h 751808"/>
                <a:gd name="connsiteX24" fmla="*/ 970026 w 1141095"/>
                <a:gd name="connsiteY24" fmla="*/ 434340 h 751808"/>
                <a:gd name="connsiteX25" fmla="*/ 956405 w 1141095"/>
                <a:gd name="connsiteY25" fmla="*/ 440912 h 751808"/>
                <a:gd name="connsiteX26" fmla="*/ 939546 w 1141095"/>
                <a:gd name="connsiteY26" fmla="*/ 455676 h 751808"/>
                <a:gd name="connsiteX27" fmla="*/ 911828 w 1141095"/>
                <a:gd name="connsiteY27" fmla="*/ 483680 h 751808"/>
                <a:gd name="connsiteX28" fmla="*/ 939546 w 1141095"/>
                <a:gd name="connsiteY28" fmla="*/ 514255 h 751808"/>
                <a:gd name="connsiteX29" fmla="*/ 924497 w 1141095"/>
                <a:gd name="connsiteY29" fmla="*/ 586454 h 751808"/>
                <a:gd name="connsiteX30" fmla="*/ 921449 w 1141095"/>
                <a:gd name="connsiteY30" fmla="*/ 593503 h 751808"/>
                <a:gd name="connsiteX31" fmla="*/ 918877 w 1141095"/>
                <a:gd name="connsiteY31" fmla="*/ 598837 h 751808"/>
                <a:gd name="connsiteX32" fmla="*/ 918115 w 1141095"/>
                <a:gd name="connsiteY32" fmla="*/ 600456 h 751808"/>
                <a:gd name="connsiteX33" fmla="*/ 915734 w 1141095"/>
                <a:gd name="connsiteY33" fmla="*/ 603313 h 751808"/>
                <a:gd name="connsiteX34" fmla="*/ 914114 w 1141095"/>
                <a:gd name="connsiteY34" fmla="*/ 605028 h 751808"/>
                <a:gd name="connsiteX35" fmla="*/ 893921 w 1141095"/>
                <a:gd name="connsiteY35" fmla="*/ 624459 h 751808"/>
                <a:gd name="connsiteX36" fmla="*/ 886873 w 1141095"/>
                <a:gd name="connsiteY36" fmla="*/ 638080 h 751808"/>
                <a:gd name="connsiteX37" fmla="*/ 881634 w 1141095"/>
                <a:gd name="connsiteY37" fmla="*/ 647795 h 751808"/>
                <a:gd name="connsiteX38" fmla="*/ 874490 w 1141095"/>
                <a:gd name="connsiteY38" fmla="*/ 659225 h 751808"/>
                <a:gd name="connsiteX39" fmla="*/ 869633 w 1141095"/>
                <a:gd name="connsiteY39" fmla="*/ 658463 h 751808"/>
                <a:gd name="connsiteX40" fmla="*/ 865251 w 1141095"/>
                <a:gd name="connsiteY40" fmla="*/ 657797 h 751808"/>
                <a:gd name="connsiteX41" fmla="*/ 835724 w 1141095"/>
                <a:gd name="connsiteY41" fmla="*/ 647033 h 751808"/>
                <a:gd name="connsiteX42" fmla="*/ 818864 w 1141095"/>
                <a:gd name="connsiteY42" fmla="*/ 633603 h 751808"/>
                <a:gd name="connsiteX43" fmla="*/ 816102 w 1141095"/>
                <a:gd name="connsiteY43" fmla="*/ 618839 h 751808"/>
                <a:gd name="connsiteX44" fmla="*/ 813721 w 1141095"/>
                <a:gd name="connsiteY44" fmla="*/ 617696 h 751808"/>
                <a:gd name="connsiteX45" fmla="*/ 810101 w 1141095"/>
                <a:gd name="connsiteY45" fmla="*/ 617601 h 751808"/>
                <a:gd name="connsiteX46" fmla="*/ 755904 w 1141095"/>
                <a:gd name="connsiteY46" fmla="*/ 618077 h 751808"/>
                <a:gd name="connsiteX47" fmla="*/ 699230 w 1141095"/>
                <a:gd name="connsiteY47" fmla="*/ 620363 h 751808"/>
                <a:gd name="connsiteX48" fmla="*/ 676847 w 1141095"/>
                <a:gd name="connsiteY48" fmla="*/ 631698 h 751808"/>
                <a:gd name="connsiteX49" fmla="*/ 643414 w 1141095"/>
                <a:gd name="connsiteY49" fmla="*/ 668179 h 751808"/>
                <a:gd name="connsiteX50" fmla="*/ 633889 w 1141095"/>
                <a:gd name="connsiteY50" fmla="*/ 689134 h 751808"/>
                <a:gd name="connsiteX51" fmla="*/ 624364 w 1141095"/>
                <a:gd name="connsiteY51" fmla="*/ 718376 h 751808"/>
                <a:gd name="connsiteX52" fmla="*/ 546068 w 1141095"/>
                <a:gd name="connsiteY52" fmla="*/ 751808 h 751808"/>
                <a:gd name="connsiteX53" fmla="*/ 538829 w 1141095"/>
                <a:gd name="connsiteY53" fmla="*/ 733235 h 751808"/>
                <a:gd name="connsiteX54" fmla="*/ 535877 w 1141095"/>
                <a:gd name="connsiteY54" fmla="*/ 724567 h 751808"/>
                <a:gd name="connsiteX55" fmla="*/ 534067 w 1141095"/>
                <a:gd name="connsiteY55" fmla="*/ 686372 h 751808"/>
                <a:gd name="connsiteX56" fmla="*/ 536448 w 1141095"/>
                <a:gd name="connsiteY56" fmla="*/ 682943 h 751808"/>
                <a:gd name="connsiteX57" fmla="*/ 539210 w 1141095"/>
                <a:gd name="connsiteY57" fmla="*/ 678847 h 751808"/>
                <a:gd name="connsiteX58" fmla="*/ 526733 w 1141095"/>
                <a:gd name="connsiteY58" fmla="*/ 647890 h 751808"/>
                <a:gd name="connsiteX59" fmla="*/ 469487 w 1141095"/>
                <a:gd name="connsiteY59" fmla="*/ 606552 h 751808"/>
                <a:gd name="connsiteX60" fmla="*/ 377095 w 1141095"/>
                <a:gd name="connsiteY60" fmla="*/ 564452 h 751808"/>
                <a:gd name="connsiteX61" fmla="*/ 375571 w 1141095"/>
                <a:gd name="connsiteY61" fmla="*/ 564547 h 751808"/>
                <a:gd name="connsiteX62" fmla="*/ 341567 w 1141095"/>
                <a:gd name="connsiteY62" fmla="*/ 564737 h 751808"/>
                <a:gd name="connsiteX63" fmla="*/ 340519 w 1141095"/>
                <a:gd name="connsiteY63" fmla="*/ 564737 h 751808"/>
                <a:gd name="connsiteX64" fmla="*/ 318611 w 1141095"/>
                <a:gd name="connsiteY64" fmla="*/ 564833 h 751808"/>
                <a:gd name="connsiteX65" fmla="*/ 306800 w 1141095"/>
                <a:gd name="connsiteY65" fmla="*/ 564928 h 751808"/>
                <a:gd name="connsiteX66" fmla="*/ 290989 w 1141095"/>
                <a:gd name="connsiteY66" fmla="*/ 564452 h 751808"/>
                <a:gd name="connsiteX67" fmla="*/ 283178 w 1141095"/>
                <a:gd name="connsiteY67" fmla="*/ 562928 h 751808"/>
                <a:gd name="connsiteX68" fmla="*/ 224219 w 1141095"/>
                <a:gd name="connsiteY68" fmla="*/ 526637 h 751808"/>
                <a:gd name="connsiteX69" fmla="*/ 218408 w 1141095"/>
                <a:gd name="connsiteY69" fmla="*/ 523018 h 751808"/>
                <a:gd name="connsiteX70" fmla="*/ 208121 w 1141095"/>
                <a:gd name="connsiteY70" fmla="*/ 517303 h 751808"/>
                <a:gd name="connsiteX71" fmla="*/ 203073 w 1141095"/>
                <a:gd name="connsiteY71" fmla="*/ 514636 h 751808"/>
                <a:gd name="connsiteX72" fmla="*/ 197549 w 1141095"/>
                <a:gd name="connsiteY72" fmla="*/ 513493 h 751808"/>
                <a:gd name="connsiteX73" fmla="*/ 189833 w 1141095"/>
                <a:gd name="connsiteY73" fmla="*/ 513493 h 751808"/>
                <a:gd name="connsiteX74" fmla="*/ 169164 w 1141095"/>
                <a:gd name="connsiteY74" fmla="*/ 515207 h 751808"/>
                <a:gd name="connsiteX75" fmla="*/ 165640 w 1141095"/>
                <a:gd name="connsiteY75" fmla="*/ 515398 h 751808"/>
                <a:gd name="connsiteX76" fmla="*/ 124778 w 1141095"/>
                <a:gd name="connsiteY76" fmla="*/ 518351 h 751808"/>
                <a:gd name="connsiteX77" fmla="*/ 114205 w 1141095"/>
                <a:gd name="connsiteY77" fmla="*/ 502920 h 751808"/>
                <a:gd name="connsiteX78" fmla="*/ 108395 w 1141095"/>
                <a:gd name="connsiteY78" fmla="*/ 494538 h 751808"/>
                <a:gd name="connsiteX79" fmla="*/ 77534 w 1141095"/>
                <a:gd name="connsiteY79" fmla="*/ 454723 h 751808"/>
                <a:gd name="connsiteX80" fmla="*/ 66770 w 1141095"/>
                <a:gd name="connsiteY80" fmla="*/ 446056 h 751808"/>
                <a:gd name="connsiteX81" fmla="*/ 63246 w 1141095"/>
                <a:gd name="connsiteY81" fmla="*/ 435959 h 751808"/>
                <a:gd name="connsiteX82" fmla="*/ 62198 w 1141095"/>
                <a:gd name="connsiteY82" fmla="*/ 419005 h 751808"/>
                <a:gd name="connsiteX83" fmla="*/ 53054 w 1141095"/>
                <a:gd name="connsiteY83" fmla="*/ 419671 h 751808"/>
                <a:gd name="connsiteX84" fmla="*/ 5525 w 1141095"/>
                <a:gd name="connsiteY84" fmla="*/ 402431 h 751808"/>
                <a:gd name="connsiteX85" fmla="*/ 2857 w 1141095"/>
                <a:gd name="connsiteY85" fmla="*/ 401098 h 751808"/>
                <a:gd name="connsiteX86" fmla="*/ 1238 w 1141095"/>
                <a:gd name="connsiteY86" fmla="*/ 400336 h 751808"/>
                <a:gd name="connsiteX87" fmla="*/ 476 w 1141095"/>
                <a:gd name="connsiteY87" fmla="*/ 399002 h 751808"/>
                <a:gd name="connsiteX88" fmla="*/ 0 w 1141095"/>
                <a:gd name="connsiteY88" fmla="*/ 398145 h 751808"/>
                <a:gd name="connsiteX89" fmla="*/ 571 w 1141095"/>
                <a:gd name="connsiteY89" fmla="*/ 397383 h 751808"/>
                <a:gd name="connsiteX90" fmla="*/ 953 w 1141095"/>
                <a:gd name="connsiteY90" fmla="*/ 397002 h 751808"/>
                <a:gd name="connsiteX91" fmla="*/ 2096 w 1141095"/>
                <a:gd name="connsiteY91" fmla="*/ 396526 h 751808"/>
                <a:gd name="connsiteX92" fmla="*/ 3524 w 1141095"/>
                <a:gd name="connsiteY92" fmla="*/ 395859 h 751808"/>
                <a:gd name="connsiteX93" fmla="*/ 5239 w 1141095"/>
                <a:gd name="connsiteY93" fmla="*/ 395097 h 751808"/>
                <a:gd name="connsiteX94" fmla="*/ 92297 w 1141095"/>
                <a:gd name="connsiteY94" fmla="*/ 365474 h 751808"/>
                <a:gd name="connsiteX95" fmla="*/ 93917 w 1141095"/>
                <a:gd name="connsiteY95" fmla="*/ 365188 h 751808"/>
                <a:gd name="connsiteX96" fmla="*/ 98774 w 1141095"/>
                <a:gd name="connsiteY96" fmla="*/ 364427 h 751808"/>
                <a:gd name="connsiteX97" fmla="*/ 109442 w 1141095"/>
                <a:gd name="connsiteY97" fmla="*/ 364522 h 751808"/>
                <a:gd name="connsiteX98" fmla="*/ 116872 w 1141095"/>
                <a:gd name="connsiteY98" fmla="*/ 364998 h 751808"/>
                <a:gd name="connsiteX99" fmla="*/ 205835 w 1141095"/>
                <a:gd name="connsiteY99" fmla="*/ 280892 h 751808"/>
                <a:gd name="connsiteX100" fmla="*/ 202787 w 1141095"/>
                <a:gd name="connsiteY100" fmla="*/ 216122 h 751808"/>
                <a:gd name="connsiteX101" fmla="*/ 229838 w 1141095"/>
                <a:gd name="connsiteY101" fmla="*/ 198692 h 751808"/>
                <a:gd name="connsiteX102" fmla="*/ 294608 w 1141095"/>
                <a:gd name="connsiteY102" fmla="*/ 162592 h 751808"/>
                <a:gd name="connsiteX103" fmla="*/ 330422 w 1141095"/>
                <a:gd name="connsiteY103" fmla="*/ 128207 h 751808"/>
                <a:gd name="connsiteX104" fmla="*/ 320707 w 1141095"/>
                <a:gd name="connsiteY104" fmla="*/ 101727 h 751808"/>
                <a:gd name="connsiteX105" fmla="*/ 319564 w 1141095"/>
                <a:gd name="connsiteY105" fmla="*/ 98870 h 751808"/>
                <a:gd name="connsiteX106" fmla="*/ 331661 w 1141095"/>
                <a:gd name="connsiteY106" fmla="*/ 71628 h 751808"/>
                <a:gd name="connsiteX107" fmla="*/ 332518 w 1141095"/>
                <a:gd name="connsiteY107" fmla="*/ 70295 h 751808"/>
                <a:gd name="connsiteX108" fmla="*/ 334042 w 1141095"/>
                <a:gd name="connsiteY108" fmla="*/ 67818 h 751808"/>
                <a:gd name="connsiteX109" fmla="*/ 337375 w 1141095"/>
                <a:gd name="connsiteY109" fmla="*/ 65246 h 751808"/>
                <a:gd name="connsiteX110" fmla="*/ 368046 w 1141095"/>
                <a:gd name="connsiteY110" fmla="*/ 47625 h 751808"/>
                <a:gd name="connsiteX111" fmla="*/ 431387 w 1141095"/>
                <a:gd name="connsiteY111" fmla="*/ 10096 h 751808"/>
                <a:gd name="connsiteX112" fmla="*/ 443960 w 1141095"/>
                <a:gd name="connsiteY112" fmla="*/ 0 h 751808"/>
                <a:gd name="connsiteX113" fmla="*/ 527780 w 1141095"/>
                <a:gd name="connsiteY113" fmla="*/ 13907 h 751808"/>
                <a:gd name="connsiteX114" fmla="*/ 558832 w 1141095"/>
                <a:gd name="connsiteY114" fmla="*/ 39148 h 751808"/>
                <a:gd name="connsiteX115" fmla="*/ 580739 w 1141095"/>
                <a:gd name="connsiteY115" fmla="*/ 66580 h 751808"/>
                <a:gd name="connsiteX116" fmla="*/ 583787 w 1141095"/>
                <a:gd name="connsiteY116" fmla="*/ 70390 h 751808"/>
                <a:gd name="connsiteX117" fmla="*/ 622173 w 1141095"/>
                <a:gd name="connsiteY117" fmla="*/ 106108 h 751808"/>
                <a:gd name="connsiteX118" fmla="*/ 631031 w 1141095"/>
                <a:gd name="connsiteY118" fmla="*/ 113348 h 751808"/>
                <a:gd name="connsiteX119" fmla="*/ 651891 w 1141095"/>
                <a:gd name="connsiteY119" fmla="*/ 130397 h 751808"/>
                <a:gd name="connsiteX120" fmla="*/ 647986 w 1141095"/>
                <a:gd name="connsiteY120" fmla="*/ 138303 h 751808"/>
                <a:gd name="connsiteX121" fmla="*/ 624554 w 1141095"/>
                <a:gd name="connsiteY121" fmla="*/ 184690 h 751808"/>
                <a:gd name="connsiteX122" fmla="*/ 623411 w 1141095"/>
                <a:gd name="connsiteY122" fmla="*/ 186785 h 751808"/>
                <a:gd name="connsiteX123" fmla="*/ 641318 w 1141095"/>
                <a:gd name="connsiteY123" fmla="*/ 221837 h 751808"/>
                <a:gd name="connsiteX124" fmla="*/ 678752 w 1141095"/>
                <a:gd name="connsiteY124" fmla="*/ 271653 h 751808"/>
                <a:gd name="connsiteX125" fmla="*/ 697802 w 1141095"/>
                <a:gd name="connsiteY125" fmla="*/ 273939 h 751808"/>
                <a:gd name="connsiteX126" fmla="*/ 786575 w 1141095"/>
                <a:gd name="connsiteY126" fmla="*/ 282702 h 751808"/>
                <a:gd name="connsiteX127" fmla="*/ 812863 w 1141095"/>
                <a:gd name="connsiteY127" fmla="*/ 267462 h 751808"/>
                <a:gd name="connsiteX128" fmla="*/ 832295 w 1141095"/>
                <a:gd name="connsiteY128" fmla="*/ 252508 h 751808"/>
                <a:gd name="connsiteX129" fmla="*/ 836581 w 1141095"/>
                <a:gd name="connsiteY129" fmla="*/ 249174 h 751808"/>
                <a:gd name="connsiteX130" fmla="*/ 847725 w 1141095"/>
                <a:gd name="connsiteY130" fmla="*/ 240030 h 751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1141095" h="751808">
                  <a:moveTo>
                    <a:pt x="847725" y="240030"/>
                  </a:moveTo>
                  <a:lnTo>
                    <a:pt x="850392" y="242030"/>
                  </a:lnTo>
                  <a:lnTo>
                    <a:pt x="851345" y="242602"/>
                  </a:lnTo>
                  <a:lnTo>
                    <a:pt x="871633" y="241649"/>
                  </a:lnTo>
                  <a:lnTo>
                    <a:pt x="895636" y="234505"/>
                  </a:lnTo>
                  <a:lnTo>
                    <a:pt x="945833" y="229838"/>
                  </a:lnTo>
                  <a:lnTo>
                    <a:pt x="946976" y="229934"/>
                  </a:lnTo>
                  <a:lnTo>
                    <a:pt x="946976" y="231934"/>
                  </a:lnTo>
                  <a:lnTo>
                    <a:pt x="946976" y="257556"/>
                  </a:lnTo>
                  <a:lnTo>
                    <a:pt x="1033463" y="269081"/>
                  </a:lnTo>
                  <a:lnTo>
                    <a:pt x="1141095" y="280321"/>
                  </a:lnTo>
                  <a:lnTo>
                    <a:pt x="1136428" y="319088"/>
                  </a:lnTo>
                  <a:lnTo>
                    <a:pt x="1072991" y="312515"/>
                  </a:lnTo>
                  <a:lnTo>
                    <a:pt x="1072991" y="312992"/>
                  </a:lnTo>
                  <a:lnTo>
                    <a:pt x="1073753" y="316992"/>
                  </a:lnTo>
                  <a:lnTo>
                    <a:pt x="1074134" y="318802"/>
                  </a:lnTo>
                  <a:lnTo>
                    <a:pt x="1074992" y="323755"/>
                  </a:lnTo>
                  <a:lnTo>
                    <a:pt x="1075373" y="325755"/>
                  </a:lnTo>
                  <a:lnTo>
                    <a:pt x="1074896" y="329089"/>
                  </a:lnTo>
                  <a:lnTo>
                    <a:pt x="1072039" y="349663"/>
                  </a:lnTo>
                  <a:lnTo>
                    <a:pt x="1067276" y="360617"/>
                  </a:lnTo>
                  <a:lnTo>
                    <a:pt x="1060133" y="366713"/>
                  </a:lnTo>
                  <a:lnTo>
                    <a:pt x="1039559" y="382429"/>
                  </a:lnTo>
                  <a:lnTo>
                    <a:pt x="995648" y="415290"/>
                  </a:lnTo>
                  <a:lnTo>
                    <a:pt x="970026" y="434340"/>
                  </a:lnTo>
                  <a:lnTo>
                    <a:pt x="956405" y="440912"/>
                  </a:lnTo>
                  <a:lnTo>
                    <a:pt x="939546" y="455676"/>
                  </a:lnTo>
                  <a:lnTo>
                    <a:pt x="911828" y="483680"/>
                  </a:lnTo>
                  <a:lnTo>
                    <a:pt x="939546" y="514255"/>
                  </a:lnTo>
                  <a:lnTo>
                    <a:pt x="924497" y="586454"/>
                  </a:lnTo>
                  <a:lnTo>
                    <a:pt x="921449" y="593503"/>
                  </a:lnTo>
                  <a:lnTo>
                    <a:pt x="918877" y="598837"/>
                  </a:lnTo>
                  <a:lnTo>
                    <a:pt x="918115" y="600456"/>
                  </a:lnTo>
                  <a:lnTo>
                    <a:pt x="915734" y="603313"/>
                  </a:lnTo>
                  <a:lnTo>
                    <a:pt x="914114" y="605028"/>
                  </a:lnTo>
                  <a:lnTo>
                    <a:pt x="893921" y="624459"/>
                  </a:lnTo>
                  <a:lnTo>
                    <a:pt x="886873" y="638080"/>
                  </a:lnTo>
                  <a:lnTo>
                    <a:pt x="881634" y="647795"/>
                  </a:lnTo>
                  <a:lnTo>
                    <a:pt x="874490" y="659225"/>
                  </a:lnTo>
                  <a:lnTo>
                    <a:pt x="869633" y="658463"/>
                  </a:lnTo>
                  <a:lnTo>
                    <a:pt x="865251" y="657797"/>
                  </a:lnTo>
                  <a:lnTo>
                    <a:pt x="835724" y="647033"/>
                  </a:lnTo>
                  <a:lnTo>
                    <a:pt x="818864" y="633603"/>
                  </a:lnTo>
                  <a:lnTo>
                    <a:pt x="816102" y="618839"/>
                  </a:lnTo>
                  <a:lnTo>
                    <a:pt x="813721" y="617696"/>
                  </a:lnTo>
                  <a:lnTo>
                    <a:pt x="810101" y="617601"/>
                  </a:lnTo>
                  <a:lnTo>
                    <a:pt x="755904" y="618077"/>
                  </a:lnTo>
                  <a:lnTo>
                    <a:pt x="699230" y="620363"/>
                  </a:lnTo>
                  <a:lnTo>
                    <a:pt x="676847" y="631698"/>
                  </a:lnTo>
                  <a:lnTo>
                    <a:pt x="643414" y="668179"/>
                  </a:lnTo>
                  <a:lnTo>
                    <a:pt x="633889" y="689134"/>
                  </a:lnTo>
                  <a:lnTo>
                    <a:pt x="624364" y="718376"/>
                  </a:lnTo>
                  <a:lnTo>
                    <a:pt x="546068" y="751808"/>
                  </a:lnTo>
                  <a:lnTo>
                    <a:pt x="538829" y="733235"/>
                  </a:lnTo>
                  <a:lnTo>
                    <a:pt x="535877" y="724567"/>
                  </a:lnTo>
                  <a:lnTo>
                    <a:pt x="534067" y="686372"/>
                  </a:lnTo>
                  <a:lnTo>
                    <a:pt x="536448" y="682943"/>
                  </a:lnTo>
                  <a:lnTo>
                    <a:pt x="539210" y="678847"/>
                  </a:lnTo>
                  <a:lnTo>
                    <a:pt x="526733" y="647890"/>
                  </a:lnTo>
                  <a:lnTo>
                    <a:pt x="469487" y="606552"/>
                  </a:lnTo>
                  <a:lnTo>
                    <a:pt x="377095" y="564452"/>
                  </a:lnTo>
                  <a:lnTo>
                    <a:pt x="375571" y="564547"/>
                  </a:lnTo>
                  <a:lnTo>
                    <a:pt x="341567" y="564737"/>
                  </a:lnTo>
                  <a:lnTo>
                    <a:pt x="340519" y="564737"/>
                  </a:lnTo>
                  <a:lnTo>
                    <a:pt x="318611" y="564833"/>
                  </a:lnTo>
                  <a:lnTo>
                    <a:pt x="306800" y="564928"/>
                  </a:lnTo>
                  <a:lnTo>
                    <a:pt x="290989" y="564452"/>
                  </a:lnTo>
                  <a:lnTo>
                    <a:pt x="283178" y="562928"/>
                  </a:lnTo>
                  <a:lnTo>
                    <a:pt x="224219" y="526637"/>
                  </a:lnTo>
                  <a:lnTo>
                    <a:pt x="218408" y="523018"/>
                  </a:lnTo>
                  <a:lnTo>
                    <a:pt x="208121" y="517303"/>
                  </a:lnTo>
                  <a:lnTo>
                    <a:pt x="203073" y="514636"/>
                  </a:lnTo>
                  <a:lnTo>
                    <a:pt x="197549" y="513493"/>
                  </a:lnTo>
                  <a:lnTo>
                    <a:pt x="189833" y="513493"/>
                  </a:lnTo>
                  <a:lnTo>
                    <a:pt x="169164" y="515207"/>
                  </a:lnTo>
                  <a:lnTo>
                    <a:pt x="165640" y="515398"/>
                  </a:lnTo>
                  <a:lnTo>
                    <a:pt x="124778" y="518351"/>
                  </a:lnTo>
                  <a:lnTo>
                    <a:pt x="114205" y="502920"/>
                  </a:lnTo>
                  <a:lnTo>
                    <a:pt x="108395" y="494538"/>
                  </a:lnTo>
                  <a:lnTo>
                    <a:pt x="77534" y="454723"/>
                  </a:lnTo>
                  <a:lnTo>
                    <a:pt x="66770" y="446056"/>
                  </a:lnTo>
                  <a:lnTo>
                    <a:pt x="63246" y="435959"/>
                  </a:lnTo>
                  <a:lnTo>
                    <a:pt x="62198" y="419005"/>
                  </a:lnTo>
                  <a:lnTo>
                    <a:pt x="53054" y="419671"/>
                  </a:lnTo>
                  <a:lnTo>
                    <a:pt x="5525" y="402431"/>
                  </a:lnTo>
                  <a:lnTo>
                    <a:pt x="2857" y="401098"/>
                  </a:lnTo>
                  <a:lnTo>
                    <a:pt x="1238" y="400336"/>
                  </a:lnTo>
                  <a:lnTo>
                    <a:pt x="476" y="399002"/>
                  </a:lnTo>
                  <a:lnTo>
                    <a:pt x="0" y="398145"/>
                  </a:lnTo>
                  <a:lnTo>
                    <a:pt x="571" y="397383"/>
                  </a:lnTo>
                  <a:lnTo>
                    <a:pt x="953" y="397002"/>
                  </a:lnTo>
                  <a:lnTo>
                    <a:pt x="2096" y="396526"/>
                  </a:lnTo>
                  <a:lnTo>
                    <a:pt x="3524" y="395859"/>
                  </a:lnTo>
                  <a:lnTo>
                    <a:pt x="5239" y="395097"/>
                  </a:lnTo>
                  <a:lnTo>
                    <a:pt x="92297" y="365474"/>
                  </a:lnTo>
                  <a:lnTo>
                    <a:pt x="93917" y="365188"/>
                  </a:lnTo>
                  <a:lnTo>
                    <a:pt x="98774" y="364427"/>
                  </a:lnTo>
                  <a:lnTo>
                    <a:pt x="109442" y="364522"/>
                  </a:lnTo>
                  <a:lnTo>
                    <a:pt x="116872" y="364998"/>
                  </a:lnTo>
                  <a:lnTo>
                    <a:pt x="205835" y="280892"/>
                  </a:lnTo>
                  <a:lnTo>
                    <a:pt x="202787" y="216122"/>
                  </a:lnTo>
                  <a:lnTo>
                    <a:pt x="229838" y="198692"/>
                  </a:lnTo>
                  <a:lnTo>
                    <a:pt x="294608" y="162592"/>
                  </a:lnTo>
                  <a:lnTo>
                    <a:pt x="330422" y="128207"/>
                  </a:lnTo>
                  <a:lnTo>
                    <a:pt x="320707" y="101727"/>
                  </a:lnTo>
                  <a:lnTo>
                    <a:pt x="319564" y="98870"/>
                  </a:lnTo>
                  <a:lnTo>
                    <a:pt x="331661" y="71628"/>
                  </a:lnTo>
                  <a:lnTo>
                    <a:pt x="332518" y="70295"/>
                  </a:lnTo>
                  <a:lnTo>
                    <a:pt x="334042" y="67818"/>
                  </a:lnTo>
                  <a:lnTo>
                    <a:pt x="337375" y="65246"/>
                  </a:lnTo>
                  <a:lnTo>
                    <a:pt x="368046" y="47625"/>
                  </a:lnTo>
                  <a:lnTo>
                    <a:pt x="431387" y="10096"/>
                  </a:lnTo>
                  <a:lnTo>
                    <a:pt x="443960" y="0"/>
                  </a:lnTo>
                  <a:lnTo>
                    <a:pt x="527780" y="13907"/>
                  </a:lnTo>
                  <a:lnTo>
                    <a:pt x="558832" y="39148"/>
                  </a:lnTo>
                  <a:lnTo>
                    <a:pt x="580739" y="66580"/>
                  </a:lnTo>
                  <a:lnTo>
                    <a:pt x="583787" y="70390"/>
                  </a:lnTo>
                  <a:lnTo>
                    <a:pt x="622173" y="106108"/>
                  </a:lnTo>
                  <a:lnTo>
                    <a:pt x="631031" y="113348"/>
                  </a:lnTo>
                  <a:lnTo>
                    <a:pt x="651891" y="130397"/>
                  </a:lnTo>
                  <a:lnTo>
                    <a:pt x="647986" y="138303"/>
                  </a:lnTo>
                  <a:lnTo>
                    <a:pt x="624554" y="184690"/>
                  </a:lnTo>
                  <a:lnTo>
                    <a:pt x="623411" y="186785"/>
                  </a:lnTo>
                  <a:lnTo>
                    <a:pt x="641318" y="221837"/>
                  </a:lnTo>
                  <a:lnTo>
                    <a:pt x="678752" y="271653"/>
                  </a:lnTo>
                  <a:lnTo>
                    <a:pt x="697802" y="273939"/>
                  </a:lnTo>
                  <a:lnTo>
                    <a:pt x="786575" y="282702"/>
                  </a:lnTo>
                  <a:lnTo>
                    <a:pt x="812863" y="267462"/>
                  </a:lnTo>
                  <a:lnTo>
                    <a:pt x="832295" y="252508"/>
                  </a:lnTo>
                  <a:lnTo>
                    <a:pt x="836581" y="249174"/>
                  </a:lnTo>
                  <a:lnTo>
                    <a:pt x="847725" y="2400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7" name="서울특별시 강서구 방화1동">
              <a:extLst>
                <a:ext uri="{FF2B5EF4-FFF2-40B4-BE49-F238E27FC236}">
                  <a16:creationId xmlns:a16="http://schemas.microsoft.com/office/drawing/2014/main" id="{244E537C-00F4-59B3-3B22-570766430031}"/>
                </a:ext>
              </a:extLst>
            </p:cNvPr>
            <p:cNvSpPr/>
            <p:nvPr/>
          </p:nvSpPr>
          <p:spPr>
            <a:xfrm>
              <a:off x="2992850" y="3242500"/>
              <a:ext cx="454247" cy="243839"/>
            </a:xfrm>
            <a:custGeom>
              <a:avLst/>
              <a:gdLst>
                <a:gd name="connsiteX0" fmla="*/ 350615 w 454247"/>
                <a:gd name="connsiteY0" fmla="*/ 36386 h 243839"/>
                <a:gd name="connsiteX1" fmla="*/ 354425 w 454247"/>
                <a:gd name="connsiteY1" fmla="*/ 40005 h 243839"/>
                <a:gd name="connsiteX2" fmla="*/ 355664 w 454247"/>
                <a:gd name="connsiteY2" fmla="*/ 44577 h 243839"/>
                <a:gd name="connsiteX3" fmla="*/ 356235 w 454247"/>
                <a:gd name="connsiteY3" fmla="*/ 46958 h 243839"/>
                <a:gd name="connsiteX4" fmla="*/ 361855 w 454247"/>
                <a:gd name="connsiteY4" fmla="*/ 83629 h 243839"/>
                <a:gd name="connsiteX5" fmla="*/ 362903 w 454247"/>
                <a:gd name="connsiteY5" fmla="*/ 102584 h 243839"/>
                <a:gd name="connsiteX6" fmla="*/ 360807 w 454247"/>
                <a:gd name="connsiteY6" fmla="*/ 113252 h 243839"/>
                <a:gd name="connsiteX7" fmla="*/ 360617 w 454247"/>
                <a:gd name="connsiteY7" fmla="*/ 114109 h 243839"/>
                <a:gd name="connsiteX8" fmla="*/ 360236 w 454247"/>
                <a:gd name="connsiteY8" fmla="*/ 115824 h 243839"/>
                <a:gd name="connsiteX9" fmla="*/ 359855 w 454247"/>
                <a:gd name="connsiteY9" fmla="*/ 117158 h 243839"/>
                <a:gd name="connsiteX10" fmla="*/ 359855 w 454247"/>
                <a:gd name="connsiteY10" fmla="*/ 117920 h 243839"/>
                <a:gd name="connsiteX11" fmla="*/ 359759 w 454247"/>
                <a:gd name="connsiteY11" fmla="*/ 118682 h 243839"/>
                <a:gd name="connsiteX12" fmla="*/ 359855 w 454247"/>
                <a:gd name="connsiteY12" fmla="*/ 120587 h 243839"/>
                <a:gd name="connsiteX13" fmla="*/ 360140 w 454247"/>
                <a:gd name="connsiteY13" fmla="*/ 122587 h 243839"/>
                <a:gd name="connsiteX14" fmla="*/ 367189 w 454247"/>
                <a:gd name="connsiteY14" fmla="*/ 143256 h 243839"/>
                <a:gd name="connsiteX15" fmla="*/ 370046 w 454247"/>
                <a:gd name="connsiteY15" fmla="*/ 149924 h 243839"/>
                <a:gd name="connsiteX16" fmla="*/ 389001 w 454247"/>
                <a:gd name="connsiteY16" fmla="*/ 151448 h 243839"/>
                <a:gd name="connsiteX17" fmla="*/ 454247 w 454247"/>
                <a:gd name="connsiteY17" fmla="*/ 156972 h 243839"/>
                <a:gd name="connsiteX18" fmla="*/ 443770 w 454247"/>
                <a:gd name="connsiteY18" fmla="*/ 243840 h 243839"/>
                <a:gd name="connsiteX19" fmla="*/ 336137 w 454247"/>
                <a:gd name="connsiteY19" fmla="*/ 232600 h 243839"/>
                <a:gd name="connsiteX20" fmla="*/ 249650 w 454247"/>
                <a:gd name="connsiteY20" fmla="*/ 221075 h 243839"/>
                <a:gd name="connsiteX21" fmla="*/ 249650 w 454247"/>
                <a:gd name="connsiteY21" fmla="*/ 195453 h 243839"/>
                <a:gd name="connsiteX22" fmla="*/ 249650 w 454247"/>
                <a:gd name="connsiteY22" fmla="*/ 193453 h 243839"/>
                <a:gd name="connsiteX23" fmla="*/ 248507 w 454247"/>
                <a:gd name="connsiteY23" fmla="*/ 193358 h 243839"/>
                <a:gd name="connsiteX24" fmla="*/ 198311 w 454247"/>
                <a:gd name="connsiteY24" fmla="*/ 198025 h 243839"/>
                <a:gd name="connsiteX25" fmla="*/ 174308 w 454247"/>
                <a:gd name="connsiteY25" fmla="*/ 205168 h 243839"/>
                <a:gd name="connsiteX26" fmla="*/ 154019 w 454247"/>
                <a:gd name="connsiteY26" fmla="*/ 206121 h 243839"/>
                <a:gd name="connsiteX27" fmla="*/ 153067 w 454247"/>
                <a:gd name="connsiteY27" fmla="*/ 205550 h 243839"/>
                <a:gd name="connsiteX28" fmla="*/ 150400 w 454247"/>
                <a:gd name="connsiteY28" fmla="*/ 203549 h 243839"/>
                <a:gd name="connsiteX29" fmla="*/ 173450 w 454247"/>
                <a:gd name="connsiteY29" fmla="*/ 171069 h 243839"/>
                <a:gd name="connsiteX30" fmla="*/ 176498 w 454247"/>
                <a:gd name="connsiteY30" fmla="*/ 165354 h 243839"/>
                <a:gd name="connsiteX31" fmla="*/ 177070 w 454247"/>
                <a:gd name="connsiteY31" fmla="*/ 164306 h 243839"/>
                <a:gd name="connsiteX32" fmla="*/ 178594 w 454247"/>
                <a:gd name="connsiteY32" fmla="*/ 159830 h 243839"/>
                <a:gd name="connsiteX33" fmla="*/ 178784 w 454247"/>
                <a:gd name="connsiteY33" fmla="*/ 158877 h 243839"/>
                <a:gd name="connsiteX34" fmla="*/ 181356 w 454247"/>
                <a:gd name="connsiteY34" fmla="*/ 146304 h 243839"/>
                <a:gd name="connsiteX35" fmla="*/ 182690 w 454247"/>
                <a:gd name="connsiteY35" fmla="*/ 129826 h 243839"/>
                <a:gd name="connsiteX36" fmla="*/ 182309 w 454247"/>
                <a:gd name="connsiteY36" fmla="*/ 98870 h 243839"/>
                <a:gd name="connsiteX37" fmla="*/ 182213 w 454247"/>
                <a:gd name="connsiteY37" fmla="*/ 96488 h 243839"/>
                <a:gd name="connsiteX38" fmla="*/ 181166 w 454247"/>
                <a:gd name="connsiteY38" fmla="*/ 93821 h 243839"/>
                <a:gd name="connsiteX39" fmla="*/ 179927 w 454247"/>
                <a:gd name="connsiteY39" fmla="*/ 90773 h 243839"/>
                <a:gd name="connsiteX40" fmla="*/ 176022 w 454247"/>
                <a:gd name="connsiteY40" fmla="*/ 83344 h 243839"/>
                <a:gd name="connsiteX41" fmla="*/ 165925 w 454247"/>
                <a:gd name="connsiteY41" fmla="*/ 68580 h 243839"/>
                <a:gd name="connsiteX42" fmla="*/ 158877 w 454247"/>
                <a:gd name="connsiteY42" fmla="*/ 58007 h 243839"/>
                <a:gd name="connsiteX43" fmla="*/ 154115 w 454247"/>
                <a:gd name="connsiteY43" fmla="*/ 51245 h 243839"/>
                <a:gd name="connsiteX44" fmla="*/ 148019 w 454247"/>
                <a:gd name="connsiteY44" fmla="*/ 42386 h 243839"/>
                <a:gd name="connsiteX45" fmla="*/ 143637 w 454247"/>
                <a:gd name="connsiteY45" fmla="*/ 36290 h 243839"/>
                <a:gd name="connsiteX46" fmla="*/ 131064 w 454247"/>
                <a:gd name="connsiteY46" fmla="*/ 38481 h 243839"/>
                <a:gd name="connsiteX47" fmla="*/ 127730 w 454247"/>
                <a:gd name="connsiteY47" fmla="*/ 39053 h 243839"/>
                <a:gd name="connsiteX48" fmla="*/ 126683 w 454247"/>
                <a:gd name="connsiteY48" fmla="*/ 39338 h 243839"/>
                <a:gd name="connsiteX49" fmla="*/ 120015 w 454247"/>
                <a:gd name="connsiteY49" fmla="*/ 40481 h 243839"/>
                <a:gd name="connsiteX50" fmla="*/ 110585 w 454247"/>
                <a:gd name="connsiteY50" fmla="*/ 42196 h 243839"/>
                <a:gd name="connsiteX51" fmla="*/ 107633 w 454247"/>
                <a:gd name="connsiteY51" fmla="*/ 42577 h 243839"/>
                <a:gd name="connsiteX52" fmla="*/ 95155 w 454247"/>
                <a:gd name="connsiteY52" fmla="*/ 44387 h 243839"/>
                <a:gd name="connsiteX53" fmla="*/ 84392 w 454247"/>
                <a:gd name="connsiteY53" fmla="*/ 45911 h 243839"/>
                <a:gd name="connsiteX54" fmla="*/ 67723 w 454247"/>
                <a:gd name="connsiteY54" fmla="*/ 48292 h 243839"/>
                <a:gd name="connsiteX55" fmla="*/ 65437 w 454247"/>
                <a:gd name="connsiteY55" fmla="*/ 48578 h 243839"/>
                <a:gd name="connsiteX56" fmla="*/ 56007 w 454247"/>
                <a:gd name="connsiteY56" fmla="*/ 49244 h 243839"/>
                <a:gd name="connsiteX57" fmla="*/ 55054 w 454247"/>
                <a:gd name="connsiteY57" fmla="*/ 49244 h 243839"/>
                <a:gd name="connsiteX58" fmla="*/ 25813 w 454247"/>
                <a:gd name="connsiteY58" fmla="*/ 49340 h 243839"/>
                <a:gd name="connsiteX59" fmla="*/ 15907 w 454247"/>
                <a:gd name="connsiteY59" fmla="*/ 49149 h 243839"/>
                <a:gd name="connsiteX60" fmla="*/ 0 w 454247"/>
                <a:gd name="connsiteY60" fmla="*/ 12573 h 243839"/>
                <a:gd name="connsiteX61" fmla="*/ 4858 w 454247"/>
                <a:gd name="connsiteY61" fmla="*/ 13907 h 243839"/>
                <a:gd name="connsiteX62" fmla="*/ 9049 w 454247"/>
                <a:gd name="connsiteY62" fmla="*/ 15050 h 243839"/>
                <a:gd name="connsiteX63" fmla="*/ 21812 w 454247"/>
                <a:gd name="connsiteY63" fmla="*/ 21908 h 243839"/>
                <a:gd name="connsiteX64" fmla="*/ 25241 w 454247"/>
                <a:gd name="connsiteY64" fmla="*/ 22860 h 243839"/>
                <a:gd name="connsiteX65" fmla="*/ 43434 w 454247"/>
                <a:gd name="connsiteY65" fmla="*/ 22860 h 243839"/>
                <a:gd name="connsiteX66" fmla="*/ 83248 w 454247"/>
                <a:gd name="connsiteY66" fmla="*/ 18479 h 243839"/>
                <a:gd name="connsiteX67" fmla="*/ 84201 w 454247"/>
                <a:gd name="connsiteY67" fmla="*/ 15812 h 243839"/>
                <a:gd name="connsiteX68" fmla="*/ 86868 w 454247"/>
                <a:gd name="connsiteY68" fmla="*/ 8382 h 243839"/>
                <a:gd name="connsiteX69" fmla="*/ 87058 w 454247"/>
                <a:gd name="connsiteY69" fmla="*/ 7620 h 243839"/>
                <a:gd name="connsiteX70" fmla="*/ 106108 w 454247"/>
                <a:gd name="connsiteY70" fmla="*/ 0 h 243839"/>
                <a:gd name="connsiteX71" fmla="*/ 107633 w 454247"/>
                <a:gd name="connsiteY71" fmla="*/ 0 h 243839"/>
                <a:gd name="connsiteX72" fmla="*/ 119539 w 454247"/>
                <a:gd name="connsiteY72" fmla="*/ 286 h 243839"/>
                <a:gd name="connsiteX73" fmla="*/ 131826 w 454247"/>
                <a:gd name="connsiteY73" fmla="*/ 667 h 243839"/>
                <a:gd name="connsiteX74" fmla="*/ 133255 w 454247"/>
                <a:gd name="connsiteY74" fmla="*/ 667 h 243839"/>
                <a:gd name="connsiteX75" fmla="*/ 187928 w 454247"/>
                <a:gd name="connsiteY75" fmla="*/ 2286 h 243839"/>
                <a:gd name="connsiteX76" fmla="*/ 202121 w 454247"/>
                <a:gd name="connsiteY76" fmla="*/ 2667 h 243839"/>
                <a:gd name="connsiteX77" fmla="*/ 204406 w 454247"/>
                <a:gd name="connsiteY77" fmla="*/ 2762 h 243839"/>
                <a:gd name="connsiteX78" fmla="*/ 207931 w 454247"/>
                <a:gd name="connsiteY78" fmla="*/ 2858 h 243839"/>
                <a:gd name="connsiteX79" fmla="*/ 231458 w 454247"/>
                <a:gd name="connsiteY79" fmla="*/ 3715 h 243839"/>
                <a:gd name="connsiteX80" fmla="*/ 232696 w 454247"/>
                <a:gd name="connsiteY80" fmla="*/ 3810 h 243839"/>
                <a:gd name="connsiteX81" fmla="*/ 236315 w 454247"/>
                <a:gd name="connsiteY81" fmla="*/ 3905 h 243839"/>
                <a:gd name="connsiteX82" fmla="*/ 250317 w 454247"/>
                <a:gd name="connsiteY82" fmla="*/ 4858 h 243839"/>
                <a:gd name="connsiteX83" fmla="*/ 250317 w 454247"/>
                <a:gd name="connsiteY83" fmla="*/ 6667 h 243839"/>
                <a:gd name="connsiteX84" fmla="*/ 250127 w 454247"/>
                <a:gd name="connsiteY84" fmla="*/ 18288 h 243839"/>
                <a:gd name="connsiteX85" fmla="*/ 249555 w 454247"/>
                <a:gd name="connsiteY85" fmla="*/ 23717 h 243839"/>
                <a:gd name="connsiteX86" fmla="*/ 249555 w 454247"/>
                <a:gd name="connsiteY86" fmla="*/ 34576 h 243839"/>
                <a:gd name="connsiteX87" fmla="*/ 254318 w 454247"/>
                <a:gd name="connsiteY87" fmla="*/ 34671 h 243839"/>
                <a:gd name="connsiteX88" fmla="*/ 255937 w 454247"/>
                <a:gd name="connsiteY88" fmla="*/ 34766 h 243839"/>
                <a:gd name="connsiteX89" fmla="*/ 304800 w 454247"/>
                <a:gd name="connsiteY89" fmla="*/ 35624 h 243839"/>
                <a:gd name="connsiteX90" fmla="*/ 329946 w 454247"/>
                <a:gd name="connsiteY90" fmla="*/ 36004 h 243839"/>
                <a:gd name="connsiteX91" fmla="*/ 350615 w 454247"/>
                <a:gd name="connsiteY91" fmla="*/ 36386 h 24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4247" h="243839">
                  <a:moveTo>
                    <a:pt x="350615" y="36386"/>
                  </a:moveTo>
                  <a:lnTo>
                    <a:pt x="354425" y="40005"/>
                  </a:lnTo>
                  <a:lnTo>
                    <a:pt x="355664" y="44577"/>
                  </a:lnTo>
                  <a:lnTo>
                    <a:pt x="356235" y="46958"/>
                  </a:lnTo>
                  <a:lnTo>
                    <a:pt x="361855" y="83629"/>
                  </a:lnTo>
                  <a:lnTo>
                    <a:pt x="362903" y="102584"/>
                  </a:lnTo>
                  <a:lnTo>
                    <a:pt x="360807" y="113252"/>
                  </a:lnTo>
                  <a:lnTo>
                    <a:pt x="360617" y="114109"/>
                  </a:lnTo>
                  <a:lnTo>
                    <a:pt x="360236" y="115824"/>
                  </a:lnTo>
                  <a:lnTo>
                    <a:pt x="359855" y="117158"/>
                  </a:lnTo>
                  <a:lnTo>
                    <a:pt x="359855" y="117920"/>
                  </a:lnTo>
                  <a:lnTo>
                    <a:pt x="359759" y="118682"/>
                  </a:lnTo>
                  <a:lnTo>
                    <a:pt x="359855" y="120587"/>
                  </a:lnTo>
                  <a:lnTo>
                    <a:pt x="360140" y="122587"/>
                  </a:lnTo>
                  <a:lnTo>
                    <a:pt x="367189" y="143256"/>
                  </a:lnTo>
                  <a:lnTo>
                    <a:pt x="370046" y="149924"/>
                  </a:lnTo>
                  <a:lnTo>
                    <a:pt x="389001" y="151448"/>
                  </a:lnTo>
                  <a:lnTo>
                    <a:pt x="454247" y="156972"/>
                  </a:lnTo>
                  <a:lnTo>
                    <a:pt x="443770" y="243840"/>
                  </a:lnTo>
                  <a:lnTo>
                    <a:pt x="336137" y="232600"/>
                  </a:lnTo>
                  <a:lnTo>
                    <a:pt x="249650" y="221075"/>
                  </a:lnTo>
                  <a:lnTo>
                    <a:pt x="249650" y="195453"/>
                  </a:lnTo>
                  <a:lnTo>
                    <a:pt x="249650" y="193453"/>
                  </a:lnTo>
                  <a:lnTo>
                    <a:pt x="248507" y="193358"/>
                  </a:lnTo>
                  <a:lnTo>
                    <a:pt x="198311" y="198025"/>
                  </a:lnTo>
                  <a:lnTo>
                    <a:pt x="174308" y="205168"/>
                  </a:lnTo>
                  <a:lnTo>
                    <a:pt x="154019" y="206121"/>
                  </a:lnTo>
                  <a:lnTo>
                    <a:pt x="153067" y="205550"/>
                  </a:lnTo>
                  <a:lnTo>
                    <a:pt x="150400" y="203549"/>
                  </a:lnTo>
                  <a:lnTo>
                    <a:pt x="173450" y="171069"/>
                  </a:lnTo>
                  <a:lnTo>
                    <a:pt x="176498" y="165354"/>
                  </a:lnTo>
                  <a:lnTo>
                    <a:pt x="177070" y="164306"/>
                  </a:lnTo>
                  <a:lnTo>
                    <a:pt x="178594" y="159830"/>
                  </a:lnTo>
                  <a:lnTo>
                    <a:pt x="178784" y="158877"/>
                  </a:lnTo>
                  <a:lnTo>
                    <a:pt x="181356" y="146304"/>
                  </a:lnTo>
                  <a:lnTo>
                    <a:pt x="182690" y="129826"/>
                  </a:lnTo>
                  <a:lnTo>
                    <a:pt x="182309" y="98870"/>
                  </a:lnTo>
                  <a:lnTo>
                    <a:pt x="182213" y="96488"/>
                  </a:lnTo>
                  <a:lnTo>
                    <a:pt x="181166" y="93821"/>
                  </a:lnTo>
                  <a:lnTo>
                    <a:pt x="179927" y="90773"/>
                  </a:lnTo>
                  <a:lnTo>
                    <a:pt x="176022" y="83344"/>
                  </a:lnTo>
                  <a:lnTo>
                    <a:pt x="165925" y="68580"/>
                  </a:lnTo>
                  <a:lnTo>
                    <a:pt x="158877" y="58007"/>
                  </a:lnTo>
                  <a:lnTo>
                    <a:pt x="154115" y="51245"/>
                  </a:lnTo>
                  <a:lnTo>
                    <a:pt x="148019" y="42386"/>
                  </a:lnTo>
                  <a:lnTo>
                    <a:pt x="143637" y="36290"/>
                  </a:lnTo>
                  <a:lnTo>
                    <a:pt x="131064" y="38481"/>
                  </a:lnTo>
                  <a:lnTo>
                    <a:pt x="127730" y="39053"/>
                  </a:lnTo>
                  <a:lnTo>
                    <a:pt x="126683" y="39338"/>
                  </a:lnTo>
                  <a:lnTo>
                    <a:pt x="120015" y="40481"/>
                  </a:lnTo>
                  <a:lnTo>
                    <a:pt x="110585" y="42196"/>
                  </a:lnTo>
                  <a:lnTo>
                    <a:pt x="107633" y="42577"/>
                  </a:lnTo>
                  <a:lnTo>
                    <a:pt x="95155" y="44387"/>
                  </a:lnTo>
                  <a:lnTo>
                    <a:pt x="84392" y="45911"/>
                  </a:lnTo>
                  <a:lnTo>
                    <a:pt x="67723" y="48292"/>
                  </a:lnTo>
                  <a:lnTo>
                    <a:pt x="65437" y="48578"/>
                  </a:lnTo>
                  <a:lnTo>
                    <a:pt x="56007" y="49244"/>
                  </a:lnTo>
                  <a:lnTo>
                    <a:pt x="55054" y="49244"/>
                  </a:lnTo>
                  <a:lnTo>
                    <a:pt x="25813" y="49340"/>
                  </a:lnTo>
                  <a:lnTo>
                    <a:pt x="15907" y="49149"/>
                  </a:lnTo>
                  <a:lnTo>
                    <a:pt x="0" y="12573"/>
                  </a:lnTo>
                  <a:lnTo>
                    <a:pt x="4858" y="13907"/>
                  </a:lnTo>
                  <a:lnTo>
                    <a:pt x="9049" y="15050"/>
                  </a:lnTo>
                  <a:lnTo>
                    <a:pt x="21812" y="21908"/>
                  </a:lnTo>
                  <a:lnTo>
                    <a:pt x="25241" y="22860"/>
                  </a:lnTo>
                  <a:lnTo>
                    <a:pt x="43434" y="22860"/>
                  </a:lnTo>
                  <a:lnTo>
                    <a:pt x="83248" y="18479"/>
                  </a:lnTo>
                  <a:lnTo>
                    <a:pt x="84201" y="15812"/>
                  </a:lnTo>
                  <a:lnTo>
                    <a:pt x="86868" y="8382"/>
                  </a:lnTo>
                  <a:lnTo>
                    <a:pt x="87058" y="7620"/>
                  </a:lnTo>
                  <a:lnTo>
                    <a:pt x="106108" y="0"/>
                  </a:lnTo>
                  <a:lnTo>
                    <a:pt x="107633" y="0"/>
                  </a:lnTo>
                  <a:lnTo>
                    <a:pt x="119539" y="286"/>
                  </a:lnTo>
                  <a:lnTo>
                    <a:pt x="131826" y="667"/>
                  </a:lnTo>
                  <a:lnTo>
                    <a:pt x="133255" y="667"/>
                  </a:lnTo>
                  <a:lnTo>
                    <a:pt x="187928" y="2286"/>
                  </a:lnTo>
                  <a:lnTo>
                    <a:pt x="202121" y="2667"/>
                  </a:lnTo>
                  <a:lnTo>
                    <a:pt x="204406" y="2762"/>
                  </a:lnTo>
                  <a:lnTo>
                    <a:pt x="207931" y="2858"/>
                  </a:lnTo>
                  <a:lnTo>
                    <a:pt x="231458" y="3715"/>
                  </a:lnTo>
                  <a:lnTo>
                    <a:pt x="232696" y="3810"/>
                  </a:lnTo>
                  <a:lnTo>
                    <a:pt x="236315" y="3905"/>
                  </a:lnTo>
                  <a:lnTo>
                    <a:pt x="250317" y="4858"/>
                  </a:lnTo>
                  <a:lnTo>
                    <a:pt x="250317" y="6667"/>
                  </a:lnTo>
                  <a:lnTo>
                    <a:pt x="250127" y="18288"/>
                  </a:lnTo>
                  <a:lnTo>
                    <a:pt x="249555" y="23717"/>
                  </a:lnTo>
                  <a:lnTo>
                    <a:pt x="249555" y="34576"/>
                  </a:lnTo>
                  <a:lnTo>
                    <a:pt x="254318" y="34671"/>
                  </a:lnTo>
                  <a:lnTo>
                    <a:pt x="255937" y="34766"/>
                  </a:lnTo>
                  <a:lnTo>
                    <a:pt x="304800" y="35624"/>
                  </a:lnTo>
                  <a:lnTo>
                    <a:pt x="329946" y="36004"/>
                  </a:lnTo>
                  <a:lnTo>
                    <a:pt x="350615" y="363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8" name="서울특별시 강서구 방화2동">
              <a:extLst>
                <a:ext uri="{FF2B5EF4-FFF2-40B4-BE49-F238E27FC236}">
                  <a16:creationId xmlns:a16="http://schemas.microsoft.com/office/drawing/2014/main" id="{1A87B632-DB61-1862-8F99-2220C374187A}"/>
                </a:ext>
              </a:extLst>
            </p:cNvPr>
            <p:cNvSpPr/>
            <p:nvPr/>
          </p:nvSpPr>
          <p:spPr>
            <a:xfrm>
              <a:off x="2739485" y="2709957"/>
              <a:ext cx="530923" cy="778763"/>
            </a:xfrm>
            <a:custGeom>
              <a:avLst/>
              <a:gdLst>
                <a:gd name="connsiteX0" fmla="*/ 530924 w 530923"/>
                <a:gd name="connsiteY0" fmla="*/ 218027 h 778763"/>
                <a:gd name="connsiteX1" fmla="*/ 472821 w 530923"/>
                <a:gd name="connsiteY1" fmla="*/ 305848 h 778763"/>
                <a:gd name="connsiteX2" fmla="*/ 469487 w 530923"/>
                <a:gd name="connsiteY2" fmla="*/ 311658 h 778763"/>
                <a:gd name="connsiteX3" fmla="*/ 469202 w 530923"/>
                <a:gd name="connsiteY3" fmla="*/ 313849 h 778763"/>
                <a:gd name="connsiteX4" fmla="*/ 467868 w 530923"/>
                <a:gd name="connsiteY4" fmla="*/ 377476 h 778763"/>
                <a:gd name="connsiteX5" fmla="*/ 469011 w 530923"/>
                <a:gd name="connsiteY5" fmla="*/ 380238 h 778763"/>
                <a:gd name="connsiteX6" fmla="*/ 469868 w 530923"/>
                <a:gd name="connsiteY6" fmla="*/ 381000 h 778763"/>
                <a:gd name="connsiteX7" fmla="*/ 475583 w 530923"/>
                <a:gd name="connsiteY7" fmla="*/ 386144 h 778763"/>
                <a:gd name="connsiteX8" fmla="*/ 470059 w 530923"/>
                <a:gd name="connsiteY8" fmla="*/ 396431 h 778763"/>
                <a:gd name="connsiteX9" fmla="*/ 459867 w 530923"/>
                <a:gd name="connsiteY9" fmla="*/ 396145 h 778763"/>
                <a:gd name="connsiteX10" fmla="*/ 415766 w 530923"/>
                <a:gd name="connsiteY10" fmla="*/ 392240 h 778763"/>
                <a:gd name="connsiteX11" fmla="*/ 411575 w 530923"/>
                <a:gd name="connsiteY11" fmla="*/ 391763 h 778763"/>
                <a:gd name="connsiteX12" fmla="*/ 382429 w 530923"/>
                <a:gd name="connsiteY12" fmla="*/ 383477 h 778763"/>
                <a:gd name="connsiteX13" fmla="*/ 354806 w 530923"/>
                <a:gd name="connsiteY13" fmla="*/ 392049 h 778763"/>
                <a:gd name="connsiteX14" fmla="*/ 341376 w 530923"/>
                <a:gd name="connsiteY14" fmla="*/ 402336 h 778763"/>
                <a:gd name="connsiteX15" fmla="*/ 328136 w 530923"/>
                <a:gd name="connsiteY15" fmla="*/ 416814 h 778763"/>
                <a:gd name="connsiteX16" fmla="*/ 327565 w 530923"/>
                <a:gd name="connsiteY16" fmla="*/ 417481 h 778763"/>
                <a:gd name="connsiteX17" fmla="*/ 327088 w 530923"/>
                <a:gd name="connsiteY17" fmla="*/ 417957 h 778763"/>
                <a:gd name="connsiteX18" fmla="*/ 323469 w 530923"/>
                <a:gd name="connsiteY18" fmla="*/ 422910 h 778763"/>
                <a:gd name="connsiteX19" fmla="*/ 315849 w 530923"/>
                <a:gd name="connsiteY19" fmla="*/ 435864 h 778763"/>
                <a:gd name="connsiteX20" fmla="*/ 313849 w 530923"/>
                <a:gd name="connsiteY20" fmla="*/ 439484 h 778763"/>
                <a:gd name="connsiteX21" fmla="*/ 302323 w 530923"/>
                <a:gd name="connsiteY21" fmla="*/ 460724 h 778763"/>
                <a:gd name="connsiteX22" fmla="*/ 299180 w 530923"/>
                <a:gd name="connsiteY22" fmla="*/ 470535 h 778763"/>
                <a:gd name="connsiteX23" fmla="*/ 298609 w 530923"/>
                <a:gd name="connsiteY23" fmla="*/ 472250 h 778763"/>
                <a:gd name="connsiteX24" fmla="*/ 276225 w 530923"/>
                <a:gd name="connsiteY24" fmla="*/ 547021 h 778763"/>
                <a:gd name="connsiteX25" fmla="*/ 275177 w 530923"/>
                <a:gd name="connsiteY25" fmla="*/ 554450 h 778763"/>
                <a:gd name="connsiteX26" fmla="*/ 262414 w 530923"/>
                <a:gd name="connsiteY26" fmla="*/ 547592 h 778763"/>
                <a:gd name="connsiteX27" fmla="*/ 258223 w 530923"/>
                <a:gd name="connsiteY27" fmla="*/ 546449 h 778763"/>
                <a:gd name="connsiteX28" fmla="*/ 253365 w 530923"/>
                <a:gd name="connsiteY28" fmla="*/ 545116 h 778763"/>
                <a:gd name="connsiteX29" fmla="*/ 269272 w 530923"/>
                <a:gd name="connsiteY29" fmla="*/ 581692 h 778763"/>
                <a:gd name="connsiteX30" fmla="*/ 279178 w 530923"/>
                <a:gd name="connsiteY30" fmla="*/ 581882 h 778763"/>
                <a:gd name="connsiteX31" fmla="*/ 308419 w 530923"/>
                <a:gd name="connsiteY31" fmla="*/ 581787 h 778763"/>
                <a:gd name="connsiteX32" fmla="*/ 309372 w 530923"/>
                <a:gd name="connsiteY32" fmla="*/ 581787 h 778763"/>
                <a:gd name="connsiteX33" fmla="*/ 318802 w 530923"/>
                <a:gd name="connsiteY33" fmla="*/ 581120 h 778763"/>
                <a:gd name="connsiteX34" fmla="*/ 321088 w 530923"/>
                <a:gd name="connsiteY34" fmla="*/ 580835 h 778763"/>
                <a:gd name="connsiteX35" fmla="*/ 337757 w 530923"/>
                <a:gd name="connsiteY35" fmla="*/ 578453 h 778763"/>
                <a:gd name="connsiteX36" fmla="*/ 348520 w 530923"/>
                <a:gd name="connsiteY36" fmla="*/ 576929 h 778763"/>
                <a:gd name="connsiteX37" fmla="*/ 360998 w 530923"/>
                <a:gd name="connsiteY37" fmla="*/ 575120 h 778763"/>
                <a:gd name="connsiteX38" fmla="*/ 363950 w 530923"/>
                <a:gd name="connsiteY38" fmla="*/ 574739 h 778763"/>
                <a:gd name="connsiteX39" fmla="*/ 373380 w 530923"/>
                <a:gd name="connsiteY39" fmla="*/ 573024 h 778763"/>
                <a:gd name="connsiteX40" fmla="*/ 380048 w 530923"/>
                <a:gd name="connsiteY40" fmla="*/ 571881 h 778763"/>
                <a:gd name="connsiteX41" fmla="*/ 381095 w 530923"/>
                <a:gd name="connsiteY41" fmla="*/ 571595 h 778763"/>
                <a:gd name="connsiteX42" fmla="*/ 384429 w 530923"/>
                <a:gd name="connsiteY42" fmla="*/ 571024 h 778763"/>
                <a:gd name="connsiteX43" fmla="*/ 397002 w 530923"/>
                <a:gd name="connsiteY43" fmla="*/ 568833 h 778763"/>
                <a:gd name="connsiteX44" fmla="*/ 401384 w 530923"/>
                <a:gd name="connsiteY44" fmla="*/ 574929 h 778763"/>
                <a:gd name="connsiteX45" fmla="*/ 407480 w 530923"/>
                <a:gd name="connsiteY45" fmla="*/ 583787 h 778763"/>
                <a:gd name="connsiteX46" fmla="*/ 412242 w 530923"/>
                <a:gd name="connsiteY46" fmla="*/ 590550 h 778763"/>
                <a:gd name="connsiteX47" fmla="*/ 419290 w 530923"/>
                <a:gd name="connsiteY47" fmla="*/ 601123 h 778763"/>
                <a:gd name="connsiteX48" fmla="*/ 429387 w 530923"/>
                <a:gd name="connsiteY48" fmla="*/ 615887 h 778763"/>
                <a:gd name="connsiteX49" fmla="*/ 433292 w 530923"/>
                <a:gd name="connsiteY49" fmla="*/ 623316 h 778763"/>
                <a:gd name="connsiteX50" fmla="*/ 434531 w 530923"/>
                <a:gd name="connsiteY50" fmla="*/ 626364 h 778763"/>
                <a:gd name="connsiteX51" fmla="*/ 435578 w 530923"/>
                <a:gd name="connsiteY51" fmla="*/ 629031 h 778763"/>
                <a:gd name="connsiteX52" fmla="*/ 435673 w 530923"/>
                <a:gd name="connsiteY52" fmla="*/ 631412 h 778763"/>
                <a:gd name="connsiteX53" fmla="*/ 436055 w 530923"/>
                <a:gd name="connsiteY53" fmla="*/ 662369 h 778763"/>
                <a:gd name="connsiteX54" fmla="*/ 434721 w 530923"/>
                <a:gd name="connsiteY54" fmla="*/ 678847 h 778763"/>
                <a:gd name="connsiteX55" fmla="*/ 432149 w 530923"/>
                <a:gd name="connsiteY55" fmla="*/ 691420 h 778763"/>
                <a:gd name="connsiteX56" fmla="*/ 431959 w 530923"/>
                <a:gd name="connsiteY56" fmla="*/ 692372 h 778763"/>
                <a:gd name="connsiteX57" fmla="*/ 430435 w 530923"/>
                <a:gd name="connsiteY57" fmla="*/ 696849 h 778763"/>
                <a:gd name="connsiteX58" fmla="*/ 429863 w 530923"/>
                <a:gd name="connsiteY58" fmla="*/ 697897 h 778763"/>
                <a:gd name="connsiteX59" fmla="*/ 426815 w 530923"/>
                <a:gd name="connsiteY59" fmla="*/ 703612 h 778763"/>
                <a:gd name="connsiteX60" fmla="*/ 403765 w 530923"/>
                <a:gd name="connsiteY60" fmla="*/ 736092 h 778763"/>
                <a:gd name="connsiteX61" fmla="*/ 392621 w 530923"/>
                <a:gd name="connsiteY61" fmla="*/ 745236 h 778763"/>
                <a:gd name="connsiteX62" fmla="*/ 388334 w 530923"/>
                <a:gd name="connsiteY62" fmla="*/ 748570 h 778763"/>
                <a:gd name="connsiteX63" fmla="*/ 368903 w 530923"/>
                <a:gd name="connsiteY63" fmla="*/ 763524 h 778763"/>
                <a:gd name="connsiteX64" fmla="*/ 342614 w 530923"/>
                <a:gd name="connsiteY64" fmla="*/ 778764 h 778763"/>
                <a:gd name="connsiteX65" fmla="*/ 253841 w 530923"/>
                <a:gd name="connsiteY65" fmla="*/ 770001 h 778763"/>
                <a:gd name="connsiteX66" fmla="*/ 234791 w 530923"/>
                <a:gd name="connsiteY66" fmla="*/ 767715 h 778763"/>
                <a:gd name="connsiteX67" fmla="*/ 197358 w 530923"/>
                <a:gd name="connsiteY67" fmla="*/ 717899 h 778763"/>
                <a:gd name="connsiteX68" fmla="*/ 179451 w 530923"/>
                <a:gd name="connsiteY68" fmla="*/ 682847 h 778763"/>
                <a:gd name="connsiteX69" fmla="*/ 180594 w 530923"/>
                <a:gd name="connsiteY69" fmla="*/ 680752 h 778763"/>
                <a:gd name="connsiteX70" fmla="*/ 204025 w 530923"/>
                <a:gd name="connsiteY70" fmla="*/ 634365 h 778763"/>
                <a:gd name="connsiteX71" fmla="*/ 207931 w 530923"/>
                <a:gd name="connsiteY71" fmla="*/ 626459 h 778763"/>
                <a:gd name="connsiteX72" fmla="*/ 187071 w 530923"/>
                <a:gd name="connsiteY72" fmla="*/ 609410 h 778763"/>
                <a:gd name="connsiteX73" fmla="*/ 178213 w 530923"/>
                <a:gd name="connsiteY73" fmla="*/ 602171 h 778763"/>
                <a:gd name="connsiteX74" fmla="*/ 139827 w 530923"/>
                <a:gd name="connsiteY74" fmla="*/ 566452 h 778763"/>
                <a:gd name="connsiteX75" fmla="*/ 136779 w 530923"/>
                <a:gd name="connsiteY75" fmla="*/ 562642 h 778763"/>
                <a:gd name="connsiteX76" fmla="*/ 114871 w 530923"/>
                <a:gd name="connsiteY76" fmla="*/ 535210 h 778763"/>
                <a:gd name="connsiteX77" fmla="*/ 83820 w 530923"/>
                <a:gd name="connsiteY77" fmla="*/ 509969 h 778763"/>
                <a:gd name="connsiteX78" fmla="*/ 0 w 530923"/>
                <a:gd name="connsiteY78" fmla="*/ 496062 h 778763"/>
                <a:gd name="connsiteX79" fmla="*/ 44958 w 530923"/>
                <a:gd name="connsiteY79" fmla="*/ 431864 h 778763"/>
                <a:gd name="connsiteX80" fmla="*/ 72009 w 530923"/>
                <a:gd name="connsiteY80" fmla="*/ 443960 h 778763"/>
                <a:gd name="connsiteX81" fmla="*/ 84011 w 530923"/>
                <a:gd name="connsiteY81" fmla="*/ 437769 h 778763"/>
                <a:gd name="connsiteX82" fmla="*/ 89345 w 530923"/>
                <a:gd name="connsiteY82" fmla="*/ 419195 h 778763"/>
                <a:gd name="connsiteX83" fmla="*/ 88964 w 530923"/>
                <a:gd name="connsiteY83" fmla="*/ 418052 h 778763"/>
                <a:gd name="connsiteX84" fmla="*/ 109633 w 530923"/>
                <a:gd name="connsiteY84" fmla="*/ 387096 h 778763"/>
                <a:gd name="connsiteX85" fmla="*/ 126111 w 530923"/>
                <a:gd name="connsiteY85" fmla="*/ 390525 h 778763"/>
                <a:gd name="connsiteX86" fmla="*/ 129445 w 530923"/>
                <a:gd name="connsiteY86" fmla="*/ 389858 h 778763"/>
                <a:gd name="connsiteX87" fmla="*/ 130207 w 530923"/>
                <a:gd name="connsiteY87" fmla="*/ 389382 h 778763"/>
                <a:gd name="connsiteX88" fmla="*/ 135922 w 530923"/>
                <a:gd name="connsiteY88" fmla="*/ 384524 h 778763"/>
                <a:gd name="connsiteX89" fmla="*/ 147447 w 530923"/>
                <a:gd name="connsiteY89" fmla="*/ 374237 h 778763"/>
                <a:gd name="connsiteX90" fmla="*/ 149733 w 530923"/>
                <a:gd name="connsiteY90" fmla="*/ 371285 h 778763"/>
                <a:gd name="connsiteX91" fmla="*/ 155734 w 530923"/>
                <a:gd name="connsiteY91" fmla="*/ 345853 h 778763"/>
                <a:gd name="connsiteX92" fmla="*/ 173546 w 530923"/>
                <a:gd name="connsiteY92" fmla="*/ 305848 h 778763"/>
                <a:gd name="connsiteX93" fmla="*/ 179927 w 530923"/>
                <a:gd name="connsiteY93" fmla="*/ 300228 h 778763"/>
                <a:gd name="connsiteX94" fmla="*/ 182404 w 530923"/>
                <a:gd name="connsiteY94" fmla="*/ 298037 h 778763"/>
                <a:gd name="connsiteX95" fmla="*/ 197167 w 530923"/>
                <a:gd name="connsiteY95" fmla="*/ 301657 h 778763"/>
                <a:gd name="connsiteX96" fmla="*/ 215932 w 530923"/>
                <a:gd name="connsiteY96" fmla="*/ 303943 h 778763"/>
                <a:gd name="connsiteX97" fmla="*/ 217932 w 530923"/>
                <a:gd name="connsiteY97" fmla="*/ 302038 h 778763"/>
                <a:gd name="connsiteX98" fmla="*/ 219646 w 530923"/>
                <a:gd name="connsiteY98" fmla="*/ 288417 h 778763"/>
                <a:gd name="connsiteX99" fmla="*/ 218504 w 530923"/>
                <a:gd name="connsiteY99" fmla="*/ 284512 h 778763"/>
                <a:gd name="connsiteX100" fmla="*/ 218313 w 530923"/>
                <a:gd name="connsiteY100" fmla="*/ 283845 h 778763"/>
                <a:gd name="connsiteX101" fmla="*/ 214789 w 530923"/>
                <a:gd name="connsiteY101" fmla="*/ 278987 h 778763"/>
                <a:gd name="connsiteX102" fmla="*/ 186690 w 530923"/>
                <a:gd name="connsiteY102" fmla="*/ 227552 h 778763"/>
                <a:gd name="connsiteX103" fmla="*/ 159734 w 530923"/>
                <a:gd name="connsiteY103" fmla="*/ 161449 h 778763"/>
                <a:gd name="connsiteX104" fmla="*/ 158972 w 530923"/>
                <a:gd name="connsiteY104" fmla="*/ 159353 h 778763"/>
                <a:gd name="connsiteX105" fmla="*/ 153829 w 530923"/>
                <a:gd name="connsiteY105" fmla="*/ 146304 h 778763"/>
                <a:gd name="connsiteX106" fmla="*/ 151162 w 530923"/>
                <a:gd name="connsiteY106" fmla="*/ 133826 h 778763"/>
                <a:gd name="connsiteX107" fmla="*/ 150400 w 530923"/>
                <a:gd name="connsiteY107" fmla="*/ 122968 h 778763"/>
                <a:gd name="connsiteX108" fmla="*/ 150400 w 530923"/>
                <a:gd name="connsiteY108" fmla="*/ 122015 h 778763"/>
                <a:gd name="connsiteX109" fmla="*/ 149638 w 530923"/>
                <a:gd name="connsiteY109" fmla="*/ 111919 h 778763"/>
                <a:gd name="connsiteX110" fmla="*/ 151067 w 530923"/>
                <a:gd name="connsiteY110" fmla="*/ 104299 h 778763"/>
                <a:gd name="connsiteX111" fmla="*/ 151733 w 530923"/>
                <a:gd name="connsiteY111" fmla="*/ 102013 h 778763"/>
                <a:gd name="connsiteX112" fmla="*/ 153448 w 530923"/>
                <a:gd name="connsiteY112" fmla="*/ 96488 h 778763"/>
                <a:gd name="connsiteX113" fmla="*/ 157829 w 530923"/>
                <a:gd name="connsiteY113" fmla="*/ 84677 h 778763"/>
                <a:gd name="connsiteX114" fmla="*/ 160401 w 530923"/>
                <a:gd name="connsiteY114" fmla="*/ 79820 h 778763"/>
                <a:gd name="connsiteX115" fmla="*/ 165830 w 530923"/>
                <a:gd name="connsiteY115" fmla="*/ 70866 h 778763"/>
                <a:gd name="connsiteX116" fmla="*/ 210026 w 530923"/>
                <a:gd name="connsiteY116" fmla="*/ 15335 h 778763"/>
                <a:gd name="connsiteX117" fmla="*/ 214503 w 530923"/>
                <a:gd name="connsiteY117" fmla="*/ 10097 h 778763"/>
                <a:gd name="connsiteX118" fmla="*/ 220599 w 530923"/>
                <a:gd name="connsiteY118" fmla="*/ 5906 h 778763"/>
                <a:gd name="connsiteX119" fmla="*/ 226790 w 530923"/>
                <a:gd name="connsiteY119" fmla="*/ 2953 h 778763"/>
                <a:gd name="connsiteX120" fmla="*/ 237173 w 530923"/>
                <a:gd name="connsiteY120" fmla="*/ 286 h 778763"/>
                <a:gd name="connsiteX121" fmla="*/ 243840 w 530923"/>
                <a:gd name="connsiteY121" fmla="*/ 0 h 778763"/>
                <a:gd name="connsiteX122" fmla="*/ 246507 w 530923"/>
                <a:gd name="connsiteY122" fmla="*/ 191 h 778763"/>
                <a:gd name="connsiteX123" fmla="*/ 256032 w 530923"/>
                <a:gd name="connsiteY123" fmla="*/ 762 h 778763"/>
                <a:gd name="connsiteX124" fmla="*/ 267367 w 530923"/>
                <a:gd name="connsiteY124" fmla="*/ 2762 h 778763"/>
                <a:gd name="connsiteX125" fmla="*/ 275558 w 530923"/>
                <a:gd name="connsiteY125" fmla="*/ 4572 h 778763"/>
                <a:gd name="connsiteX126" fmla="*/ 281940 w 530923"/>
                <a:gd name="connsiteY126" fmla="*/ 6668 h 778763"/>
                <a:gd name="connsiteX127" fmla="*/ 293084 w 530923"/>
                <a:gd name="connsiteY127" fmla="*/ 11621 h 778763"/>
                <a:gd name="connsiteX128" fmla="*/ 303467 w 530923"/>
                <a:gd name="connsiteY128" fmla="*/ 17621 h 778763"/>
                <a:gd name="connsiteX129" fmla="*/ 324040 w 530923"/>
                <a:gd name="connsiteY129" fmla="*/ 33909 h 778763"/>
                <a:gd name="connsiteX130" fmla="*/ 328517 w 530923"/>
                <a:gd name="connsiteY130" fmla="*/ 37814 h 778763"/>
                <a:gd name="connsiteX131" fmla="*/ 334042 w 530923"/>
                <a:gd name="connsiteY131" fmla="*/ 42577 h 778763"/>
                <a:gd name="connsiteX132" fmla="*/ 382619 w 530923"/>
                <a:gd name="connsiteY132" fmla="*/ 85439 h 778763"/>
                <a:gd name="connsiteX133" fmla="*/ 385191 w 530923"/>
                <a:gd name="connsiteY133" fmla="*/ 87725 h 778763"/>
                <a:gd name="connsiteX134" fmla="*/ 387286 w 530923"/>
                <a:gd name="connsiteY134" fmla="*/ 89630 h 778763"/>
                <a:gd name="connsiteX135" fmla="*/ 403003 w 530923"/>
                <a:gd name="connsiteY135" fmla="*/ 103727 h 778763"/>
                <a:gd name="connsiteX136" fmla="*/ 408242 w 530923"/>
                <a:gd name="connsiteY136" fmla="*/ 108490 h 778763"/>
                <a:gd name="connsiteX137" fmla="*/ 429768 w 530923"/>
                <a:gd name="connsiteY137" fmla="*/ 127921 h 778763"/>
                <a:gd name="connsiteX138" fmla="*/ 446056 w 530923"/>
                <a:gd name="connsiteY138" fmla="*/ 142685 h 778763"/>
                <a:gd name="connsiteX139" fmla="*/ 494729 w 530923"/>
                <a:gd name="connsiteY139" fmla="*/ 186785 h 778763"/>
                <a:gd name="connsiteX140" fmla="*/ 530924 w 530923"/>
                <a:gd name="connsiteY140" fmla="*/ 218027 h 77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530923" h="778763">
                  <a:moveTo>
                    <a:pt x="530924" y="218027"/>
                  </a:moveTo>
                  <a:lnTo>
                    <a:pt x="472821" y="305848"/>
                  </a:lnTo>
                  <a:lnTo>
                    <a:pt x="469487" y="311658"/>
                  </a:lnTo>
                  <a:lnTo>
                    <a:pt x="469202" y="313849"/>
                  </a:lnTo>
                  <a:lnTo>
                    <a:pt x="467868" y="377476"/>
                  </a:lnTo>
                  <a:lnTo>
                    <a:pt x="469011" y="380238"/>
                  </a:lnTo>
                  <a:lnTo>
                    <a:pt x="469868" y="381000"/>
                  </a:lnTo>
                  <a:lnTo>
                    <a:pt x="475583" y="386144"/>
                  </a:lnTo>
                  <a:lnTo>
                    <a:pt x="470059" y="396431"/>
                  </a:lnTo>
                  <a:lnTo>
                    <a:pt x="459867" y="396145"/>
                  </a:lnTo>
                  <a:lnTo>
                    <a:pt x="415766" y="392240"/>
                  </a:lnTo>
                  <a:lnTo>
                    <a:pt x="411575" y="391763"/>
                  </a:lnTo>
                  <a:lnTo>
                    <a:pt x="382429" y="383477"/>
                  </a:lnTo>
                  <a:lnTo>
                    <a:pt x="354806" y="392049"/>
                  </a:lnTo>
                  <a:lnTo>
                    <a:pt x="341376" y="402336"/>
                  </a:lnTo>
                  <a:lnTo>
                    <a:pt x="328136" y="416814"/>
                  </a:lnTo>
                  <a:lnTo>
                    <a:pt x="327565" y="417481"/>
                  </a:lnTo>
                  <a:lnTo>
                    <a:pt x="327088" y="417957"/>
                  </a:lnTo>
                  <a:lnTo>
                    <a:pt x="323469" y="422910"/>
                  </a:lnTo>
                  <a:lnTo>
                    <a:pt x="315849" y="435864"/>
                  </a:lnTo>
                  <a:lnTo>
                    <a:pt x="313849" y="439484"/>
                  </a:lnTo>
                  <a:lnTo>
                    <a:pt x="302323" y="460724"/>
                  </a:lnTo>
                  <a:lnTo>
                    <a:pt x="299180" y="470535"/>
                  </a:lnTo>
                  <a:lnTo>
                    <a:pt x="298609" y="472250"/>
                  </a:lnTo>
                  <a:lnTo>
                    <a:pt x="276225" y="547021"/>
                  </a:lnTo>
                  <a:lnTo>
                    <a:pt x="275177" y="554450"/>
                  </a:lnTo>
                  <a:lnTo>
                    <a:pt x="262414" y="547592"/>
                  </a:lnTo>
                  <a:lnTo>
                    <a:pt x="258223" y="546449"/>
                  </a:lnTo>
                  <a:lnTo>
                    <a:pt x="253365" y="545116"/>
                  </a:lnTo>
                  <a:lnTo>
                    <a:pt x="269272" y="581692"/>
                  </a:lnTo>
                  <a:lnTo>
                    <a:pt x="279178" y="581882"/>
                  </a:lnTo>
                  <a:lnTo>
                    <a:pt x="308419" y="581787"/>
                  </a:lnTo>
                  <a:lnTo>
                    <a:pt x="309372" y="581787"/>
                  </a:lnTo>
                  <a:lnTo>
                    <a:pt x="318802" y="581120"/>
                  </a:lnTo>
                  <a:lnTo>
                    <a:pt x="321088" y="580835"/>
                  </a:lnTo>
                  <a:lnTo>
                    <a:pt x="337757" y="578453"/>
                  </a:lnTo>
                  <a:lnTo>
                    <a:pt x="348520" y="576929"/>
                  </a:lnTo>
                  <a:lnTo>
                    <a:pt x="360998" y="575120"/>
                  </a:lnTo>
                  <a:lnTo>
                    <a:pt x="363950" y="574739"/>
                  </a:lnTo>
                  <a:lnTo>
                    <a:pt x="373380" y="573024"/>
                  </a:lnTo>
                  <a:lnTo>
                    <a:pt x="380048" y="571881"/>
                  </a:lnTo>
                  <a:lnTo>
                    <a:pt x="381095" y="571595"/>
                  </a:lnTo>
                  <a:lnTo>
                    <a:pt x="384429" y="571024"/>
                  </a:lnTo>
                  <a:lnTo>
                    <a:pt x="397002" y="568833"/>
                  </a:lnTo>
                  <a:lnTo>
                    <a:pt x="401384" y="574929"/>
                  </a:lnTo>
                  <a:lnTo>
                    <a:pt x="407480" y="583787"/>
                  </a:lnTo>
                  <a:lnTo>
                    <a:pt x="412242" y="590550"/>
                  </a:lnTo>
                  <a:lnTo>
                    <a:pt x="419290" y="601123"/>
                  </a:lnTo>
                  <a:lnTo>
                    <a:pt x="429387" y="615887"/>
                  </a:lnTo>
                  <a:lnTo>
                    <a:pt x="433292" y="623316"/>
                  </a:lnTo>
                  <a:lnTo>
                    <a:pt x="434531" y="626364"/>
                  </a:lnTo>
                  <a:lnTo>
                    <a:pt x="435578" y="629031"/>
                  </a:lnTo>
                  <a:lnTo>
                    <a:pt x="435673" y="631412"/>
                  </a:lnTo>
                  <a:lnTo>
                    <a:pt x="436055" y="662369"/>
                  </a:lnTo>
                  <a:lnTo>
                    <a:pt x="434721" y="678847"/>
                  </a:lnTo>
                  <a:lnTo>
                    <a:pt x="432149" y="691420"/>
                  </a:lnTo>
                  <a:lnTo>
                    <a:pt x="431959" y="692372"/>
                  </a:lnTo>
                  <a:lnTo>
                    <a:pt x="430435" y="696849"/>
                  </a:lnTo>
                  <a:lnTo>
                    <a:pt x="429863" y="697897"/>
                  </a:lnTo>
                  <a:lnTo>
                    <a:pt x="426815" y="703612"/>
                  </a:lnTo>
                  <a:lnTo>
                    <a:pt x="403765" y="736092"/>
                  </a:lnTo>
                  <a:lnTo>
                    <a:pt x="392621" y="745236"/>
                  </a:lnTo>
                  <a:lnTo>
                    <a:pt x="388334" y="748570"/>
                  </a:lnTo>
                  <a:lnTo>
                    <a:pt x="368903" y="763524"/>
                  </a:lnTo>
                  <a:lnTo>
                    <a:pt x="342614" y="778764"/>
                  </a:lnTo>
                  <a:lnTo>
                    <a:pt x="253841" y="770001"/>
                  </a:lnTo>
                  <a:lnTo>
                    <a:pt x="234791" y="767715"/>
                  </a:lnTo>
                  <a:lnTo>
                    <a:pt x="197358" y="717899"/>
                  </a:lnTo>
                  <a:lnTo>
                    <a:pt x="179451" y="682847"/>
                  </a:lnTo>
                  <a:lnTo>
                    <a:pt x="180594" y="680752"/>
                  </a:lnTo>
                  <a:lnTo>
                    <a:pt x="204025" y="634365"/>
                  </a:lnTo>
                  <a:lnTo>
                    <a:pt x="207931" y="626459"/>
                  </a:lnTo>
                  <a:lnTo>
                    <a:pt x="187071" y="609410"/>
                  </a:lnTo>
                  <a:lnTo>
                    <a:pt x="178213" y="602171"/>
                  </a:lnTo>
                  <a:lnTo>
                    <a:pt x="139827" y="566452"/>
                  </a:lnTo>
                  <a:lnTo>
                    <a:pt x="136779" y="562642"/>
                  </a:lnTo>
                  <a:lnTo>
                    <a:pt x="114871" y="535210"/>
                  </a:lnTo>
                  <a:lnTo>
                    <a:pt x="83820" y="509969"/>
                  </a:lnTo>
                  <a:lnTo>
                    <a:pt x="0" y="496062"/>
                  </a:lnTo>
                  <a:lnTo>
                    <a:pt x="44958" y="431864"/>
                  </a:lnTo>
                  <a:lnTo>
                    <a:pt x="72009" y="443960"/>
                  </a:lnTo>
                  <a:lnTo>
                    <a:pt x="84011" y="437769"/>
                  </a:lnTo>
                  <a:lnTo>
                    <a:pt x="89345" y="419195"/>
                  </a:lnTo>
                  <a:lnTo>
                    <a:pt x="88964" y="418052"/>
                  </a:lnTo>
                  <a:lnTo>
                    <a:pt x="109633" y="387096"/>
                  </a:lnTo>
                  <a:lnTo>
                    <a:pt x="126111" y="390525"/>
                  </a:lnTo>
                  <a:lnTo>
                    <a:pt x="129445" y="389858"/>
                  </a:lnTo>
                  <a:lnTo>
                    <a:pt x="130207" y="389382"/>
                  </a:lnTo>
                  <a:lnTo>
                    <a:pt x="135922" y="384524"/>
                  </a:lnTo>
                  <a:lnTo>
                    <a:pt x="147447" y="374237"/>
                  </a:lnTo>
                  <a:lnTo>
                    <a:pt x="149733" y="371285"/>
                  </a:lnTo>
                  <a:lnTo>
                    <a:pt x="155734" y="345853"/>
                  </a:lnTo>
                  <a:lnTo>
                    <a:pt x="173546" y="305848"/>
                  </a:lnTo>
                  <a:lnTo>
                    <a:pt x="179927" y="300228"/>
                  </a:lnTo>
                  <a:lnTo>
                    <a:pt x="182404" y="298037"/>
                  </a:lnTo>
                  <a:lnTo>
                    <a:pt x="197167" y="301657"/>
                  </a:lnTo>
                  <a:lnTo>
                    <a:pt x="215932" y="303943"/>
                  </a:lnTo>
                  <a:lnTo>
                    <a:pt x="217932" y="302038"/>
                  </a:lnTo>
                  <a:lnTo>
                    <a:pt x="219646" y="288417"/>
                  </a:lnTo>
                  <a:lnTo>
                    <a:pt x="218504" y="284512"/>
                  </a:lnTo>
                  <a:lnTo>
                    <a:pt x="218313" y="283845"/>
                  </a:lnTo>
                  <a:lnTo>
                    <a:pt x="214789" y="278987"/>
                  </a:lnTo>
                  <a:lnTo>
                    <a:pt x="186690" y="227552"/>
                  </a:lnTo>
                  <a:lnTo>
                    <a:pt x="159734" y="161449"/>
                  </a:lnTo>
                  <a:lnTo>
                    <a:pt x="158972" y="159353"/>
                  </a:lnTo>
                  <a:lnTo>
                    <a:pt x="153829" y="146304"/>
                  </a:lnTo>
                  <a:lnTo>
                    <a:pt x="151162" y="133826"/>
                  </a:lnTo>
                  <a:lnTo>
                    <a:pt x="150400" y="122968"/>
                  </a:lnTo>
                  <a:lnTo>
                    <a:pt x="150400" y="122015"/>
                  </a:lnTo>
                  <a:lnTo>
                    <a:pt x="149638" y="111919"/>
                  </a:lnTo>
                  <a:lnTo>
                    <a:pt x="151067" y="104299"/>
                  </a:lnTo>
                  <a:lnTo>
                    <a:pt x="151733" y="102013"/>
                  </a:lnTo>
                  <a:lnTo>
                    <a:pt x="153448" y="96488"/>
                  </a:lnTo>
                  <a:lnTo>
                    <a:pt x="157829" y="84677"/>
                  </a:lnTo>
                  <a:lnTo>
                    <a:pt x="160401" y="79820"/>
                  </a:lnTo>
                  <a:lnTo>
                    <a:pt x="165830" y="70866"/>
                  </a:lnTo>
                  <a:lnTo>
                    <a:pt x="210026" y="15335"/>
                  </a:lnTo>
                  <a:lnTo>
                    <a:pt x="214503" y="10097"/>
                  </a:lnTo>
                  <a:lnTo>
                    <a:pt x="220599" y="5906"/>
                  </a:lnTo>
                  <a:lnTo>
                    <a:pt x="226790" y="2953"/>
                  </a:lnTo>
                  <a:lnTo>
                    <a:pt x="237173" y="286"/>
                  </a:lnTo>
                  <a:lnTo>
                    <a:pt x="243840" y="0"/>
                  </a:lnTo>
                  <a:lnTo>
                    <a:pt x="246507" y="191"/>
                  </a:lnTo>
                  <a:lnTo>
                    <a:pt x="256032" y="762"/>
                  </a:lnTo>
                  <a:lnTo>
                    <a:pt x="267367" y="2762"/>
                  </a:lnTo>
                  <a:lnTo>
                    <a:pt x="275558" y="4572"/>
                  </a:lnTo>
                  <a:lnTo>
                    <a:pt x="281940" y="6668"/>
                  </a:lnTo>
                  <a:lnTo>
                    <a:pt x="293084" y="11621"/>
                  </a:lnTo>
                  <a:lnTo>
                    <a:pt x="303467" y="17621"/>
                  </a:lnTo>
                  <a:lnTo>
                    <a:pt x="324040" y="33909"/>
                  </a:lnTo>
                  <a:lnTo>
                    <a:pt x="328517" y="37814"/>
                  </a:lnTo>
                  <a:lnTo>
                    <a:pt x="334042" y="42577"/>
                  </a:lnTo>
                  <a:lnTo>
                    <a:pt x="382619" y="85439"/>
                  </a:lnTo>
                  <a:lnTo>
                    <a:pt x="385191" y="87725"/>
                  </a:lnTo>
                  <a:lnTo>
                    <a:pt x="387286" y="89630"/>
                  </a:lnTo>
                  <a:lnTo>
                    <a:pt x="403003" y="103727"/>
                  </a:lnTo>
                  <a:lnTo>
                    <a:pt x="408242" y="108490"/>
                  </a:lnTo>
                  <a:lnTo>
                    <a:pt x="429768" y="127921"/>
                  </a:lnTo>
                  <a:lnTo>
                    <a:pt x="446056" y="142685"/>
                  </a:lnTo>
                  <a:lnTo>
                    <a:pt x="494729" y="186785"/>
                  </a:lnTo>
                  <a:lnTo>
                    <a:pt x="530924" y="2180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9" name="서울특별시 강서구 방화3동">
              <a:extLst>
                <a:ext uri="{FF2B5EF4-FFF2-40B4-BE49-F238E27FC236}">
                  <a16:creationId xmlns:a16="http://schemas.microsoft.com/office/drawing/2014/main" id="{B2A0E63C-29C4-F6BC-1618-234E36EEEE59}"/>
                </a:ext>
              </a:extLst>
            </p:cNvPr>
            <p:cNvSpPr/>
            <p:nvPr/>
          </p:nvSpPr>
          <p:spPr>
            <a:xfrm>
              <a:off x="3014662" y="2927984"/>
              <a:ext cx="414813" cy="350901"/>
            </a:xfrm>
            <a:custGeom>
              <a:avLst/>
              <a:gdLst>
                <a:gd name="connsiteX0" fmla="*/ 414814 w 414813"/>
                <a:gd name="connsiteY0" fmla="*/ 77629 h 350901"/>
                <a:gd name="connsiteX1" fmla="*/ 323755 w 414813"/>
                <a:gd name="connsiteY1" fmla="*/ 169164 h 350901"/>
                <a:gd name="connsiteX2" fmla="*/ 332518 w 414813"/>
                <a:gd name="connsiteY2" fmla="*/ 172974 h 350901"/>
                <a:gd name="connsiteX3" fmla="*/ 305943 w 414813"/>
                <a:gd name="connsiteY3" fmla="*/ 212312 h 350901"/>
                <a:gd name="connsiteX4" fmla="*/ 289941 w 414813"/>
                <a:gd name="connsiteY4" fmla="*/ 258509 h 350901"/>
                <a:gd name="connsiteX5" fmla="*/ 303371 w 414813"/>
                <a:gd name="connsiteY5" fmla="*/ 320612 h 350901"/>
                <a:gd name="connsiteX6" fmla="*/ 307562 w 414813"/>
                <a:gd name="connsiteY6" fmla="*/ 328517 h 350901"/>
                <a:gd name="connsiteX7" fmla="*/ 308229 w 414813"/>
                <a:gd name="connsiteY7" fmla="*/ 329565 h 350901"/>
                <a:gd name="connsiteX8" fmla="*/ 310896 w 414813"/>
                <a:gd name="connsiteY8" fmla="*/ 334137 h 350901"/>
                <a:gd name="connsiteX9" fmla="*/ 312611 w 414813"/>
                <a:gd name="connsiteY9" fmla="*/ 336709 h 350901"/>
                <a:gd name="connsiteX10" fmla="*/ 328803 w 414813"/>
                <a:gd name="connsiteY10" fmla="*/ 350901 h 350901"/>
                <a:gd name="connsiteX11" fmla="*/ 308134 w 414813"/>
                <a:gd name="connsiteY11" fmla="*/ 350520 h 350901"/>
                <a:gd name="connsiteX12" fmla="*/ 282988 w 414813"/>
                <a:gd name="connsiteY12" fmla="*/ 350139 h 350901"/>
                <a:gd name="connsiteX13" fmla="*/ 234125 w 414813"/>
                <a:gd name="connsiteY13" fmla="*/ 349282 h 350901"/>
                <a:gd name="connsiteX14" fmla="*/ 232505 w 414813"/>
                <a:gd name="connsiteY14" fmla="*/ 349187 h 350901"/>
                <a:gd name="connsiteX15" fmla="*/ 227743 w 414813"/>
                <a:gd name="connsiteY15" fmla="*/ 349091 h 350901"/>
                <a:gd name="connsiteX16" fmla="*/ 227743 w 414813"/>
                <a:gd name="connsiteY16" fmla="*/ 338233 h 350901"/>
                <a:gd name="connsiteX17" fmla="*/ 228314 w 414813"/>
                <a:gd name="connsiteY17" fmla="*/ 332804 h 350901"/>
                <a:gd name="connsiteX18" fmla="*/ 228505 w 414813"/>
                <a:gd name="connsiteY18" fmla="*/ 321183 h 350901"/>
                <a:gd name="connsiteX19" fmla="*/ 228505 w 414813"/>
                <a:gd name="connsiteY19" fmla="*/ 319373 h 350901"/>
                <a:gd name="connsiteX20" fmla="*/ 214503 w 414813"/>
                <a:gd name="connsiteY20" fmla="*/ 318421 h 350901"/>
                <a:gd name="connsiteX21" fmla="*/ 210884 w 414813"/>
                <a:gd name="connsiteY21" fmla="*/ 318326 h 350901"/>
                <a:gd name="connsiteX22" fmla="*/ 209645 w 414813"/>
                <a:gd name="connsiteY22" fmla="*/ 318230 h 350901"/>
                <a:gd name="connsiteX23" fmla="*/ 186119 w 414813"/>
                <a:gd name="connsiteY23" fmla="*/ 317373 h 350901"/>
                <a:gd name="connsiteX24" fmla="*/ 182594 w 414813"/>
                <a:gd name="connsiteY24" fmla="*/ 317278 h 350901"/>
                <a:gd name="connsiteX25" fmla="*/ 180308 w 414813"/>
                <a:gd name="connsiteY25" fmla="*/ 317183 h 350901"/>
                <a:gd name="connsiteX26" fmla="*/ 166116 w 414813"/>
                <a:gd name="connsiteY26" fmla="*/ 316802 h 350901"/>
                <a:gd name="connsiteX27" fmla="*/ 111442 w 414813"/>
                <a:gd name="connsiteY27" fmla="*/ 315182 h 350901"/>
                <a:gd name="connsiteX28" fmla="*/ 110014 w 414813"/>
                <a:gd name="connsiteY28" fmla="*/ 315182 h 350901"/>
                <a:gd name="connsiteX29" fmla="*/ 97727 w 414813"/>
                <a:gd name="connsiteY29" fmla="*/ 314801 h 350901"/>
                <a:gd name="connsiteX30" fmla="*/ 85820 w 414813"/>
                <a:gd name="connsiteY30" fmla="*/ 314516 h 350901"/>
                <a:gd name="connsiteX31" fmla="*/ 84296 w 414813"/>
                <a:gd name="connsiteY31" fmla="*/ 314516 h 350901"/>
                <a:gd name="connsiteX32" fmla="*/ 65246 w 414813"/>
                <a:gd name="connsiteY32" fmla="*/ 322136 h 350901"/>
                <a:gd name="connsiteX33" fmla="*/ 65056 w 414813"/>
                <a:gd name="connsiteY33" fmla="*/ 322898 h 350901"/>
                <a:gd name="connsiteX34" fmla="*/ 62389 w 414813"/>
                <a:gd name="connsiteY34" fmla="*/ 330327 h 350901"/>
                <a:gd name="connsiteX35" fmla="*/ 61436 w 414813"/>
                <a:gd name="connsiteY35" fmla="*/ 332994 h 350901"/>
                <a:gd name="connsiteX36" fmla="*/ 21622 w 414813"/>
                <a:gd name="connsiteY36" fmla="*/ 337376 h 350901"/>
                <a:gd name="connsiteX37" fmla="*/ 3429 w 414813"/>
                <a:gd name="connsiteY37" fmla="*/ 337376 h 350901"/>
                <a:gd name="connsiteX38" fmla="*/ 0 w 414813"/>
                <a:gd name="connsiteY38" fmla="*/ 336423 h 350901"/>
                <a:gd name="connsiteX39" fmla="*/ 1048 w 414813"/>
                <a:gd name="connsiteY39" fmla="*/ 328994 h 350901"/>
                <a:gd name="connsiteX40" fmla="*/ 23431 w 414813"/>
                <a:gd name="connsiteY40" fmla="*/ 254222 h 350901"/>
                <a:gd name="connsiteX41" fmla="*/ 24003 w 414813"/>
                <a:gd name="connsiteY41" fmla="*/ 252508 h 350901"/>
                <a:gd name="connsiteX42" fmla="*/ 27146 w 414813"/>
                <a:gd name="connsiteY42" fmla="*/ 242697 h 350901"/>
                <a:gd name="connsiteX43" fmla="*/ 38671 w 414813"/>
                <a:gd name="connsiteY43" fmla="*/ 221456 h 350901"/>
                <a:gd name="connsiteX44" fmla="*/ 40672 w 414813"/>
                <a:gd name="connsiteY44" fmla="*/ 217837 h 350901"/>
                <a:gd name="connsiteX45" fmla="*/ 48292 w 414813"/>
                <a:gd name="connsiteY45" fmla="*/ 204883 h 350901"/>
                <a:gd name="connsiteX46" fmla="*/ 51911 w 414813"/>
                <a:gd name="connsiteY46" fmla="*/ 199930 h 350901"/>
                <a:gd name="connsiteX47" fmla="*/ 52388 w 414813"/>
                <a:gd name="connsiteY47" fmla="*/ 199454 h 350901"/>
                <a:gd name="connsiteX48" fmla="*/ 52959 w 414813"/>
                <a:gd name="connsiteY48" fmla="*/ 198787 h 350901"/>
                <a:gd name="connsiteX49" fmla="*/ 66199 w 414813"/>
                <a:gd name="connsiteY49" fmla="*/ 184309 h 350901"/>
                <a:gd name="connsiteX50" fmla="*/ 79629 w 414813"/>
                <a:gd name="connsiteY50" fmla="*/ 174022 h 350901"/>
                <a:gd name="connsiteX51" fmla="*/ 107252 w 414813"/>
                <a:gd name="connsiteY51" fmla="*/ 165449 h 350901"/>
                <a:gd name="connsiteX52" fmla="*/ 136398 w 414813"/>
                <a:gd name="connsiteY52" fmla="*/ 173736 h 350901"/>
                <a:gd name="connsiteX53" fmla="*/ 140589 w 414813"/>
                <a:gd name="connsiteY53" fmla="*/ 174212 h 350901"/>
                <a:gd name="connsiteX54" fmla="*/ 184690 w 414813"/>
                <a:gd name="connsiteY54" fmla="*/ 178118 h 350901"/>
                <a:gd name="connsiteX55" fmla="*/ 194881 w 414813"/>
                <a:gd name="connsiteY55" fmla="*/ 178403 h 350901"/>
                <a:gd name="connsiteX56" fmla="*/ 200406 w 414813"/>
                <a:gd name="connsiteY56" fmla="*/ 168116 h 350901"/>
                <a:gd name="connsiteX57" fmla="*/ 194691 w 414813"/>
                <a:gd name="connsiteY57" fmla="*/ 162973 h 350901"/>
                <a:gd name="connsiteX58" fmla="*/ 193834 w 414813"/>
                <a:gd name="connsiteY58" fmla="*/ 162211 h 350901"/>
                <a:gd name="connsiteX59" fmla="*/ 192691 w 414813"/>
                <a:gd name="connsiteY59" fmla="*/ 159449 h 350901"/>
                <a:gd name="connsiteX60" fmla="*/ 194024 w 414813"/>
                <a:gd name="connsiteY60" fmla="*/ 95822 h 350901"/>
                <a:gd name="connsiteX61" fmla="*/ 194310 w 414813"/>
                <a:gd name="connsiteY61" fmla="*/ 93631 h 350901"/>
                <a:gd name="connsiteX62" fmla="*/ 197644 w 414813"/>
                <a:gd name="connsiteY62" fmla="*/ 87821 h 350901"/>
                <a:gd name="connsiteX63" fmla="*/ 255746 w 414813"/>
                <a:gd name="connsiteY63" fmla="*/ 0 h 350901"/>
                <a:gd name="connsiteX64" fmla="*/ 295751 w 414813"/>
                <a:gd name="connsiteY64" fmla="*/ 30290 h 350901"/>
                <a:gd name="connsiteX65" fmla="*/ 298799 w 414813"/>
                <a:gd name="connsiteY65" fmla="*/ 32671 h 350901"/>
                <a:gd name="connsiteX66" fmla="*/ 331851 w 414813"/>
                <a:gd name="connsiteY66" fmla="*/ 49054 h 350901"/>
                <a:gd name="connsiteX67" fmla="*/ 361093 w 414813"/>
                <a:gd name="connsiteY67" fmla="*/ 61246 h 350901"/>
                <a:gd name="connsiteX68" fmla="*/ 414814 w 414813"/>
                <a:gd name="connsiteY68" fmla="*/ 77629 h 350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14813" h="350901">
                  <a:moveTo>
                    <a:pt x="414814" y="77629"/>
                  </a:moveTo>
                  <a:lnTo>
                    <a:pt x="323755" y="169164"/>
                  </a:lnTo>
                  <a:lnTo>
                    <a:pt x="332518" y="172974"/>
                  </a:lnTo>
                  <a:lnTo>
                    <a:pt x="305943" y="212312"/>
                  </a:lnTo>
                  <a:lnTo>
                    <a:pt x="289941" y="258509"/>
                  </a:lnTo>
                  <a:lnTo>
                    <a:pt x="303371" y="320612"/>
                  </a:lnTo>
                  <a:lnTo>
                    <a:pt x="307562" y="328517"/>
                  </a:lnTo>
                  <a:lnTo>
                    <a:pt x="308229" y="329565"/>
                  </a:lnTo>
                  <a:lnTo>
                    <a:pt x="310896" y="334137"/>
                  </a:lnTo>
                  <a:lnTo>
                    <a:pt x="312611" y="336709"/>
                  </a:lnTo>
                  <a:lnTo>
                    <a:pt x="328803" y="350901"/>
                  </a:lnTo>
                  <a:lnTo>
                    <a:pt x="308134" y="350520"/>
                  </a:lnTo>
                  <a:lnTo>
                    <a:pt x="282988" y="350139"/>
                  </a:lnTo>
                  <a:lnTo>
                    <a:pt x="234125" y="349282"/>
                  </a:lnTo>
                  <a:lnTo>
                    <a:pt x="232505" y="349187"/>
                  </a:lnTo>
                  <a:lnTo>
                    <a:pt x="227743" y="349091"/>
                  </a:lnTo>
                  <a:lnTo>
                    <a:pt x="227743" y="338233"/>
                  </a:lnTo>
                  <a:lnTo>
                    <a:pt x="228314" y="332804"/>
                  </a:lnTo>
                  <a:lnTo>
                    <a:pt x="228505" y="321183"/>
                  </a:lnTo>
                  <a:lnTo>
                    <a:pt x="228505" y="319373"/>
                  </a:lnTo>
                  <a:lnTo>
                    <a:pt x="214503" y="318421"/>
                  </a:lnTo>
                  <a:lnTo>
                    <a:pt x="210884" y="318326"/>
                  </a:lnTo>
                  <a:lnTo>
                    <a:pt x="209645" y="318230"/>
                  </a:lnTo>
                  <a:lnTo>
                    <a:pt x="186119" y="317373"/>
                  </a:lnTo>
                  <a:lnTo>
                    <a:pt x="182594" y="317278"/>
                  </a:lnTo>
                  <a:lnTo>
                    <a:pt x="180308" y="317183"/>
                  </a:lnTo>
                  <a:lnTo>
                    <a:pt x="166116" y="316802"/>
                  </a:lnTo>
                  <a:lnTo>
                    <a:pt x="111442" y="315182"/>
                  </a:lnTo>
                  <a:lnTo>
                    <a:pt x="110014" y="315182"/>
                  </a:lnTo>
                  <a:lnTo>
                    <a:pt x="97727" y="314801"/>
                  </a:lnTo>
                  <a:lnTo>
                    <a:pt x="85820" y="314516"/>
                  </a:lnTo>
                  <a:lnTo>
                    <a:pt x="84296" y="314516"/>
                  </a:lnTo>
                  <a:lnTo>
                    <a:pt x="65246" y="322136"/>
                  </a:lnTo>
                  <a:lnTo>
                    <a:pt x="65056" y="322898"/>
                  </a:lnTo>
                  <a:lnTo>
                    <a:pt x="62389" y="330327"/>
                  </a:lnTo>
                  <a:lnTo>
                    <a:pt x="61436" y="332994"/>
                  </a:lnTo>
                  <a:lnTo>
                    <a:pt x="21622" y="337376"/>
                  </a:lnTo>
                  <a:lnTo>
                    <a:pt x="3429" y="337376"/>
                  </a:lnTo>
                  <a:lnTo>
                    <a:pt x="0" y="336423"/>
                  </a:lnTo>
                  <a:lnTo>
                    <a:pt x="1048" y="328994"/>
                  </a:lnTo>
                  <a:lnTo>
                    <a:pt x="23431" y="254222"/>
                  </a:lnTo>
                  <a:lnTo>
                    <a:pt x="24003" y="252508"/>
                  </a:lnTo>
                  <a:lnTo>
                    <a:pt x="27146" y="242697"/>
                  </a:lnTo>
                  <a:lnTo>
                    <a:pt x="38671" y="221456"/>
                  </a:lnTo>
                  <a:lnTo>
                    <a:pt x="40672" y="217837"/>
                  </a:lnTo>
                  <a:lnTo>
                    <a:pt x="48292" y="204883"/>
                  </a:lnTo>
                  <a:lnTo>
                    <a:pt x="51911" y="199930"/>
                  </a:lnTo>
                  <a:lnTo>
                    <a:pt x="52388" y="199454"/>
                  </a:lnTo>
                  <a:lnTo>
                    <a:pt x="52959" y="198787"/>
                  </a:lnTo>
                  <a:lnTo>
                    <a:pt x="66199" y="184309"/>
                  </a:lnTo>
                  <a:lnTo>
                    <a:pt x="79629" y="174022"/>
                  </a:lnTo>
                  <a:lnTo>
                    <a:pt x="107252" y="165449"/>
                  </a:lnTo>
                  <a:lnTo>
                    <a:pt x="136398" y="173736"/>
                  </a:lnTo>
                  <a:lnTo>
                    <a:pt x="140589" y="174212"/>
                  </a:lnTo>
                  <a:lnTo>
                    <a:pt x="184690" y="178118"/>
                  </a:lnTo>
                  <a:lnTo>
                    <a:pt x="194881" y="178403"/>
                  </a:lnTo>
                  <a:lnTo>
                    <a:pt x="200406" y="168116"/>
                  </a:lnTo>
                  <a:lnTo>
                    <a:pt x="194691" y="162973"/>
                  </a:lnTo>
                  <a:lnTo>
                    <a:pt x="193834" y="162211"/>
                  </a:lnTo>
                  <a:lnTo>
                    <a:pt x="192691" y="159449"/>
                  </a:lnTo>
                  <a:lnTo>
                    <a:pt x="194024" y="95822"/>
                  </a:lnTo>
                  <a:lnTo>
                    <a:pt x="194310" y="93631"/>
                  </a:lnTo>
                  <a:lnTo>
                    <a:pt x="197644" y="87821"/>
                  </a:lnTo>
                  <a:lnTo>
                    <a:pt x="255746" y="0"/>
                  </a:lnTo>
                  <a:lnTo>
                    <a:pt x="295751" y="30290"/>
                  </a:lnTo>
                  <a:lnTo>
                    <a:pt x="298799" y="32671"/>
                  </a:lnTo>
                  <a:lnTo>
                    <a:pt x="331851" y="49054"/>
                  </a:lnTo>
                  <a:lnTo>
                    <a:pt x="361093" y="61246"/>
                  </a:lnTo>
                  <a:lnTo>
                    <a:pt x="414814" y="776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700" name="서울특별시 강서구 화곡1동">
              <a:extLst>
                <a:ext uri="{FF2B5EF4-FFF2-40B4-BE49-F238E27FC236}">
                  <a16:creationId xmlns:a16="http://schemas.microsoft.com/office/drawing/2014/main" id="{65C42B1A-156E-106E-A9AB-919768D4E142}"/>
                </a:ext>
              </a:extLst>
            </p:cNvPr>
            <p:cNvSpPr/>
            <p:nvPr/>
          </p:nvSpPr>
          <p:spPr>
            <a:xfrm>
              <a:off x="3555491" y="3852005"/>
              <a:ext cx="274034" cy="274319"/>
            </a:xfrm>
            <a:custGeom>
              <a:avLst/>
              <a:gdLst>
                <a:gd name="connsiteX0" fmla="*/ 120682 w 274034"/>
                <a:gd name="connsiteY0" fmla="*/ 762 h 274319"/>
                <a:gd name="connsiteX1" fmla="*/ 179642 w 274034"/>
                <a:gd name="connsiteY1" fmla="*/ 90202 h 274319"/>
                <a:gd name="connsiteX2" fmla="*/ 218694 w 274034"/>
                <a:gd name="connsiteY2" fmla="*/ 153353 h 274319"/>
                <a:gd name="connsiteX3" fmla="*/ 222599 w 274034"/>
                <a:gd name="connsiteY3" fmla="*/ 155448 h 274319"/>
                <a:gd name="connsiteX4" fmla="*/ 229457 w 274034"/>
                <a:gd name="connsiteY4" fmla="*/ 165735 h 274319"/>
                <a:gd name="connsiteX5" fmla="*/ 235458 w 274034"/>
                <a:gd name="connsiteY5" fmla="*/ 175450 h 274319"/>
                <a:gd name="connsiteX6" fmla="*/ 237268 w 274034"/>
                <a:gd name="connsiteY6" fmla="*/ 178403 h 274319"/>
                <a:gd name="connsiteX7" fmla="*/ 246507 w 274034"/>
                <a:gd name="connsiteY7" fmla="*/ 194881 h 274319"/>
                <a:gd name="connsiteX8" fmla="*/ 244221 w 274034"/>
                <a:gd name="connsiteY8" fmla="*/ 195834 h 274319"/>
                <a:gd name="connsiteX9" fmla="*/ 245364 w 274034"/>
                <a:gd name="connsiteY9" fmla="*/ 197834 h 274319"/>
                <a:gd name="connsiteX10" fmla="*/ 267462 w 274034"/>
                <a:gd name="connsiteY10" fmla="*/ 238506 h 274319"/>
                <a:gd name="connsiteX11" fmla="*/ 274034 w 274034"/>
                <a:gd name="connsiteY11" fmla="*/ 249555 h 274319"/>
                <a:gd name="connsiteX12" fmla="*/ 121539 w 274034"/>
                <a:gd name="connsiteY12" fmla="*/ 274320 h 274319"/>
                <a:gd name="connsiteX13" fmla="*/ 17145 w 274034"/>
                <a:gd name="connsiteY13" fmla="*/ 102108 h 274319"/>
                <a:gd name="connsiteX14" fmla="*/ 25146 w 274034"/>
                <a:gd name="connsiteY14" fmla="*/ 86201 h 274319"/>
                <a:gd name="connsiteX15" fmla="*/ 0 w 274034"/>
                <a:gd name="connsiteY15" fmla="*/ 32575 h 274319"/>
                <a:gd name="connsiteX16" fmla="*/ 120110 w 274034"/>
                <a:gd name="connsiteY16" fmla="*/ 0 h 274319"/>
                <a:gd name="connsiteX17" fmla="*/ 120682 w 274034"/>
                <a:gd name="connsiteY17" fmla="*/ 762 h 27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4034" h="274319">
                  <a:moveTo>
                    <a:pt x="120682" y="762"/>
                  </a:moveTo>
                  <a:lnTo>
                    <a:pt x="179642" y="90202"/>
                  </a:lnTo>
                  <a:lnTo>
                    <a:pt x="218694" y="153353"/>
                  </a:lnTo>
                  <a:lnTo>
                    <a:pt x="222599" y="155448"/>
                  </a:lnTo>
                  <a:lnTo>
                    <a:pt x="229457" y="165735"/>
                  </a:lnTo>
                  <a:lnTo>
                    <a:pt x="235458" y="175450"/>
                  </a:lnTo>
                  <a:lnTo>
                    <a:pt x="237268" y="178403"/>
                  </a:lnTo>
                  <a:lnTo>
                    <a:pt x="246507" y="194881"/>
                  </a:lnTo>
                  <a:lnTo>
                    <a:pt x="244221" y="195834"/>
                  </a:lnTo>
                  <a:lnTo>
                    <a:pt x="245364" y="197834"/>
                  </a:lnTo>
                  <a:lnTo>
                    <a:pt x="267462" y="238506"/>
                  </a:lnTo>
                  <a:lnTo>
                    <a:pt x="274034" y="249555"/>
                  </a:lnTo>
                  <a:lnTo>
                    <a:pt x="121539" y="274320"/>
                  </a:lnTo>
                  <a:lnTo>
                    <a:pt x="17145" y="102108"/>
                  </a:lnTo>
                  <a:lnTo>
                    <a:pt x="25146" y="86201"/>
                  </a:lnTo>
                  <a:lnTo>
                    <a:pt x="0" y="32575"/>
                  </a:lnTo>
                  <a:lnTo>
                    <a:pt x="120110" y="0"/>
                  </a:lnTo>
                  <a:lnTo>
                    <a:pt x="120682" y="76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1" name="서울특별시 강서구 우장산동">
              <a:extLst>
                <a:ext uri="{FF2B5EF4-FFF2-40B4-BE49-F238E27FC236}">
                  <a16:creationId xmlns:a16="http://schemas.microsoft.com/office/drawing/2014/main" id="{E70A7DC1-50C7-484A-2434-FA6E62CE599F}"/>
                </a:ext>
              </a:extLst>
            </p:cNvPr>
            <p:cNvSpPr/>
            <p:nvPr/>
          </p:nvSpPr>
          <p:spPr>
            <a:xfrm>
              <a:off x="3601212" y="3545681"/>
              <a:ext cx="195262" cy="307085"/>
            </a:xfrm>
            <a:custGeom>
              <a:avLst/>
              <a:gdLst>
                <a:gd name="connsiteX0" fmla="*/ 170783 w 195262"/>
                <a:gd name="connsiteY0" fmla="*/ 13430 h 307085"/>
                <a:gd name="connsiteX1" fmla="*/ 168592 w 195262"/>
                <a:gd name="connsiteY1" fmla="*/ 44958 h 307085"/>
                <a:gd name="connsiteX2" fmla="*/ 144971 w 195262"/>
                <a:gd name="connsiteY2" fmla="*/ 101441 h 307085"/>
                <a:gd name="connsiteX3" fmla="*/ 143732 w 195262"/>
                <a:gd name="connsiteY3" fmla="*/ 113252 h 307085"/>
                <a:gd name="connsiteX4" fmla="*/ 143923 w 195262"/>
                <a:gd name="connsiteY4" fmla="*/ 114110 h 307085"/>
                <a:gd name="connsiteX5" fmla="*/ 144589 w 195262"/>
                <a:gd name="connsiteY5" fmla="*/ 118396 h 307085"/>
                <a:gd name="connsiteX6" fmla="*/ 146971 w 195262"/>
                <a:gd name="connsiteY6" fmla="*/ 123444 h 307085"/>
                <a:gd name="connsiteX7" fmla="*/ 182404 w 195262"/>
                <a:gd name="connsiteY7" fmla="*/ 169736 h 307085"/>
                <a:gd name="connsiteX8" fmla="*/ 195263 w 195262"/>
                <a:gd name="connsiteY8" fmla="*/ 176022 h 307085"/>
                <a:gd name="connsiteX9" fmla="*/ 147923 w 195262"/>
                <a:gd name="connsiteY9" fmla="*/ 242411 h 307085"/>
                <a:gd name="connsiteX10" fmla="*/ 136398 w 195262"/>
                <a:gd name="connsiteY10" fmla="*/ 258128 h 307085"/>
                <a:gd name="connsiteX11" fmla="*/ 135922 w 195262"/>
                <a:gd name="connsiteY11" fmla="*/ 258794 h 307085"/>
                <a:gd name="connsiteX12" fmla="*/ 125444 w 195262"/>
                <a:gd name="connsiteY12" fmla="*/ 271558 h 307085"/>
                <a:gd name="connsiteX13" fmla="*/ 124396 w 195262"/>
                <a:gd name="connsiteY13" fmla="*/ 272796 h 307085"/>
                <a:gd name="connsiteX14" fmla="*/ 123349 w 195262"/>
                <a:gd name="connsiteY14" fmla="*/ 274034 h 307085"/>
                <a:gd name="connsiteX15" fmla="*/ 120587 w 195262"/>
                <a:gd name="connsiteY15" fmla="*/ 276987 h 307085"/>
                <a:gd name="connsiteX16" fmla="*/ 120110 w 195262"/>
                <a:gd name="connsiteY16" fmla="*/ 277368 h 307085"/>
                <a:gd name="connsiteX17" fmla="*/ 116396 w 195262"/>
                <a:gd name="connsiteY17" fmla="*/ 281273 h 307085"/>
                <a:gd name="connsiteX18" fmla="*/ 111633 w 195262"/>
                <a:gd name="connsiteY18" fmla="*/ 286131 h 307085"/>
                <a:gd name="connsiteX19" fmla="*/ 107251 w 195262"/>
                <a:gd name="connsiteY19" fmla="*/ 290513 h 307085"/>
                <a:gd name="connsiteX20" fmla="*/ 104204 w 195262"/>
                <a:gd name="connsiteY20" fmla="*/ 292798 h 307085"/>
                <a:gd name="connsiteX21" fmla="*/ 102394 w 195262"/>
                <a:gd name="connsiteY21" fmla="*/ 294132 h 307085"/>
                <a:gd name="connsiteX22" fmla="*/ 101346 w 195262"/>
                <a:gd name="connsiteY22" fmla="*/ 294989 h 307085"/>
                <a:gd name="connsiteX23" fmla="*/ 92678 w 195262"/>
                <a:gd name="connsiteY23" fmla="*/ 299656 h 307085"/>
                <a:gd name="connsiteX24" fmla="*/ 87439 w 195262"/>
                <a:gd name="connsiteY24" fmla="*/ 301847 h 307085"/>
                <a:gd name="connsiteX25" fmla="*/ 74962 w 195262"/>
                <a:gd name="connsiteY25" fmla="*/ 307086 h 307085"/>
                <a:gd name="connsiteX26" fmla="*/ 74390 w 195262"/>
                <a:gd name="connsiteY26" fmla="*/ 306324 h 307085"/>
                <a:gd name="connsiteX27" fmla="*/ 28575 w 195262"/>
                <a:gd name="connsiteY27" fmla="*/ 258699 h 307085"/>
                <a:gd name="connsiteX28" fmla="*/ 24289 w 195262"/>
                <a:gd name="connsiteY28" fmla="*/ 254318 h 307085"/>
                <a:gd name="connsiteX29" fmla="*/ 15430 w 195262"/>
                <a:gd name="connsiteY29" fmla="*/ 245936 h 307085"/>
                <a:gd name="connsiteX30" fmla="*/ 14859 w 195262"/>
                <a:gd name="connsiteY30" fmla="*/ 245364 h 307085"/>
                <a:gd name="connsiteX31" fmla="*/ 12001 w 195262"/>
                <a:gd name="connsiteY31" fmla="*/ 241173 h 307085"/>
                <a:gd name="connsiteX32" fmla="*/ 9049 w 195262"/>
                <a:gd name="connsiteY32" fmla="*/ 236601 h 307085"/>
                <a:gd name="connsiteX33" fmla="*/ 4858 w 195262"/>
                <a:gd name="connsiteY33" fmla="*/ 228410 h 307085"/>
                <a:gd name="connsiteX34" fmla="*/ 3715 w 195262"/>
                <a:gd name="connsiteY34" fmla="*/ 223456 h 307085"/>
                <a:gd name="connsiteX35" fmla="*/ 1619 w 195262"/>
                <a:gd name="connsiteY35" fmla="*/ 214694 h 307085"/>
                <a:gd name="connsiteX36" fmla="*/ 0 w 195262"/>
                <a:gd name="connsiteY36" fmla="*/ 192024 h 307085"/>
                <a:gd name="connsiteX37" fmla="*/ 286 w 195262"/>
                <a:gd name="connsiteY37" fmla="*/ 191548 h 307085"/>
                <a:gd name="connsiteX38" fmla="*/ 762 w 195262"/>
                <a:gd name="connsiteY38" fmla="*/ 108204 h 307085"/>
                <a:gd name="connsiteX39" fmla="*/ 1048 w 195262"/>
                <a:gd name="connsiteY39" fmla="*/ 107252 h 307085"/>
                <a:gd name="connsiteX40" fmla="*/ 34766 w 195262"/>
                <a:gd name="connsiteY40" fmla="*/ 0 h 307085"/>
                <a:gd name="connsiteX41" fmla="*/ 170783 w 195262"/>
                <a:gd name="connsiteY41" fmla="*/ 13430 h 30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95262" h="307085">
                  <a:moveTo>
                    <a:pt x="170783" y="13430"/>
                  </a:moveTo>
                  <a:lnTo>
                    <a:pt x="168592" y="44958"/>
                  </a:lnTo>
                  <a:lnTo>
                    <a:pt x="144971" y="101441"/>
                  </a:lnTo>
                  <a:lnTo>
                    <a:pt x="143732" y="113252"/>
                  </a:lnTo>
                  <a:lnTo>
                    <a:pt x="143923" y="114110"/>
                  </a:lnTo>
                  <a:lnTo>
                    <a:pt x="144589" y="118396"/>
                  </a:lnTo>
                  <a:lnTo>
                    <a:pt x="146971" y="123444"/>
                  </a:lnTo>
                  <a:lnTo>
                    <a:pt x="182404" y="169736"/>
                  </a:lnTo>
                  <a:lnTo>
                    <a:pt x="195263" y="176022"/>
                  </a:lnTo>
                  <a:lnTo>
                    <a:pt x="147923" y="242411"/>
                  </a:lnTo>
                  <a:lnTo>
                    <a:pt x="136398" y="258128"/>
                  </a:lnTo>
                  <a:lnTo>
                    <a:pt x="135922" y="258794"/>
                  </a:lnTo>
                  <a:lnTo>
                    <a:pt x="125444" y="271558"/>
                  </a:lnTo>
                  <a:lnTo>
                    <a:pt x="124396" y="272796"/>
                  </a:lnTo>
                  <a:lnTo>
                    <a:pt x="123349" y="274034"/>
                  </a:lnTo>
                  <a:lnTo>
                    <a:pt x="120587" y="276987"/>
                  </a:lnTo>
                  <a:lnTo>
                    <a:pt x="120110" y="277368"/>
                  </a:lnTo>
                  <a:lnTo>
                    <a:pt x="116396" y="281273"/>
                  </a:lnTo>
                  <a:lnTo>
                    <a:pt x="111633" y="286131"/>
                  </a:lnTo>
                  <a:lnTo>
                    <a:pt x="107251" y="290513"/>
                  </a:lnTo>
                  <a:lnTo>
                    <a:pt x="104204" y="292798"/>
                  </a:lnTo>
                  <a:lnTo>
                    <a:pt x="102394" y="294132"/>
                  </a:lnTo>
                  <a:lnTo>
                    <a:pt x="101346" y="294989"/>
                  </a:lnTo>
                  <a:lnTo>
                    <a:pt x="92678" y="299656"/>
                  </a:lnTo>
                  <a:lnTo>
                    <a:pt x="87439" y="301847"/>
                  </a:lnTo>
                  <a:lnTo>
                    <a:pt x="74962" y="307086"/>
                  </a:lnTo>
                  <a:lnTo>
                    <a:pt x="74390" y="306324"/>
                  </a:lnTo>
                  <a:lnTo>
                    <a:pt x="28575" y="258699"/>
                  </a:lnTo>
                  <a:lnTo>
                    <a:pt x="24289" y="254318"/>
                  </a:lnTo>
                  <a:lnTo>
                    <a:pt x="15430" y="245936"/>
                  </a:lnTo>
                  <a:lnTo>
                    <a:pt x="14859" y="245364"/>
                  </a:lnTo>
                  <a:lnTo>
                    <a:pt x="12001" y="241173"/>
                  </a:lnTo>
                  <a:lnTo>
                    <a:pt x="9049" y="236601"/>
                  </a:lnTo>
                  <a:lnTo>
                    <a:pt x="4858" y="228410"/>
                  </a:lnTo>
                  <a:lnTo>
                    <a:pt x="3715" y="223456"/>
                  </a:lnTo>
                  <a:lnTo>
                    <a:pt x="1619" y="214694"/>
                  </a:lnTo>
                  <a:lnTo>
                    <a:pt x="0" y="192024"/>
                  </a:lnTo>
                  <a:lnTo>
                    <a:pt x="286" y="191548"/>
                  </a:lnTo>
                  <a:lnTo>
                    <a:pt x="762" y="108204"/>
                  </a:lnTo>
                  <a:lnTo>
                    <a:pt x="1048" y="107252"/>
                  </a:lnTo>
                  <a:lnTo>
                    <a:pt x="34766" y="0"/>
                  </a:lnTo>
                  <a:lnTo>
                    <a:pt x="170783" y="134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2" name="서울특별시 강서구 가양1동">
              <a:extLst>
                <a:ext uri="{FF2B5EF4-FFF2-40B4-BE49-F238E27FC236}">
                  <a16:creationId xmlns:a16="http://schemas.microsoft.com/office/drawing/2014/main" id="{03862F06-AE7A-FDA3-BA75-B73E11E9C879}"/>
                </a:ext>
              </a:extLst>
            </p:cNvPr>
            <p:cNvSpPr/>
            <p:nvPr/>
          </p:nvSpPr>
          <p:spPr>
            <a:xfrm>
              <a:off x="3304603" y="3005613"/>
              <a:ext cx="561975" cy="540067"/>
            </a:xfrm>
            <a:custGeom>
              <a:avLst/>
              <a:gdLst>
                <a:gd name="connsiteX0" fmla="*/ 561975 w 561975"/>
                <a:gd name="connsiteY0" fmla="*/ 230886 h 540067"/>
                <a:gd name="connsiteX1" fmla="*/ 559880 w 561975"/>
                <a:gd name="connsiteY1" fmla="*/ 282035 h 540067"/>
                <a:gd name="connsiteX2" fmla="*/ 536258 w 561975"/>
                <a:gd name="connsiteY2" fmla="*/ 315277 h 540067"/>
                <a:gd name="connsiteX3" fmla="*/ 524542 w 561975"/>
                <a:gd name="connsiteY3" fmla="*/ 329565 h 540067"/>
                <a:gd name="connsiteX4" fmla="*/ 517493 w 561975"/>
                <a:gd name="connsiteY4" fmla="*/ 338233 h 540067"/>
                <a:gd name="connsiteX5" fmla="*/ 511207 w 561975"/>
                <a:gd name="connsiteY5" fmla="*/ 345853 h 540067"/>
                <a:gd name="connsiteX6" fmla="*/ 539305 w 561975"/>
                <a:gd name="connsiteY6" fmla="*/ 363474 h 540067"/>
                <a:gd name="connsiteX7" fmla="*/ 560260 w 561975"/>
                <a:gd name="connsiteY7" fmla="*/ 381667 h 540067"/>
                <a:gd name="connsiteX8" fmla="*/ 534257 w 561975"/>
                <a:gd name="connsiteY8" fmla="*/ 419862 h 540067"/>
                <a:gd name="connsiteX9" fmla="*/ 523780 w 561975"/>
                <a:gd name="connsiteY9" fmla="*/ 434245 h 540067"/>
                <a:gd name="connsiteX10" fmla="*/ 471011 w 561975"/>
                <a:gd name="connsiteY10" fmla="*/ 428244 h 540067"/>
                <a:gd name="connsiteX11" fmla="*/ 381000 w 561975"/>
                <a:gd name="connsiteY11" fmla="*/ 384334 h 540067"/>
                <a:gd name="connsiteX12" fmla="*/ 379476 w 561975"/>
                <a:gd name="connsiteY12" fmla="*/ 389953 h 540067"/>
                <a:gd name="connsiteX13" fmla="*/ 378428 w 561975"/>
                <a:gd name="connsiteY13" fmla="*/ 394144 h 540067"/>
                <a:gd name="connsiteX14" fmla="*/ 360712 w 561975"/>
                <a:gd name="connsiteY14" fmla="*/ 450723 h 540067"/>
                <a:gd name="connsiteX15" fmla="*/ 352139 w 561975"/>
                <a:gd name="connsiteY15" fmla="*/ 477679 h 540067"/>
                <a:gd name="connsiteX16" fmla="*/ 351949 w 561975"/>
                <a:gd name="connsiteY16" fmla="*/ 478250 h 540067"/>
                <a:gd name="connsiteX17" fmla="*/ 341471 w 561975"/>
                <a:gd name="connsiteY17" fmla="*/ 509873 h 540067"/>
                <a:gd name="connsiteX18" fmla="*/ 338138 w 561975"/>
                <a:gd name="connsiteY18" fmla="*/ 520065 h 540067"/>
                <a:gd name="connsiteX19" fmla="*/ 337756 w 561975"/>
                <a:gd name="connsiteY19" fmla="*/ 521017 h 540067"/>
                <a:gd name="connsiteX20" fmla="*/ 331375 w 561975"/>
                <a:gd name="connsiteY20" fmla="*/ 540068 h 540067"/>
                <a:gd name="connsiteX21" fmla="*/ 127349 w 561975"/>
                <a:gd name="connsiteY21" fmla="*/ 519493 h 540067"/>
                <a:gd name="connsiteX22" fmla="*/ 132017 w 561975"/>
                <a:gd name="connsiteY22" fmla="*/ 480727 h 540067"/>
                <a:gd name="connsiteX23" fmla="*/ 142494 w 561975"/>
                <a:gd name="connsiteY23" fmla="*/ 393859 h 540067"/>
                <a:gd name="connsiteX24" fmla="*/ 77248 w 561975"/>
                <a:gd name="connsiteY24" fmla="*/ 388334 h 540067"/>
                <a:gd name="connsiteX25" fmla="*/ 58293 w 561975"/>
                <a:gd name="connsiteY25" fmla="*/ 386810 h 540067"/>
                <a:gd name="connsiteX26" fmla="*/ 55435 w 561975"/>
                <a:gd name="connsiteY26" fmla="*/ 380143 h 540067"/>
                <a:gd name="connsiteX27" fmla="*/ 48387 w 561975"/>
                <a:gd name="connsiteY27" fmla="*/ 359473 h 540067"/>
                <a:gd name="connsiteX28" fmla="*/ 48101 w 561975"/>
                <a:gd name="connsiteY28" fmla="*/ 357473 h 540067"/>
                <a:gd name="connsiteX29" fmla="*/ 48006 w 561975"/>
                <a:gd name="connsiteY29" fmla="*/ 355568 h 540067"/>
                <a:gd name="connsiteX30" fmla="*/ 48101 w 561975"/>
                <a:gd name="connsiteY30" fmla="*/ 354806 h 540067"/>
                <a:gd name="connsiteX31" fmla="*/ 48101 w 561975"/>
                <a:gd name="connsiteY31" fmla="*/ 354044 h 540067"/>
                <a:gd name="connsiteX32" fmla="*/ 48482 w 561975"/>
                <a:gd name="connsiteY32" fmla="*/ 352711 h 540067"/>
                <a:gd name="connsiteX33" fmla="*/ 48863 w 561975"/>
                <a:gd name="connsiteY33" fmla="*/ 350996 h 540067"/>
                <a:gd name="connsiteX34" fmla="*/ 49054 w 561975"/>
                <a:gd name="connsiteY34" fmla="*/ 350139 h 540067"/>
                <a:gd name="connsiteX35" fmla="*/ 51149 w 561975"/>
                <a:gd name="connsiteY35" fmla="*/ 339471 h 540067"/>
                <a:gd name="connsiteX36" fmla="*/ 50101 w 561975"/>
                <a:gd name="connsiteY36" fmla="*/ 320516 h 540067"/>
                <a:gd name="connsiteX37" fmla="*/ 44482 w 561975"/>
                <a:gd name="connsiteY37" fmla="*/ 283845 h 540067"/>
                <a:gd name="connsiteX38" fmla="*/ 43910 w 561975"/>
                <a:gd name="connsiteY38" fmla="*/ 281464 h 540067"/>
                <a:gd name="connsiteX39" fmla="*/ 42672 w 561975"/>
                <a:gd name="connsiteY39" fmla="*/ 276892 h 540067"/>
                <a:gd name="connsiteX40" fmla="*/ 38862 w 561975"/>
                <a:gd name="connsiteY40" fmla="*/ 273272 h 540067"/>
                <a:gd name="connsiteX41" fmla="*/ 22669 w 561975"/>
                <a:gd name="connsiteY41" fmla="*/ 259080 h 540067"/>
                <a:gd name="connsiteX42" fmla="*/ 20955 w 561975"/>
                <a:gd name="connsiteY42" fmla="*/ 256508 h 540067"/>
                <a:gd name="connsiteX43" fmla="*/ 18288 w 561975"/>
                <a:gd name="connsiteY43" fmla="*/ 251936 h 540067"/>
                <a:gd name="connsiteX44" fmla="*/ 17621 w 561975"/>
                <a:gd name="connsiteY44" fmla="*/ 250888 h 540067"/>
                <a:gd name="connsiteX45" fmla="*/ 13430 w 561975"/>
                <a:gd name="connsiteY45" fmla="*/ 242983 h 540067"/>
                <a:gd name="connsiteX46" fmla="*/ 0 w 561975"/>
                <a:gd name="connsiteY46" fmla="*/ 180880 h 540067"/>
                <a:gd name="connsiteX47" fmla="*/ 16002 w 561975"/>
                <a:gd name="connsiteY47" fmla="*/ 134684 h 540067"/>
                <a:gd name="connsiteX48" fmla="*/ 42577 w 561975"/>
                <a:gd name="connsiteY48" fmla="*/ 95345 h 540067"/>
                <a:gd name="connsiteX49" fmla="*/ 33814 w 561975"/>
                <a:gd name="connsiteY49" fmla="*/ 91535 h 540067"/>
                <a:gd name="connsiteX50" fmla="*/ 124873 w 561975"/>
                <a:gd name="connsiteY50" fmla="*/ 0 h 540067"/>
                <a:gd name="connsiteX51" fmla="*/ 561975 w 561975"/>
                <a:gd name="connsiteY51" fmla="*/ 230886 h 54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1975" h="540067">
                  <a:moveTo>
                    <a:pt x="561975" y="230886"/>
                  </a:moveTo>
                  <a:lnTo>
                    <a:pt x="559880" y="282035"/>
                  </a:lnTo>
                  <a:lnTo>
                    <a:pt x="536258" y="315277"/>
                  </a:lnTo>
                  <a:lnTo>
                    <a:pt x="524542" y="329565"/>
                  </a:lnTo>
                  <a:lnTo>
                    <a:pt x="517493" y="338233"/>
                  </a:lnTo>
                  <a:lnTo>
                    <a:pt x="511207" y="345853"/>
                  </a:lnTo>
                  <a:lnTo>
                    <a:pt x="539305" y="363474"/>
                  </a:lnTo>
                  <a:lnTo>
                    <a:pt x="560260" y="381667"/>
                  </a:lnTo>
                  <a:lnTo>
                    <a:pt x="534257" y="419862"/>
                  </a:lnTo>
                  <a:lnTo>
                    <a:pt x="523780" y="434245"/>
                  </a:lnTo>
                  <a:lnTo>
                    <a:pt x="471011" y="428244"/>
                  </a:lnTo>
                  <a:lnTo>
                    <a:pt x="381000" y="384334"/>
                  </a:lnTo>
                  <a:lnTo>
                    <a:pt x="379476" y="389953"/>
                  </a:lnTo>
                  <a:lnTo>
                    <a:pt x="378428" y="394144"/>
                  </a:lnTo>
                  <a:lnTo>
                    <a:pt x="360712" y="450723"/>
                  </a:lnTo>
                  <a:lnTo>
                    <a:pt x="352139" y="477679"/>
                  </a:lnTo>
                  <a:lnTo>
                    <a:pt x="351949" y="478250"/>
                  </a:lnTo>
                  <a:lnTo>
                    <a:pt x="341471" y="509873"/>
                  </a:lnTo>
                  <a:lnTo>
                    <a:pt x="338138" y="520065"/>
                  </a:lnTo>
                  <a:lnTo>
                    <a:pt x="337756" y="521017"/>
                  </a:lnTo>
                  <a:lnTo>
                    <a:pt x="331375" y="540068"/>
                  </a:lnTo>
                  <a:lnTo>
                    <a:pt x="127349" y="519493"/>
                  </a:lnTo>
                  <a:lnTo>
                    <a:pt x="132017" y="480727"/>
                  </a:lnTo>
                  <a:lnTo>
                    <a:pt x="142494" y="393859"/>
                  </a:lnTo>
                  <a:lnTo>
                    <a:pt x="77248" y="388334"/>
                  </a:lnTo>
                  <a:lnTo>
                    <a:pt x="58293" y="386810"/>
                  </a:lnTo>
                  <a:lnTo>
                    <a:pt x="55435" y="380143"/>
                  </a:lnTo>
                  <a:lnTo>
                    <a:pt x="48387" y="359473"/>
                  </a:lnTo>
                  <a:lnTo>
                    <a:pt x="48101" y="357473"/>
                  </a:lnTo>
                  <a:lnTo>
                    <a:pt x="48006" y="355568"/>
                  </a:lnTo>
                  <a:lnTo>
                    <a:pt x="48101" y="354806"/>
                  </a:lnTo>
                  <a:lnTo>
                    <a:pt x="48101" y="354044"/>
                  </a:lnTo>
                  <a:lnTo>
                    <a:pt x="48482" y="352711"/>
                  </a:lnTo>
                  <a:lnTo>
                    <a:pt x="48863" y="350996"/>
                  </a:lnTo>
                  <a:lnTo>
                    <a:pt x="49054" y="350139"/>
                  </a:lnTo>
                  <a:lnTo>
                    <a:pt x="51149" y="339471"/>
                  </a:lnTo>
                  <a:lnTo>
                    <a:pt x="50101" y="320516"/>
                  </a:lnTo>
                  <a:lnTo>
                    <a:pt x="44482" y="283845"/>
                  </a:lnTo>
                  <a:lnTo>
                    <a:pt x="43910" y="281464"/>
                  </a:lnTo>
                  <a:lnTo>
                    <a:pt x="42672" y="276892"/>
                  </a:lnTo>
                  <a:lnTo>
                    <a:pt x="38862" y="273272"/>
                  </a:lnTo>
                  <a:lnTo>
                    <a:pt x="22669" y="259080"/>
                  </a:lnTo>
                  <a:lnTo>
                    <a:pt x="20955" y="256508"/>
                  </a:lnTo>
                  <a:lnTo>
                    <a:pt x="18288" y="251936"/>
                  </a:lnTo>
                  <a:lnTo>
                    <a:pt x="17621" y="250888"/>
                  </a:lnTo>
                  <a:lnTo>
                    <a:pt x="13430" y="242983"/>
                  </a:lnTo>
                  <a:lnTo>
                    <a:pt x="0" y="180880"/>
                  </a:lnTo>
                  <a:lnTo>
                    <a:pt x="16002" y="134684"/>
                  </a:lnTo>
                  <a:lnTo>
                    <a:pt x="42577" y="95345"/>
                  </a:lnTo>
                  <a:lnTo>
                    <a:pt x="33814" y="91535"/>
                  </a:lnTo>
                  <a:lnTo>
                    <a:pt x="124873" y="0"/>
                  </a:lnTo>
                  <a:lnTo>
                    <a:pt x="561975" y="2308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grpSp>
        <p:nvGrpSpPr>
          <p:cNvPr id="508" name="서울특별시 구로구">
            <a:extLst>
              <a:ext uri="{FF2B5EF4-FFF2-40B4-BE49-F238E27FC236}">
                <a16:creationId xmlns:a16="http://schemas.microsoft.com/office/drawing/2014/main" id="{794869A9-833A-7591-FE4D-B4602B26C076}"/>
              </a:ext>
            </a:extLst>
          </p:cNvPr>
          <p:cNvGrpSpPr/>
          <p:nvPr/>
        </p:nvGrpSpPr>
        <p:grpSpPr>
          <a:xfrm>
            <a:off x="3725029" y="3649883"/>
            <a:ext cx="946454" cy="573591"/>
            <a:chOff x="3172777" y="4303299"/>
            <a:chExt cx="1641728" cy="790765"/>
          </a:xfrm>
          <a:solidFill>
            <a:srgbClr val="17A2B8"/>
          </a:solidFill>
        </p:grpSpPr>
        <p:sp>
          <p:nvSpPr>
            <p:cNvPr id="667" name="서울특별시 구로구 신도림동">
              <a:extLst>
                <a:ext uri="{FF2B5EF4-FFF2-40B4-BE49-F238E27FC236}">
                  <a16:creationId xmlns:a16="http://schemas.microsoft.com/office/drawing/2014/main" id="{08D17713-BF4A-E2C1-D26F-BBF0237FB9FC}"/>
                </a:ext>
              </a:extLst>
            </p:cNvPr>
            <p:cNvSpPr/>
            <p:nvPr/>
          </p:nvSpPr>
          <p:spPr>
            <a:xfrm>
              <a:off x="4275200" y="4303299"/>
              <a:ext cx="392715" cy="239077"/>
            </a:xfrm>
            <a:custGeom>
              <a:avLst/>
              <a:gdLst>
                <a:gd name="connsiteX0" fmla="*/ 353378 w 392715"/>
                <a:gd name="connsiteY0" fmla="*/ 132588 h 239077"/>
                <a:gd name="connsiteX1" fmla="*/ 392716 w 392715"/>
                <a:gd name="connsiteY1" fmla="*/ 156305 h 239077"/>
                <a:gd name="connsiteX2" fmla="*/ 369380 w 392715"/>
                <a:gd name="connsiteY2" fmla="*/ 168497 h 239077"/>
                <a:gd name="connsiteX3" fmla="*/ 325279 w 392715"/>
                <a:gd name="connsiteY3" fmla="*/ 167830 h 239077"/>
                <a:gd name="connsiteX4" fmla="*/ 318516 w 392715"/>
                <a:gd name="connsiteY4" fmla="*/ 161258 h 239077"/>
                <a:gd name="connsiteX5" fmla="*/ 299371 w 392715"/>
                <a:gd name="connsiteY5" fmla="*/ 156115 h 239077"/>
                <a:gd name="connsiteX6" fmla="*/ 217075 w 392715"/>
                <a:gd name="connsiteY6" fmla="*/ 204502 h 239077"/>
                <a:gd name="connsiteX7" fmla="*/ 171069 w 392715"/>
                <a:gd name="connsiteY7" fmla="*/ 235934 h 239077"/>
                <a:gd name="connsiteX8" fmla="*/ 154019 w 392715"/>
                <a:gd name="connsiteY8" fmla="*/ 239078 h 239077"/>
                <a:gd name="connsiteX9" fmla="*/ 149542 w 392715"/>
                <a:gd name="connsiteY9" fmla="*/ 237839 h 239077"/>
                <a:gd name="connsiteX10" fmla="*/ 143161 w 392715"/>
                <a:gd name="connsiteY10" fmla="*/ 233458 h 239077"/>
                <a:gd name="connsiteX11" fmla="*/ 142208 w 392715"/>
                <a:gd name="connsiteY11" fmla="*/ 232791 h 239077"/>
                <a:gd name="connsiteX12" fmla="*/ 140589 w 392715"/>
                <a:gd name="connsiteY12" fmla="*/ 231648 h 239077"/>
                <a:gd name="connsiteX13" fmla="*/ 120682 w 392715"/>
                <a:gd name="connsiteY13" fmla="*/ 214693 h 239077"/>
                <a:gd name="connsiteX14" fmla="*/ 89535 w 392715"/>
                <a:gd name="connsiteY14" fmla="*/ 214789 h 239077"/>
                <a:gd name="connsiteX15" fmla="*/ 88106 w 392715"/>
                <a:gd name="connsiteY15" fmla="*/ 214217 h 239077"/>
                <a:gd name="connsiteX16" fmla="*/ 84392 w 392715"/>
                <a:gd name="connsiteY16" fmla="*/ 212788 h 239077"/>
                <a:gd name="connsiteX17" fmla="*/ 77915 w 392715"/>
                <a:gd name="connsiteY17" fmla="*/ 210121 h 239077"/>
                <a:gd name="connsiteX18" fmla="*/ 73628 w 392715"/>
                <a:gd name="connsiteY18" fmla="*/ 208312 h 239077"/>
                <a:gd name="connsiteX19" fmla="*/ 64389 w 392715"/>
                <a:gd name="connsiteY19" fmla="*/ 204406 h 239077"/>
                <a:gd name="connsiteX20" fmla="*/ 0 w 392715"/>
                <a:gd name="connsiteY20" fmla="*/ 149542 h 239077"/>
                <a:gd name="connsiteX21" fmla="*/ 90297 w 392715"/>
                <a:gd name="connsiteY21" fmla="*/ 45148 h 239077"/>
                <a:gd name="connsiteX22" fmla="*/ 108680 w 392715"/>
                <a:gd name="connsiteY22" fmla="*/ 0 h 239077"/>
                <a:gd name="connsiteX23" fmla="*/ 149638 w 392715"/>
                <a:gd name="connsiteY23" fmla="*/ 17335 h 239077"/>
                <a:gd name="connsiteX24" fmla="*/ 272701 w 392715"/>
                <a:gd name="connsiteY24" fmla="*/ 74485 h 239077"/>
                <a:gd name="connsiteX25" fmla="*/ 292799 w 392715"/>
                <a:gd name="connsiteY25" fmla="*/ 84963 h 239077"/>
                <a:gd name="connsiteX26" fmla="*/ 304705 w 392715"/>
                <a:gd name="connsiteY26" fmla="*/ 92583 h 239077"/>
                <a:gd name="connsiteX27" fmla="*/ 307562 w 392715"/>
                <a:gd name="connsiteY27" fmla="*/ 94488 h 239077"/>
                <a:gd name="connsiteX28" fmla="*/ 311753 w 392715"/>
                <a:gd name="connsiteY28" fmla="*/ 98679 h 239077"/>
                <a:gd name="connsiteX29" fmla="*/ 313849 w 392715"/>
                <a:gd name="connsiteY29" fmla="*/ 100965 h 239077"/>
                <a:gd name="connsiteX30" fmla="*/ 315849 w 392715"/>
                <a:gd name="connsiteY30" fmla="*/ 103156 h 239077"/>
                <a:gd name="connsiteX31" fmla="*/ 320992 w 392715"/>
                <a:gd name="connsiteY31" fmla="*/ 110204 h 239077"/>
                <a:gd name="connsiteX32" fmla="*/ 321564 w 392715"/>
                <a:gd name="connsiteY32" fmla="*/ 110871 h 239077"/>
                <a:gd name="connsiteX33" fmla="*/ 331184 w 392715"/>
                <a:gd name="connsiteY33" fmla="*/ 125158 h 239077"/>
                <a:gd name="connsiteX34" fmla="*/ 353378 w 392715"/>
                <a:gd name="connsiteY34" fmla="*/ 132588 h 23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92715" h="239077">
                  <a:moveTo>
                    <a:pt x="353378" y="132588"/>
                  </a:moveTo>
                  <a:lnTo>
                    <a:pt x="392716" y="156305"/>
                  </a:lnTo>
                  <a:lnTo>
                    <a:pt x="369380" y="168497"/>
                  </a:lnTo>
                  <a:lnTo>
                    <a:pt x="325279" y="167830"/>
                  </a:lnTo>
                  <a:lnTo>
                    <a:pt x="318516" y="161258"/>
                  </a:lnTo>
                  <a:lnTo>
                    <a:pt x="299371" y="156115"/>
                  </a:lnTo>
                  <a:lnTo>
                    <a:pt x="217075" y="204502"/>
                  </a:lnTo>
                  <a:lnTo>
                    <a:pt x="171069" y="235934"/>
                  </a:lnTo>
                  <a:lnTo>
                    <a:pt x="154019" y="239078"/>
                  </a:lnTo>
                  <a:lnTo>
                    <a:pt x="149542" y="237839"/>
                  </a:lnTo>
                  <a:lnTo>
                    <a:pt x="143161" y="233458"/>
                  </a:lnTo>
                  <a:lnTo>
                    <a:pt x="142208" y="232791"/>
                  </a:lnTo>
                  <a:lnTo>
                    <a:pt x="140589" y="231648"/>
                  </a:lnTo>
                  <a:lnTo>
                    <a:pt x="120682" y="214693"/>
                  </a:lnTo>
                  <a:lnTo>
                    <a:pt x="89535" y="214789"/>
                  </a:lnTo>
                  <a:lnTo>
                    <a:pt x="88106" y="214217"/>
                  </a:lnTo>
                  <a:lnTo>
                    <a:pt x="84392" y="212788"/>
                  </a:lnTo>
                  <a:lnTo>
                    <a:pt x="77915" y="210121"/>
                  </a:lnTo>
                  <a:lnTo>
                    <a:pt x="73628" y="208312"/>
                  </a:lnTo>
                  <a:lnTo>
                    <a:pt x="64389" y="204406"/>
                  </a:lnTo>
                  <a:lnTo>
                    <a:pt x="0" y="149542"/>
                  </a:lnTo>
                  <a:lnTo>
                    <a:pt x="90297" y="45148"/>
                  </a:lnTo>
                  <a:lnTo>
                    <a:pt x="108680" y="0"/>
                  </a:lnTo>
                  <a:lnTo>
                    <a:pt x="149638" y="17335"/>
                  </a:lnTo>
                  <a:lnTo>
                    <a:pt x="272701" y="74485"/>
                  </a:lnTo>
                  <a:lnTo>
                    <a:pt x="292799" y="84963"/>
                  </a:lnTo>
                  <a:lnTo>
                    <a:pt x="304705" y="92583"/>
                  </a:lnTo>
                  <a:lnTo>
                    <a:pt x="307562" y="94488"/>
                  </a:lnTo>
                  <a:lnTo>
                    <a:pt x="311753" y="98679"/>
                  </a:lnTo>
                  <a:lnTo>
                    <a:pt x="313849" y="100965"/>
                  </a:lnTo>
                  <a:lnTo>
                    <a:pt x="315849" y="103156"/>
                  </a:lnTo>
                  <a:lnTo>
                    <a:pt x="320992" y="110204"/>
                  </a:lnTo>
                  <a:lnTo>
                    <a:pt x="321564" y="110871"/>
                  </a:lnTo>
                  <a:lnTo>
                    <a:pt x="331184" y="125158"/>
                  </a:lnTo>
                  <a:lnTo>
                    <a:pt x="353378" y="1325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8" name="서울특별시 구로구 구로1동">
              <a:extLst>
                <a:ext uri="{FF2B5EF4-FFF2-40B4-BE49-F238E27FC236}">
                  <a16:creationId xmlns:a16="http://schemas.microsoft.com/office/drawing/2014/main" id="{29B275EB-A848-04C8-19F2-28628F2CB212}"/>
                </a:ext>
              </a:extLst>
            </p:cNvPr>
            <p:cNvSpPr/>
            <p:nvPr/>
          </p:nvSpPr>
          <p:spPr>
            <a:xfrm>
              <a:off x="4176426" y="4605813"/>
              <a:ext cx="228980" cy="266604"/>
            </a:xfrm>
            <a:custGeom>
              <a:avLst/>
              <a:gdLst>
                <a:gd name="connsiteX0" fmla="*/ 219742 w 228980"/>
                <a:gd name="connsiteY0" fmla="*/ 230981 h 266604"/>
                <a:gd name="connsiteX1" fmla="*/ 228981 w 228980"/>
                <a:gd name="connsiteY1" fmla="*/ 255937 h 266604"/>
                <a:gd name="connsiteX2" fmla="*/ 182594 w 228980"/>
                <a:gd name="connsiteY2" fmla="*/ 250031 h 266604"/>
                <a:gd name="connsiteX3" fmla="*/ 169354 w 228980"/>
                <a:gd name="connsiteY3" fmla="*/ 256127 h 266604"/>
                <a:gd name="connsiteX4" fmla="*/ 164116 w 228980"/>
                <a:gd name="connsiteY4" fmla="*/ 258318 h 266604"/>
                <a:gd name="connsiteX5" fmla="*/ 150685 w 228980"/>
                <a:gd name="connsiteY5" fmla="*/ 262509 h 266604"/>
                <a:gd name="connsiteX6" fmla="*/ 135731 w 228980"/>
                <a:gd name="connsiteY6" fmla="*/ 264795 h 266604"/>
                <a:gd name="connsiteX7" fmla="*/ 132207 w 228980"/>
                <a:gd name="connsiteY7" fmla="*/ 265367 h 266604"/>
                <a:gd name="connsiteX8" fmla="*/ 121729 w 228980"/>
                <a:gd name="connsiteY8" fmla="*/ 266605 h 266604"/>
                <a:gd name="connsiteX9" fmla="*/ 129064 w 228980"/>
                <a:gd name="connsiteY9" fmla="*/ 246602 h 266604"/>
                <a:gd name="connsiteX10" fmla="*/ 131540 w 228980"/>
                <a:gd name="connsiteY10" fmla="*/ 209455 h 266604"/>
                <a:gd name="connsiteX11" fmla="*/ 86106 w 228980"/>
                <a:gd name="connsiteY11" fmla="*/ 204502 h 266604"/>
                <a:gd name="connsiteX12" fmla="*/ 36576 w 228980"/>
                <a:gd name="connsiteY12" fmla="*/ 148114 h 266604"/>
                <a:gd name="connsiteX13" fmla="*/ 29432 w 228980"/>
                <a:gd name="connsiteY13" fmla="*/ 137255 h 266604"/>
                <a:gd name="connsiteX14" fmla="*/ 28670 w 228980"/>
                <a:gd name="connsiteY14" fmla="*/ 121158 h 266604"/>
                <a:gd name="connsiteX15" fmla="*/ 15907 w 228980"/>
                <a:gd name="connsiteY15" fmla="*/ 90392 h 266604"/>
                <a:gd name="connsiteX16" fmla="*/ 4953 w 228980"/>
                <a:gd name="connsiteY16" fmla="*/ 90297 h 266604"/>
                <a:gd name="connsiteX17" fmla="*/ 2953 w 228980"/>
                <a:gd name="connsiteY17" fmla="*/ 82677 h 266604"/>
                <a:gd name="connsiteX18" fmla="*/ 0 w 228980"/>
                <a:gd name="connsiteY18" fmla="*/ 54864 h 266604"/>
                <a:gd name="connsiteX19" fmla="*/ 6858 w 228980"/>
                <a:gd name="connsiteY19" fmla="*/ 66008 h 266604"/>
                <a:gd name="connsiteX20" fmla="*/ 57531 w 228980"/>
                <a:gd name="connsiteY20" fmla="*/ 56579 h 266604"/>
                <a:gd name="connsiteX21" fmla="*/ 68961 w 228980"/>
                <a:gd name="connsiteY21" fmla="*/ 50959 h 266604"/>
                <a:gd name="connsiteX22" fmla="*/ 88487 w 228980"/>
                <a:gd name="connsiteY22" fmla="*/ 41243 h 266604"/>
                <a:gd name="connsiteX23" fmla="*/ 95917 w 228980"/>
                <a:gd name="connsiteY23" fmla="*/ 38005 h 266604"/>
                <a:gd name="connsiteX24" fmla="*/ 128111 w 228980"/>
                <a:gd name="connsiteY24" fmla="*/ 25718 h 266604"/>
                <a:gd name="connsiteX25" fmla="*/ 187071 w 228980"/>
                <a:gd name="connsiteY25" fmla="*/ 4953 h 266604"/>
                <a:gd name="connsiteX26" fmla="*/ 219932 w 228980"/>
                <a:gd name="connsiteY26" fmla="*/ 0 h 266604"/>
                <a:gd name="connsiteX27" fmla="*/ 219266 w 228980"/>
                <a:gd name="connsiteY27" fmla="*/ 1429 h 266604"/>
                <a:gd name="connsiteX28" fmla="*/ 214598 w 228980"/>
                <a:gd name="connsiteY28" fmla="*/ 12478 h 266604"/>
                <a:gd name="connsiteX29" fmla="*/ 212788 w 228980"/>
                <a:gd name="connsiteY29" fmla="*/ 18479 h 266604"/>
                <a:gd name="connsiteX30" fmla="*/ 212217 w 228980"/>
                <a:gd name="connsiteY30" fmla="*/ 20765 h 266604"/>
                <a:gd name="connsiteX31" fmla="*/ 211836 w 228980"/>
                <a:gd name="connsiteY31" fmla="*/ 22384 h 266604"/>
                <a:gd name="connsiteX32" fmla="*/ 211169 w 228980"/>
                <a:gd name="connsiteY32" fmla="*/ 25337 h 266604"/>
                <a:gd name="connsiteX33" fmla="*/ 211074 w 228980"/>
                <a:gd name="connsiteY33" fmla="*/ 26099 h 266604"/>
                <a:gd name="connsiteX34" fmla="*/ 210407 w 228980"/>
                <a:gd name="connsiteY34" fmla="*/ 29909 h 266604"/>
                <a:gd name="connsiteX35" fmla="*/ 209931 w 228980"/>
                <a:gd name="connsiteY35" fmla="*/ 32861 h 266604"/>
                <a:gd name="connsiteX36" fmla="*/ 209550 w 228980"/>
                <a:gd name="connsiteY36" fmla="*/ 36671 h 266604"/>
                <a:gd name="connsiteX37" fmla="*/ 209359 w 228980"/>
                <a:gd name="connsiteY37" fmla="*/ 39529 h 266604"/>
                <a:gd name="connsiteX38" fmla="*/ 209264 w 228980"/>
                <a:gd name="connsiteY38" fmla="*/ 41339 h 266604"/>
                <a:gd name="connsiteX39" fmla="*/ 209169 w 228980"/>
                <a:gd name="connsiteY39" fmla="*/ 42863 h 266604"/>
                <a:gd name="connsiteX40" fmla="*/ 209169 w 228980"/>
                <a:gd name="connsiteY40" fmla="*/ 46958 h 266604"/>
                <a:gd name="connsiteX41" fmla="*/ 209264 w 228980"/>
                <a:gd name="connsiteY41" fmla="*/ 50292 h 266604"/>
                <a:gd name="connsiteX42" fmla="*/ 209359 w 228980"/>
                <a:gd name="connsiteY42" fmla="*/ 52769 h 266604"/>
                <a:gd name="connsiteX43" fmla="*/ 209455 w 228980"/>
                <a:gd name="connsiteY43" fmla="*/ 53721 h 266604"/>
                <a:gd name="connsiteX44" fmla="*/ 209645 w 228980"/>
                <a:gd name="connsiteY44" fmla="*/ 55436 h 266604"/>
                <a:gd name="connsiteX45" fmla="*/ 214313 w 228980"/>
                <a:gd name="connsiteY45" fmla="*/ 98774 h 266604"/>
                <a:gd name="connsiteX46" fmla="*/ 217075 w 228980"/>
                <a:gd name="connsiteY46" fmla="*/ 137255 h 266604"/>
                <a:gd name="connsiteX47" fmla="*/ 216789 w 228980"/>
                <a:gd name="connsiteY47" fmla="*/ 142589 h 266604"/>
                <a:gd name="connsiteX48" fmla="*/ 216694 w 228980"/>
                <a:gd name="connsiteY48" fmla="*/ 143828 h 266604"/>
                <a:gd name="connsiteX49" fmla="*/ 213741 w 228980"/>
                <a:gd name="connsiteY49" fmla="*/ 158877 h 266604"/>
                <a:gd name="connsiteX50" fmla="*/ 215455 w 228980"/>
                <a:gd name="connsiteY50" fmla="*/ 184690 h 266604"/>
                <a:gd name="connsiteX51" fmla="*/ 217170 w 228980"/>
                <a:gd name="connsiteY51" fmla="*/ 209931 h 266604"/>
                <a:gd name="connsiteX52" fmla="*/ 219456 w 228980"/>
                <a:gd name="connsiteY52" fmla="*/ 229934 h 266604"/>
                <a:gd name="connsiteX53" fmla="*/ 219742 w 228980"/>
                <a:gd name="connsiteY53" fmla="*/ 230981 h 2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28980" h="266604">
                  <a:moveTo>
                    <a:pt x="219742" y="230981"/>
                  </a:moveTo>
                  <a:lnTo>
                    <a:pt x="228981" y="255937"/>
                  </a:lnTo>
                  <a:lnTo>
                    <a:pt x="182594" y="250031"/>
                  </a:lnTo>
                  <a:lnTo>
                    <a:pt x="169354" y="256127"/>
                  </a:lnTo>
                  <a:lnTo>
                    <a:pt x="164116" y="258318"/>
                  </a:lnTo>
                  <a:lnTo>
                    <a:pt x="150685" y="262509"/>
                  </a:lnTo>
                  <a:lnTo>
                    <a:pt x="135731" y="264795"/>
                  </a:lnTo>
                  <a:lnTo>
                    <a:pt x="132207" y="265367"/>
                  </a:lnTo>
                  <a:lnTo>
                    <a:pt x="121729" y="266605"/>
                  </a:lnTo>
                  <a:lnTo>
                    <a:pt x="129064" y="246602"/>
                  </a:lnTo>
                  <a:lnTo>
                    <a:pt x="131540" y="209455"/>
                  </a:lnTo>
                  <a:lnTo>
                    <a:pt x="86106" y="204502"/>
                  </a:lnTo>
                  <a:lnTo>
                    <a:pt x="36576" y="148114"/>
                  </a:lnTo>
                  <a:lnTo>
                    <a:pt x="29432" y="137255"/>
                  </a:lnTo>
                  <a:lnTo>
                    <a:pt x="28670" y="121158"/>
                  </a:lnTo>
                  <a:lnTo>
                    <a:pt x="15907" y="90392"/>
                  </a:lnTo>
                  <a:lnTo>
                    <a:pt x="4953" y="90297"/>
                  </a:lnTo>
                  <a:lnTo>
                    <a:pt x="2953" y="82677"/>
                  </a:lnTo>
                  <a:lnTo>
                    <a:pt x="0" y="54864"/>
                  </a:lnTo>
                  <a:lnTo>
                    <a:pt x="6858" y="66008"/>
                  </a:lnTo>
                  <a:lnTo>
                    <a:pt x="57531" y="56579"/>
                  </a:lnTo>
                  <a:lnTo>
                    <a:pt x="68961" y="50959"/>
                  </a:lnTo>
                  <a:lnTo>
                    <a:pt x="88487" y="41243"/>
                  </a:lnTo>
                  <a:lnTo>
                    <a:pt x="95917" y="38005"/>
                  </a:lnTo>
                  <a:lnTo>
                    <a:pt x="128111" y="25718"/>
                  </a:lnTo>
                  <a:lnTo>
                    <a:pt x="187071" y="4953"/>
                  </a:lnTo>
                  <a:lnTo>
                    <a:pt x="219932" y="0"/>
                  </a:lnTo>
                  <a:lnTo>
                    <a:pt x="219266" y="1429"/>
                  </a:lnTo>
                  <a:lnTo>
                    <a:pt x="214598" y="12478"/>
                  </a:lnTo>
                  <a:lnTo>
                    <a:pt x="212788" y="18479"/>
                  </a:lnTo>
                  <a:lnTo>
                    <a:pt x="212217" y="20765"/>
                  </a:lnTo>
                  <a:lnTo>
                    <a:pt x="211836" y="22384"/>
                  </a:lnTo>
                  <a:lnTo>
                    <a:pt x="211169" y="25337"/>
                  </a:lnTo>
                  <a:lnTo>
                    <a:pt x="211074" y="26099"/>
                  </a:lnTo>
                  <a:lnTo>
                    <a:pt x="210407" y="29909"/>
                  </a:lnTo>
                  <a:lnTo>
                    <a:pt x="209931" y="32861"/>
                  </a:lnTo>
                  <a:lnTo>
                    <a:pt x="209550" y="36671"/>
                  </a:lnTo>
                  <a:lnTo>
                    <a:pt x="209359" y="39529"/>
                  </a:lnTo>
                  <a:lnTo>
                    <a:pt x="209264" y="41339"/>
                  </a:lnTo>
                  <a:lnTo>
                    <a:pt x="209169" y="42863"/>
                  </a:lnTo>
                  <a:lnTo>
                    <a:pt x="209169" y="46958"/>
                  </a:lnTo>
                  <a:lnTo>
                    <a:pt x="209264" y="50292"/>
                  </a:lnTo>
                  <a:lnTo>
                    <a:pt x="209359" y="52769"/>
                  </a:lnTo>
                  <a:lnTo>
                    <a:pt x="209455" y="53721"/>
                  </a:lnTo>
                  <a:lnTo>
                    <a:pt x="209645" y="55436"/>
                  </a:lnTo>
                  <a:lnTo>
                    <a:pt x="214313" y="98774"/>
                  </a:lnTo>
                  <a:lnTo>
                    <a:pt x="217075" y="137255"/>
                  </a:lnTo>
                  <a:lnTo>
                    <a:pt x="216789" y="142589"/>
                  </a:lnTo>
                  <a:lnTo>
                    <a:pt x="216694" y="143828"/>
                  </a:lnTo>
                  <a:lnTo>
                    <a:pt x="213741" y="158877"/>
                  </a:lnTo>
                  <a:lnTo>
                    <a:pt x="215455" y="184690"/>
                  </a:lnTo>
                  <a:lnTo>
                    <a:pt x="217170" y="209931"/>
                  </a:lnTo>
                  <a:lnTo>
                    <a:pt x="219456" y="229934"/>
                  </a:lnTo>
                  <a:lnTo>
                    <a:pt x="219742" y="23098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9" name="서울특별시 구로구 구로3동">
              <a:extLst>
                <a:ext uri="{FF2B5EF4-FFF2-40B4-BE49-F238E27FC236}">
                  <a16:creationId xmlns:a16="http://schemas.microsoft.com/office/drawing/2014/main" id="{B6E81D1C-7E11-1B89-26C0-974C35D9D113}"/>
                </a:ext>
              </a:extLst>
            </p:cNvPr>
            <p:cNvSpPr/>
            <p:nvPr/>
          </p:nvSpPr>
          <p:spPr>
            <a:xfrm>
              <a:off x="4505991" y="4751832"/>
              <a:ext cx="308514" cy="244316"/>
            </a:xfrm>
            <a:custGeom>
              <a:avLst/>
              <a:gdLst>
                <a:gd name="connsiteX0" fmla="*/ 308515 w 308514"/>
                <a:gd name="connsiteY0" fmla="*/ 127730 h 244316"/>
                <a:gd name="connsiteX1" fmla="*/ 240411 w 308514"/>
                <a:gd name="connsiteY1" fmla="*/ 211836 h 244316"/>
                <a:gd name="connsiteX2" fmla="*/ 231076 w 308514"/>
                <a:gd name="connsiteY2" fmla="*/ 237077 h 244316"/>
                <a:gd name="connsiteX3" fmla="*/ 180499 w 308514"/>
                <a:gd name="connsiteY3" fmla="*/ 244316 h 244316"/>
                <a:gd name="connsiteX4" fmla="*/ 178403 w 308514"/>
                <a:gd name="connsiteY4" fmla="*/ 240125 h 244316"/>
                <a:gd name="connsiteX5" fmla="*/ 148114 w 308514"/>
                <a:gd name="connsiteY5" fmla="*/ 214503 h 244316"/>
                <a:gd name="connsiteX6" fmla="*/ 131731 w 308514"/>
                <a:gd name="connsiteY6" fmla="*/ 213550 h 244316"/>
                <a:gd name="connsiteX7" fmla="*/ 106966 w 308514"/>
                <a:gd name="connsiteY7" fmla="*/ 206312 h 244316"/>
                <a:gd name="connsiteX8" fmla="*/ 92773 w 308514"/>
                <a:gd name="connsiteY8" fmla="*/ 156781 h 244316"/>
                <a:gd name="connsiteX9" fmla="*/ 94583 w 308514"/>
                <a:gd name="connsiteY9" fmla="*/ 154591 h 244316"/>
                <a:gd name="connsiteX10" fmla="*/ 96964 w 308514"/>
                <a:gd name="connsiteY10" fmla="*/ 151162 h 244316"/>
                <a:gd name="connsiteX11" fmla="*/ 92297 w 308514"/>
                <a:gd name="connsiteY11" fmla="*/ 149257 h 244316"/>
                <a:gd name="connsiteX12" fmla="*/ 91440 w 308514"/>
                <a:gd name="connsiteY12" fmla="*/ 148876 h 244316"/>
                <a:gd name="connsiteX13" fmla="*/ 87439 w 308514"/>
                <a:gd name="connsiteY13" fmla="*/ 147542 h 244316"/>
                <a:gd name="connsiteX14" fmla="*/ 86677 w 308514"/>
                <a:gd name="connsiteY14" fmla="*/ 147352 h 244316"/>
                <a:gd name="connsiteX15" fmla="*/ 33242 w 308514"/>
                <a:gd name="connsiteY15" fmla="*/ 132779 h 244316"/>
                <a:gd name="connsiteX16" fmla="*/ 32004 w 308514"/>
                <a:gd name="connsiteY16" fmla="*/ 132493 h 244316"/>
                <a:gd name="connsiteX17" fmla="*/ 30766 w 308514"/>
                <a:gd name="connsiteY17" fmla="*/ 132112 h 244316"/>
                <a:gd name="connsiteX18" fmla="*/ 23622 w 308514"/>
                <a:gd name="connsiteY18" fmla="*/ 130397 h 244316"/>
                <a:gd name="connsiteX19" fmla="*/ 6858 w 308514"/>
                <a:gd name="connsiteY19" fmla="*/ 128302 h 244316"/>
                <a:gd name="connsiteX20" fmla="*/ 0 w 308514"/>
                <a:gd name="connsiteY20" fmla="*/ 127921 h 244316"/>
                <a:gd name="connsiteX21" fmla="*/ 4667 w 308514"/>
                <a:gd name="connsiteY21" fmla="*/ 122111 h 244316"/>
                <a:gd name="connsiteX22" fmla="*/ 32766 w 308514"/>
                <a:gd name="connsiteY22" fmla="*/ 89154 h 244316"/>
                <a:gd name="connsiteX23" fmla="*/ 38862 w 308514"/>
                <a:gd name="connsiteY23" fmla="*/ 83153 h 244316"/>
                <a:gd name="connsiteX24" fmla="*/ 53340 w 308514"/>
                <a:gd name="connsiteY24" fmla="*/ 72771 h 244316"/>
                <a:gd name="connsiteX25" fmla="*/ 60103 w 308514"/>
                <a:gd name="connsiteY25" fmla="*/ 68199 h 244316"/>
                <a:gd name="connsiteX26" fmla="*/ 100393 w 308514"/>
                <a:gd name="connsiteY26" fmla="*/ 41529 h 244316"/>
                <a:gd name="connsiteX27" fmla="*/ 166592 w 308514"/>
                <a:gd name="connsiteY27" fmla="*/ 0 h 244316"/>
                <a:gd name="connsiteX28" fmla="*/ 203168 w 308514"/>
                <a:gd name="connsiteY28" fmla="*/ 77438 h 244316"/>
                <a:gd name="connsiteX29" fmla="*/ 205835 w 308514"/>
                <a:gd name="connsiteY29" fmla="*/ 80391 h 244316"/>
                <a:gd name="connsiteX30" fmla="*/ 208407 w 308514"/>
                <a:gd name="connsiteY30" fmla="*/ 82582 h 244316"/>
                <a:gd name="connsiteX31" fmla="*/ 224599 w 308514"/>
                <a:gd name="connsiteY31" fmla="*/ 96107 h 244316"/>
                <a:gd name="connsiteX32" fmla="*/ 228886 w 308514"/>
                <a:gd name="connsiteY32" fmla="*/ 98679 h 244316"/>
                <a:gd name="connsiteX33" fmla="*/ 255175 w 308514"/>
                <a:gd name="connsiteY33" fmla="*/ 113633 h 244316"/>
                <a:gd name="connsiteX34" fmla="*/ 258223 w 308514"/>
                <a:gd name="connsiteY34" fmla="*/ 115443 h 244316"/>
                <a:gd name="connsiteX35" fmla="*/ 300133 w 308514"/>
                <a:gd name="connsiteY35" fmla="*/ 127349 h 244316"/>
                <a:gd name="connsiteX36" fmla="*/ 302705 w 308514"/>
                <a:gd name="connsiteY36" fmla="*/ 127635 h 244316"/>
                <a:gd name="connsiteX37" fmla="*/ 304229 w 308514"/>
                <a:gd name="connsiteY37" fmla="*/ 127730 h 244316"/>
                <a:gd name="connsiteX38" fmla="*/ 308515 w 308514"/>
                <a:gd name="connsiteY38" fmla="*/ 127730 h 24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08514" h="244316">
                  <a:moveTo>
                    <a:pt x="308515" y="127730"/>
                  </a:moveTo>
                  <a:lnTo>
                    <a:pt x="240411" y="211836"/>
                  </a:lnTo>
                  <a:lnTo>
                    <a:pt x="231076" y="237077"/>
                  </a:lnTo>
                  <a:lnTo>
                    <a:pt x="180499" y="244316"/>
                  </a:lnTo>
                  <a:lnTo>
                    <a:pt x="178403" y="240125"/>
                  </a:lnTo>
                  <a:lnTo>
                    <a:pt x="148114" y="214503"/>
                  </a:lnTo>
                  <a:lnTo>
                    <a:pt x="131731" y="213550"/>
                  </a:lnTo>
                  <a:lnTo>
                    <a:pt x="106966" y="206312"/>
                  </a:lnTo>
                  <a:lnTo>
                    <a:pt x="92773" y="156781"/>
                  </a:lnTo>
                  <a:lnTo>
                    <a:pt x="94583" y="154591"/>
                  </a:lnTo>
                  <a:lnTo>
                    <a:pt x="96964" y="151162"/>
                  </a:lnTo>
                  <a:lnTo>
                    <a:pt x="92297" y="149257"/>
                  </a:lnTo>
                  <a:lnTo>
                    <a:pt x="91440" y="148876"/>
                  </a:lnTo>
                  <a:lnTo>
                    <a:pt x="87439" y="147542"/>
                  </a:lnTo>
                  <a:lnTo>
                    <a:pt x="86677" y="147352"/>
                  </a:lnTo>
                  <a:lnTo>
                    <a:pt x="33242" y="132779"/>
                  </a:lnTo>
                  <a:lnTo>
                    <a:pt x="32004" y="132493"/>
                  </a:lnTo>
                  <a:lnTo>
                    <a:pt x="30766" y="132112"/>
                  </a:lnTo>
                  <a:lnTo>
                    <a:pt x="23622" y="130397"/>
                  </a:lnTo>
                  <a:lnTo>
                    <a:pt x="6858" y="128302"/>
                  </a:lnTo>
                  <a:lnTo>
                    <a:pt x="0" y="127921"/>
                  </a:lnTo>
                  <a:lnTo>
                    <a:pt x="4667" y="122111"/>
                  </a:lnTo>
                  <a:lnTo>
                    <a:pt x="32766" y="89154"/>
                  </a:lnTo>
                  <a:lnTo>
                    <a:pt x="38862" y="83153"/>
                  </a:lnTo>
                  <a:lnTo>
                    <a:pt x="53340" y="72771"/>
                  </a:lnTo>
                  <a:lnTo>
                    <a:pt x="60103" y="68199"/>
                  </a:lnTo>
                  <a:lnTo>
                    <a:pt x="100393" y="41529"/>
                  </a:lnTo>
                  <a:lnTo>
                    <a:pt x="166592" y="0"/>
                  </a:lnTo>
                  <a:lnTo>
                    <a:pt x="203168" y="77438"/>
                  </a:lnTo>
                  <a:lnTo>
                    <a:pt x="205835" y="80391"/>
                  </a:lnTo>
                  <a:lnTo>
                    <a:pt x="208407" y="82582"/>
                  </a:lnTo>
                  <a:lnTo>
                    <a:pt x="224599" y="96107"/>
                  </a:lnTo>
                  <a:lnTo>
                    <a:pt x="228886" y="98679"/>
                  </a:lnTo>
                  <a:lnTo>
                    <a:pt x="255175" y="113633"/>
                  </a:lnTo>
                  <a:lnTo>
                    <a:pt x="258223" y="115443"/>
                  </a:lnTo>
                  <a:lnTo>
                    <a:pt x="300133" y="127349"/>
                  </a:lnTo>
                  <a:lnTo>
                    <a:pt x="302705" y="127635"/>
                  </a:lnTo>
                  <a:lnTo>
                    <a:pt x="304229" y="127730"/>
                  </a:lnTo>
                  <a:lnTo>
                    <a:pt x="308515" y="12773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0" name="서울특별시 구로구 구로4동">
              <a:extLst>
                <a:ext uri="{FF2B5EF4-FFF2-40B4-BE49-F238E27FC236}">
                  <a16:creationId xmlns:a16="http://schemas.microsoft.com/office/drawing/2014/main" id="{73B6DA9F-4426-0844-0D5B-099FA32B1D1D}"/>
                </a:ext>
              </a:extLst>
            </p:cNvPr>
            <p:cNvSpPr/>
            <p:nvPr/>
          </p:nvSpPr>
          <p:spPr>
            <a:xfrm>
              <a:off x="4467225" y="4648676"/>
              <a:ext cx="205358" cy="231076"/>
            </a:xfrm>
            <a:custGeom>
              <a:avLst/>
              <a:gdLst>
                <a:gd name="connsiteX0" fmla="*/ 204883 w 205358"/>
                <a:gd name="connsiteY0" fmla="*/ 101822 h 231076"/>
                <a:gd name="connsiteX1" fmla="*/ 205359 w 205358"/>
                <a:gd name="connsiteY1" fmla="*/ 103156 h 231076"/>
                <a:gd name="connsiteX2" fmla="*/ 139160 w 205358"/>
                <a:gd name="connsiteY2" fmla="*/ 144685 h 231076"/>
                <a:gd name="connsiteX3" fmla="*/ 98870 w 205358"/>
                <a:gd name="connsiteY3" fmla="*/ 171355 h 231076"/>
                <a:gd name="connsiteX4" fmla="*/ 92107 w 205358"/>
                <a:gd name="connsiteY4" fmla="*/ 175927 h 231076"/>
                <a:gd name="connsiteX5" fmla="*/ 77629 w 205358"/>
                <a:gd name="connsiteY5" fmla="*/ 186309 h 231076"/>
                <a:gd name="connsiteX6" fmla="*/ 71533 w 205358"/>
                <a:gd name="connsiteY6" fmla="*/ 192310 h 231076"/>
                <a:gd name="connsiteX7" fmla="*/ 43434 w 205358"/>
                <a:gd name="connsiteY7" fmla="*/ 225266 h 231076"/>
                <a:gd name="connsiteX8" fmla="*/ 38767 w 205358"/>
                <a:gd name="connsiteY8" fmla="*/ 231077 h 231076"/>
                <a:gd name="connsiteX9" fmla="*/ 35909 w 205358"/>
                <a:gd name="connsiteY9" fmla="*/ 230886 h 231076"/>
                <a:gd name="connsiteX10" fmla="*/ 27146 w 205358"/>
                <a:gd name="connsiteY10" fmla="*/ 210884 h 231076"/>
                <a:gd name="connsiteX11" fmla="*/ 26384 w 205358"/>
                <a:gd name="connsiteY11" fmla="*/ 208979 h 231076"/>
                <a:gd name="connsiteX12" fmla="*/ 13430 w 205358"/>
                <a:gd name="connsiteY12" fmla="*/ 178118 h 231076"/>
                <a:gd name="connsiteX13" fmla="*/ 6763 w 205358"/>
                <a:gd name="connsiteY13" fmla="*/ 159353 h 231076"/>
                <a:gd name="connsiteX14" fmla="*/ 0 w 205358"/>
                <a:gd name="connsiteY14" fmla="*/ 130683 h 231076"/>
                <a:gd name="connsiteX15" fmla="*/ 857 w 205358"/>
                <a:gd name="connsiteY15" fmla="*/ 130302 h 231076"/>
                <a:gd name="connsiteX16" fmla="*/ 2191 w 205358"/>
                <a:gd name="connsiteY16" fmla="*/ 129826 h 231076"/>
                <a:gd name="connsiteX17" fmla="*/ 13430 w 205358"/>
                <a:gd name="connsiteY17" fmla="*/ 132398 h 231076"/>
                <a:gd name="connsiteX18" fmla="*/ 20479 w 205358"/>
                <a:gd name="connsiteY18" fmla="*/ 134017 h 231076"/>
                <a:gd name="connsiteX19" fmla="*/ 26289 w 205358"/>
                <a:gd name="connsiteY19" fmla="*/ 135541 h 231076"/>
                <a:gd name="connsiteX20" fmla="*/ 35719 w 205358"/>
                <a:gd name="connsiteY20" fmla="*/ 137065 h 231076"/>
                <a:gd name="connsiteX21" fmla="*/ 71057 w 205358"/>
                <a:gd name="connsiteY21" fmla="*/ 141256 h 231076"/>
                <a:gd name="connsiteX22" fmla="*/ 101346 w 205358"/>
                <a:gd name="connsiteY22" fmla="*/ 102108 h 231076"/>
                <a:gd name="connsiteX23" fmla="*/ 114967 w 205358"/>
                <a:gd name="connsiteY23" fmla="*/ 81820 h 231076"/>
                <a:gd name="connsiteX24" fmla="*/ 86106 w 205358"/>
                <a:gd name="connsiteY24" fmla="*/ 44196 h 231076"/>
                <a:gd name="connsiteX25" fmla="*/ 171450 w 205358"/>
                <a:gd name="connsiteY25" fmla="*/ 0 h 231076"/>
                <a:gd name="connsiteX26" fmla="*/ 189929 w 205358"/>
                <a:gd name="connsiteY26" fmla="*/ 61627 h 231076"/>
                <a:gd name="connsiteX27" fmla="*/ 204883 w 205358"/>
                <a:gd name="connsiteY27" fmla="*/ 101822 h 23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5358" h="231076">
                  <a:moveTo>
                    <a:pt x="204883" y="101822"/>
                  </a:moveTo>
                  <a:lnTo>
                    <a:pt x="205359" y="103156"/>
                  </a:lnTo>
                  <a:lnTo>
                    <a:pt x="139160" y="144685"/>
                  </a:lnTo>
                  <a:lnTo>
                    <a:pt x="98870" y="171355"/>
                  </a:lnTo>
                  <a:lnTo>
                    <a:pt x="92107" y="175927"/>
                  </a:lnTo>
                  <a:lnTo>
                    <a:pt x="77629" y="186309"/>
                  </a:lnTo>
                  <a:lnTo>
                    <a:pt x="71533" y="192310"/>
                  </a:lnTo>
                  <a:lnTo>
                    <a:pt x="43434" y="225266"/>
                  </a:lnTo>
                  <a:lnTo>
                    <a:pt x="38767" y="231077"/>
                  </a:lnTo>
                  <a:lnTo>
                    <a:pt x="35909" y="230886"/>
                  </a:lnTo>
                  <a:lnTo>
                    <a:pt x="27146" y="210884"/>
                  </a:lnTo>
                  <a:lnTo>
                    <a:pt x="26384" y="208979"/>
                  </a:lnTo>
                  <a:lnTo>
                    <a:pt x="13430" y="178118"/>
                  </a:lnTo>
                  <a:lnTo>
                    <a:pt x="6763" y="159353"/>
                  </a:lnTo>
                  <a:lnTo>
                    <a:pt x="0" y="130683"/>
                  </a:lnTo>
                  <a:lnTo>
                    <a:pt x="857" y="130302"/>
                  </a:lnTo>
                  <a:lnTo>
                    <a:pt x="2191" y="129826"/>
                  </a:lnTo>
                  <a:lnTo>
                    <a:pt x="13430" y="132398"/>
                  </a:lnTo>
                  <a:lnTo>
                    <a:pt x="20479" y="134017"/>
                  </a:lnTo>
                  <a:lnTo>
                    <a:pt x="26289" y="135541"/>
                  </a:lnTo>
                  <a:lnTo>
                    <a:pt x="35719" y="137065"/>
                  </a:lnTo>
                  <a:lnTo>
                    <a:pt x="71057" y="141256"/>
                  </a:lnTo>
                  <a:lnTo>
                    <a:pt x="101346" y="102108"/>
                  </a:lnTo>
                  <a:lnTo>
                    <a:pt x="114967" y="81820"/>
                  </a:lnTo>
                  <a:lnTo>
                    <a:pt x="86106" y="44196"/>
                  </a:lnTo>
                  <a:lnTo>
                    <a:pt x="171450" y="0"/>
                  </a:lnTo>
                  <a:lnTo>
                    <a:pt x="189929" y="61627"/>
                  </a:lnTo>
                  <a:lnTo>
                    <a:pt x="204883" y="10182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1" name="서울특별시 구로구 구로5동">
              <a:extLst>
                <a:ext uri="{FF2B5EF4-FFF2-40B4-BE49-F238E27FC236}">
                  <a16:creationId xmlns:a16="http://schemas.microsoft.com/office/drawing/2014/main" id="{BF7AD9A6-248F-A041-DCBE-F4312FA56E40}"/>
                </a:ext>
              </a:extLst>
            </p:cNvPr>
            <p:cNvSpPr/>
            <p:nvPr/>
          </p:nvSpPr>
          <p:spPr>
            <a:xfrm>
              <a:off x="4390167" y="4459414"/>
              <a:ext cx="254412" cy="233457"/>
            </a:xfrm>
            <a:custGeom>
              <a:avLst/>
              <a:gdLst>
                <a:gd name="connsiteX0" fmla="*/ 254413 w 254412"/>
                <a:gd name="connsiteY0" fmla="*/ 12383 h 233457"/>
                <a:gd name="connsiteX1" fmla="*/ 251365 w 254412"/>
                <a:gd name="connsiteY1" fmla="*/ 67913 h 233457"/>
                <a:gd name="connsiteX2" fmla="*/ 246221 w 254412"/>
                <a:gd name="connsiteY2" fmla="*/ 91154 h 233457"/>
                <a:gd name="connsiteX3" fmla="*/ 245173 w 254412"/>
                <a:gd name="connsiteY3" fmla="*/ 101346 h 233457"/>
                <a:gd name="connsiteX4" fmla="*/ 245078 w 254412"/>
                <a:gd name="connsiteY4" fmla="*/ 102299 h 233457"/>
                <a:gd name="connsiteX5" fmla="*/ 244983 w 254412"/>
                <a:gd name="connsiteY5" fmla="*/ 106109 h 233457"/>
                <a:gd name="connsiteX6" fmla="*/ 244792 w 254412"/>
                <a:gd name="connsiteY6" fmla="*/ 111347 h 233457"/>
                <a:gd name="connsiteX7" fmla="*/ 244507 w 254412"/>
                <a:gd name="connsiteY7" fmla="*/ 120491 h 233457"/>
                <a:gd name="connsiteX8" fmla="*/ 244792 w 254412"/>
                <a:gd name="connsiteY8" fmla="*/ 126587 h 233457"/>
                <a:gd name="connsiteX9" fmla="*/ 244888 w 254412"/>
                <a:gd name="connsiteY9" fmla="*/ 127540 h 233457"/>
                <a:gd name="connsiteX10" fmla="*/ 246983 w 254412"/>
                <a:gd name="connsiteY10" fmla="*/ 176689 h 233457"/>
                <a:gd name="connsiteX11" fmla="*/ 247079 w 254412"/>
                <a:gd name="connsiteY11" fmla="*/ 179642 h 233457"/>
                <a:gd name="connsiteX12" fmla="*/ 248507 w 254412"/>
                <a:gd name="connsiteY12" fmla="*/ 189262 h 233457"/>
                <a:gd name="connsiteX13" fmla="*/ 163163 w 254412"/>
                <a:gd name="connsiteY13" fmla="*/ 233458 h 233457"/>
                <a:gd name="connsiteX14" fmla="*/ 134207 w 254412"/>
                <a:gd name="connsiteY14" fmla="*/ 199168 h 233457"/>
                <a:gd name="connsiteX15" fmla="*/ 88392 w 254412"/>
                <a:gd name="connsiteY15" fmla="*/ 165068 h 233457"/>
                <a:gd name="connsiteX16" fmla="*/ 82487 w 254412"/>
                <a:gd name="connsiteY16" fmla="*/ 162878 h 233457"/>
                <a:gd name="connsiteX17" fmla="*/ 81915 w 254412"/>
                <a:gd name="connsiteY17" fmla="*/ 162592 h 233457"/>
                <a:gd name="connsiteX18" fmla="*/ 78581 w 254412"/>
                <a:gd name="connsiteY18" fmla="*/ 161258 h 233457"/>
                <a:gd name="connsiteX19" fmla="*/ 78010 w 254412"/>
                <a:gd name="connsiteY19" fmla="*/ 160972 h 233457"/>
                <a:gd name="connsiteX20" fmla="*/ 76962 w 254412"/>
                <a:gd name="connsiteY20" fmla="*/ 160496 h 233457"/>
                <a:gd name="connsiteX21" fmla="*/ 75533 w 254412"/>
                <a:gd name="connsiteY21" fmla="*/ 159734 h 233457"/>
                <a:gd name="connsiteX22" fmla="*/ 73057 w 254412"/>
                <a:gd name="connsiteY22" fmla="*/ 158401 h 233457"/>
                <a:gd name="connsiteX23" fmla="*/ 71247 w 254412"/>
                <a:gd name="connsiteY23" fmla="*/ 157258 h 233457"/>
                <a:gd name="connsiteX24" fmla="*/ 68866 w 254412"/>
                <a:gd name="connsiteY24" fmla="*/ 155448 h 233457"/>
                <a:gd name="connsiteX25" fmla="*/ 67818 w 254412"/>
                <a:gd name="connsiteY25" fmla="*/ 154781 h 233457"/>
                <a:gd name="connsiteX26" fmla="*/ 67246 w 254412"/>
                <a:gd name="connsiteY26" fmla="*/ 154210 h 233457"/>
                <a:gd name="connsiteX27" fmla="*/ 66770 w 254412"/>
                <a:gd name="connsiteY27" fmla="*/ 153829 h 233457"/>
                <a:gd name="connsiteX28" fmla="*/ 66199 w 254412"/>
                <a:gd name="connsiteY28" fmla="*/ 153353 h 233457"/>
                <a:gd name="connsiteX29" fmla="*/ 18193 w 254412"/>
                <a:gd name="connsiteY29" fmla="*/ 111252 h 233457"/>
                <a:gd name="connsiteX30" fmla="*/ 0 w 254412"/>
                <a:gd name="connsiteY30" fmla="*/ 93250 h 233457"/>
                <a:gd name="connsiteX31" fmla="*/ 25622 w 254412"/>
                <a:gd name="connsiteY31" fmla="*/ 75533 h 233457"/>
                <a:gd name="connsiteX32" fmla="*/ 27242 w 254412"/>
                <a:gd name="connsiteY32" fmla="*/ 76676 h 233457"/>
                <a:gd name="connsiteX33" fmla="*/ 28194 w 254412"/>
                <a:gd name="connsiteY33" fmla="*/ 77343 h 233457"/>
                <a:gd name="connsiteX34" fmla="*/ 34576 w 254412"/>
                <a:gd name="connsiteY34" fmla="*/ 81725 h 233457"/>
                <a:gd name="connsiteX35" fmla="*/ 39052 w 254412"/>
                <a:gd name="connsiteY35" fmla="*/ 82963 h 233457"/>
                <a:gd name="connsiteX36" fmla="*/ 56102 w 254412"/>
                <a:gd name="connsiteY36" fmla="*/ 79820 h 233457"/>
                <a:gd name="connsiteX37" fmla="*/ 102108 w 254412"/>
                <a:gd name="connsiteY37" fmla="*/ 48387 h 233457"/>
                <a:gd name="connsiteX38" fmla="*/ 184404 w 254412"/>
                <a:gd name="connsiteY38" fmla="*/ 0 h 233457"/>
                <a:gd name="connsiteX39" fmla="*/ 203549 w 254412"/>
                <a:gd name="connsiteY39" fmla="*/ 5144 h 233457"/>
                <a:gd name="connsiteX40" fmla="*/ 210312 w 254412"/>
                <a:gd name="connsiteY40" fmla="*/ 11716 h 233457"/>
                <a:gd name="connsiteX41" fmla="*/ 254413 w 254412"/>
                <a:gd name="connsiteY41" fmla="*/ 12383 h 23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54412" h="233457">
                  <a:moveTo>
                    <a:pt x="254413" y="12383"/>
                  </a:moveTo>
                  <a:lnTo>
                    <a:pt x="251365" y="67913"/>
                  </a:lnTo>
                  <a:lnTo>
                    <a:pt x="246221" y="91154"/>
                  </a:lnTo>
                  <a:lnTo>
                    <a:pt x="245173" y="101346"/>
                  </a:lnTo>
                  <a:lnTo>
                    <a:pt x="245078" y="102299"/>
                  </a:lnTo>
                  <a:lnTo>
                    <a:pt x="244983" y="106109"/>
                  </a:lnTo>
                  <a:lnTo>
                    <a:pt x="244792" y="111347"/>
                  </a:lnTo>
                  <a:lnTo>
                    <a:pt x="244507" y="120491"/>
                  </a:lnTo>
                  <a:lnTo>
                    <a:pt x="244792" y="126587"/>
                  </a:lnTo>
                  <a:lnTo>
                    <a:pt x="244888" y="127540"/>
                  </a:lnTo>
                  <a:lnTo>
                    <a:pt x="246983" y="176689"/>
                  </a:lnTo>
                  <a:lnTo>
                    <a:pt x="247079" y="179642"/>
                  </a:lnTo>
                  <a:lnTo>
                    <a:pt x="248507" y="189262"/>
                  </a:lnTo>
                  <a:lnTo>
                    <a:pt x="163163" y="233458"/>
                  </a:lnTo>
                  <a:lnTo>
                    <a:pt x="134207" y="199168"/>
                  </a:lnTo>
                  <a:lnTo>
                    <a:pt x="88392" y="165068"/>
                  </a:lnTo>
                  <a:lnTo>
                    <a:pt x="82487" y="162878"/>
                  </a:lnTo>
                  <a:lnTo>
                    <a:pt x="81915" y="162592"/>
                  </a:lnTo>
                  <a:lnTo>
                    <a:pt x="78581" y="161258"/>
                  </a:lnTo>
                  <a:lnTo>
                    <a:pt x="78010" y="160972"/>
                  </a:lnTo>
                  <a:lnTo>
                    <a:pt x="76962" y="160496"/>
                  </a:lnTo>
                  <a:lnTo>
                    <a:pt x="75533" y="159734"/>
                  </a:lnTo>
                  <a:lnTo>
                    <a:pt x="73057" y="158401"/>
                  </a:lnTo>
                  <a:lnTo>
                    <a:pt x="71247" y="157258"/>
                  </a:lnTo>
                  <a:lnTo>
                    <a:pt x="68866" y="155448"/>
                  </a:lnTo>
                  <a:lnTo>
                    <a:pt x="67818" y="154781"/>
                  </a:lnTo>
                  <a:lnTo>
                    <a:pt x="67246" y="154210"/>
                  </a:lnTo>
                  <a:lnTo>
                    <a:pt x="66770" y="153829"/>
                  </a:lnTo>
                  <a:lnTo>
                    <a:pt x="66199" y="153353"/>
                  </a:lnTo>
                  <a:lnTo>
                    <a:pt x="18193" y="111252"/>
                  </a:lnTo>
                  <a:lnTo>
                    <a:pt x="0" y="93250"/>
                  </a:lnTo>
                  <a:lnTo>
                    <a:pt x="25622" y="75533"/>
                  </a:lnTo>
                  <a:lnTo>
                    <a:pt x="27242" y="76676"/>
                  </a:lnTo>
                  <a:lnTo>
                    <a:pt x="28194" y="77343"/>
                  </a:lnTo>
                  <a:lnTo>
                    <a:pt x="34576" y="81725"/>
                  </a:lnTo>
                  <a:lnTo>
                    <a:pt x="39052" y="82963"/>
                  </a:lnTo>
                  <a:lnTo>
                    <a:pt x="56102" y="79820"/>
                  </a:lnTo>
                  <a:lnTo>
                    <a:pt x="102108" y="48387"/>
                  </a:lnTo>
                  <a:lnTo>
                    <a:pt x="184404" y="0"/>
                  </a:lnTo>
                  <a:lnTo>
                    <a:pt x="203549" y="5144"/>
                  </a:lnTo>
                  <a:lnTo>
                    <a:pt x="210312" y="11716"/>
                  </a:lnTo>
                  <a:lnTo>
                    <a:pt x="254413" y="123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2" name="서울특별시 구로구 고척1동">
              <a:extLst>
                <a:ext uri="{FF2B5EF4-FFF2-40B4-BE49-F238E27FC236}">
                  <a16:creationId xmlns:a16="http://schemas.microsoft.com/office/drawing/2014/main" id="{A71F0ECA-B257-8B14-5DEF-B04BFD484EF3}"/>
                </a:ext>
              </a:extLst>
            </p:cNvPr>
            <p:cNvSpPr/>
            <p:nvPr/>
          </p:nvSpPr>
          <p:spPr>
            <a:xfrm>
              <a:off x="3950208" y="4498562"/>
              <a:ext cx="284797" cy="217455"/>
            </a:xfrm>
            <a:custGeom>
              <a:avLst/>
              <a:gdLst>
                <a:gd name="connsiteX0" fmla="*/ 284797 w 284797"/>
                <a:gd name="connsiteY0" fmla="*/ 6858 h 217455"/>
                <a:gd name="connsiteX1" fmla="*/ 226219 w 284797"/>
                <a:gd name="connsiteY1" fmla="*/ 162115 h 217455"/>
                <a:gd name="connsiteX2" fmla="*/ 229171 w 284797"/>
                <a:gd name="connsiteY2" fmla="*/ 189929 h 217455"/>
                <a:gd name="connsiteX3" fmla="*/ 156591 w 284797"/>
                <a:gd name="connsiteY3" fmla="*/ 217456 h 217455"/>
                <a:gd name="connsiteX4" fmla="*/ 155162 w 284797"/>
                <a:gd name="connsiteY4" fmla="*/ 203263 h 217455"/>
                <a:gd name="connsiteX5" fmla="*/ 146018 w 284797"/>
                <a:gd name="connsiteY5" fmla="*/ 179546 h 217455"/>
                <a:gd name="connsiteX6" fmla="*/ 136874 w 284797"/>
                <a:gd name="connsiteY6" fmla="*/ 166592 h 217455"/>
                <a:gd name="connsiteX7" fmla="*/ 132112 w 284797"/>
                <a:gd name="connsiteY7" fmla="*/ 168307 h 217455"/>
                <a:gd name="connsiteX8" fmla="*/ 127063 w 284797"/>
                <a:gd name="connsiteY8" fmla="*/ 170116 h 217455"/>
                <a:gd name="connsiteX9" fmla="*/ 89725 w 284797"/>
                <a:gd name="connsiteY9" fmla="*/ 165735 h 217455"/>
                <a:gd name="connsiteX10" fmla="*/ 19717 w 284797"/>
                <a:gd name="connsiteY10" fmla="*/ 153162 h 217455"/>
                <a:gd name="connsiteX11" fmla="*/ 0 w 284797"/>
                <a:gd name="connsiteY11" fmla="*/ 121348 h 217455"/>
                <a:gd name="connsiteX12" fmla="*/ 1333 w 284797"/>
                <a:gd name="connsiteY12" fmla="*/ 109061 h 217455"/>
                <a:gd name="connsiteX13" fmla="*/ 4477 w 284797"/>
                <a:gd name="connsiteY13" fmla="*/ 89916 h 217455"/>
                <a:gd name="connsiteX14" fmla="*/ 4858 w 284797"/>
                <a:gd name="connsiteY14" fmla="*/ 87725 h 217455"/>
                <a:gd name="connsiteX15" fmla="*/ 8954 w 284797"/>
                <a:gd name="connsiteY15" fmla="*/ 68104 h 217455"/>
                <a:gd name="connsiteX16" fmla="*/ 28861 w 284797"/>
                <a:gd name="connsiteY16" fmla="*/ 69437 h 217455"/>
                <a:gd name="connsiteX17" fmla="*/ 33718 w 284797"/>
                <a:gd name="connsiteY17" fmla="*/ 51435 h 217455"/>
                <a:gd name="connsiteX18" fmla="*/ 26289 w 284797"/>
                <a:gd name="connsiteY18" fmla="*/ 45625 h 217455"/>
                <a:gd name="connsiteX19" fmla="*/ 19336 w 284797"/>
                <a:gd name="connsiteY19" fmla="*/ 40100 h 217455"/>
                <a:gd name="connsiteX20" fmla="*/ 20288 w 284797"/>
                <a:gd name="connsiteY20" fmla="*/ 37529 h 217455"/>
                <a:gd name="connsiteX21" fmla="*/ 29337 w 284797"/>
                <a:gd name="connsiteY21" fmla="*/ 34099 h 217455"/>
                <a:gd name="connsiteX22" fmla="*/ 32099 w 284797"/>
                <a:gd name="connsiteY22" fmla="*/ 33242 h 217455"/>
                <a:gd name="connsiteX23" fmla="*/ 105251 w 284797"/>
                <a:gd name="connsiteY23" fmla="*/ 22384 h 217455"/>
                <a:gd name="connsiteX24" fmla="*/ 130588 w 284797"/>
                <a:gd name="connsiteY24" fmla="*/ 0 h 217455"/>
                <a:gd name="connsiteX25" fmla="*/ 138113 w 284797"/>
                <a:gd name="connsiteY25" fmla="*/ 13621 h 217455"/>
                <a:gd name="connsiteX26" fmla="*/ 142113 w 284797"/>
                <a:gd name="connsiteY26" fmla="*/ 16764 h 217455"/>
                <a:gd name="connsiteX27" fmla="*/ 144589 w 284797"/>
                <a:gd name="connsiteY27" fmla="*/ 18764 h 217455"/>
                <a:gd name="connsiteX28" fmla="*/ 163544 w 284797"/>
                <a:gd name="connsiteY28" fmla="*/ 18097 h 217455"/>
                <a:gd name="connsiteX29" fmla="*/ 255365 w 284797"/>
                <a:gd name="connsiteY29" fmla="*/ 10954 h 217455"/>
                <a:gd name="connsiteX30" fmla="*/ 284797 w 284797"/>
                <a:gd name="connsiteY30" fmla="*/ 6858 h 21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84797" h="217455">
                  <a:moveTo>
                    <a:pt x="284797" y="6858"/>
                  </a:moveTo>
                  <a:lnTo>
                    <a:pt x="226219" y="162115"/>
                  </a:lnTo>
                  <a:lnTo>
                    <a:pt x="229171" y="189929"/>
                  </a:lnTo>
                  <a:lnTo>
                    <a:pt x="156591" y="217456"/>
                  </a:lnTo>
                  <a:lnTo>
                    <a:pt x="155162" y="203263"/>
                  </a:lnTo>
                  <a:lnTo>
                    <a:pt x="146018" y="179546"/>
                  </a:lnTo>
                  <a:lnTo>
                    <a:pt x="136874" y="166592"/>
                  </a:lnTo>
                  <a:lnTo>
                    <a:pt x="132112" y="168307"/>
                  </a:lnTo>
                  <a:lnTo>
                    <a:pt x="127063" y="170116"/>
                  </a:lnTo>
                  <a:lnTo>
                    <a:pt x="89725" y="165735"/>
                  </a:lnTo>
                  <a:lnTo>
                    <a:pt x="19717" y="153162"/>
                  </a:lnTo>
                  <a:lnTo>
                    <a:pt x="0" y="121348"/>
                  </a:lnTo>
                  <a:lnTo>
                    <a:pt x="1333" y="109061"/>
                  </a:lnTo>
                  <a:lnTo>
                    <a:pt x="4477" y="89916"/>
                  </a:lnTo>
                  <a:lnTo>
                    <a:pt x="4858" y="87725"/>
                  </a:lnTo>
                  <a:lnTo>
                    <a:pt x="8954" y="68104"/>
                  </a:lnTo>
                  <a:lnTo>
                    <a:pt x="28861" y="69437"/>
                  </a:lnTo>
                  <a:lnTo>
                    <a:pt x="33718" y="51435"/>
                  </a:lnTo>
                  <a:lnTo>
                    <a:pt x="26289" y="45625"/>
                  </a:lnTo>
                  <a:lnTo>
                    <a:pt x="19336" y="40100"/>
                  </a:lnTo>
                  <a:lnTo>
                    <a:pt x="20288" y="37529"/>
                  </a:lnTo>
                  <a:lnTo>
                    <a:pt x="29337" y="34099"/>
                  </a:lnTo>
                  <a:lnTo>
                    <a:pt x="32099" y="33242"/>
                  </a:lnTo>
                  <a:lnTo>
                    <a:pt x="105251" y="22384"/>
                  </a:lnTo>
                  <a:lnTo>
                    <a:pt x="130588" y="0"/>
                  </a:lnTo>
                  <a:lnTo>
                    <a:pt x="138113" y="13621"/>
                  </a:lnTo>
                  <a:lnTo>
                    <a:pt x="142113" y="16764"/>
                  </a:lnTo>
                  <a:lnTo>
                    <a:pt x="144589" y="18764"/>
                  </a:lnTo>
                  <a:lnTo>
                    <a:pt x="163544" y="18097"/>
                  </a:lnTo>
                  <a:lnTo>
                    <a:pt x="255365" y="10954"/>
                  </a:lnTo>
                  <a:lnTo>
                    <a:pt x="284797" y="685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3" name="서울특별시 구로구 고척2동">
              <a:extLst>
                <a:ext uri="{FF2B5EF4-FFF2-40B4-BE49-F238E27FC236}">
                  <a16:creationId xmlns:a16="http://schemas.microsoft.com/office/drawing/2014/main" id="{2E2230E0-9E6D-314A-2A55-714B1A6870F3}"/>
                </a:ext>
              </a:extLst>
            </p:cNvPr>
            <p:cNvSpPr/>
            <p:nvPr/>
          </p:nvSpPr>
          <p:spPr>
            <a:xfrm>
              <a:off x="3764279" y="4415599"/>
              <a:ext cx="316515" cy="201263"/>
            </a:xfrm>
            <a:custGeom>
              <a:avLst/>
              <a:gdLst>
                <a:gd name="connsiteX0" fmla="*/ 233172 w 316515"/>
                <a:gd name="connsiteY0" fmla="*/ 11525 h 201263"/>
                <a:gd name="connsiteX1" fmla="*/ 259271 w 316515"/>
                <a:gd name="connsiteY1" fmla="*/ 55150 h 201263"/>
                <a:gd name="connsiteX2" fmla="*/ 260795 w 316515"/>
                <a:gd name="connsiteY2" fmla="*/ 57722 h 201263"/>
                <a:gd name="connsiteX3" fmla="*/ 268510 w 316515"/>
                <a:gd name="connsiteY3" fmla="*/ 70580 h 201263"/>
                <a:gd name="connsiteX4" fmla="*/ 311182 w 316515"/>
                <a:gd name="connsiteY4" fmla="*/ 70580 h 201263"/>
                <a:gd name="connsiteX5" fmla="*/ 316516 w 316515"/>
                <a:gd name="connsiteY5" fmla="*/ 82963 h 201263"/>
                <a:gd name="connsiteX6" fmla="*/ 291179 w 316515"/>
                <a:gd name="connsiteY6" fmla="*/ 105347 h 201263"/>
                <a:gd name="connsiteX7" fmla="*/ 218027 w 316515"/>
                <a:gd name="connsiteY7" fmla="*/ 116205 h 201263"/>
                <a:gd name="connsiteX8" fmla="*/ 215265 w 316515"/>
                <a:gd name="connsiteY8" fmla="*/ 117062 h 201263"/>
                <a:gd name="connsiteX9" fmla="*/ 206216 w 316515"/>
                <a:gd name="connsiteY9" fmla="*/ 120491 h 201263"/>
                <a:gd name="connsiteX10" fmla="*/ 205264 w 316515"/>
                <a:gd name="connsiteY10" fmla="*/ 123063 h 201263"/>
                <a:gd name="connsiteX11" fmla="*/ 212217 w 316515"/>
                <a:gd name="connsiteY11" fmla="*/ 128588 h 201263"/>
                <a:gd name="connsiteX12" fmla="*/ 219646 w 316515"/>
                <a:gd name="connsiteY12" fmla="*/ 134398 h 201263"/>
                <a:gd name="connsiteX13" fmla="*/ 214789 w 316515"/>
                <a:gd name="connsiteY13" fmla="*/ 152400 h 201263"/>
                <a:gd name="connsiteX14" fmla="*/ 194882 w 316515"/>
                <a:gd name="connsiteY14" fmla="*/ 151067 h 201263"/>
                <a:gd name="connsiteX15" fmla="*/ 175641 w 316515"/>
                <a:gd name="connsiteY15" fmla="*/ 145923 h 201263"/>
                <a:gd name="connsiteX16" fmla="*/ 170212 w 316515"/>
                <a:gd name="connsiteY16" fmla="*/ 144685 h 201263"/>
                <a:gd name="connsiteX17" fmla="*/ 169164 w 316515"/>
                <a:gd name="connsiteY17" fmla="*/ 144494 h 201263"/>
                <a:gd name="connsiteX18" fmla="*/ 149352 w 316515"/>
                <a:gd name="connsiteY18" fmla="*/ 180213 h 201263"/>
                <a:gd name="connsiteX19" fmla="*/ 139732 w 316515"/>
                <a:gd name="connsiteY19" fmla="*/ 199454 h 201263"/>
                <a:gd name="connsiteX20" fmla="*/ 138208 w 316515"/>
                <a:gd name="connsiteY20" fmla="*/ 200120 h 201263"/>
                <a:gd name="connsiteX21" fmla="*/ 136493 w 316515"/>
                <a:gd name="connsiteY21" fmla="*/ 200787 h 201263"/>
                <a:gd name="connsiteX22" fmla="*/ 134969 w 316515"/>
                <a:gd name="connsiteY22" fmla="*/ 201263 h 201263"/>
                <a:gd name="connsiteX23" fmla="*/ 129826 w 316515"/>
                <a:gd name="connsiteY23" fmla="*/ 198025 h 201263"/>
                <a:gd name="connsiteX24" fmla="*/ 84868 w 316515"/>
                <a:gd name="connsiteY24" fmla="*/ 167735 h 201263"/>
                <a:gd name="connsiteX25" fmla="*/ 57055 w 316515"/>
                <a:gd name="connsiteY25" fmla="*/ 139351 h 201263"/>
                <a:gd name="connsiteX26" fmla="*/ 53912 w 316515"/>
                <a:gd name="connsiteY26" fmla="*/ 134208 h 201263"/>
                <a:gd name="connsiteX27" fmla="*/ 52102 w 316515"/>
                <a:gd name="connsiteY27" fmla="*/ 131445 h 201263"/>
                <a:gd name="connsiteX28" fmla="*/ 40291 w 316515"/>
                <a:gd name="connsiteY28" fmla="*/ 110014 h 201263"/>
                <a:gd name="connsiteX29" fmla="*/ 37338 w 316515"/>
                <a:gd name="connsiteY29" fmla="*/ 104585 h 201263"/>
                <a:gd name="connsiteX30" fmla="*/ 0 w 316515"/>
                <a:gd name="connsiteY30" fmla="*/ 49054 h 201263"/>
                <a:gd name="connsiteX31" fmla="*/ 34195 w 316515"/>
                <a:gd name="connsiteY31" fmla="*/ 32385 h 201263"/>
                <a:gd name="connsiteX32" fmla="*/ 107823 w 316515"/>
                <a:gd name="connsiteY32" fmla="*/ 9906 h 201263"/>
                <a:gd name="connsiteX33" fmla="*/ 137922 w 316515"/>
                <a:gd name="connsiteY33" fmla="*/ 0 h 201263"/>
                <a:gd name="connsiteX34" fmla="*/ 158210 w 316515"/>
                <a:gd name="connsiteY34" fmla="*/ 4953 h 201263"/>
                <a:gd name="connsiteX35" fmla="*/ 177260 w 316515"/>
                <a:gd name="connsiteY35" fmla="*/ 11906 h 201263"/>
                <a:gd name="connsiteX36" fmla="*/ 195644 w 316515"/>
                <a:gd name="connsiteY36" fmla="*/ 20098 h 201263"/>
                <a:gd name="connsiteX37" fmla="*/ 233172 w 316515"/>
                <a:gd name="connsiteY37" fmla="*/ 11525 h 20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6515" h="201263">
                  <a:moveTo>
                    <a:pt x="233172" y="11525"/>
                  </a:moveTo>
                  <a:lnTo>
                    <a:pt x="259271" y="55150"/>
                  </a:lnTo>
                  <a:lnTo>
                    <a:pt x="260795" y="57722"/>
                  </a:lnTo>
                  <a:lnTo>
                    <a:pt x="268510" y="70580"/>
                  </a:lnTo>
                  <a:lnTo>
                    <a:pt x="311182" y="70580"/>
                  </a:lnTo>
                  <a:lnTo>
                    <a:pt x="316516" y="82963"/>
                  </a:lnTo>
                  <a:lnTo>
                    <a:pt x="291179" y="105347"/>
                  </a:lnTo>
                  <a:lnTo>
                    <a:pt x="218027" y="116205"/>
                  </a:lnTo>
                  <a:lnTo>
                    <a:pt x="215265" y="117062"/>
                  </a:lnTo>
                  <a:lnTo>
                    <a:pt x="206216" y="120491"/>
                  </a:lnTo>
                  <a:lnTo>
                    <a:pt x="205264" y="123063"/>
                  </a:lnTo>
                  <a:lnTo>
                    <a:pt x="212217" y="128588"/>
                  </a:lnTo>
                  <a:lnTo>
                    <a:pt x="219646" y="134398"/>
                  </a:lnTo>
                  <a:lnTo>
                    <a:pt x="214789" y="152400"/>
                  </a:lnTo>
                  <a:lnTo>
                    <a:pt x="194882" y="151067"/>
                  </a:lnTo>
                  <a:lnTo>
                    <a:pt x="175641" y="145923"/>
                  </a:lnTo>
                  <a:lnTo>
                    <a:pt x="170212" y="144685"/>
                  </a:lnTo>
                  <a:lnTo>
                    <a:pt x="169164" y="144494"/>
                  </a:lnTo>
                  <a:lnTo>
                    <a:pt x="149352" y="180213"/>
                  </a:lnTo>
                  <a:lnTo>
                    <a:pt x="139732" y="199454"/>
                  </a:lnTo>
                  <a:lnTo>
                    <a:pt x="138208" y="200120"/>
                  </a:lnTo>
                  <a:lnTo>
                    <a:pt x="136493" y="200787"/>
                  </a:lnTo>
                  <a:lnTo>
                    <a:pt x="134969" y="201263"/>
                  </a:lnTo>
                  <a:lnTo>
                    <a:pt x="129826" y="198025"/>
                  </a:lnTo>
                  <a:lnTo>
                    <a:pt x="84868" y="167735"/>
                  </a:lnTo>
                  <a:lnTo>
                    <a:pt x="57055" y="139351"/>
                  </a:lnTo>
                  <a:lnTo>
                    <a:pt x="53912" y="134208"/>
                  </a:lnTo>
                  <a:lnTo>
                    <a:pt x="52102" y="131445"/>
                  </a:lnTo>
                  <a:lnTo>
                    <a:pt x="40291" y="110014"/>
                  </a:lnTo>
                  <a:lnTo>
                    <a:pt x="37338" y="104585"/>
                  </a:lnTo>
                  <a:lnTo>
                    <a:pt x="0" y="49054"/>
                  </a:lnTo>
                  <a:lnTo>
                    <a:pt x="34195" y="32385"/>
                  </a:lnTo>
                  <a:lnTo>
                    <a:pt x="107823" y="9906"/>
                  </a:lnTo>
                  <a:lnTo>
                    <a:pt x="137922" y="0"/>
                  </a:lnTo>
                  <a:lnTo>
                    <a:pt x="158210" y="4953"/>
                  </a:lnTo>
                  <a:lnTo>
                    <a:pt x="177260" y="11906"/>
                  </a:lnTo>
                  <a:lnTo>
                    <a:pt x="195644" y="20098"/>
                  </a:lnTo>
                  <a:lnTo>
                    <a:pt x="233172" y="1152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4" name="서울특별시 구로구 개봉2동">
              <a:extLst>
                <a:ext uri="{FF2B5EF4-FFF2-40B4-BE49-F238E27FC236}">
                  <a16:creationId xmlns:a16="http://schemas.microsoft.com/office/drawing/2014/main" id="{FEF6422F-9989-A251-1486-E3BCE9241242}"/>
                </a:ext>
              </a:extLst>
            </p:cNvPr>
            <p:cNvSpPr/>
            <p:nvPr/>
          </p:nvSpPr>
          <p:spPr>
            <a:xfrm>
              <a:off x="3815905" y="4682585"/>
              <a:ext cx="365474" cy="108775"/>
            </a:xfrm>
            <a:custGeom>
              <a:avLst/>
              <a:gdLst>
                <a:gd name="connsiteX0" fmla="*/ 290894 w 365474"/>
                <a:gd name="connsiteY0" fmla="*/ 33433 h 108775"/>
                <a:gd name="connsiteX1" fmla="*/ 363474 w 365474"/>
                <a:gd name="connsiteY1" fmla="*/ 5906 h 108775"/>
                <a:gd name="connsiteX2" fmla="*/ 365474 w 365474"/>
                <a:gd name="connsiteY2" fmla="*/ 13526 h 108775"/>
                <a:gd name="connsiteX3" fmla="*/ 342614 w 365474"/>
                <a:gd name="connsiteY3" fmla="*/ 52483 h 108775"/>
                <a:gd name="connsiteX4" fmla="*/ 270986 w 365474"/>
                <a:gd name="connsiteY4" fmla="*/ 88678 h 108775"/>
                <a:gd name="connsiteX5" fmla="*/ 245745 w 365474"/>
                <a:gd name="connsiteY5" fmla="*/ 92107 h 108775"/>
                <a:gd name="connsiteX6" fmla="*/ 192024 w 365474"/>
                <a:gd name="connsiteY6" fmla="*/ 102966 h 108775"/>
                <a:gd name="connsiteX7" fmla="*/ 131731 w 365474"/>
                <a:gd name="connsiteY7" fmla="*/ 106775 h 108775"/>
                <a:gd name="connsiteX8" fmla="*/ 52197 w 365474"/>
                <a:gd name="connsiteY8" fmla="*/ 108776 h 108775"/>
                <a:gd name="connsiteX9" fmla="*/ 51340 w 365474"/>
                <a:gd name="connsiteY9" fmla="*/ 108776 h 108775"/>
                <a:gd name="connsiteX10" fmla="*/ 42291 w 365474"/>
                <a:gd name="connsiteY10" fmla="*/ 107918 h 108775"/>
                <a:gd name="connsiteX11" fmla="*/ 0 w 365474"/>
                <a:gd name="connsiteY11" fmla="*/ 97727 h 108775"/>
                <a:gd name="connsiteX12" fmla="*/ 2572 w 365474"/>
                <a:gd name="connsiteY12" fmla="*/ 35624 h 108775"/>
                <a:gd name="connsiteX13" fmla="*/ 8668 w 365474"/>
                <a:gd name="connsiteY13" fmla="*/ 11525 h 108775"/>
                <a:gd name="connsiteX14" fmla="*/ 47530 w 365474"/>
                <a:gd name="connsiteY14" fmla="*/ 2286 h 108775"/>
                <a:gd name="connsiteX15" fmla="*/ 92869 w 365474"/>
                <a:gd name="connsiteY15" fmla="*/ 0 h 108775"/>
                <a:gd name="connsiteX16" fmla="*/ 133445 w 365474"/>
                <a:gd name="connsiteY16" fmla="*/ 7716 h 108775"/>
                <a:gd name="connsiteX17" fmla="*/ 145352 w 365474"/>
                <a:gd name="connsiteY17" fmla="*/ 10383 h 108775"/>
                <a:gd name="connsiteX18" fmla="*/ 176022 w 365474"/>
                <a:gd name="connsiteY18" fmla="*/ 18288 h 108775"/>
                <a:gd name="connsiteX19" fmla="*/ 184690 w 365474"/>
                <a:gd name="connsiteY19" fmla="*/ 24670 h 108775"/>
                <a:gd name="connsiteX20" fmla="*/ 189833 w 365474"/>
                <a:gd name="connsiteY20" fmla="*/ 27527 h 108775"/>
                <a:gd name="connsiteX21" fmla="*/ 202025 w 365474"/>
                <a:gd name="connsiteY21" fmla="*/ 29909 h 108775"/>
                <a:gd name="connsiteX22" fmla="*/ 272796 w 365474"/>
                <a:gd name="connsiteY22" fmla="*/ 34290 h 108775"/>
                <a:gd name="connsiteX23" fmla="*/ 290894 w 365474"/>
                <a:gd name="connsiteY23" fmla="*/ 33433 h 10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5474" h="108775">
                  <a:moveTo>
                    <a:pt x="290894" y="33433"/>
                  </a:moveTo>
                  <a:lnTo>
                    <a:pt x="363474" y="5906"/>
                  </a:lnTo>
                  <a:lnTo>
                    <a:pt x="365474" y="13526"/>
                  </a:lnTo>
                  <a:lnTo>
                    <a:pt x="342614" y="52483"/>
                  </a:lnTo>
                  <a:lnTo>
                    <a:pt x="270986" y="88678"/>
                  </a:lnTo>
                  <a:lnTo>
                    <a:pt x="245745" y="92107"/>
                  </a:lnTo>
                  <a:lnTo>
                    <a:pt x="192024" y="102966"/>
                  </a:lnTo>
                  <a:lnTo>
                    <a:pt x="131731" y="106775"/>
                  </a:lnTo>
                  <a:lnTo>
                    <a:pt x="52197" y="108776"/>
                  </a:lnTo>
                  <a:lnTo>
                    <a:pt x="51340" y="108776"/>
                  </a:lnTo>
                  <a:lnTo>
                    <a:pt x="42291" y="107918"/>
                  </a:lnTo>
                  <a:lnTo>
                    <a:pt x="0" y="97727"/>
                  </a:lnTo>
                  <a:lnTo>
                    <a:pt x="2572" y="35624"/>
                  </a:lnTo>
                  <a:lnTo>
                    <a:pt x="8668" y="11525"/>
                  </a:lnTo>
                  <a:lnTo>
                    <a:pt x="47530" y="2286"/>
                  </a:lnTo>
                  <a:lnTo>
                    <a:pt x="92869" y="0"/>
                  </a:lnTo>
                  <a:lnTo>
                    <a:pt x="133445" y="7716"/>
                  </a:lnTo>
                  <a:lnTo>
                    <a:pt x="145352" y="10383"/>
                  </a:lnTo>
                  <a:lnTo>
                    <a:pt x="176022" y="18288"/>
                  </a:lnTo>
                  <a:lnTo>
                    <a:pt x="184690" y="24670"/>
                  </a:lnTo>
                  <a:lnTo>
                    <a:pt x="189833" y="27527"/>
                  </a:lnTo>
                  <a:lnTo>
                    <a:pt x="202025" y="29909"/>
                  </a:lnTo>
                  <a:lnTo>
                    <a:pt x="272796" y="34290"/>
                  </a:lnTo>
                  <a:lnTo>
                    <a:pt x="290894" y="3343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5" name="서울특별시 구로구 개봉3동">
              <a:extLst>
                <a:ext uri="{FF2B5EF4-FFF2-40B4-BE49-F238E27FC236}">
                  <a16:creationId xmlns:a16="http://schemas.microsoft.com/office/drawing/2014/main" id="{F9C3C156-BB37-DEE2-5F70-9B486752BC64}"/>
                </a:ext>
              </a:extLst>
            </p:cNvPr>
            <p:cNvSpPr/>
            <p:nvPr/>
          </p:nvSpPr>
          <p:spPr>
            <a:xfrm>
              <a:off x="3752659" y="4771263"/>
              <a:ext cx="334232" cy="170592"/>
            </a:xfrm>
            <a:custGeom>
              <a:avLst/>
              <a:gdLst>
                <a:gd name="connsiteX0" fmla="*/ 65532 w 334232"/>
                <a:gd name="connsiteY0" fmla="*/ 155924 h 170592"/>
                <a:gd name="connsiteX1" fmla="*/ 94488 w 334232"/>
                <a:gd name="connsiteY1" fmla="*/ 128397 h 170592"/>
                <a:gd name="connsiteX2" fmla="*/ 90869 w 334232"/>
                <a:gd name="connsiteY2" fmla="*/ 127063 h 170592"/>
                <a:gd name="connsiteX3" fmla="*/ 53150 w 334232"/>
                <a:gd name="connsiteY3" fmla="*/ 114871 h 170592"/>
                <a:gd name="connsiteX4" fmla="*/ 20860 w 334232"/>
                <a:gd name="connsiteY4" fmla="*/ 98869 h 170592"/>
                <a:gd name="connsiteX5" fmla="*/ 0 w 334232"/>
                <a:gd name="connsiteY5" fmla="*/ 80391 h 170592"/>
                <a:gd name="connsiteX6" fmla="*/ 6763 w 334232"/>
                <a:gd name="connsiteY6" fmla="*/ 69628 h 170592"/>
                <a:gd name="connsiteX7" fmla="*/ 31052 w 334232"/>
                <a:gd name="connsiteY7" fmla="*/ 33623 h 170592"/>
                <a:gd name="connsiteX8" fmla="*/ 45720 w 334232"/>
                <a:gd name="connsiteY8" fmla="*/ 20288 h 170592"/>
                <a:gd name="connsiteX9" fmla="*/ 53721 w 334232"/>
                <a:gd name="connsiteY9" fmla="*/ 13144 h 170592"/>
                <a:gd name="connsiteX10" fmla="*/ 58865 w 334232"/>
                <a:gd name="connsiteY10" fmla="*/ 10954 h 170592"/>
                <a:gd name="connsiteX11" fmla="*/ 63246 w 334232"/>
                <a:gd name="connsiteY11" fmla="*/ 9049 h 170592"/>
                <a:gd name="connsiteX12" fmla="*/ 105537 w 334232"/>
                <a:gd name="connsiteY12" fmla="*/ 19240 h 170592"/>
                <a:gd name="connsiteX13" fmla="*/ 114586 w 334232"/>
                <a:gd name="connsiteY13" fmla="*/ 20098 h 170592"/>
                <a:gd name="connsiteX14" fmla="*/ 115443 w 334232"/>
                <a:gd name="connsiteY14" fmla="*/ 20098 h 170592"/>
                <a:gd name="connsiteX15" fmla="*/ 194977 w 334232"/>
                <a:gd name="connsiteY15" fmla="*/ 18097 h 170592"/>
                <a:gd name="connsiteX16" fmla="*/ 255270 w 334232"/>
                <a:gd name="connsiteY16" fmla="*/ 14288 h 170592"/>
                <a:gd name="connsiteX17" fmla="*/ 308991 w 334232"/>
                <a:gd name="connsiteY17" fmla="*/ 3429 h 170592"/>
                <a:gd name="connsiteX18" fmla="*/ 334232 w 334232"/>
                <a:gd name="connsiteY18" fmla="*/ 0 h 170592"/>
                <a:gd name="connsiteX19" fmla="*/ 312039 w 334232"/>
                <a:gd name="connsiteY19" fmla="*/ 10287 h 170592"/>
                <a:gd name="connsiteX20" fmla="*/ 309372 w 334232"/>
                <a:gd name="connsiteY20" fmla="*/ 12478 h 170592"/>
                <a:gd name="connsiteX21" fmla="*/ 307467 w 334232"/>
                <a:gd name="connsiteY21" fmla="*/ 14097 h 170592"/>
                <a:gd name="connsiteX22" fmla="*/ 300990 w 334232"/>
                <a:gd name="connsiteY22" fmla="*/ 20574 h 170592"/>
                <a:gd name="connsiteX23" fmla="*/ 261366 w 334232"/>
                <a:gd name="connsiteY23" fmla="*/ 65817 h 170592"/>
                <a:gd name="connsiteX24" fmla="*/ 248031 w 334232"/>
                <a:gd name="connsiteY24" fmla="*/ 81058 h 170592"/>
                <a:gd name="connsiteX25" fmla="*/ 245078 w 334232"/>
                <a:gd name="connsiteY25" fmla="*/ 84487 h 170592"/>
                <a:gd name="connsiteX26" fmla="*/ 236601 w 334232"/>
                <a:gd name="connsiteY26" fmla="*/ 91726 h 170592"/>
                <a:gd name="connsiteX27" fmla="*/ 214884 w 334232"/>
                <a:gd name="connsiteY27" fmla="*/ 95631 h 170592"/>
                <a:gd name="connsiteX28" fmla="*/ 160020 w 334232"/>
                <a:gd name="connsiteY28" fmla="*/ 150876 h 170592"/>
                <a:gd name="connsiteX29" fmla="*/ 159449 w 334232"/>
                <a:gd name="connsiteY29" fmla="*/ 151447 h 170592"/>
                <a:gd name="connsiteX30" fmla="*/ 155639 w 334232"/>
                <a:gd name="connsiteY30" fmla="*/ 155067 h 170592"/>
                <a:gd name="connsiteX31" fmla="*/ 152686 w 334232"/>
                <a:gd name="connsiteY31" fmla="*/ 157163 h 170592"/>
                <a:gd name="connsiteX32" fmla="*/ 143446 w 334232"/>
                <a:gd name="connsiteY32" fmla="*/ 163544 h 170592"/>
                <a:gd name="connsiteX33" fmla="*/ 132683 w 334232"/>
                <a:gd name="connsiteY33" fmla="*/ 168402 h 170592"/>
                <a:gd name="connsiteX34" fmla="*/ 131159 w 334232"/>
                <a:gd name="connsiteY34" fmla="*/ 169164 h 170592"/>
                <a:gd name="connsiteX35" fmla="*/ 124016 w 334232"/>
                <a:gd name="connsiteY35" fmla="*/ 169831 h 170592"/>
                <a:gd name="connsiteX36" fmla="*/ 116586 w 334232"/>
                <a:gd name="connsiteY36" fmla="*/ 170593 h 170592"/>
                <a:gd name="connsiteX37" fmla="*/ 108395 w 334232"/>
                <a:gd name="connsiteY37" fmla="*/ 169735 h 170592"/>
                <a:gd name="connsiteX38" fmla="*/ 97155 w 334232"/>
                <a:gd name="connsiteY38" fmla="*/ 168688 h 170592"/>
                <a:gd name="connsiteX39" fmla="*/ 65056 w 334232"/>
                <a:gd name="connsiteY39" fmla="*/ 160401 h 170592"/>
                <a:gd name="connsiteX40" fmla="*/ 63722 w 334232"/>
                <a:gd name="connsiteY40" fmla="*/ 158496 h 170592"/>
                <a:gd name="connsiteX41" fmla="*/ 65532 w 334232"/>
                <a:gd name="connsiteY41" fmla="*/ 155924 h 17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34232" h="170592">
                  <a:moveTo>
                    <a:pt x="65532" y="155924"/>
                  </a:moveTo>
                  <a:lnTo>
                    <a:pt x="94488" y="128397"/>
                  </a:lnTo>
                  <a:lnTo>
                    <a:pt x="90869" y="127063"/>
                  </a:lnTo>
                  <a:lnTo>
                    <a:pt x="53150" y="114871"/>
                  </a:lnTo>
                  <a:lnTo>
                    <a:pt x="20860" y="98869"/>
                  </a:lnTo>
                  <a:lnTo>
                    <a:pt x="0" y="80391"/>
                  </a:lnTo>
                  <a:lnTo>
                    <a:pt x="6763" y="69628"/>
                  </a:lnTo>
                  <a:lnTo>
                    <a:pt x="31052" y="33623"/>
                  </a:lnTo>
                  <a:lnTo>
                    <a:pt x="45720" y="20288"/>
                  </a:lnTo>
                  <a:lnTo>
                    <a:pt x="53721" y="13144"/>
                  </a:lnTo>
                  <a:lnTo>
                    <a:pt x="58865" y="10954"/>
                  </a:lnTo>
                  <a:lnTo>
                    <a:pt x="63246" y="9049"/>
                  </a:lnTo>
                  <a:lnTo>
                    <a:pt x="105537" y="19240"/>
                  </a:lnTo>
                  <a:lnTo>
                    <a:pt x="114586" y="20098"/>
                  </a:lnTo>
                  <a:lnTo>
                    <a:pt x="115443" y="20098"/>
                  </a:lnTo>
                  <a:lnTo>
                    <a:pt x="194977" y="18097"/>
                  </a:lnTo>
                  <a:lnTo>
                    <a:pt x="255270" y="14288"/>
                  </a:lnTo>
                  <a:lnTo>
                    <a:pt x="308991" y="3429"/>
                  </a:lnTo>
                  <a:lnTo>
                    <a:pt x="334232" y="0"/>
                  </a:lnTo>
                  <a:lnTo>
                    <a:pt x="312039" y="10287"/>
                  </a:lnTo>
                  <a:lnTo>
                    <a:pt x="309372" y="12478"/>
                  </a:lnTo>
                  <a:lnTo>
                    <a:pt x="307467" y="14097"/>
                  </a:lnTo>
                  <a:lnTo>
                    <a:pt x="300990" y="20574"/>
                  </a:lnTo>
                  <a:lnTo>
                    <a:pt x="261366" y="65817"/>
                  </a:lnTo>
                  <a:lnTo>
                    <a:pt x="248031" y="81058"/>
                  </a:lnTo>
                  <a:lnTo>
                    <a:pt x="245078" y="84487"/>
                  </a:lnTo>
                  <a:lnTo>
                    <a:pt x="236601" y="91726"/>
                  </a:lnTo>
                  <a:lnTo>
                    <a:pt x="214884" y="95631"/>
                  </a:lnTo>
                  <a:lnTo>
                    <a:pt x="160020" y="150876"/>
                  </a:lnTo>
                  <a:lnTo>
                    <a:pt x="159449" y="151447"/>
                  </a:lnTo>
                  <a:lnTo>
                    <a:pt x="155639" y="155067"/>
                  </a:lnTo>
                  <a:lnTo>
                    <a:pt x="152686" y="157163"/>
                  </a:lnTo>
                  <a:lnTo>
                    <a:pt x="143446" y="163544"/>
                  </a:lnTo>
                  <a:lnTo>
                    <a:pt x="132683" y="168402"/>
                  </a:lnTo>
                  <a:lnTo>
                    <a:pt x="131159" y="169164"/>
                  </a:lnTo>
                  <a:lnTo>
                    <a:pt x="124016" y="169831"/>
                  </a:lnTo>
                  <a:lnTo>
                    <a:pt x="116586" y="170593"/>
                  </a:lnTo>
                  <a:lnTo>
                    <a:pt x="108395" y="169735"/>
                  </a:lnTo>
                  <a:lnTo>
                    <a:pt x="97155" y="168688"/>
                  </a:lnTo>
                  <a:lnTo>
                    <a:pt x="65056" y="160401"/>
                  </a:lnTo>
                  <a:lnTo>
                    <a:pt x="63722" y="158496"/>
                  </a:lnTo>
                  <a:lnTo>
                    <a:pt x="65532" y="15592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6" name="서울특별시 구로구 오류1동">
              <a:extLst>
                <a:ext uri="{FF2B5EF4-FFF2-40B4-BE49-F238E27FC236}">
                  <a16:creationId xmlns:a16="http://schemas.microsoft.com/office/drawing/2014/main" id="{97DA9B0B-F563-F2FB-F1F3-288CC8B534F5}"/>
                </a:ext>
              </a:extLst>
            </p:cNvPr>
            <p:cNvSpPr/>
            <p:nvPr/>
          </p:nvSpPr>
          <p:spPr>
            <a:xfrm>
              <a:off x="3561683" y="4595622"/>
              <a:ext cx="301752" cy="135731"/>
            </a:xfrm>
            <a:custGeom>
              <a:avLst/>
              <a:gdLst>
                <a:gd name="connsiteX0" fmla="*/ 76962 w 301752"/>
                <a:gd name="connsiteY0" fmla="*/ 9144 h 135731"/>
                <a:gd name="connsiteX1" fmla="*/ 83820 w 301752"/>
                <a:gd name="connsiteY1" fmla="*/ 7620 h 135731"/>
                <a:gd name="connsiteX2" fmla="*/ 126302 w 301752"/>
                <a:gd name="connsiteY2" fmla="*/ 9144 h 135731"/>
                <a:gd name="connsiteX3" fmla="*/ 131255 w 301752"/>
                <a:gd name="connsiteY3" fmla="*/ 9715 h 135731"/>
                <a:gd name="connsiteX4" fmla="*/ 134874 w 301752"/>
                <a:gd name="connsiteY4" fmla="*/ 10001 h 135731"/>
                <a:gd name="connsiteX5" fmla="*/ 167545 w 301752"/>
                <a:gd name="connsiteY5" fmla="*/ 14573 h 135731"/>
                <a:gd name="connsiteX6" fmla="*/ 180118 w 301752"/>
                <a:gd name="connsiteY6" fmla="*/ 16859 h 135731"/>
                <a:gd name="connsiteX7" fmla="*/ 181832 w 301752"/>
                <a:gd name="connsiteY7" fmla="*/ 17335 h 135731"/>
                <a:gd name="connsiteX8" fmla="*/ 193167 w 301752"/>
                <a:gd name="connsiteY8" fmla="*/ 22479 h 135731"/>
                <a:gd name="connsiteX9" fmla="*/ 258413 w 301752"/>
                <a:gd name="connsiteY9" fmla="*/ 54102 h 135731"/>
                <a:gd name="connsiteX10" fmla="*/ 265938 w 301752"/>
                <a:gd name="connsiteY10" fmla="*/ 58579 h 135731"/>
                <a:gd name="connsiteX11" fmla="*/ 287084 w 301752"/>
                <a:gd name="connsiteY11" fmla="*/ 72771 h 135731"/>
                <a:gd name="connsiteX12" fmla="*/ 289084 w 301752"/>
                <a:gd name="connsiteY12" fmla="*/ 74962 h 135731"/>
                <a:gd name="connsiteX13" fmla="*/ 290989 w 301752"/>
                <a:gd name="connsiteY13" fmla="*/ 76962 h 135731"/>
                <a:gd name="connsiteX14" fmla="*/ 294608 w 301752"/>
                <a:gd name="connsiteY14" fmla="*/ 80867 h 135731"/>
                <a:gd name="connsiteX15" fmla="*/ 301752 w 301752"/>
                <a:gd name="connsiteY15" fmla="*/ 89249 h 135731"/>
                <a:gd name="connsiteX16" fmla="*/ 262890 w 301752"/>
                <a:gd name="connsiteY16" fmla="*/ 98488 h 135731"/>
                <a:gd name="connsiteX17" fmla="*/ 247745 w 301752"/>
                <a:gd name="connsiteY17" fmla="*/ 102108 h 135731"/>
                <a:gd name="connsiteX18" fmla="*/ 207264 w 301752"/>
                <a:gd name="connsiteY18" fmla="*/ 113347 h 135731"/>
                <a:gd name="connsiteX19" fmla="*/ 198501 w 301752"/>
                <a:gd name="connsiteY19" fmla="*/ 120301 h 135731"/>
                <a:gd name="connsiteX20" fmla="*/ 185452 w 301752"/>
                <a:gd name="connsiteY20" fmla="*/ 123539 h 135731"/>
                <a:gd name="connsiteX21" fmla="*/ 181070 w 301752"/>
                <a:gd name="connsiteY21" fmla="*/ 124587 h 135731"/>
                <a:gd name="connsiteX22" fmla="*/ 103061 w 301752"/>
                <a:gd name="connsiteY22" fmla="*/ 131826 h 135731"/>
                <a:gd name="connsiteX23" fmla="*/ 71723 w 301752"/>
                <a:gd name="connsiteY23" fmla="*/ 135731 h 135731"/>
                <a:gd name="connsiteX24" fmla="*/ 58865 w 301752"/>
                <a:gd name="connsiteY24" fmla="*/ 111728 h 135731"/>
                <a:gd name="connsiteX25" fmla="*/ 50197 w 301752"/>
                <a:gd name="connsiteY25" fmla="*/ 80772 h 135731"/>
                <a:gd name="connsiteX26" fmla="*/ 26765 w 301752"/>
                <a:gd name="connsiteY26" fmla="*/ 66961 h 135731"/>
                <a:gd name="connsiteX27" fmla="*/ 5334 w 301752"/>
                <a:gd name="connsiteY27" fmla="*/ 53816 h 135731"/>
                <a:gd name="connsiteX28" fmla="*/ 2762 w 301752"/>
                <a:gd name="connsiteY28" fmla="*/ 50863 h 135731"/>
                <a:gd name="connsiteX29" fmla="*/ 95 w 301752"/>
                <a:gd name="connsiteY29" fmla="*/ 42386 h 135731"/>
                <a:gd name="connsiteX30" fmla="*/ 95 w 301752"/>
                <a:gd name="connsiteY30" fmla="*/ 41815 h 135731"/>
                <a:gd name="connsiteX31" fmla="*/ 0 w 301752"/>
                <a:gd name="connsiteY31" fmla="*/ 40196 h 135731"/>
                <a:gd name="connsiteX32" fmla="*/ 95 w 301752"/>
                <a:gd name="connsiteY32" fmla="*/ 38195 h 135731"/>
                <a:gd name="connsiteX33" fmla="*/ 381 w 301752"/>
                <a:gd name="connsiteY33" fmla="*/ 36576 h 135731"/>
                <a:gd name="connsiteX34" fmla="*/ 2191 w 301752"/>
                <a:gd name="connsiteY34" fmla="*/ 31432 h 135731"/>
                <a:gd name="connsiteX35" fmla="*/ 22289 w 301752"/>
                <a:gd name="connsiteY35" fmla="*/ 11430 h 135731"/>
                <a:gd name="connsiteX36" fmla="*/ 28480 w 301752"/>
                <a:gd name="connsiteY36" fmla="*/ 5620 h 135731"/>
                <a:gd name="connsiteX37" fmla="*/ 30575 w 301752"/>
                <a:gd name="connsiteY37" fmla="*/ 4191 h 135731"/>
                <a:gd name="connsiteX38" fmla="*/ 38005 w 301752"/>
                <a:gd name="connsiteY38" fmla="*/ 381 h 135731"/>
                <a:gd name="connsiteX39" fmla="*/ 40958 w 301752"/>
                <a:gd name="connsiteY39" fmla="*/ 0 h 135731"/>
                <a:gd name="connsiteX40" fmla="*/ 41624 w 301752"/>
                <a:gd name="connsiteY40" fmla="*/ 0 h 135731"/>
                <a:gd name="connsiteX41" fmla="*/ 50197 w 301752"/>
                <a:gd name="connsiteY41" fmla="*/ 286 h 135731"/>
                <a:gd name="connsiteX42" fmla="*/ 76962 w 301752"/>
                <a:gd name="connsiteY42" fmla="*/ 9144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1752" h="135731">
                  <a:moveTo>
                    <a:pt x="76962" y="9144"/>
                  </a:moveTo>
                  <a:lnTo>
                    <a:pt x="83820" y="7620"/>
                  </a:lnTo>
                  <a:lnTo>
                    <a:pt x="126302" y="9144"/>
                  </a:lnTo>
                  <a:lnTo>
                    <a:pt x="131255" y="9715"/>
                  </a:lnTo>
                  <a:lnTo>
                    <a:pt x="134874" y="10001"/>
                  </a:lnTo>
                  <a:lnTo>
                    <a:pt x="167545" y="14573"/>
                  </a:lnTo>
                  <a:lnTo>
                    <a:pt x="180118" y="16859"/>
                  </a:lnTo>
                  <a:lnTo>
                    <a:pt x="181832" y="17335"/>
                  </a:lnTo>
                  <a:lnTo>
                    <a:pt x="193167" y="22479"/>
                  </a:lnTo>
                  <a:lnTo>
                    <a:pt x="258413" y="54102"/>
                  </a:lnTo>
                  <a:lnTo>
                    <a:pt x="265938" y="58579"/>
                  </a:lnTo>
                  <a:lnTo>
                    <a:pt x="287084" y="72771"/>
                  </a:lnTo>
                  <a:lnTo>
                    <a:pt x="289084" y="74962"/>
                  </a:lnTo>
                  <a:lnTo>
                    <a:pt x="290989" y="76962"/>
                  </a:lnTo>
                  <a:lnTo>
                    <a:pt x="294608" y="80867"/>
                  </a:lnTo>
                  <a:lnTo>
                    <a:pt x="301752" y="89249"/>
                  </a:lnTo>
                  <a:lnTo>
                    <a:pt x="262890" y="98488"/>
                  </a:lnTo>
                  <a:lnTo>
                    <a:pt x="247745" y="102108"/>
                  </a:lnTo>
                  <a:lnTo>
                    <a:pt x="207264" y="113347"/>
                  </a:lnTo>
                  <a:lnTo>
                    <a:pt x="198501" y="120301"/>
                  </a:lnTo>
                  <a:lnTo>
                    <a:pt x="185452" y="123539"/>
                  </a:lnTo>
                  <a:lnTo>
                    <a:pt x="181070" y="124587"/>
                  </a:lnTo>
                  <a:lnTo>
                    <a:pt x="103061" y="131826"/>
                  </a:lnTo>
                  <a:lnTo>
                    <a:pt x="71723" y="135731"/>
                  </a:lnTo>
                  <a:lnTo>
                    <a:pt x="58865" y="111728"/>
                  </a:lnTo>
                  <a:lnTo>
                    <a:pt x="50197" y="80772"/>
                  </a:lnTo>
                  <a:lnTo>
                    <a:pt x="26765" y="66961"/>
                  </a:lnTo>
                  <a:lnTo>
                    <a:pt x="5334" y="53816"/>
                  </a:lnTo>
                  <a:lnTo>
                    <a:pt x="2762" y="50863"/>
                  </a:lnTo>
                  <a:lnTo>
                    <a:pt x="95" y="42386"/>
                  </a:lnTo>
                  <a:lnTo>
                    <a:pt x="95" y="41815"/>
                  </a:lnTo>
                  <a:lnTo>
                    <a:pt x="0" y="40196"/>
                  </a:lnTo>
                  <a:lnTo>
                    <a:pt x="95" y="38195"/>
                  </a:lnTo>
                  <a:lnTo>
                    <a:pt x="381" y="36576"/>
                  </a:lnTo>
                  <a:lnTo>
                    <a:pt x="2191" y="31432"/>
                  </a:lnTo>
                  <a:lnTo>
                    <a:pt x="22289" y="11430"/>
                  </a:lnTo>
                  <a:lnTo>
                    <a:pt x="28480" y="5620"/>
                  </a:lnTo>
                  <a:lnTo>
                    <a:pt x="30575" y="4191"/>
                  </a:lnTo>
                  <a:lnTo>
                    <a:pt x="38005" y="381"/>
                  </a:lnTo>
                  <a:lnTo>
                    <a:pt x="40958" y="0"/>
                  </a:lnTo>
                  <a:lnTo>
                    <a:pt x="41624" y="0"/>
                  </a:lnTo>
                  <a:lnTo>
                    <a:pt x="50197" y="286"/>
                  </a:lnTo>
                  <a:lnTo>
                    <a:pt x="76962" y="91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7" name="서울특별시 구로구 수궁동">
              <a:extLst>
                <a:ext uri="{FF2B5EF4-FFF2-40B4-BE49-F238E27FC236}">
                  <a16:creationId xmlns:a16="http://schemas.microsoft.com/office/drawing/2014/main" id="{DD484AA2-9440-E3B2-D4A5-C3560CE7D3E9}"/>
                </a:ext>
              </a:extLst>
            </p:cNvPr>
            <p:cNvSpPr/>
            <p:nvPr/>
          </p:nvSpPr>
          <p:spPr>
            <a:xfrm>
              <a:off x="3172777" y="4451127"/>
              <a:ext cx="460629" cy="363855"/>
            </a:xfrm>
            <a:custGeom>
              <a:avLst/>
              <a:gdLst>
                <a:gd name="connsiteX0" fmla="*/ 430530 w 460629"/>
                <a:gd name="connsiteY0" fmla="*/ 144494 h 363855"/>
                <a:gd name="connsiteX1" fmla="*/ 429863 w 460629"/>
                <a:gd name="connsiteY1" fmla="*/ 144494 h 363855"/>
                <a:gd name="connsiteX2" fmla="*/ 426911 w 460629"/>
                <a:gd name="connsiteY2" fmla="*/ 144875 h 363855"/>
                <a:gd name="connsiteX3" fmla="*/ 419481 w 460629"/>
                <a:gd name="connsiteY3" fmla="*/ 148685 h 363855"/>
                <a:gd name="connsiteX4" fmla="*/ 417386 w 460629"/>
                <a:gd name="connsiteY4" fmla="*/ 150114 h 363855"/>
                <a:gd name="connsiteX5" fmla="*/ 411194 w 460629"/>
                <a:gd name="connsiteY5" fmla="*/ 155924 h 363855"/>
                <a:gd name="connsiteX6" fmla="*/ 391097 w 460629"/>
                <a:gd name="connsiteY6" fmla="*/ 175927 h 363855"/>
                <a:gd name="connsiteX7" fmla="*/ 389287 w 460629"/>
                <a:gd name="connsiteY7" fmla="*/ 181070 h 363855"/>
                <a:gd name="connsiteX8" fmla="*/ 389001 w 460629"/>
                <a:gd name="connsiteY8" fmla="*/ 182689 h 363855"/>
                <a:gd name="connsiteX9" fmla="*/ 388906 w 460629"/>
                <a:gd name="connsiteY9" fmla="*/ 184690 h 363855"/>
                <a:gd name="connsiteX10" fmla="*/ 389001 w 460629"/>
                <a:gd name="connsiteY10" fmla="*/ 186309 h 363855"/>
                <a:gd name="connsiteX11" fmla="*/ 389001 w 460629"/>
                <a:gd name="connsiteY11" fmla="*/ 186880 h 363855"/>
                <a:gd name="connsiteX12" fmla="*/ 391668 w 460629"/>
                <a:gd name="connsiteY12" fmla="*/ 195358 h 363855"/>
                <a:gd name="connsiteX13" fmla="*/ 394240 w 460629"/>
                <a:gd name="connsiteY13" fmla="*/ 198311 h 363855"/>
                <a:gd name="connsiteX14" fmla="*/ 415671 w 460629"/>
                <a:gd name="connsiteY14" fmla="*/ 211455 h 363855"/>
                <a:gd name="connsiteX15" fmla="*/ 439103 w 460629"/>
                <a:gd name="connsiteY15" fmla="*/ 225266 h 363855"/>
                <a:gd name="connsiteX16" fmla="*/ 447770 w 460629"/>
                <a:gd name="connsiteY16" fmla="*/ 256222 h 363855"/>
                <a:gd name="connsiteX17" fmla="*/ 460629 w 460629"/>
                <a:gd name="connsiteY17" fmla="*/ 280226 h 363855"/>
                <a:gd name="connsiteX18" fmla="*/ 430911 w 460629"/>
                <a:gd name="connsiteY18" fmla="*/ 281178 h 363855"/>
                <a:gd name="connsiteX19" fmla="*/ 421100 w 460629"/>
                <a:gd name="connsiteY19" fmla="*/ 281464 h 363855"/>
                <a:gd name="connsiteX20" fmla="*/ 393668 w 460629"/>
                <a:gd name="connsiteY20" fmla="*/ 281750 h 363855"/>
                <a:gd name="connsiteX21" fmla="*/ 393097 w 460629"/>
                <a:gd name="connsiteY21" fmla="*/ 281750 h 363855"/>
                <a:gd name="connsiteX22" fmla="*/ 375094 w 460629"/>
                <a:gd name="connsiteY22" fmla="*/ 281750 h 363855"/>
                <a:gd name="connsiteX23" fmla="*/ 371285 w 460629"/>
                <a:gd name="connsiteY23" fmla="*/ 281750 h 363855"/>
                <a:gd name="connsiteX24" fmla="*/ 359569 w 460629"/>
                <a:gd name="connsiteY24" fmla="*/ 281845 h 363855"/>
                <a:gd name="connsiteX25" fmla="*/ 359569 w 460629"/>
                <a:gd name="connsiteY25" fmla="*/ 279368 h 363855"/>
                <a:gd name="connsiteX26" fmla="*/ 354711 w 460629"/>
                <a:gd name="connsiteY26" fmla="*/ 279082 h 363855"/>
                <a:gd name="connsiteX27" fmla="*/ 342519 w 460629"/>
                <a:gd name="connsiteY27" fmla="*/ 279178 h 363855"/>
                <a:gd name="connsiteX28" fmla="*/ 258699 w 460629"/>
                <a:gd name="connsiteY28" fmla="*/ 279368 h 363855"/>
                <a:gd name="connsiteX29" fmla="*/ 255937 w 460629"/>
                <a:gd name="connsiteY29" fmla="*/ 280321 h 363855"/>
                <a:gd name="connsiteX30" fmla="*/ 256413 w 460629"/>
                <a:gd name="connsiteY30" fmla="*/ 296323 h 363855"/>
                <a:gd name="connsiteX31" fmla="*/ 256985 w 460629"/>
                <a:gd name="connsiteY31" fmla="*/ 314706 h 363855"/>
                <a:gd name="connsiteX32" fmla="*/ 260223 w 460629"/>
                <a:gd name="connsiteY32" fmla="*/ 315563 h 363855"/>
                <a:gd name="connsiteX33" fmla="*/ 249079 w 460629"/>
                <a:gd name="connsiteY33" fmla="*/ 326041 h 363855"/>
                <a:gd name="connsiteX34" fmla="*/ 223361 w 460629"/>
                <a:gd name="connsiteY34" fmla="*/ 345567 h 363855"/>
                <a:gd name="connsiteX35" fmla="*/ 206407 w 460629"/>
                <a:gd name="connsiteY35" fmla="*/ 358426 h 363855"/>
                <a:gd name="connsiteX36" fmla="*/ 202883 w 460629"/>
                <a:gd name="connsiteY36" fmla="*/ 359569 h 363855"/>
                <a:gd name="connsiteX37" fmla="*/ 190405 w 460629"/>
                <a:gd name="connsiteY37" fmla="*/ 363855 h 363855"/>
                <a:gd name="connsiteX38" fmla="*/ 143827 w 460629"/>
                <a:gd name="connsiteY38" fmla="*/ 326136 h 363855"/>
                <a:gd name="connsiteX39" fmla="*/ 143161 w 460629"/>
                <a:gd name="connsiteY39" fmla="*/ 325755 h 363855"/>
                <a:gd name="connsiteX40" fmla="*/ 137636 w 460629"/>
                <a:gd name="connsiteY40" fmla="*/ 322231 h 363855"/>
                <a:gd name="connsiteX41" fmla="*/ 136684 w 460629"/>
                <a:gd name="connsiteY41" fmla="*/ 321659 h 363855"/>
                <a:gd name="connsiteX42" fmla="*/ 122301 w 460629"/>
                <a:gd name="connsiteY42" fmla="*/ 314992 h 363855"/>
                <a:gd name="connsiteX43" fmla="*/ 106490 w 460629"/>
                <a:gd name="connsiteY43" fmla="*/ 307657 h 363855"/>
                <a:gd name="connsiteX44" fmla="*/ 94107 w 460629"/>
                <a:gd name="connsiteY44" fmla="*/ 308801 h 363855"/>
                <a:gd name="connsiteX45" fmla="*/ 31242 w 460629"/>
                <a:gd name="connsiteY45" fmla="*/ 279559 h 363855"/>
                <a:gd name="connsiteX46" fmla="*/ 952 w 460629"/>
                <a:gd name="connsiteY46" fmla="*/ 225743 h 363855"/>
                <a:gd name="connsiteX47" fmla="*/ 0 w 460629"/>
                <a:gd name="connsiteY47" fmla="*/ 217361 h 363855"/>
                <a:gd name="connsiteX48" fmla="*/ 7715 w 460629"/>
                <a:gd name="connsiteY48" fmla="*/ 192119 h 363855"/>
                <a:gd name="connsiteX49" fmla="*/ 14764 w 460629"/>
                <a:gd name="connsiteY49" fmla="*/ 191357 h 363855"/>
                <a:gd name="connsiteX50" fmla="*/ 28385 w 460629"/>
                <a:gd name="connsiteY50" fmla="*/ 196025 h 363855"/>
                <a:gd name="connsiteX51" fmla="*/ 53721 w 460629"/>
                <a:gd name="connsiteY51" fmla="*/ 200596 h 363855"/>
                <a:gd name="connsiteX52" fmla="*/ 59055 w 460629"/>
                <a:gd name="connsiteY52" fmla="*/ 199072 h 363855"/>
                <a:gd name="connsiteX53" fmla="*/ 69628 w 460629"/>
                <a:gd name="connsiteY53" fmla="*/ 195929 h 363855"/>
                <a:gd name="connsiteX54" fmla="*/ 110109 w 460629"/>
                <a:gd name="connsiteY54" fmla="*/ 178879 h 363855"/>
                <a:gd name="connsiteX55" fmla="*/ 120587 w 460629"/>
                <a:gd name="connsiteY55" fmla="*/ 169354 h 363855"/>
                <a:gd name="connsiteX56" fmla="*/ 121063 w 460629"/>
                <a:gd name="connsiteY56" fmla="*/ 168973 h 363855"/>
                <a:gd name="connsiteX57" fmla="*/ 161830 w 460629"/>
                <a:gd name="connsiteY57" fmla="*/ 118872 h 363855"/>
                <a:gd name="connsiteX58" fmla="*/ 167164 w 460629"/>
                <a:gd name="connsiteY58" fmla="*/ 108395 h 363855"/>
                <a:gd name="connsiteX59" fmla="*/ 179070 w 460629"/>
                <a:gd name="connsiteY59" fmla="*/ 83534 h 363855"/>
                <a:gd name="connsiteX60" fmla="*/ 186595 w 460629"/>
                <a:gd name="connsiteY60" fmla="*/ 50578 h 363855"/>
                <a:gd name="connsiteX61" fmla="*/ 219837 w 460629"/>
                <a:gd name="connsiteY61" fmla="*/ 5905 h 363855"/>
                <a:gd name="connsiteX62" fmla="*/ 220885 w 460629"/>
                <a:gd name="connsiteY62" fmla="*/ 7239 h 363855"/>
                <a:gd name="connsiteX63" fmla="*/ 299657 w 460629"/>
                <a:gd name="connsiteY63" fmla="*/ 0 h 363855"/>
                <a:gd name="connsiteX64" fmla="*/ 326422 w 460629"/>
                <a:gd name="connsiteY64" fmla="*/ 18955 h 363855"/>
                <a:gd name="connsiteX65" fmla="*/ 325850 w 460629"/>
                <a:gd name="connsiteY65" fmla="*/ 32385 h 363855"/>
                <a:gd name="connsiteX66" fmla="*/ 362140 w 460629"/>
                <a:gd name="connsiteY66" fmla="*/ 65056 h 363855"/>
                <a:gd name="connsiteX67" fmla="*/ 384524 w 460629"/>
                <a:gd name="connsiteY67" fmla="*/ 82201 h 363855"/>
                <a:gd name="connsiteX68" fmla="*/ 391097 w 460629"/>
                <a:gd name="connsiteY68" fmla="*/ 86773 h 363855"/>
                <a:gd name="connsiteX69" fmla="*/ 392811 w 460629"/>
                <a:gd name="connsiteY69" fmla="*/ 87916 h 363855"/>
                <a:gd name="connsiteX70" fmla="*/ 411194 w 460629"/>
                <a:gd name="connsiteY70" fmla="*/ 93059 h 363855"/>
                <a:gd name="connsiteX71" fmla="*/ 417481 w 460629"/>
                <a:gd name="connsiteY71" fmla="*/ 94869 h 363855"/>
                <a:gd name="connsiteX72" fmla="*/ 426053 w 460629"/>
                <a:gd name="connsiteY72" fmla="*/ 101155 h 363855"/>
                <a:gd name="connsiteX73" fmla="*/ 430530 w 460629"/>
                <a:gd name="connsiteY73" fmla="*/ 111728 h 363855"/>
                <a:gd name="connsiteX74" fmla="*/ 432530 w 460629"/>
                <a:gd name="connsiteY74" fmla="*/ 138684 h 363855"/>
                <a:gd name="connsiteX75" fmla="*/ 431292 w 460629"/>
                <a:gd name="connsiteY75" fmla="*/ 142304 h 363855"/>
                <a:gd name="connsiteX76" fmla="*/ 430530 w 460629"/>
                <a:gd name="connsiteY76" fmla="*/ 144494 h 36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0629" h="363855">
                  <a:moveTo>
                    <a:pt x="430530" y="144494"/>
                  </a:moveTo>
                  <a:lnTo>
                    <a:pt x="429863" y="144494"/>
                  </a:lnTo>
                  <a:lnTo>
                    <a:pt x="426911" y="144875"/>
                  </a:lnTo>
                  <a:lnTo>
                    <a:pt x="419481" y="148685"/>
                  </a:lnTo>
                  <a:lnTo>
                    <a:pt x="417386" y="150114"/>
                  </a:lnTo>
                  <a:lnTo>
                    <a:pt x="411194" y="155924"/>
                  </a:lnTo>
                  <a:lnTo>
                    <a:pt x="391097" y="175927"/>
                  </a:lnTo>
                  <a:lnTo>
                    <a:pt x="389287" y="181070"/>
                  </a:lnTo>
                  <a:lnTo>
                    <a:pt x="389001" y="182689"/>
                  </a:lnTo>
                  <a:lnTo>
                    <a:pt x="388906" y="184690"/>
                  </a:lnTo>
                  <a:lnTo>
                    <a:pt x="389001" y="186309"/>
                  </a:lnTo>
                  <a:lnTo>
                    <a:pt x="389001" y="186880"/>
                  </a:lnTo>
                  <a:lnTo>
                    <a:pt x="391668" y="195358"/>
                  </a:lnTo>
                  <a:lnTo>
                    <a:pt x="394240" y="198311"/>
                  </a:lnTo>
                  <a:lnTo>
                    <a:pt x="415671" y="211455"/>
                  </a:lnTo>
                  <a:lnTo>
                    <a:pt x="439103" y="225266"/>
                  </a:lnTo>
                  <a:lnTo>
                    <a:pt x="447770" y="256222"/>
                  </a:lnTo>
                  <a:lnTo>
                    <a:pt x="460629" y="280226"/>
                  </a:lnTo>
                  <a:lnTo>
                    <a:pt x="430911" y="281178"/>
                  </a:lnTo>
                  <a:lnTo>
                    <a:pt x="421100" y="281464"/>
                  </a:lnTo>
                  <a:lnTo>
                    <a:pt x="393668" y="281750"/>
                  </a:lnTo>
                  <a:lnTo>
                    <a:pt x="393097" y="281750"/>
                  </a:lnTo>
                  <a:lnTo>
                    <a:pt x="375094" y="281750"/>
                  </a:lnTo>
                  <a:lnTo>
                    <a:pt x="371285" y="281750"/>
                  </a:lnTo>
                  <a:lnTo>
                    <a:pt x="359569" y="281845"/>
                  </a:lnTo>
                  <a:lnTo>
                    <a:pt x="359569" y="279368"/>
                  </a:lnTo>
                  <a:lnTo>
                    <a:pt x="354711" y="279082"/>
                  </a:lnTo>
                  <a:lnTo>
                    <a:pt x="342519" y="279178"/>
                  </a:lnTo>
                  <a:lnTo>
                    <a:pt x="258699" y="279368"/>
                  </a:lnTo>
                  <a:lnTo>
                    <a:pt x="255937" y="280321"/>
                  </a:lnTo>
                  <a:lnTo>
                    <a:pt x="256413" y="296323"/>
                  </a:lnTo>
                  <a:lnTo>
                    <a:pt x="256985" y="314706"/>
                  </a:lnTo>
                  <a:lnTo>
                    <a:pt x="260223" y="315563"/>
                  </a:lnTo>
                  <a:lnTo>
                    <a:pt x="249079" y="326041"/>
                  </a:lnTo>
                  <a:lnTo>
                    <a:pt x="223361" y="345567"/>
                  </a:lnTo>
                  <a:lnTo>
                    <a:pt x="206407" y="358426"/>
                  </a:lnTo>
                  <a:lnTo>
                    <a:pt x="202883" y="359569"/>
                  </a:lnTo>
                  <a:lnTo>
                    <a:pt x="190405" y="363855"/>
                  </a:lnTo>
                  <a:lnTo>
                    <a:pt x="143827" y="326136"/>
                  </a:lnTo>
                  <a:lnTo>
                    <a:pt x="143161" y="325755"/>
                  </a:lnTo>
                  <a:lnTo>
                    <a:pt x="137636" y="322231"/>
                  </a:lnTo>
                  <a:lnTo>
                    <a:pt x="136684" y="321659"/>
                  </a:lnTo>
                  <a:lnTo>
                    <a:pt x="122301" y="314992"/>
                  </a:lnTo>
                  <a:lnTo>
                    <a:pt x="106490" y="307657"/>
                  </a:lnTo>
                  <a:lnTo>
                    <a:pt x="94107" y="308801"/>
                  </a:lnTo>
                  <a:lnTo>
                    <a:pt x="31242" y="279559"/>
                  </a:lnTo>
                  <a:lnTo>
                    <a:pt x="952" y="225743"/>
                  </a:lnTo>
                  <a:lnTo>
                    <a:pt x="0" y="217361"/>
                  </a:lnTo>
                  <a:lnTo>
                    <a:pt x="7715" y="192119"/>
                  </a:lnTo>
                  <a:lnTo>
                    <a:pt x="14764" y="191357"/>
                  </a:lnTo>
                  <a:lnTo>
                    <a:pt x="28385" y="196025"/>
                  </a:lnTo>
                  <a:lnTo>
                    <a:pt x="53721" y="200596"/>
                  </a:lnTo>
                  <a:lnTo>
                    <a:pt x="59055" y="199072"/>
                  </a:lnTo>
                  <a:lnTo>
                    <a:pt x="69628" y="195929"/>
                  </a:lnTo>
                  <a:lnTo>
                    <a:pt x="110109" y="178879"/>
                  </a:lnTo>
                  <a:lnTo>
                    <a:pt x="120587" y="169354"/>
                  </a:lnTo>
                  <a:lnTo>
                    <a:pt x="121063" y="168973"/>
                  </a:lnTo>
                  <a:lnTo>
                    <a:pt x="161830" y="118872"/>
                  </a:lnTo>
                  <a:lnTo>
                    <a:pt x="167164" y="108395"/>
                  </a:lnTo>
                  <a:lnTo>
                    <a:pt x="179070" y="83534"/>
                  </a:lnTo>
                  <a:lnTo>
                    <a:pt x="186595" y="50578"/>
                  </a:lnTo>
                  <a:lnTo>
                    <a:pt x="219837" y="5905"/>
                  </a:lnTo>
                  <a:lnTo>
                    <a:pt x="220885" y="7239"/>
                  </a:lnTo>
                  <a:lnTo>
                    <a:pt x="299657" y="0"/>
                  </a:lnTo>
                  <a:lnTo>
                    <a:pt x="326422" y="18955"/>
                  </a:lnTo>
                  <a:lnTo>
                    <a:pt x="325850" y="32385"/>
                  </a:lnTo>
                  <a:lnTo>
                    <a:pt x="362140" y="65056"/>
                  </a:lnTo>
                  <a:lnTo>
                    <a:pt x="384524" y="82201"/>
                  </a:lnTo>
                  <a:lnTo>
                    <a:pt x="391097" y="86773"/>
                  </a:lnTo>
                  <a:lnTo>
                    <a:pt x="392811" y="87916"/>
                  </a:lnTo>
                  <a:lnTo>
                    <a:pt x="411194" y="93059"/>
                  </a:lnTo>
                  <a:lnTo>
                    <a:pt x="417481" y="94869"/>
                  </a:lnTo>
                  <a:lnTo>
                    <a:pt x="426053" y="101155"/>
                  </a:lnTo>
                  <a:lnTo>
                    <a:pt x="430530" y="111728"/>
                  </a:lnTo>
                  <a:lnTo>
                    <a:pt x="432530" y="138684"/>
                  </a:lnTo>
                  <a:lnTo>
                    <a:pt x="431292" y="142304"/>
                  </a:lnTo>
                  <a:lnTo>
                    <a:pt x="430530" y="14449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8" name="서울특별시 구로구 가리봉동">
              <a:extLst>
                <a:ext uri="{FF2B5EF4-FFF2-40B4-BE49-F238E27FC236}">
                  <a16:creationId xmlns:a16="http://schemas.microsoft.com/office/drawing/2014/main" id="{8B878593-1034-C59E-72C8-8BC562EE6202}"/>
                </a:ext>
              </a:extLst>
            </p:cNvPr>
            <p:cNvSpPr/>
            <p:nvPr/>
          </p:nvSpPr>
          <p:spPr>
            <a:xfrm>
              <a:off x="4396168" y="4836794"/>
              <a:ext cx="290322" cy="161163"/>
            </a:xfrm>
            <a:custGeom>
              <a:avLst/>
              <a:gdLst>
                <a:gd name="connsiteX0" fmla="*/ 106966 w 290322"/>
                <a:gd name="connsiteY0" fmla="*/ 42767 h 161163"/>
                <a:gd name="connsiteX1" fmla="*/ 109823 w 290322"/>
                <a:gd name="connsiteY1" fmla="*/ 42958 h 161163"/>
                <a:gd name="connsiteX2" fmla="*/ 116681 w 290322"/>
                <a:gd name="connsiteY2" fmla="*/ 43339 h 161163"/>
                <a:gd name="connsiteX3" fmla="*/ 133445 w 290322"/>
                <a:gd name="connsiteY3" fmla="*/ 45434 h 161163"/>
                <a:gd name="connsiteX4" fmla="*/ 140589 w 290322"/>
                <a:gd name="connsiteY4" fmla="*/ 47149 h 161163"/>
                <a:gd name="connsiteX5" fmla="*/ 141827 w 290322"/>
                <a:gd name="connsiteY5" fmla="*/ 47530 h 161163"/>
                <a:gd name="connsiteX6" fmla="*/ 143066 w 290322"/>
                <a:gd name="connsiteY6" fmla="*/ 47816 h 161163"/>
                <a:gd name="connsiteX7" fmla="*/ 196501 w 290322"/>
                <a:gd name="connsiteY7" fmla="*/ 62389 h 161163"/>
                <a:gd name="connsiteX8" fmla="*/ 197263 w 290322"/>
                <a:gd name="connsiteY8" fmla="*/ 62579 h 161163"/>
                <a:gd name="connsiteX9" fmla="*/ 201263 w 290322"/>
                <a:gd name="connsiteY9" fmla="*/ 63913 h 161163"/>
                <a:gd name="connsiteX10" fmla="*/ 202121 w 290322"/>
                <a:gd name="connsiteY10" fmla="*/ 64294 h 161163"/>
                <a:gd name="connsiteX11" fmla="*/ 206788 w 290322"/>
                <a:gd name="connsiteY11" fmla="*/ 66199 h 161163"/>
                <a:gd name="connsiteX12" fmla="*/ 204407 w 290322"/>
                <a:gd name="connsiteY12" fmla="*/ 69628 h 161163"/>
                <a:gd name="connsiteX13" fmla="*/ 202597 w 290322"/>
                <a:gd name="connsiteY13" fmla="*/ 71819 h 161163"/>
                <a:gd name="connsiteX14" fmla="*/ 216789 w 290322"/>
                <a:gd name="connsiteY14" fmla="*/ 121349 h 161163"/>
                <a:gd name="connsiteX15" fmla="*/ 241554 w 290322"/>
                <a:gd name="connsiteY15" fmla="*/ 128588 h 161163"/>
                <a:gd name="connsiteX16" fmla="*/ 257937 w 290322"/>
                <a:gd name="connsiteY16" fmla="*/ 129540 h 161163"/>
                <a:gd name="connsiteX17" fmla="*/ 288227 w 290322"/>
                <a:gd name="connsiteY17" fmla="*/ 155162 h 161163"/>
                <a:gd name="connsiteX18" fmla="*/ 290322 w 290322"/>
                <a:gd name="connsiteY18" fmla="*/ 159353 h 161163"/>
                <a:gd name="connsiteX19" fmla="*/ 284798 w 290322"/>
                <a:gd name="connsiteY19" fmla="*/ 161163 h 161163"/>
                <a:gd name="connsiteX20" fmla="*/ 280035 w 290322"/>
                <a:gd name="connsiteY20" fmla="*/ 161068 h 161163"/>
                <a:gd name="connsiteX21" fmla="*/ 279273 w 290322"/>
                <a:gd name="connsiteY21" fmla="*/ 161068 h 161163"/>
                <a:gd name="connsiteX22" fmla="*/ 275939 w 290322"/>
                <a:gd name="connsiteY22" fmla="*/ 160973 h 161163"/>
                <a:gd name="connsiteX23" fmla="*/ 273082 w 290322"/>
                <a:gd name="connsiteY23" fmla="*/ 160782 h 161163"/>
                <a:gd name="connsiteX24" fmla="*/ 265748 w 290322"/>
                <a:gd name="connsiteY24" fmla="*/ 160115 h 161163"/>
                <a:gd name="connsiteX25" fmla="*/ 258604 w 290322"/>
                <a:gd name="connsiteY25" fmla="*/ 158972 h 161163"/>
                <a:gd name="connsiteX26" fmla="*/ 185928 w 290322"/>
                <a:gd name="connsiteY26" fmla="*/ 146590 h 161163"/>
                <a:gd name="connsiteX27" fmla="*/ 182118 w 290322"/>
                <a:gd name="connsiteY27" fmla="*/ 145923 h 161163"/>
                <a:gd name="connsiteX28" fmla="*/ 180880 w 290322"/>
                <a:gd name="connsiteY28" fmla="*/ 145733 h 161163"/>
                <a:gd name="connsiteX29" fmla="*/ 177260 w 290322"/>
                <a:gd name="connsiteY29" fmla="*/ 144971 h 161163"/>
                <a:gd name="connsiteX30" fmla="*/ 173927 w 290322"/>
                <a:gd name="connsiteY30" fmla="*/ 144113 h 161163"/>
                <a:gd name="connsiteX31" fmla="*/ 169831 w 290322"/>
                <a:gd name="connsiteY31" fmla="*/ 142970 h 161163"/>
                <a:gd name="connsiteX32" fmla="*/ 165830 w 290322"/>
                <a:gd name="connsiteY32" fmla="*/ 141542 h 161163"/>
                <a:gd name="connsiteX33" fmla="*/ 161830 w 290322"/>
                <a:gd name="connsiteY33" fmla="*/ 139922 h 161163"/>
                <a:gd name="connsiteX34" fmla="*/ 155258 w 290322"/>
                <a:gd name="connsiteY34" fmla="*/ 136779 h 161163"/>
                <a:gd name="connsiteX35" fmla="*/ 151924 w 290322"/>
                <a:gd name="connsiteY35" fmla="*/ 134969 h 161163"/>
                <a:gd name="connsiteX36" fmla="*/ 150495 w 290322"/>
                <a:gd name="connsiteY36" fmla="*/ 134112 h 161163"/>
                <a:gd name="connsiteX37" fmla="*/ 148495 w 290322"/>
                <a:gd name="connsiteY37" fmla="*/ 132874 h 161163"/>
                <a:gd name="connsiteX38" fmla="*/ 146209 w 290322"/>
                <a:gd name="connsiteY38" fmla="*/ 131350 h 161163"/>
                <a:gd name="connsiteX39" fmla="*/ 145256 w 290322"/>
                <a:gd name="connsiteY39" fmla="*/ 130683 h 161163"/>
                <a:gd name="connsiteX40" fmla="*/ 140494 w 290322"/>
                <a:gd name="connsiteY40" fmla="*/ 126873 h 161163"/>
                <a:gd name="connsiteX41" fmla="*/ 139351 w 290322"/>
                <a:gd name="connsiteY41" fmla="*/ 125921 h 161163"/>
                <a:gd name="connsiteX42" fmla="*/ 137732 w 290322"/>
                <a:gd name="connsiteY42" fmla="*/ 124492 h 161163"/>
                <a:gd name="connsiteX43" fmla="*/ 135541 w 290322"/>
                <a:gd name="connsiteY43" fmla="*/ 122396 h 161163"/>
                <a:gd name="connsiteX44" fmla="*/ 134398 w 290322"/>
                <a:gd name="connsiteY44" fmla="*/ 121349 h 161163"/>
                <a:gd name="connsiteX45" fmla="*/ 133160 w 290322"/>
                <a:gd name="connsiteY45" fmla="*/ 119920 h 161163"/>
                <a:gd name="connsiteX46" fmla="*/ 130874 w 290322"/>
                <a:gd name="connsiteY46" fmla="*/ 117348 h 161163"/>
                <a:gd name="connsiteX47" fmla="*/ 127445 w 290322"/>
                <a:gd name="connsiteY47" fmla="*/ 113062 h 161163"/>
                <a:gd name="connsiteX48" fmla="*/ 96393 w 290322"/>
                <a:gd name="connsiteY48" fmla="*/ 81629 h 161163"/>
                <a:gd name="connsiteX49" fmla="*/ 38481 w 290322"/>
                <a:gd name="connsiteY49" fmla="*/ 42005 h 161163"/>
                <a:gd name="connsiteX50" fmla="*/ 9239 w 290322"/>
                <a:gd name="connsiteY50" fmla="*/ 24956 h 161163"/>
                <a:gd name="connsiteX51" fmla="*/ 0 w 290322"/>
                <a:gd name="connsiteY51" fmla="*/ 0 h 161163"/>
                <a:gd name="connsiteX52" fmla="*/ 49435 w 290322"/>
                <a:gd name="connsiteY52" fmla="*/ 13430 h 161163"/>
                <a:gd name="connsiteX53" fmla="*/ 105061 w 290322"/>
                <a:gd name="connsiteY53" fmla="*/ 42672 h 161163"/>
                <a:gd name="connsiteX54" fmla="*/ 106966 w 290322"/>
                <a:gd name="connsiteY54" fmla="*/ 42767 h 16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90322" h="161163">
                  <a:moveTo>
                    <a:pt x="106966" y="42767"/>
                  </a:moveTo>
                  <a:lnTo>
                    <a:pt x="109823" y="42958"/>
                  </a:lnTo>
                  <a:lnTo>
                    <a:pt x="116681" y="43339"/>
                  </a:lnTo>
                  <a:lnTo>
                    <a:pt x="133445" y="45434"/>
                  </a:lnTo>
                  <a:lnTo>
                    <a:pt x="140589" y="47149"/>
                  </a:lnTo>
                  <a:lnTo>
                    <a:pt x="141827" y="47530"/>
                  </a:lnTo>
                  <a:lnTo>
                    <a:pt x="143066" y="47816"/>
                  </a:lnTo>
                  <a:lnTo>
                    <a:pt x="196501" y="62389"/>
                  </a:lnTo>
                  <a:lnTo>
                    <a:pt x="197263" y="62579"/>
                  </a:lnTo>
                  <a:lnTo>
                    <a:pt x="201263" y="63913"/>
                  </a:lnTo>
                  <a:lnTo>
                    <a:pt x="202121" y="64294"/>
                  </a:lnTo>
                  <a:lnTo>
                    <a:pt x="206788" y="66199"/>
                  </a:lnTo>
                  <a:lnTo>
                    <a:pt x="204407" y="69628"/>
                  </a:lnTo>
                  <a:lnTo>
                    <a:pt x="202597" y="71819"/>
                  </a:lnTo>
                  <a:lnTo>
                    <a:pt x="216789" y="121349"/>
                  </a:lnTo>
                  <a:lnTo>
                    <a:pt x="241554" y="128588"/>
                  </a:lnTo>
                  <a:lnTo>
                    <a:pt x="257937" y="129540"/>
                  </a:lnTo>
                  <a:lnTo>
                    <a:pt x="288227" y="155162"/>
                  </a:lnTo>
                  <a:lnTo>
                    <a:pt x="290322" y="159353"/>
                  </a:lnTo>
                  <a:lnTo>
                    <a:pt x="284798" y="161163"/>
                  </a:lnTo>
                  <a:lnTo>
                    <a:pt x="280035" y="161068"/>
                  </a:lnTo>
                  <a:lnTo>
                    <a:pt x="279273" y="161068"/>
                  </a:lnTo>
                  <a:lnTo>
                    <a:pt x="275939" y="160973"/>
                  </a:lnTo>
                  <a:lnTo>
                    <a:pt x="273082" y="160782"/>
                  </a:lnTo>
                  <a:lnTo>
                    <a:pt x="265748" y="160115"/>
                  </a:lnTo>
                  <a:lnTo>
                    <a:pt x="258604" y="158972"/>
                  </a:lnTo>
                  <a:lnTo>
                    <a:pt x="185928" y="146590"/>
                  </a:lnTo>
                  <a:lnTo>
                    <a:pt x="182118" y="145923"/>
                  </a:lnTo>
                  <a:lnTo>
                    <a:pt x="180880" y="145733"/>
                  </a:lnTo>
                  <a:lnTo>
                    <a:pt x="177260" y="144971"/>
                  </a:lnTo>
                  <a:lnTo>
                    <a:pt x="173927" y="144113"/>
                  </a:lnTo>
                  <a:lnTo>
                    <a:pt x="169831" y="142970"/>
                  </a:lnTo>
                  <a:lnTo>
                    <a:pt x="165830" y="141542"/>
                  </a:lnTo>
                  <a:lnTo>
                    <a:pt x="161830" y="139922"/>
                  </a:lnTo>
                  <a:lnTo>
                    <a:pt x="155258" y="136779"/>
                  </a:lnTo>
                  <a:lnTo>
                    <a:pt x="151924" y="134969"/>
                  </a:lnTo>
                  <a:lnTo>
                    <a:pt x="150495" y="134112"/>
                  </a:lnTo>
                  <a:lnTo>
                    <a:pt x="148495" y="132874"/>
                  </a:lnTo>
                  <a:lnTo>
                    <a:pt x="146209" y="131350"/>
                  </a:lnTo>
                  <a:lnTo>
                    <a:pt x="145256" y="130683"/>
                  </a:lnTo>
                  <a:lnTo>
                    <a:pt x="140494" y="126873"/>
                  </a:lnTo>
                  <a:lnTo>
                    <a:pt x="139351" y="125921"/>
                  </a:lnTo>
                  <a:lnTo>
                    <a:pt x="137732" y="124492"/>
                  </a:lnTo>
                  <a:lnTo>
                    <a:pt x="135541" y="122396"/>
                  </a:lnTo>
                  <a:lnTo>
                    <a:pt x="134398" y="121349"/>
                  </a:lnTo>
                  <a:lnTo>
                    <a:pt x="133160" y="119920"/>
                  </a:lnTo>
                  <a:lnTo>
                    <a:pt x="130874" y="117348"/>
                  </a:lnTo>
                  <a:lnTo>
                    <a:pt x="127445" y="113062"/>
                  </a:lnTo>
                  <a:lnTo>
                    <a:pt x="96393" y="81629"/>
                  </a:lnTo>
                  <a:lnTo>
                    <a:pt x="38481" y="42005"/>
                  </a:lnTo>
                  <a:lnTo>
                    <a:pt x="9239" y="24956"/>
                  </a:lnTo>
                  <a:lnTo>
                    <a:pt x="0" y="0"/>
                  </a:lnTo>
                  <a:lnTo>
                    <a:pt x="49435" y="13430"/>
                  </a:lnTo>
                  <a:lnTo>
                    <a:pt x="105061" y="42672"/>
                  </a:lnTo>
                  <a:lnTo>
                    <a:pt x="106966" y="427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679" name="서울특별시 구로구 구로2동">
              <a:extLst>
                <a:ext uri="{FF2B5EF4-FFF2-40B4-BE49-F238E27FC236}">
                  <a16:creationId xmlns:a16="http://schemas.microsoft.com/office/drawing/2014/main" id="{4FCAC58A-5DD9-5855-FD0E-816E2319BEA7}"/>
                </a:ext>
              </a:extLst>
            </p:cNvPr>
            <p:cNvSpPr/>
            <p:nvPr/>
          </p:nvSpPr>
          <p:spPr>
            <a:xfrm>
              <a:off x="4176426" y="4452842"/>
              <a:ext cx="405765" cy="426720"/>
            </a:xfrm>
            <a:custGeom>
              <a:avLst/>
              <a:gdLst>
                <a:gd name="connsiteX0" fmla="*/ 239363 w 405765"/>
                <a:gd name="connsiteY0" fmla="*/ 82105 h 426720"/>
                <a:gd name="connsiteX1" fmla="*/ 213741 w 405765"/>
                <a:gd name="connsiteY1" fmla="*/ 99822 h 426720"/>
                <a:gd name="connsiteX2" fmla="*/ 231934 w 405765"/>
                <a:gd name="connsiteY2" fmla="*/ 117824 h 426720"/>
                <a:gd name="connsiteX3" fmla="*/ 279940 w 405765"/>
                <a:gd name="connsiteY3" fmla="*/ 159925 h 426720"/>
                <a:gd name="connsiteX4" fmla="*/ 280511 w 405765"/>
                <a:gd name="connsiteY4" fmla="*/ 160401 h 426720"/>
                <a:gd name="connsiteX5" fmla="*/ 280988 w 405765"/>
                <a:gd name="connsiteY5" fmla="*/ 160782 h 426720"/>
                <a:gd name="connsiteX6" fmla="*/ 281559 w 405765"/>
                <a:gd name="connsiteY6" fmla="*/ 161354 h 426720"/>
                <a:gd name="connsiteX7" fmla="*/ 282607 w 405765"/>
                <a:gd name="connsiteY7" fmla="*/ 162020 h 426720"/>
                <a:gd name="connsiteX8" fmla="*/ 284988 w 405765"/>
                <a:gd name="connsiteY8" fmla="*/ 163830 h 426720"/>
                <a:gd name="connsiteX9" fmla="*/ 286798 w 405765"/>
                <a:gd name="connsiteY9" fmla="*/ 164973 h 426720"/>
                <a:gd name="connsiteX10" fmla="*/ 289274 w 405765"/>
                <a:gd name="connsiteY10" fmla="*/ 166307 h 426720"/>
                <a:gd name="connsiteX11" fmla="*/ 290703 w 405765"/>
                <a:gd name="connsiteY11" fmla="*/ 167069 h 426720"/>
                <a:gd name="connsiteX12" fmla="*/ 291751 w 405765"/>
                <a:gd name="connsiteY12" fmla="*/ 167545 h 426720"/>
                <a:gd name="connsiteX13" fmla="*/ 292322 w 405765"/>
                <a:gd name="connsiteY13" fmla="*/ 167830 h 426720"/>
                <a:gd name="connsiteX14" fmla="*/ 295656 w 405765"/>
                <a:gd name="connsiteY14" fmla="*/ 169164 h 426720"/>
                <a:gd name="connsiteX15" fmla="*/ 296228 w 405765"/>
                <a:gd name="connsiteY15" fmla="*/ 169450 h 426720"/>
                <a:gd name="connsiteX16" fmla="*/ 302133 w 405765"/>
                <a:gd name="connsiteY16" fmla="*/ 171641 h 426720"/>
                <a:gd name="connsiteX17" fmla="*/ 347948 w 405765"/>
                <a:gd name="connsiteY17" fmla="*/ 205740 h 426720"/>
                <a:gd name="connsiteX18" fmla="*/ 376904 w 405765"/>
                <a:gd name="connsiteY18" fmla="*/ 240030 h 426720"/>
                <a:gd name="connsiteX19" fmla="*/ 405765 w 405765"/>
                <a:gd name="connsiteY19" fmla="*/ 277654 h 426720"/>
                <a:gd name="connsiteX20" fmla="*/ 392144 w 405765"/>
                <a:gd name="connsiteY20" fmla="*/ 297942 h 426720"/>
                <a:gd name="connsiteX21" fmla="*/ 361855 w 405765"/>
                <a:gd name="connsiteY21" fmla="*/ 337090 h 426720"/>
                <a:gd name="connsiteX22" fmla="*/ 326517 w 405765"/>
                <a:gd name="connsiteY22" fmla="*/ 332899 h 426720"/>
                <a:gd name="connsiteX23" fmla="*/ 317087 w 405765"/>
                <a:gd name="connsiteY23" fmla="*/ 331375 h 426720"/>
                <a:gd name="connsiteX24" fmla="*/ 311277 w 405765"/>
                <a:gd name="connsiteY24" fmla="*/ 329851 h 426720"/>
                <a:gd name="connsiteX25" fmla="*/ 304229 w 405765"/>
                <a:gd name="connsiteY25" fmla="*/ 328232 h 426720"/>
                <a:gd name="connsiteX26" fmla="*/ 292989 w 405765"/>
                <a:gd name="connsiteY26" fmla="*/ 325660 h 426720"/>
                <a:gd name="connsiteX27" fmla="*/ 291655 w 405765"/>
                <a:gd name="connsiteY27" fmla="*/ 326136 h 426720"/>
                <a:gd name="connsiteX28" fmla="*/ 290798 w 405765"/>
                <a:gd name="connsiteY28" fmla="*/ 326517 h 426720"/>
                <a:gd name="connsiteX29" fmla="*/ 297561 w 405765"/>
                <a:gd name="connsiteY29" fmla="*/ 355187 h 426720"/>
                <a:gd name="connsiteX30" fmla="*/ 304229 w 405765"/>
                <a:gd name="connsiteY30" fmla="*/ 373952 h 426720"/>
                <a:gd name="connsiteX31" fmla="*/ 317183 w 405765"/>
                <a:gd name="connsiteY31" fmla="*/ 404813 h 426720"/>
                <a:gd name="connsiteX32" fmla="*/ 317945 w 405765"/>
                <a:gd name="connsiteY32" fmla="*/ 406718 h 426720"/>
                <a:gd name="connsiteX33" fmla="*/ 326708 w 405765"/>
                <a:gd name="connsiteY33" fmla="*/ 426720 h 426720"/>
                <a:gd name="connsiteX34" fmla="*/ 324803 w 405765"/>
                <a:gd name="connsiteY34" fmla="*/ 426625 h 426720"/>
                <a:gd name="connsiteX35" fmla="*/ 269176 w 405765"/>
                <a:gd name="connsiteY35" fmla="*/ 397383 h 426720"/>
                <a:gd name="connsiteX36" fmla="*/ 219742 w 405765"/>
                <a:gd name="connsiteY36" fmla="*/ 383953 h 426720"/>
                <a:gd name="connsiteX37" fmla="*/ 219456 w 405765"/>
                <a:gd name="connsiteY37" fmla="*/ 382905 h 426720"/>
                <a:gd name="connsiteX38" fmla="*/ 217170 w 405765"/>
                <a:gd name="connsiteY38" fmla="*/ 362903 h 426720"/>
                <a:gd name="connsiteX39" fmla="*/ 215455 w 405765"/>
                <a:gd name="connsiteY39" fmla="*/ 337661 h 426720"/>
                <a:gd name="connsiteX40" fmla="*/ 213741 w 405765"/>
                <a:gd name="connsiteY40" fmla="*/ 311849 h 426720"/>
                <a:gd name="connsiteX41" fmla="*/ 216694 w 405765"/>
                <a:gd name="connsiteY41" fmla="*/ 296799 h 426720"/>
                <a:gd name="connsiteX42" fmla="*/ 216789 w 405765"/>
                <a:gd name="connsiteY42" fmla="*/ 295561 h 426720"/>
                <a:gd name="connsiteX43" fmla="*/ 217075 w 405765"/>
                <a:gd name="connsiteY43" fmla="*/ 290227 h 426720"/>
                <a:gd name="connsiteX44" fmla="*/ 214313 w 405765"/>
                <a:gd name="connsiteY44" fmla="*/ 251746 h 426720"/>
                <a:gd name="connsiteX45" fmla="*/ 209645 w 405765"/>
                <a:gd name="connsiteY45" fmla="*/ 208407 h 426720"/>
                <a:gd name="connsiteX46" fmla="*/ 209455 w 405765"/>
                <a:gd name="connsiteY46" fmla="*/ 206693 h 426720"/>
                <a:gd name="connsiteX47" fmla="*/ 209359 w 405765"/>
                <a:gd name="connsiteY47" fmla="*/ 205740 h 426720"/>
                <a:gd name="connsiteX48" fmla="*/ 209264 w 405765"/>
                <a:gd name="connsiteY48" fmla="*/ 203263 h 426720"/>
                <a:gd name="connsiteX49" fmla="*/ 209169 w 405765"/>
                <a:gd name="connsiteY49" fmla="*/ 199930 h 426720"/>
                <a:gd name="connsiteX50" fmla="*/ 209169 w 405765"/>
                <a:gd name="connsiteY50" fmla="*/ 195834 h 426720"/>
                <a:gd name="connsiteX51" fmla="*/ 209264 w 405765"/>
                <a:gd name="connsiteY51" fmla="*/ 194310 h 426720"/>
                <a:gd name="connsiteX52" fmla="*/ 209359 w 405765"/>
                <a:gd name="connsiteY52" fmla="*/ 192500 h 426720"/>
                <a:gd name="connsiteX53" fmla="*/ 209550 w 405765"/>
                <a:gd name="connsiteY53" fmla="*/ 189643 h 426720"/>
                <a:gd name="connsiteX54" fmla="*/ 209931 w 405765"/>
                <a:gd name="connsiteY54" fmla="*/ 185833 h 426720"/>
                <a:gd name="connsiteX55" fmla="*/ 210407 w 405765"/>
                <a:gd name="connsiteY55" fmla="*/ 182880 h 426720"/>
                <a:gd name="connsiteX56" fmla="*/ 211074 w 405765"/>
                <a:gd name="connsiteY56" fmla="*/ 179070 h 426720"/>
                <a:gd name="connsiteX57" fmla="*/ 211169 w 405765"/>
                <a:gd name="connsiteY57" fmla="*/ 178308 h 426720"/>
                <a:gd name="connsiteX58" fmla="*/ 211836 w 405765"/>
                <a:gd name="connsiteY58" fmla="*/ 175355 h 426720"/>
                <a:gd name="connsiteX59" fmla="*/ 212217 w 405765"/>
                <a:gd name="connsiteY59" fmla="*/ 173736 h 426720"/>
                <a:gd name="connsiteX60" fmla="*/ 212788 w 405765"/>
                <a:gd name="connsiteY60" fmla="*/ 171450 h 426720"/>
                <a:gd name="connsiteX61" fmla="*/ 214598 w 405765"/>
                <a:gd name="connsiteY61" fmla="*/ 165449 h 426720"/>
                <a:gd name="connsiteX62" fmla="*/ 219266 w 405765"/>
                <a:gd name="connsiteY62" fmla="*/ 154400 h 426720"/>
                <a:gd name="connsiteX63" fmla="*/ 219932 w 405765"/>
                <a:gd name="connsiteY63" fmla="*/ 152971 h 426720"/>
                <a:gd name="connsiteX64" fmla="*/ 187071 w 405765"/>
                <a:gd name="connsiteY64" fmla="*/ 157925 h 426720"/>
                <a:gd name="connsiteX65" fmla="*/ 128111 w 405765"/>
                <a:gd name="connsiteY65" fmla="*/ 178689 h 426720"/>
                <a:gd name="connsiteX66" fmla="*/ 95917 w 405765"/>
                <a:gd name="connsiteY66" fmla="*/ 190976 h 426720"/>
                <a:gd name="connsiteX67" fmla="*/ 88487 w 405765"/>
                <a:gd name="connsiteY67" fmla="*/ 194215 h 426720"/>
                <a:gd name="connsiteX68" fmla="*/ 68961 w 405765"/>
                <a:gd name="connsiteY68" fmla="*/ 203930 h 426720"/>
                <a:gd name="connsiteX69" fmla="*/ 57531 w 405765"/>
                <a:gd name="connsiteY69" fmla="*/ 209550 h 426720"/>
                <a:gd name="connsiteX70" fmla="*/ 6858 w 405765"/>
                <a:gd name="connsiteY70" fmla="*/ 218980 h 426720"/>
                <a:gd name="connsiteX71" fmla="*/ 0 w 405765"/>
                <a:gd name="connsiteY71" fmla="*/ 207836 h 426720"/>
                <a:gd name="connsiteX72" fmla="*/ 58579 w 405765"/>
                <a:gd name="connsiteY72" fmla="*/ 52578 h 426720"/>
                <a:gd name="connsiteX73" fmla="*/ 98774 w 405765"/>
                <a:gd name="connsiteY73" fmla="*/ 0 h 426720"/>
                <a:gd name="connsiteX74" fmla="*/ 163163 w 405765"/>
                <a:gd name="connsiteY74" fmla="*/ 54864 h 426720"/>
                <a:gd name="connsiteX75" fmla="*/ 172403 w 405765"/>
                <a:gd name="connsiteY75" fmla="*/ 58769 h 426720"/>
                <a:gd name="connsiteX76" fmla="*/ 176689 w 405765"/>
                <a:gd name="connsiteY76" fmla="*/ 60579 h 426720"/>
                <a:gd name="connsiteX77" fmla="*/ 183166 w 405765"/>
                <a:gd name="connsiteY77" fmla="*/ 63246 h 426720"/>
                <a:gd name="connsiteX78" fmla="*/ 186880 w 405765"/>
                <a:gd name="connsiteY78" fmla="*/ 64675 h 426720"/>
                <a:gd name="connsiteX79" fmla="*/ 188309 w 405765"/>
                <a:gd name="connsiteY79" fmla="*/ 65246 h 426720"/>
                <a:gd name="connsiteX80" fmla="*/ 219456 w 405765"/>
                <a:gd name="connsiteY80" fmla="*/ 65151 h 426720"/>
                <a:gd name="connsiteX81" fmla="*/ 239363 w 405765"/>
                <a:gd name="connsiteY81" fmla="*/ 82105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405765" h="426720">
                  <a:moveTo>
                    <a:pt x="239363" y="82105"/>
                  </a:moveTo>
                  <a:lnTo>
                    <a:pt x="213741" y="99822"/>
                  </a:lnTo>
                  <a:lnTo>
                    <a:pt x="231934" y="117824"/>
                  </a:lnTo>
                  <a:lnTo>
                    <a:pt x="279940" y="159925"/>
                  </a:lnTo>
                  <a:lnTo>
                    <a:pt x="280511" y="160401"/>
                  </a:lnTo>
                  <a:lnTo>
                    <a:pt x="280988" y="160782"/>
                  </a:lnTo>
                  <a:lnTo>
                    <a:pt x="281559" y="161354"/>
                  </a:lnTo>
                  <a:lnTo>
                    <a:pt x="282607" y="162020"/>
                  </a:lnTo>
                  <a:lnTo>
                    <a:pt x="284988" y="163830"/>
                  </a:lnTo>
                  <a:lnTo>
                    <a:pt x="286798" y="164973"/>
                  </a:lnTo>
                  <a:lnTo>
                    <a:pt x="289274" y="166307"/>
                  </a:lnTo>
                  <a:lnTo>
                    <a:pt x="290703" y="167069"/>
                  </a:lnTo>
                  <a:lnTo>
                    <a:pt x="291751" y="167545"/>
                  </a:lnTo>
                  <a:lnTo>
                    <a:pt x="292322" y="167830"/>
                  </a:lnTo>
                  <a:lnTo>
                    <a:pt x="295656" y="169164"/>
                  </a:lnTo>
                  <a:lnTo>
                    <a:pt x="296228" y="169450"/>
                  </a:lnTo>
                  <a:lnTo>
                    <a:pt x="302133" y="171641"/>
                  </a:lnTo>
                  <a:lnTo>
                    <a:pt x="347948" y="205740"/>
                  </a:lnTo>
                  <a:lnTo>
                    <a:pt x="376904" y="240030"/>
                  </a:lnTo>
                  <a:lnTo>
                    <a:pt x="405765" y="277654"/>
                  </a:lnTo>
                  <a:lnTo>
                    <a:pt x="392144" y="297942"/>
                  </a:lnTo>
                  <a:lnTo>
                    <a:pt x="361855" y="337090"/>
                  </a:lnTo>
                  <a:lnTo>
                    <a:pt x="326517" y="332899"/>
                  </a:lnTo>
                  <a:lnTo>
                    <a:pt x="317087" y="331375"/>
                  </a:lnTo>
                  <a:lnTo>
                    <a:pt x="311277" y="329851"/>
                  </a:lnTo>
                  <a:lnTo>
                    <a:pt x="304229" y="328232"/>
                  </a:lnTo>
                  <a:lnTo>
                    <a:pt x="292989" y="325660"/>
                  </a:lnTo>
                  <a:lnTo>
                    <a:pt x="291655" y="326136"/>
                  </a:lnTo>
                  <a:lnTo>
                    <a:pt x="290798" y="326517"/>
                  </a:lnTo>
                  <a:lnTo>
                    <a:pt x="297561" y="355187"/>
                  </a:lnTo>
                  <a:lnTo>
                    <a:pt x="304229" y="373952"/>
                  </a:lnTo>
                  <a:lnTo>
                    <a:pt x="317183" y="404813"/>
                  </a:lnTo>
                  <a:lnTo>
                    <a:pt x="317945" y="406718"/>
                  </a:lnTo>
                  <a:lnTo>
                    <a:pt x="326708" y="426720"/>
                  </a:lnTo>
                  <a:lnTo>
                    <a:pt x="324803" y="426625"/>
                  </a:lnTo>
                  <a:lnTo>
                    <a:pt x="269176" y="397383"/>
                  </a:lnTo>
                  <a:lnTo>
                    <a:pt x="219742" y="383953"/>
                  </a:lnTo>
                  <a:lnTo>
                    <a:pt x="219456" y="382905"/>
                  </a:lnTo>
                  <a:lnTo>
                    <a:pt x="217170" y="362903"/>
                  </a:lnTo>
                  <a:lnTo>
                    <a:pt x="215455" y="337661"/>
                  </a:lnTo>
                  <a:lnTo>
                    <a:pt x="213741" y="311849"/>
                  </a:lnTo>
                  <a:lnTo>
                    <a:pt x="216694" y="296799"/>
                  </a:lnTo>
                  <a:lnTo>
                    <a:pt x="216789" y="295561"/>
                  </a:lnTo>
                  <a:lnTo>
                    <a:pt x="217075" y="290227"/>
                  </a:lnTo>
                  <a:lnTo>
                    <a:pt x="214313" y="251746"/>
                  </a:lnTo>
                  <a:lnTo>
                    <a:pt x="209645" y="208407"/>
                  </a:lnTo>
                  <a:lnTo>
                    <a:pt x="209455" y="206693"/>
                  </a:lnTo>
                  <a:lnTo>
                    <a:pt x="209359" y="205740"/>
                  </a:lnTo>
                  <a:lnTo>
                    <a:pt x="209264" y="203263"/>
                  </a:lnTo>
                  <a:lnTo>
                    <a:pt x="209169" y="199930"/>
                  </a:lnTo>
                  <a:lnTo>
                    <a:pt x="209169" y="195834"/>
                  </a:lnTo>
                  <a:lnTo>
                    <a:pt x="209264" y="194310"/>
                  </a:lnTo>
                  <a:lnTo>
                    <a:pt x="209359" y="192500"/>
                  </a:lnTo>
                  <a:lnTo>
                    <a:pt x="209550" y="189643"/>
                  </a:lnTo>
                  <a:lnTo>
                    <a:pt x="209931" y="185833"/>
                  </a:lnTo>
                  <a:lnTo>
                    <a:pt x="210407" y="182880"/>
                  </a:lnTo>
                  <a:lnTo>
                    <a:pt x="211074" y="179070"/>
                  </a:lnTo>
                  <a:lnTo>
                    <a:pt x="211169" y="178308"/>
                  </a:lnTo>
                  <a:lnTo>
                    <a:pt x="211836" y="175355"/>
                  </a:lnTo>
                  <a:lnTo>
                    <a:pt x="212217" y="173736"/>
                  </a:lnTo>
                  <a:lnTo>
                    <a:pt x="212788" y="171450"/>
                  </a:lnTo>
                  <a:lnTo>
                    <a:pt x="214598" y="165449"/>
                  </a:lnTo>
                  <a:lnTo>
                    <a:pt x="219266" y="154400"/>
                  </a:lnTo>
                  <a:lnTo>
                    <a:pt x="219932" y="152971"/>
                  </a:lnTo>
                  <a:lnTo>
                    <a:pt x="187071" y="157925"/>
                  </a:lnTo>
                  <a:lnTo>
                    <a:pt x="128111" y="178689"/>
                  </a:lnTo>
                  <a:lnTo>
                    <a:pt x="95917" y="190976"/>
                  </a:lnTo>
                  <a:lnTo>
                    <a:pt x="88487" y="194215"/>
                  </a:lnTo>
                  <a:lnTo>
                    <a:pt x="68961" y="203930"/>
                  </a:lnTo>
                  <a:lnTo>
                    <a:pt x="57531" y="209550"/>
                  </a:lnTo>
                  <a:lnTo>
                    <a:pt x="6858" y="218980"/>
                  </a:lnTo>
                  <a:lnTo>
                    <a:pt x="0" y="207836"/>
                  </a:lnTo>
                  <a:lnTo>
                    <a:pt x="58579" y="52578"/>
                  </a:lnTo>
                  <a:lnTo>
                    <a:pt x="98774" y="0"/>
                  </a:lnTo>
                  <a:lnTo>
                    <a:pt x="163163" y="54864"/>
                  </a:lnTo>
                  <a:lnTo>
                    <a:pt x="172403" y="58769"/>
                  </a:lnTo>
                  <a:lnTo>
                    <a:pt x="176689" y="60579"/>
                  </a:lnTo>
                  <a:lnTo>
                    <a:pt x="183166" y="63246"/>
                  </a:lnTo>
                  <a:lnTo>
                    <a:pt x="186880" y="64675"/>
                  </a:lnTo>
                  <a:lnTo>
                    <a:pt x="188309" y="65246"/>
                  </a:lnTo>
                  <a:lnTo>
                    <a:pt x="219456" y="65151"/>
                  </a:lnTo>
                  <a:lnTo>
                    <a:pt x="239363" y="8210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0" name="서울특별시 구로구 개봉1동">
              <a:extLst>
                <a:ext uri="{FF2B5EF4-FFF2-40B4-BE49-F238E27FC236}">
                  <a16:creationId xmlns:a16="http://schemas.microsoft.com/office/drawing/2014/main" id="{F7F520C6-BA74-2777-A181-AD781D4D06DA}"/>
                </a:ext>
              </a:extLst>
            </p:cNvPr>
            <p:cNvSpPr/>
            <p:nvPr/>
          </p:nvSpPr>
          <p:spPr>
            <a:xfrm>
              <a:off x="3638645" y="4464653"/>
              <a:ext cx="468153" cy="252221"/>
            </a:xfrm>
            <a:custGeom>
              <a:avLst/>
              <a:gdLst>
                <a:gd name="connsiteX0" fmla="*/ 320516 w 468153"/>
                <a:gd name="connsiteY0" fmla="*/ 102013 h 252221"/>
                <a:gd name="connsiteX1" fmla="*/ 316421 w 468153"/>
                <a:gd name="connsiteY1" fmla="*/ 121634 h 252221"/>
                <a:gd name="connsiteX2" fmla="*/ 316040 w 468153"/>
                <a:gd name="connsiteY2" fmla="*/ 123825 h 252221"/>
                <a:gd name="connsiteX3" fmla="*/ 312896 w 468153"/>
                <a:gd name="connsiteY3" fmla="*/ 142970 h 252221"/>
                <a:gd name="connsiteX4" fmla="*/ 311563 w 468153"/>
                <a:gd name="connsiteY4" fmla="*/ 155257 h 252221"/>
                <a:gd name="connsiteX5" fmla="*/ 331280 w 468153"/>
                <a:gd name="connsiteY5" fmla="*/ 187071 h 252221"/>
                <a:gd name="connsiteX6" fmla="*/ 401288 w 468153"/>
                <a:gd name="connsiteY6" fmla="*/ 199644 h 252221"/>
                <a:gd name="connsiteX7" fmla="*/ 438626 w 468153"/>
                <a:gd name="connsiteY7" fmla="*/ 204025 h 252221"/>
                <a:gd name="connsiteX8" fmla="*/ 443675 w 468153"/>
                <a:gd name="connsiteY8" fmla="*/ 202216 h 252221"/>
                <a:gd name="connsiteX9" fmla="*/ 448437 w 468153"/>
                <a:gd name="connsiteY9" fmla="*/ 200501 h 252221"/>
                <a:gd name="connsiteX10" fmla="*/ 457581 w 468153"/>
                <a:gd name="connsiteY10" fmla="*/ 213455 h 252221"/>
                <a:gd name="connsiteX11" fmla="*/ 466725 w 468153"/>
                <a:gd name="connsiteY11" fmla="*/ 237172 h 252221"/>
                <a:gd name="connsiteX12" fmla="*/ 468154 w 468153"/>
                <a:gd name="connsiteY12" fmla="*/ 251365 h 252221"/>
                <a:gd name="connsiteX13" fmla="*/ 450056 w 468153"/>
                <a:gd name="connsiteY13" fmla="*/ 252222 h 252221"/>
                <a:gd name="connsiteX14" fmla="*/ 379286 w 468153"/>
                <a:gd name="connsiteY14" fmla="*/ 247840 h 252221"/>
                <a:gd name="connsiteX15" fmla="*/ 367094 w 468153"/>
                <a:gd name="connsiteY15" fmla="*/ 245459 h 252221"/>
                <a:gd name="connsiteX16" fmla="*/ 361950 w 468153"/>
                <a:gd name="connsiteY16" fmla="*/ 242602 h 252221"/>
                <a:gd name="connsiteX17" fmla="*/ 353282 w 468153"/>
                <a:gd name="connsiteY17" fmla="*/ 236220 h 252221"/>
                <a:gd name="connsiteX18" fmla="*/ 322612 w 468153"/>
                <a:gd name="connsiteY18" fmla="*/ 228314 h 252221"/>
                <a:gd name="connsiteX19" fmla="*/ 310706 w 468153"/>
                <a:gd name="connsiteY19" fmla="*/ 225647 h 252221"/>
                <a:gd name="connsiteX20" fmla="*/ 270129 w 468153"/>
                <a:gd name="connsiteY20" fmla="*/ 217932 h 252221"/>
                <a:gd name="connsiteX21" fmla="*/ 224790 w 468153"/>
                <a:gd name="connsiteY21" fmla="*/ 220218 h 252221"/>
                <a:gd name="connsiteX22" fmla="*/ 217646 w 468153"/>
                <a:gd name="connsiteY22" fmla="*/ 211836 h 252221"/>
                <a:gd name="connsiteX23" fmla="*/ 214027 w 468153"/>
                <a:gd name="connsiteY23" fmla="*/ 207931 h 252221"/>
                <a:gd name="connsiteX24" fmla="*/ 212122 w 468153"/>
                <a:gd name="connsiteY24" fmla="*/ 205930 h 252221"/>
                <a:gd name="connsiteX25" fmla="*/ 210122 w 468153"/>
                <a:gd name="connsiteY25" fmla="*/ 203740 h 252221"/>
                <a:gd name="connsiteX26" fmla="*/ 188976 w 468153"/>
                <a:gd name="connsiteY26" fmla="*/ 189547 h 252221"/>
                <a:gd name="connsiteX27" fmla="*/ 181451 w 468153"/>
                <a:gd name="connsiteY27" fmla="*/ 185071 h 252221"/>
                <a:gd name="connsiteX28" fmla="*/ 116205 w 468153"/>
                <a:gd name="connsiteY28" fmla="*/ 153448 h 252221"/>
                <a:gd name="connsiteX29" fmla="*/ 104870 w 468153"/>
                <a:gd name="connsiteY29" fmla="*/ 148304 h 252221"/>
                <a:gd name="connsiteX30" fmla="*/ 103156 w 468153"/>
                <a:gd name="connsiteY30" fmla="*/ 147828 h 252221"/>
                <a:gd name="connsiteX31" fmla="*/ 90583 w 468153"/>
                <a:gd name="connsiteY31" fmla="*/ 145542 h 252221"/>
                <a:gd name="connsiteX32" fmla="*/ 57912 w 468153"/>
                <a:gd name="connsiteY32" fmla="*/ 140970 h 252221"/>
                <a:gd name="connsiteX33" fmla="*/ 54293 w 468153"/>
                <a:gd name="connsiteY33" fmla="*/ 140684 h 252221"/>
                <a:gd name="connsiteX34" fmla="*/ 49340 w 468153"/>
                <a:gd name="connsiteY34" fmla="*/ 140113 h 252221"/>
                <a:gd name="connsiteX35" fmla="*/ 6858 w 468153"/>
                <a:gd name="connsiteY35" fmla="*/ 138589 h 252221"/>
                <a:gd name="connsiteX36" fmla="*/ 0 w 468153"/>
                <a:gd name="connsiteY36" fmla="*/ 140113 h 252221"/>
                <a:gd name="connsiteX37" fmla="*/ 286 w 468153"/>
                <a:gd name="connsiteY37" fmla="*/ 116014 h 252221"/>
                <a:gd name="connsiteX38" fmla="*/ 11144 w 468153"/>
                <a:gd name="connsiteY38" fmla="*/ 90106 h 252221"/>
                <a:gd name="connsiteX39" fmla="*/ 40862 w 468153"/>
                <a:gd name="connsiteY39" fmla="*/ 70294 h 252221"/>
                <a:gd name="connsiteX40" fmla="*/ 71819 w 468153"/>
                <a:gd name="connsiteY40" fmla="*/ 54102 h 252221"/>
                <a:gd name="connsiteX41" fmla="*/ 111919 w 468153"/>
                <a:gd name="connsiteY41" fmla="*/ 26003 h 252221"/>
                <a:gd name="connsiteX42" fmla="*/ 125635 w 468153"/>
                <a:gd name="connsiteY42" fmla="*/ 0 h 252221"/>
                <a:gd name="connsiteX43" fmla="*/ 162973 w 468153"/>
                <a:gd name="connsiteY43" fmla="*/ 55531 h 252221"/>
                <a:gd name="connsiteX44" fmla="*/ 165925 w 468153"/>
                <a:gd name="connsiteY44" fmla="*/ 60960 h 252221"/>
                <a:gd name="connsiteX45" fmla="*/ 177737 w 468153"/>
                <a:gd name="connsiteY45" fmla="*/ 82391 h 252221"/>
                <a:gd name="connsiteX46" fmla="*/ 179546 w 468153"/>
                <a:gd name="connsiteY46" fmla="*/ 85154 h 252221"/>
                <a:gd name="connsiteX47" fmla="*/ 182690 w 468153"/>
                <a:gd name="connsiteY47" fmla="*/ 90297 h 252221"/>
                <a:gd name="connsiteX48" fmla="*/ 210503 w 468153"/>
                <a:gd name="connsiteY48" fmla="*/ 118681 h 252221"/>
                <a:gd name="connsiteX49" fmla="*/ 255461 w 468153"/>
                <a:gd name="connsiteY49" fmla="*/ 148971 h 252221"/>
                <a:gd name="connsiteX50" fmla="*/ 260604 w 468153"/>
                <a:gd name="connsiteY50" fmla="*/ 152209 h 252221"/>
                <a:gd name="connsiteX51" fmla="*/ 262128 w 468153"/>
                <a:gd name="connsiteY51" fmla="*/ 151733 h 252221"/>
                <a:gd name="connsiteX52" fmla="*/ 263843 w 468153"/>
                <a:gd name="connsiteY52" fmla="*/ 151066 h 252221"/>
                <a:gd name="connsiteX53" fmla="*/ 265367 w 468153"/>
                <a:gd name="connsiteY53" fmla="*/ 150400 h 252221"/>
                <a:gd name="connsiteX54" fmla="*/ 274987 w 468153"/>
                <a:gd name="connsiteY54" fmla="*/ 131159 h 252221"/>
                <a:gd name="connsiteX55" fmla="*/ 294799 w 468153"/>
                <a:gd name="connsiteY55" fmla="*/ 95440 h 252221"/>
                <a:gd name="connsiteX56" fmla="*/ 295847 w 468153"/>
                <a:gd name="connsiteY56" fmla="*/ 95631 h 252221"/>
                <a:gd name="connsiteX57" fmla="*/ 301276 w 468153"/>
                <a:gd name="connsiteY57" fmla="*/ 96869 h 252221"/>
                <a:gd name="connsiteX58" fmla="*/ 320516 w 468153"/>
                <a:gd name="connsiteY58" fmla="*/ 102013 h 252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8153" h="252221">
                  <a:moveTo>
                    <a:pt x="320516" y="102013"/>
                  </a:moveTo>
                  <a:lnTo>
                    <a:pt x="316421" y="121634"/>
                  </a:lnTo>
                  <a:lnTo>
                    <a:pt x="316040" y="123825"/>
                  </a:lnTo>
                  <a:lnTo>
                    <a:pt x="312896" y="142970"/>
                  </a:lnTo>
                  <a:lnTo>
                    <a:pt x="311563" y="155257"/>
                  </a:lnTo>
                  <a:lnTo>
                    <a:pt x="331280" y="187071"/>
                  </a:lnTo>
                  <a:lnTo>
                    <a:pt x="401288" y="199644"/>
                  </a:lnTo>
                  <a:lnTo>
                    <a:pt x="438626" y="204025"/>
                  </a:lnTo>
                  <a:lnTo>
                    <a:pt x="443675" y="202216"/>
                  </a:lnTo>
                  <a:lnTo>
                    <a:pt x="448437" y="200501"/>
                  </a:lnTo>
                  <a:lnTo>
                    <a:pt x="457581" y="213455"/>
                  </a:lnTo>
                  <a:lnTo>
                    <a:pt x="466725" y="237172"/>
                  </a:lnTo>
                  <a:lnTo>
                    <a:pt x="468154" y="251365"/>
                  </a:lnTo>
                  <a:lnTo>
                    <a:pt x="450056" y="252222"/>
                  </a:lnTo>
                  <a:lnTo>
                    <a:pt x="379286" y="247840"/>
                  </a:lnTo>
                  <a:lnTo>
                    <a:pt x="367094" y="245459"/>
                  </a:lnTo>
                  <a:lnTo>
                    <a:pt x="361950" y="242602"/>
                  </a:lnTo>
                  <a:lnTo>
                    <a:pt x="353282" y="236220"/>
                  </a:lnTo>
                  <a:lnTo>
                    <a:pt x="322612" y="228314"/>
                  </a:lnTo>
                  <a:lnTo>
                    <a:pt x="310706" y="225647"/>
                  </a:lnTo>
                  <a:lnTo>
                    <a:pt x="270129" y="217932"/>
                  </a:lnTo>
                  <a:lnTo>
                    <a:pt x="224790" y="220218"/>
                  </a:lnTo>
                  <a:lnTo>
                    <a:pt x="217646" y="211836"/>
                  </a:lnTo>
                  <a:lnTo>
                    <a:pt x="214027" y="207931"/>
                  </a:lnTo>
                  <a:lnTo>
                    <a:pt x="212122" y="205930"/>
                  </a:lnTo>
                  <a:lnTo>
                    <a:pt x="210122" y="203740"/>
                  </a:lnTo>
                  <a:lnTo>
                    <a:pt x="188976" y="189547"/>
                  </a:lnTo>
                  <a:lnTo>
                    <a:pt x="181451" y="185071"/>
                  </a:lnTo>
                  <a:lnTo>
                    <a:pt x="116205" y="153448"/>
                  </a:lnTo>
                  <a:lnTo>
                    <a:pt x="104870" y="148304"/>
                  </a:lnTo>
                  <a:lnTo>
                    <a:pt x="103156" y="147828"/>
                  </a:lnTo>
                  <a:lnTo>
                    <a:pt x="90583" y="145542"/>
                  </a:lnTo>
                  <a:lnTo>
                    <a:pt x="57912" y="140970"/>
                  </a:lnTo>
                  <a:lnTo>
                    <a:pt x="54293" y="140684"/>
                  </a:lnTo>
                  <a:lnTo>
                    <a:pt x="49340" y="140113"/>
                  </a:lnTo>
                  <a:lnTo>
                    <a:pt x="6858" y="138589"/>
                  </a:lnTo>
                  <a:lnTo>
                    <a:pt x="0" y="140113"/>
                  </a:lnTo>
                  <a:lnTo>
                    <a:pt x="286" y="116014"/>
                  </a:lnTo>
                  <a:lnTo>
                    <a:pt x="11144" y="90106"/>
                  </a:lnTo>
                  <a:lnTo>
                    <a:pt x="40862" y="70294"/>
                  </a:lnTo>
                  <a:lnTo>
                    <a:pt x="71819" y="54102"/>
                  </a:lnTo>
                  <a:lnTo>
                    <a:pt x="111919" y="26003"/>
                  </a:lnTo>
                  <a:lnTo>
                    <a:pt x="125635" y="0"/>
                  </a:lnTo>
                  <a:lnTo>
                    <a:pt x="162973" y="55531"/>
                  </a:lnTo>
                  <a:lnTo>
                    <a:pt x="165925" y="60960"/>
                  </a:lnTo>
                  <a:lnTo>
                    <a:pt x="177737" y="82391"/>
                  </a:lnTo>
                  <a:lnTo>
                    <a:pt x="179546" y="85154"/>
                  </a:lnTo>
                  <a:lnTo>
                    <a:pt x="182690" y="90297"/>
                  </a:lnTo>
                  <a:lnTo>
                    <a:pt x="210503" y="118681"/>
                  </a:lnTo>
                  <a:lnTo>
                    <a:pt x="255461" y="148971"/>
                  </a:lnTo>
                  <a:lnTo>
                    <a:pt x="260604" y="152209"/>
                  </a:lnTo>
                  <a:lnTo>
                    <a:pt x="262128" y="151733"/>
                  </a:lnTo>
                  <a:lnTo>
                    <a:pt x="263843" y="151066"/>
                  </a:lnTo>
                  <a:lnTo>
                    <a:pt x="265367" y="150400"/>
                  </a:lnTo>
                  <a:lnTo>
                    <a:pt x="274987" y="131159"/>
                  </a:lnTo>
                  <a:lnTo>
                    <a:pt x="294799" y="95440"/>
                  </a:lnTo>
                  <a:lnTo>
                    <a:pt x="295847" y="95631"/>
                  </a:lnTo>
                  <a:lnTo>
                    <a:pt x="301276" y="96869"/>
                  </a:lnTo>
                  <a:lnTo>
                    <a:pt x="320516" y="1020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1" name="서울특별시 구로구 오류2동">
              <a:extLst>
                <a:ext uri="{FF2B5EF4-FFF2-40B4-BE49-F238E27FC236}">
                  <a16:creationId xmlns:a16="http://schemas.microsoft.com/office/drawing/2014/main" id="{2ECC04C4-9B70-CEE8-687B-1D8DFFD7F3F4}"/>
                </a:ext>
              </a:extLst>
            </p:cNvPr>
            <p:cNvSpPr/>
            <p:nvPr/>
          </p:nvSpPr>
          <p:spPr>
            <a:xfrm>
              <a:off x="3379184" y="4694110"/>
              <a:ext cx="467963" cy="388143"/>
            </a:xfrm>
            <a:custGeom>
              <a:avLst/>
              <a:gdLst>
                <a:gd name="connsiteX0" fmla="*/ 140303 w 467963"/>
                <a:gd name="connsiteY0" fmla="*/ 319849 h 388143"/>
                <a:gd name="connsiteX1" fmla="*/ 150400 w 467963"/>
                <a:gd name="connsiteY1" fmla="*/ 307276 h 388143"/>
                <a:gd name="connsiteX2" fmla="*/ 154115 w 467963"/>
                <a:gd name="connsiteY2" fmla="*/ 293084 h 388143"/>
                <a:gd name="connsiteX3" fmla="*/ 143923 w 467963"/>
                <a:gd name="connsiteY3" fmla="*/ 274225 h 388143"/>
                <a:gd name="connsiteX4" fmla="*/ 146304 w 467963"/>
                <a:gd name="connsiteY4" fmla="*/ 260985 h 388143"/>
                <a:gd name="connsiteX5" fmla="*/ 123063 w 467963"/>
                <a:gd name="connsiteY5" fmla="*/ 253841 h 388143"/>
                <a:gd name="connsiteX6" fmla="*/ 128683 w 467963"/>
                <a:gd name="connsiteY6" fmla="*/ 244412 h 388143"/>
                <a:gd name="connsiteX7" fmla="*/ 145447 w 467963"/>
                <a:gd name="connsiteY7" fmla="*/ 223171 h 388143"/>
                <a:gd name="connsiteX8" fmla="*/ 145352 w 467963"/>
                <a:gd name="connsiteY8" fmla="*/ 204502 h 388143"/>
                <a:gd name="connsiteX9" fmla="*/ 115729 w 467963"/>
                <a:gd name="connsiteY9" fmla="*/ 195834 h 388143"/>
                <a:gd name="connsiteX10" fmla="*/ 106680 w 467963"/>
                <a:gd name="connsiteY10" fmla="*/ 175831 h 388143"/>
                <a:gd name="connsiteX11" fmla="*/ 87440 w 467963"/>
                <a:gd name="connsiteY11" fmla="*/ 171450 h 388143"/>
                <a:gd name="connsiteX12" fmla="*/ 74867 w 467963"/>
                <a:gd name="connsiteY12" fmla="*/ 149542 h 388143"/>
                <a:gd name="connsiteX13" fmla="*/ 75057 w 467963"/>
                <a:gd name="connsiteY13" fmla="*/ 137636 h 388143"/>
                <a:gd name="connsiteX14" fmla="*/ 67913 w 467963"/>
                <a:gd name="connsiteY14" fmla="*/ 127635 h 388143"/>
                <a:gd name="connsiteX15" fmla="*/ 34766 w 467963"/>
                <a:gd name="connsiteY15" fmla="*/ 126682 h 388143"/>
                <a:gd name="connsiteX16" fmla="*/ 13145 w 467963"/>
                <a:gd name="connsiteY16" fmla="*/ 120110 h 388143"/>
                <a:gd name="connsiteX17" fmla="*/ 0 w 467963"/>
                <a:gd name="connsiteY17" fmla="*/ 115443 h 388143"/>
                <a:gd name="connsiteX18" fmla="*/ 16955 w 467963"/>
                <a:gd name="connsiteY18" fmla="*/ 102584 h 388143"/>
                <a:gd name="connsiteX19" fmla="*/ 42672 w 467963"/>
                <a:gd name="connsiteY19" fmla="*/ 83058 h 388143"/>
                <a:gd name="connsiteX20" fmla="*/ 53816 w 467963"/>
                <a:gd name="connsiteY20" fmla="*/ 72580 h 388143"/>
                <a:gd name="connsiteX21" fmla="*/ 50578 w 467963"/>
                <a:gd name="connsiteY21" fmla="*/ 71723 h 388143"/>
                <a:gd name="connsiteX22" fmla="*/ 50006 w 467963"/>
                <a:gd name="connsiteY22" fmla="*/ 53340 h 388143"/>
                <a:gd name="connsiteX23" fmla="*/ 49530 w 467963"/>
                <a:gd name="connsiteY23" fmla="*/ 37338 h 388143"/>
                <a:gd name="connsiteX24" fmla="*/ 52292 w 467963"/>
                <a:gd name="connsiteY24" fmla="*/ 36386 h 388143"/>
                <a:gd name="connsiteX25" fmla="*/ 136112 w 467963"/>
                <a:gd name="connsiteY25" fmla="*/ 36195 h 388143"/>
                <a:gd name="connsiteX26" fmla="*/ 148304 w 467963"/>
                <a:gd name="connsiteY26" fmla="*/ 36100 h 388143"/>
                <a:gd name="connsiteX27" fmla="*/ 153162 w 467963"/>
                <a:gd name="connsiteY27" fmla="*/ 36386 h 388143"/>
                <a:gd name="connsiteX28" fmla="*/ 153162 w 467963"/>
                <a:gd name="connsiteY28" fmla="*/ 38862 h 388143"/>
                <a:gd name="connsiteX29" fmla="*/ 164878 w 467963"/>
                <a:gd name="connsiteY29" fmla="*/ 38767 h 388143"/>
                <a:gd name="connsiteX30" fmla="*/ 168688 w 467963"/>
                <a:gd name="connsiteY30" fmla="*/ 38767 h 388143"/>
                <a:gd name="connsiteX31" fmla="*/ 186690 w 467963"/>
                <a:gd name="connsiteY31" fmla="*/ 38767 h 388143"/>
                <a:gd name="connsiteX32" fmla="*/ 187261 w 467963"/>
                <a:gd name="connsiteY32" fmla="*/ 38767 h 388143"/>
                <a:gd name="connsiteX33" fmla="*/ 214694 w 467963"/>
                <a:gd name="connsiteY33" fmla="*/ 38481 h 388143"/>
                <a:gd name="connsiteX34" fmla="*/ 224504 w 467963"/>
                <a:gd name="connsiteY34" fmla="*/ 38195 h 388143"/>
                <a:gd name="connsiteX35" fmla="*/ 254222 w 467963"/>
                <a:gd name="connsiteY35" fmla="*/ 37243 h 388143"/>
                <a:gd name="connsiteX36" fmla="*/ 285560 w 467963"/>
                <a:gd name="connsiteY36" fmla="*/ 33338 h 388143"/>
                <a:gd name="connsiteX37" fmla="*/ 363569 w 467963"/>
                <a:gd name="connsiteY37" fmla="*/ 26098 h 388143"/>
                <a:gd name="connsiteX38" fmla="*/ 367951 w 467963"/>
                <a:gd name="connsiteY38" fmla="*/ 25051 h 388143"/>
                <a:gd name="connsiteX39" fmla="*/ 381000 w 467963"/>
                <a:gd name="connsiteY39" fmla="*/ 21812 h 388143"/>
                <a:gd name="connsiteX40" fmla="*/ 389763 w 467963"/>
                <a:gd name="connsiteY40" fmla="*/ 14859 h 388143"/>
                <a:gd name="connsiteX41" fmla="*/ 430244 w 467963"/>
                <a:gd name="connsiteY41" fmla="*/ 3620 h 388143"/>
                <a:gd name="connsiteX42" fmla="*/ 445389 w 467963"/>
                <a:gd name="connsiteY42" fmla="*/ 0 h 388143"/>
                <a:gd name="connsiteX43" fmla="*/ 439293 w 467963"/>
                <a:gd name="connsiteY43" fmla="*/ 24098 h 388143"/>
                <a:gd name="connsiteX44" fmla="*/ 436721 w 467963"/>
                <a:gd name="connsiteY44" fmla="*/ 86201 h 388143"/>
                <a:gd name="connsiteX45" fmla="*/ 432340 w 467963"/>
                <a:gd name="connsiteY45" fmla="*/ 88106 h 388143"/>
                <a:gd name="connsiteX46" fmla="*/ 427196 w 467963"/>
                <a:gd name="connsiteY46" fmla="*/ 90297 h 388143"/>
                <a:gd name="connsiteX47" fmla="*/ 419195 w 467963"/>
                <a:gd name="connsiteY47" fmla="*/ 97441 h 388143"/>
                <a:gd name="connsiteX48" fmla="*/ 404527 w 467963"/>
                <a:gd name="connsiteY48" fmla="*/ 110776 h 388143"/>
                <a:gd name="connsiteX49" fmla="*/ 380238 w 467963"/>
                <a:gd name="connsiteY49" fmla="*/ 146780 h 388143"/>
                <a:gd name="connsiteX50" fmla="*/ 373475 w 467963"/>
                <a:gd name="connsiteY50" fmla="*/ 157543 h 388143"/>
                <a:gd name="connsiteX51" fmla="*/ 394335 w 467963"/>
                <a:gd name="connsiteY51" fmla="*/ 176022 h 388143"/>
                <a:gd name="connsiteX52" fmla="*/ 426625 w 467963"/>
                <a:gd name="connsiteY52" fmla="*/ 192024 h 388143"/>
                <a:gd name="connsiteX53" fmla="*/ 464344 w 467963"/>
                <a:gd name="connsiteY53" fmla="*/ 204216 h 388143"/>
                <a:gd name="connsiteX54" fmla="*/ 467963 w 467963"/>
                <a:gd name="connsiteY54" fmla="*/ 205549 h 388143"/>
                <a:gd name="connsiteX55" fmla="*/ 439007 w 467963"/>
                <a:gd name="connsiteY55" fmla="*/ 233077 h 388143"/>
                <a:gd name="connsiteX56" fmla="*/ 406622 w 467963"/>
                <a:gd name="connsiteY56" fmla="*/ 244888 h 388143"/>
                <a:gd name="connsiteX57" fmla="*/ 398526 w 467963"/>
                <a:gd name="connsiteY57" fmla="*/ 281368 h 388143"/>
                <a:gd name="connsiteX58" fmla="*/ 396811 w 467963"/>
                <a:gd name="connsiteY58" fmla="*/ 308229 h 388143"/>
                <a:gd name="connsiteX59" fmla="*/ 396811 w 467963"/>
                <a:gd name="connsiteY59" fmla="*/ 309181 h 388143"/>
                <a:gd name="connsiteX60" fmla="*/ 395859 w 467963"/>
                <a:gd name="connsiteY60" fmla="*/ 322231 h 388143"/>
                <a:gd name="connsiteX61" fmla="*/ 394526 w 467963"/>
                <a:gd name="connsiteY61" fmla="*/ 338042 h 388143"/>
                <a:gd name="connsiteX62" fmla="*/ 389668 w 467963"/>
                <a:gd name="connsiteY62" fmla="*/ 374999 h 388143"/>
                <a:gd name="connsiteX63" fmla="*/ 389573 w 467963"/>
                <a:gd name="connsiteY63" fmla="*/ 378428 h 388143"/>
                <a:gd name="connsiteX64" fmla="*/ 389477 w 467963"/>
                <a:gd name="connsiteY64" fmla="*/ 379666 h 388143"/>
                <a:gd name="connsiteX65" fmla="*/ 388620 w 467963"/>
                <a:gd name="connsiteY65" fmla="*/ 383191 h 388143"/>
                <a:gd name="connsiteX66" fmla="*/ 385667 w 467963"/>
                <a:gd name="connsiteY66" fmla="*/ 388144 h 388143"/>
                <a:gd name="connsiteX67" fmla="*/ 380524 w 467963"/>
                <a:gd name="connsiteY67" fmla="*/ 387572 h 388143"/>
                <a:gd name="connsiteX68" fmla="*/ 372809 w 467963"/>
                <a:gd name="connsiteY68" fmla="*/ 385858 h 388143"/>
                <a:gd name="connsiteX69" fmla="*/ 364903 w 467963"/>
                <a:gd name="connsiteY69" fmla="*/ 384143 h 388143"/>
                <a:gd name="connsiteX70" fmla="*/ 354521 w 467963"/>
                <a:gd name="connsiteY70" fmla="*/ 376809 h 388143"/>
                <a:gd name="connsiteX71" fmla="*/ 353663 w 467963"/>
                <a:gd name="connsiteY71" fmla="*/ 374713 h 388143"/>
                <a:gd name="connsiteX72" fmla="*/ 351949 w 467963"/>
                <a:gd name="connsiteY72" fmla="*/ 372046 h 388143"/>
                <a:gd name="connsiteX73" fmla="*/ 348520 w 467963"/>
                <a:gd name="connsiteY73" fmla="*/ 369665 h 388143"/>
                <a:gd name="connsiteX74" fmla="*/ 341852 w 467963"/>
                <a:gd name="connsiteY74" fmla="*/ 368332 h 388143"/>
                <a:gd name="connsiteX75" fmla="*/ 339471 w 467963"/>
                <a:gd name="connsiteY75" fmla="*/ 367951 h 388143"/>
                <a:gd name="connsiteX76" fmla="*/ 338233 w 467963"/>
                <a:gd name="connsiteY76" fmla="*/ 367760 h 388143"/>
                <a:gd name="connsiteX77" fmla="*/ 335852 w 467963"/>
                <a:gd name="connsiteY77" fmla="*/ 367855 h 388143"/>
                <a:gd name="connsiteX78" fmla="*/ 333280 w 467963"/>
                <a:gd name="connsiteY78" fmla="*/ 368427 h 388143"/>
                <a:gd name="connsiteX79" fmla="*/ 332518 w 467963"/>
                <a:gd name="connsiteY79" fmla="*/ 368713 h 388143"/>
                <a:gd name="connsiteX80" fmla="*/ 332042 w 467963"/>
                <a:gd name="connsiteY80" fmla="*/ 368998 h 388143"/>
                <a:gd name="connsiteX81" fmla="*/ 330422 w 467963"/>
                <a:gd name="connsiteY81" fmla="*/ 369665 h 388143"/>
                <a:gd name="connsiteX82" fmla="*/ 328422 w 467963"/>
                <a:gd name="connsiteY82" fmla="*/ 370141 h 388143"/>
                <a:gd name="connsiteX83" fmla="*/ 326517 w 467963"/>
                <a:gd name="connsiteY83" fmla="*/ 370237 h 388143"/>
                <a:gd name="connsiteX84" fmla="*/ 324803 w 467963"/>
                <a:gd name="connsiteY84" fmla="*/ 369761 h 388143"/>
                <a:gd name="connsiteX85" fmla="*/ 322898 w 467963"/>
                <a:gd name="connsiteY85" fmla="*/ 369665 h 388143"/>
                <a:gd name="connsiteX86" fmla="*/ 320707 w 467963"/>
                <a:gd name="connsiteY86" fmla="*/ 370237 h 388143"/>
                <a:gd name="connsiteX87" fmla="*/ 314706 w 467963"/>
                <a:gd name="connsiteY87" fmla="*/ 371761 h 388143"/>
                <a:gd name="connsiteX88" fmla="*/ 307372 w 467963"/>
                <a:gd name="connsiteY88" fmla="*/ 373475 h 388143"/>
                <a:gd name="connsiteX89" fmla="*/ 304419 w 467963"/>
                <a:gd name="connsiteY89" fmla="*/ 373189 h 388143"/>
                <a:gd name="connsiteX90" fmla="*/ 291465 w 467963"/>
                <a:gd name="connsiteY90" fmla="*/ 371189 h 388143"/>
                <a:gd name="connsiteX91" fmla="*/ 288989 w 467963"/>
                <a:gd name="connsiteY91" fmla="*/ 370332 h 388143"/>
                <a:gd name="connsiteX92" fmla="*/ 284988 w 467963"/>
                <a:gd name="connsiteY92" fmla="*/ 366522 h 388143"/>
                <a:gd name="connsiteX93" fmla="*/ 284321 w 467963"/>
                <a:gd name="connsiteY93" fmla="*/ 365570 h 388143"/>
                <a:gd name="connsiteX94" fmla="*/ 268129 w 467963"/>
                <a:gd name="connsiteY94" fmla="*/ 358045 h 388143"/>
                <a:gd name="connsiteX95" fmla="*/ 261461 w 467963"/>
                <a:gd name="connsiteY95" fmla="*/ 359664 h 388143"/>
                <a:gd name="connsiteX96" fmla="*/ 240697 w 467963"/>
                <a:gd name="connsiteY96" fmla="*/ 364046 h 388143"/>
                <a:gd name="connsiteX97" fmla="*/ 237077 w 467963"/>
                <a:gd name="connsiteY97" fmla="*/ 364712 h 388143"/>
                <a:gd name="connsiteX98" fmla="*/ 232981 w 467963"/>
                <a:gd name="connsiteY98" fmla="*/ 365379 h 388143"/>
                <a:gd name="connsiteX99" fmla="*/ 231934 w 467963"/>
                <a:gd name="connsiteY99" fmla="*/ 365570 h 388143"/>
                <a:gd name="connsiteX100" fmla="*/ 212789 w 467963"/>
                <a:gd name="connsiteY100" fmla="*/ 361855 h 388143"/>
                <a:gd name="connsiteX101" fmla="*/ 169545 w 467963"/>
                <a:gd name="connsiteY101" fmla="*/ 331946 h 388143"/>
                <a:gd name="connsiteX102" fmla="*/ 140303 w 467963"/>
                <a:gd name="connsiteY102" fmla="*/ 319849 h 388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467963" h="388143">
                  <a:moveTo>
                    <a:pt x="140303" y="319849"/>
                  </a:moveTo>
                  <a:lnTo>
                    <a:pt x="150400" y="307276"/>
                  </a:lnTo>
                  <a:lnTo>
                    <a:pt x="154115" y="293084"/>
                  </a:lnTo>
                  <a:lnTo>
                    <a:pt x="143923" y="274225"/>
                  </a:lnTo>
                  <a:lnTo>
                    <a:pt x="146304" y="260985"/>
                  </a:lnTo>
                  <a:lnTo>
                    <a:pt x="123063" y="253841"/>
                  </a:lnTo>
                  <a:lnTo>
                    <a:pt x="128683" y="244412"/>
                  </a:lnTo>
                  <a:lnTo>
                    <a:pt x="145447" y="223171"/>
                  </a:lnTo>
                  <a:lnTo>
                    <a:pt x="145352" y="204502"/>
                  </a:lnTo>
                  <a:lnTo>
                    <a:pt x="115729" y="195834"/>
                  </a:lnTo>
                  <a:lnTo>
                    <a:pt x="106680" y="175831"/>
                  </a:lnTo>
                  <a:lnTo>
                    <a:pt x="87440" y="171450"/>
                  </a:lnTo>
                  <a:lnTo>
                    <a:pt x="74867" y="149542"/>
                  </a:lnTo>
                  <a:lnTo>
                    <a:pt x="75057" y="137636"/>
                  </a:lnTo>
                  <a:lnTo>
                    <a:pt x="67913" y="127635"/>
                  </a:lnTo>
                  <a:lnTo>
                    <a:pt x="34766" y="126682"/>
                  </a:lnTo>
                  <a:lnTo>
                    <a:pt x="13145" y="120110"/>
                  </a:lnTo>
                  <a:lnTo>
                    <a:pt x="0" y="115443"/>
                  </a:lnTo>
                  <a:lnTo>
                    <a:pt x="16955" y="102584"/>
                  </a:lnTo>
                  <a:lnTo>
                    <a:pt x="42672" y="83058"/>
                  </a:lnTo>
                  <a:lnTo>
                    <a:pt x="53816" y="72580"/>
                  </a:lnTo>
                  <a:lnTo>
                    <a:pt x="50578" y="71723"/>
                  </a:lnTo>
                  <a:lnTo>
                    <a:pt x="50006" y="53340"/>
                  </a:lnTo>
                  <a:lnTo>
                    <a:pt x="49530" y="37338"/>
                  </a:lnTo>
                  <a:lnTo>
                    <a:pt x="52292" y="36386"/>
                  </a:lnTo>
                  <a:lnTo>
                    <a:pt x="136112" y="36195"/>
                  </a:lnTo>
                  <a:lnTo>
                    <a:pt x="148304" y="36100"/>
                  </a:lnTo>
                  <a:lnTo>
                    <a:pt x="153162" y="36386"/>
                  </a:lnTo>
                  <a:lnTo>
                    <a:pt x="153162" y="38862"/>
                  </a:lnTo>
                  <a:lnTo>
                    <a:pt x="164878" y="38767"/>
                  </a:lnTo>
                  <a:lnTo>
                    <a:pt x="168688" y="38767"/>
                  </a:lnTo>
                  <a:lnTo>
                    <a:pt x="186690" y="38767"/>
                  </a:lnTo>
                  <a:lnTo>
                    <a:pt x="187261" y="38767"/>
                  </a:lnTo>
                  <a:lnTo>
                    <a:pt x="214694" y="38481"/>
                  </a:lnTo>
                  <a:lnTo>
                    <a:pt x="224504" y="38195"/>
                  </a:lnTo>
                  <a:lnTo>
                    <a:pt x="254222" y="37243"/>
                  </a:lnTo>
                  <a:lnTo>
                    <a:pt x="285560" y="33338"/>
                  </a:lnTo>
                  <a:lnTo>
                    <a:pt x="363569" y="26098"/>
                  </a:lnTo>
                  <a:lnTo>
                    <a:pt x="367951" y="25051"/>
                  </a:lnTo>
                  <a:lnTo>
                    <a:pt x="381000" y="21812"/>
                  </a:lnTo>
                  <a:lnTo>
                    <a:pt x="389763" y="14859"/>
                  </a:lnTo>
                  <a:lnTo>
                    <a:pt x="430244" y="3620"/>
                  </a:lnTo>
                  <a:lnTo>
                    <a:pt x="445389" y="0"/>
                  </a:lnTo>
                  <a:lnTo>
                    <a:pt x="439293" y="24098"/>
                  </a:lnTo>
                  <a:lnTo>
                    <a:pt x="436721" y="86201"/>
                  </a:lnTo>
                  <a:lnTo>
                    <a:pt x="432340" y="88106"/>
                  </a:lnTo>
                  <a:lnTo>
                    <a:pt x="427196" y="90297"/>
                  </a:lnTo>
                  <a:lnTo>
                    <a:pt x="419195" y="97441"/>
                  </a:lnTo>
                  <a:lnTo>
                    <a:pt x="404527" y="110776"/>
                  </a:lnTo>
                  <a:lnTo>
                    <a:pt x="380238" y="146780"/>
                  </a:lnTo>
                  <a:lnTo>
                    <a:pt x="373475" y="157543"/>
                  </a:lnTo>
                  <a:lnTo>
                    <a:pt x="394335" y="176022"/>
                  </a:lnTo>
                  <a:lnTo>
                    <a:pt x="426625" y="192024"/>
                  </a:lnTo>
                  <a:lnTo>
                    <a:pt x="464344" y="204216"/>
                  </a:lnTo>
                  <a:lnTo>
                    <a:pt x="467963" y="205549"/>
                  </a:lnTo>
                  <a:lnTo>
                    <a:pt x="439007" y="233077"/>
                  </a:lnTo>
                  <a:lnTo>
                    <a:pt x="406622" y="244888"/>
                  </a:lnTo>
                  <a:lnTo>
                    <a:pt x="398526" y="281368"/>
                  </a:lnTo>
                  <a:lnTo>
                    <a:pt x="396811" y="308229"/>
                  </a:lnTo>
                  <a:lnTo>
                    <a:pt x="396811" y="309181"/>
                  </a:lnTo>
                  <a:lnTo>
                    <a:pt x="395859" y="322231"/>
                  </a:lnTo>
                  <a:lnTo>
                    <a:pt x="394526" y="338042"/>
                  </a:lnTo>
                  <a:lnTo>
                    <a:pt x="389668" y="374999"/>
                  </a:lnTo>
                  <a:lnTo>
                    <a:pt x="389573" y="378428"/>
                  </a:lnTo>
                  <a:lnTo>
                    <a:pt x="389477" y="379666"/>
                  </a:lnTo>
                  <a:lnTo>
                    <a:pt x="388620" y="383191"/>
                  </a:lnTo>
                  <a:lnTo>
                    <a:pt x="385667" y="388144"/>
                  </a:lnTo>
                  <a:lnTo>
                    <a:pt x="380524" y="387572"/>
                  </a:lnTo>
                  <a:lnTo>
                    <a:pt x="372809" y="385858"/>
                  </a:lnTo>
                  <a:lnTo>
                    <a:pt x="364903" y="384143"/>
                  </a:lnTo>
                  <a:lnTo>
                    <a:pt x="354521" y="376809"/>
                  </a:lnTo>
                  <a:lnTo>
                    <a:pt x="353663" y="374713"/>
                  </a:lnTo>
                  <a:lnTo>
                    <a:pt x="351949" y="372046"/>
                  </a:lnTo>
                  <a:lnTo>
                    <a:pt x="348520" y="369665"/>
                  </a:lnTo>
                  <a:lnTo>
                    <a:pt x="341852" y="368332"/>
                  </a:lnTo>
                  <a:lnTo>
                    <a:pt x="339471" y="367951"/>
                  </a:lnTo>
                  <a:lnTo>
                    <a:pt x="338233" y="367760"/>
                  </a:lnTo>
                  <a:lnTo>
                    <a:pt x="335852" y="367855"/>
                  </a:lnTo>
                  <a:lnTo>
                    <a:pt x="333280" y="368427"/>
                  </a:lnTo>
                  <a:lnTo>
                    <a:pt x="332518" y="368713"/>
                  </a:lnTo>
                  <a:lnTo>
                    <a:pt x="332042" y="368998"/>
                  </a:lnTo>
                  <a:lnTo>
                    <a:pt x="330422" y="369665"/>
                  </a:lnTo>
                  <a:lnTo>
                    <a:pt x="328422" y="370141"/>
                  </a:lnTo>
                  <a:lnTo>
                    <a:pt x="326517" y="370237"/>
                  </a:lnTo>
                  <a:lnTo>
                    <a:pt x="324803" y="369761"/>
                  </a:lnTo>
                  <a:lnTo>
                    <a:pt x="322898" y="369665"/>
                  </a:lnTo>
                  <a:lnTo>
                    <a:pt x="320707" y="370237"/>
                  </a:lnTo>
                  <a:lnTo>
                    <a:pt x="314706" y="371761"/>
                  </a:lnTo>
                  <a:lnTo>
                    <a:pt x="307372" y="373475"/>
                  </a:lnTo>
                  <a:lnTo>
                    <a:pt x="304419" y="373189"/>
                  </a:lnTo>
                  <a:lnTo>
                    <a:pt x="291465" y="371189"/>
                  </a:lnTo>
                  <a:lnTo>
                    <a:pt x="288989" y="370332"/>
                  </a:lnTo>
                  <a:lnTo>
                    <a:pt x="284988" y="366522"/>
                  </a:lnTo>
                  <a:lnTo>
                    <a:pt x="284321" y="365570"/>
                  </a:lnTo>
                  <a:lnTo>
                    <a:pt x="268129" y="358045"/>
                  </a:lnTo>
                  <a:lnTo>
                    <a:pt x="261461" y="359664"/>
                  </a:lnTo>
                  <a:lnTo>
                    <a:pt x="240697" y="364046"/>
                  </a:lnTo>
                  <a:lnTo>
                    <a:pt x="237077" y="364712"/>
                  </a:lnTo>
                  <a:lnTo>
                    <a:pt x="232981" y="365379"/>
                  </a:lnTo>
                  <a:lnTo>
                    <a:pt x="231934" y="365570"/>
                  </a:lnTo>
                  <a:lnTo>
                    <a:pt x="212789" y="361855"/>
                  </a:lnTo>
                  <a:lnTo>
                    <a:pt x="169545" y="331946"/>
                  </a:lnTo>
                  <a:lnTo>
                    <a:pt x="140303" y="31984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2" name="서울특별시 구로구 항동">
              <a:extLst>
                <a:ext uri="{FF2B5EF4-FFF2-40B4-BE49-F238E27FC236}">
                  <a16:creationId xmlns:a16="http://schemas.microsoft.com/office/drawing/2014/main" id="{2F6F2506-B939-2C2E-8DC1-29E87031CE2A}"/>
                </a:ext>
              </a:extLst>
            </p:cNvPr>
            <p:cNvSpPr/>
            <p:nvPr/>
          </p:nvSpPr>
          <p:spPr>
            <a:xfrm>
              <a:off x="3210591" y="4809553"/>
              <a:ext cx="322706" cy="284511"/>
            </a:xfrm>
            <a:custGeom>
              <a:avLst/>
              <a:gdLst>
                <a:gd name="connsiteX0" fmla="*/ 168592 w 322706"/>
                <a:gd name="connsiteY0" fmla="*/ 0 h 284511"/>
                <a:gd name="connsiteX1" fmla="*/ 181737 w 322706"/>
                <a:gd name="connsiteY1" fmla="*/ 4667 h 284511"/>
                <a:gd name="connsiteX2" fmla="*/ 203359 w 322706"/>
                <a:gd name="connsiteY2" fmla="*/ 11239 h 284511"/>
                <a:gd name="connsiteX3" fmla="*/ 236506 w 322706"/>
                <a:gd name="connsiteY3" fmla="*/ 12192 h 284511"/>
                <a:gd name="connsiteX4" fmla="*/ 243650 w 322706"/>
                <a:gd name="connsiteY4" fmla="*/ 22193 h 284511"/>
                <a:gd name="connsiteX5" fmla="*/ 243459 w 322706"/>
                <a:gd name="connsiteY5" fmla="*/ 34099 h 284511"/>
                <a:gd name="connsiteX6" fmla="*/ 256032 w 322706"/>
                <a:gd name="connsiteY6" fmla="*/ 56007 h 284511"/>
                <a:gd name="connsiteX7" fmla="*/ 275273 w 322706"/>
                <a:gd name="connsiteY7" fmla="*/ 60388 h 284511"/>
                <a:gd name="connsiteX8" fmla="*/ 284321 w 322706"/>
                <a:gd name="connsiteY8" fmla="*/ 80391 h 284511"/>
                <a:gd name="connsiteX9" fmla="*/ 313944 w 322706"/>
                <a:gd name="connsiteY9" fmla="*/ 89059 h 284511"/>
                <a:gd name="connsiteX10" fmla="*/ 314039 w 322706"/>
                <a:gd name="connsiteY10" fmla="*/ 107728 h 284511"/>
                <a:gd name="connsiteX11" fmla="*/ 297275 w 322706"/>
                <a:gd name="connsiteY11" fmla="*/ 128969 h 284511"/>
                <a:gd name="connsiteX12" fmla="*/ 291656 w 322706"/>
                <a:gd name="connsiteY12" fmla="*/ 138398 h 284511"/>
                <a:gd name="connsiteX13" fmla="*/ 314897 w 322706"/>
                <a:gd name="connsiteY13" fmla="*/ 145542 h 284511"/>
                <a:gd name="connsiteX14" fmla="*/ 312515 w 322706"/>
                <a:gd name="connsiteY14" fmla="*/ 158782 h 284511"/>
                <a:gd name="connsiteX15" fmla="*/ 322707 w 322706"/>
                <a:gd name="connsiteY15" fmla="*/ 177641 h 284511"/>
                <a:gd name="connsiteX16" fmla="*/ 318992 w 322706"/>
                <a:gd name="connsiteY16" fmla="*/ 191833 h 284511"/>
                <a:gd name="connsiteX17" fmla="*/ 308896 w 322706"/>
                <a:gd name="connsiteY17" fmla="*/ 204406 h 284511"/>
                <a:gd name="connsiteX18" fmla="*/ 269939 w 322706"/>
                <a:gd name="connsiteY18" fmla="*/ 220313 h 284511"/>
                <a:gd name="connsiteX19" fmla="*/ 263366 w 322706"/>
                <a:gd name="connsiteY19" fmla="*/ 228410 h 284511"/>
                <a:gd name="connsiteX20" fmla="*/ 253937 w 322706"/>
                <a:gd name="connsiteY20" fmla="*/ 231077 h 284511"/>
                <a:gd name="connsiteX21" fmla="*/ 203359 w 322706"/>
                <a:gd name="connsiteY21" fmla="*/ 217551 h 284511"/>
                <a:gd name="connsiteX22" fmla="*/ 188119 w 322706"/>
                <a:gd name="connsiteY22" fmla="*/ 219075 h 284511"/>
                <a:gd name="connsiteX23" fmla="*/ 171069 w 322706"/>
                <a:gd name="connsiteY23" fmla="*/ 229743 h 284511"/>
                <a:gd name="connsiteX24" fmla="*/ 143161 w 322706"/>
                <a:gd name="connsiteY24" fmla="*/ 235458 h 284511"/>
                <a:gd name="connsiteX25" fmla="*/ 125540 w 322706"/>
                <a:gd name="connsiteY25" fmla="*/ 245459 h 284511"/>
                <a:gd name="connsiteX26" fmla="*/ 117253 w 322706"/>
                <a:gd name="connsiteY26" fmla="*/ 228314 h 284511"/>
                <a:gd name="connsiteX27" fmla="*/ 80963 w 322706"/>
                <a:gd name="connsiteY27" fmla="*/ 230029 h 284511"/>
                <a:gd name="connsiteX28" fmla="*/ 79629 w 322706"/>
                <a:gd name="connsiteY28" fmla="*/ 241935 h 284511"/>
                <a:gd name="connsiteX29" fmla="*/ 86106 w 322706"/>
                <a:gd name="connsiteY29" fmla="*/ 248983 h 284511"/>
                <a:gd name="connsiteX30" fmla="*/ 67151 w 322706"/>
                <a:gd name="connsiteY30" fmla="*/ 247840 h 284511"/>
                <a:gd name="connsiteX31" fmla="*/ 70961 w 322706"/>
                <a:gd name="connsiteY31" fmla="*/ 266700 h 284511"/>
                <a:gd name="connsiteX32" fmla="*/ 57531 w 322706"/>
                <a:gd name="connsiteY32" fmla="*/ 278797 h 284511"/>
                <a:gd name="connsiteX33" fmla="*/ 55912 w 322706"/>
                <a:gd name="connsiteY33" fmla="*/ 284512 h 284511"/>
                <a:gd name="connsiteX34" fmla="*/ 46292 w 322706"/>
                <a:gd name="connsiteY34" fmla="*/ 284131 h 284511"/>
                <a:gd name="connsiteX35" fmla="*/ 42386 w 322706"/>
                <a:gd name="connsiteY35" fmla="*/ 276511 h 284511"/>
                <a:gd name="connsiteX36" fmla="*/ 32766 w 322706"/>
                <a:gd name="connsiteY36" fmla="*/ 268033 h 284511"/>
                <a:gd name="connsiteX37" fmla="*/ 13716 w 322706"/>
                <a:gd name="connsiteY37" fmla="*/ 267176 h 284511"/>
                <a:gd name="connsiteX38" fmla="*/ 0 w 322706"/>
                <a:gd name="connsiteY38" fmla="*/ 257080 h 284511"/>
                <a:gd name="connsiteX39" fmla="*/ 2096 w 322706"/>
                <a:gd name="connsiteY39" fmla="*/ 236887 h 284511"/>
                <a:gd name="connsiteX40" fmla="*/ 9811 w 322706"/>
                <a:gd name="connsiteY40" fmla="*/ 224790 h 284511"/>
                <a:gd name="connsiteX41" fmla="*/ 24289 w 322706"/>
                <a:gd name="connsiteY41" fmla="*/ 219932 h 284511"/>
                <a:gd name="connsiteX42" fmla="*/ 23908 w 322706"/>
                <a:gd name="connsiteY42" fmla="*/ 212598 h 284511"/>
                <a:gd name="connsiteX43" fmla="*/ 30671 w 322706"/>
                <a:gd name="connsiteY43" fmla="*/ 204406 h 284511"/>
                <a:gd name="connsiteX44" fmla="*/ 41719 w 322706"/>
                <a:gd name="connsiteY44" fmla="*/ 194500 h 284511"/>
                <a:gd name="connsiteX45" fmla="*/ 62484 w 322706"/>
                <a:gd name="connsiteY45" fmla="*/ 194024 h 284511"/>
                <a:gd name="connsiteX46" fmla="*/ 87249 w 322706"/>
                <a:gd name="connsiteY46" fmla="*/ 155353 h 284511"/>
                <a:gd name="connsiteX47" fmla="*/ 93821 w 322706"/>
                <a:gd name="connsiteY47" fmla="*/ 128492 h 284511"/>
                <a:gd name="connsiteX48" fmla="*/ 85249 w 322706"/>
                <a:gd name="connsiteY48" fmla="*/ 111252 h 284511"/>
                <a:gd name="connsiteX49" fmla="*/ 84677 w 322706"/>
                <a:gd name="connsiteY49" fmla="*/ 88582 h 284511"/>
                <a:gd name="connsiteX50" fmla="*/ 84011 w 322706"/>
                <a:gd name="connsiteY50" fmla="*/ 63055 h 284511"/>
                <a:gd name="connsiteX51" fmla="*/ 84868 w 322706"/>
                <a:gd name="connsiteY51" fmla="*/ 61246 h 284511"/>
                <a:gd name="connsiteX52" fmla="*/ 86201 w 322706"/>
                <a:gd name="connsiteY52" fmla="*/ 59627 h 284511"/>
                <a:gd name="connsiteX53" fmla="*/ 101727 w 322706"/>
                <a:gd name="connsiteY53" fmla="*/ 53816 h 284511"/>
                <a:gd name="connsiteX54" fmla="*/ 116681 w 322706"/>
                <a:gd name="connsiteY54" fmla="*/ 48863 h 284511"/>
                <a:gd name="connsiteX55" fmla="*/ 118015 w 322706"/>
                <a:gd name="connsiteY55" fmla="*/ 48387 h 284511"/>
                <a:gd name="connsiteX56" fmla="*/ 118586 w 322706"/>
                <a:gd name="connsiteY56" fmla="*/ 48196 h 284511"/>
                <a:gd name="connsiteX57" fmla="*/ 137350 w 322706"/>
                <a:gd name="connsiteY57" fmla="*/ 38290 h 284511"/>
                <a:gd name="connsiteX58" fmla="*/ 152876 w 322706"/>
                <a:gd name="connsiteY58" fmla="*/ 24384 h 284511"/>
                <a:gd name="connsiteX59" fmla="*/ 155543 w 322706"/>
                <a:gd name="connsiteY59" fmla="*/ 11430 h 284511"/>
                <a:gd name="connsiteX60" fmla="*/ 152590 w 322706"/>
                <a:gd name="connsiteY60" fmla="*/ 5429 h 284511"/>
                <a:gd name="connsiteX61" fmla="*/ 165068 w 322706"/>
                <a:gd name="connsiteY61" fmla="*/ 1143 h 284511"/>
                <a:gd name="connsiteX62" fmla="*/ 168592 w 322706"/>
                <a:gd name="connsiteY62" fmla="*/ 0 h 28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22706" h="284511">
                  <a:moveTo>
                    <a:pt x="168592" y="0"/>
                  </a:moveTo>
                  <a:lnTo>
                    <a:pt x="181737" y="4667"/>
                  </a:lnTo>
                  <a:lnTo>
                    <a:pt x="203359" y="11239"/>
                  </a:lnTo>
                  <a:lnTo>
                    <a:pt x="236506" y="12192"/>
                  </a:lnTo>
                  <a:lnTo>
                    <a:pt x="243650" y="22193"/>
                  </a:lnTo>
                  <a:lnTo>
                    <a:pt x="243459" y="34099"/>
                  </a:lnTo>
                  <a:lnTo>
                    <a:pt x="256032" y="56007"/>
                  </a:lnTo>
                  <a:lnTo>
                    <a:pt x="275273" y="60388"/>
                  </a:lnTo>
                  <a:lnTo>
                    <a:pt x="284321" y="80391"/>
                  </a:lnTo>
                  <a:lnTo>
                    <a:pt x="313944" y="89059"/>
                  </a:lnTo>
                  <a:lnTo>
                    <a:pt x="314039" y="107728"/>
                  </a:lnTo>
                  <a:lnTo>
                    <a:pt x="297275" y="128969"/>
                  </a:lnTo>
                  <a:lnTo>
                    <a:pt x="291656" y="138398"/>
                  </a:lnTo>
                  <a:lnTo>
                    <a:pt x="314897" y="145542"/>
                  </a:lnTo>
                  <a:lnTo>
                    <a:pt x="312515" y="158782"/>
                  </a:lnTo>
                  <a:lnTo>
                    <a:pt x="322707" y="177641"/>
                  </a:lnTo>
                  <a:lnTo>
                    <a:pt x="318992" y="191833"/>
                  </a:lnTo>
                  <a:lnTo>
                    <a:pt x="308896" y="204406"/>
                  </a:lnTo>
                  <a:lnTo>
                    <a:pt x="269939" y="220313"/>
                  </a:lnTo>
                  <a:lnTo>
                    <a:pt x="263366" y="228410"/>
                  </a:lnTo>
                  <a:lnTo>
                    <a:pt x="253937" y="231077"/>
                  </a:lnTo>
                  <a:lnTo>
                    <a:pt x="203359" y="217551"/>
                  </a:lnTo>
                  <a:lnTo>
                    <a:pt x="188119" y="219075"/>
                  </a:lnTo>
                  <a:lnTo>
                    <a:pt x="171069" y="229743"/>
                  </a:lnTo>
                  <a:lnTo>
                    <a:pt x="143161" y="235458"/>
                  </a:lnTo>
                  <a:lnTo>
                    <a:pt x="125540" y="245459"/>
                  </a:lnTo>
                  <a:lnTo>
                    <a:pt x="117253" y="228314"/>
                  </a:lnTo>
                  <a:lnTo>
                    <a:pt x="80963" y="230029"/>
                  </a:lnTo>
                  <a:lnTo>
                    <a:pt x="79629" y="241935"/>
                  </a:lnTo>
                  <a:lnTo>
                    <a:pt x="86106" y="248983"/>
                  </a:lnTo>
                  <a:lnTo>
                    <a:pt x="67151" y="247840"/>
                  </a:lnTo>
                  <a:lnTo>
                    <a:pt x="70961" y="266700"/>
                  </a:lnTo>
                  <a:lnTo>
                    <a:pt x="57531" y="278797"/>
                  </a:lnTo>
                  <a:lnTo>
                    <a:pt x="55912" y="284512"/>
                  </a:lnTo>
                  <a:lnTo>
                    <a:pt x="46292" y="284131"/>
                  </a:lnTo>
                  <a:lnTo>
                    <a:pt x="42386" y="276511"/>
                  </a:lnTo>
                  <a:lnTo>
                    <a:pt x="32766" y="268033"/>
                  </a:lnTo>
                  <a:lnTo>
                    <a:pt x="13716" y="267176"/>
                  </a:lnTo>
                  <a:lnTo>
                    <a:pt x="0" y="257080"/>
                  </a:lnTo>
                  <a:lnTo>
                    <a:pt x="2096" y="236887"/>
                  </a:lnTo>
                  <a:lnTo>
                    <a:pt x="9811" y="224790"/>
                  </a:lnTo>
                  <a:lnTo>
                    <a:pt x="24289" y="219932"/>
                  </a:lnTo>
                  <a:lnTo>
                    <a:pt x="23908" y="212598"/>
                  </a:lnTo>
                  <a:lnTo>
                    <a:pt x="30671" y="204406"/>
                  </a:lnTo>
                  <a:lnTo>
                    <a:pt x="41719" y="194500"/>
                  </a:lnTo>
                  <a:lnTo>
                    <a:pt x="62484" y="194024"/>
                  </a:lnTo>
                  <a:lnTo>
                    <a:pt x="87249" y="155353"/>
                  </a:lnTo>
                  <a:lnTo>
                    <a:pt x="93821" y="128492"/>
                  </a:lnTo>
                  <a:lnTo>
                    <a:pt x="85249" y="111252"/>
                  </a:lnTo>
                  <a:lnTo>
                    <a:pt x="84677" y="88582"/>
                  </a:lnTo>
                  <a:lnTo>
                    <a:pt x="84011" y="63055"/>
                  </a:lnTo>
                  <a:lnTo>
                    <a:pt x="84868" y="61246"/>
                  </a:lnTo>
                  <a:lnTo>
                    <a:pt x="86201" y="59627"/>
                  </a:lnTo>
                  <a:lnTo>
                    <a:pt x="101727" y="53816"/>
                  </a:lnTo>
                  <a:lnTo>
                    <a:pt x="116681" y="48863"/>
                  </a:lnTo>
                  <a:lnTo>
                    <a:pt x="118015" y="48387"/>
                  </a:lnTo>
                  <a:lnTo>
                    <a:pt x="118586" y="48196"/>
                  </a:lnTo>
                  <a:lnTo>
                    <a:pt x="137350" y="38290"/>
                  </a:lnTo>
                  <a:lnTo>
                    <a:pt x="152876" y="24384"/>
                  </a:lnTo>
                  <a:lnTo>
                    <a:pt x="155543" y="11430"/>
                  </a:lnTo>
                  <a:lnTo>
                    <a:pt x="152590" y="5429"/>
                  </a:lnTo>
                  <a:lnTo>
                    <a:pt x="165068" y="1143"/>
                  </a:lnTo>
                  <a:lnTo>
                    <a:pt x="168592" y="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09" name="서울특별시 금천구">
            <a:extLst>
              <a:ext uri="{FF2B5EF4-FFF2-40B4-BE49-F238E27FC236}">
                <a16:creationId xmlns:a16="http://schemas.microsoft.com/office/drawing/2014/main" id="{82EE5A28-D9B4-C18F-D19B-545B8DA7D824}"/>
              </a:ext>
            </a:extLst>
          </p:cNvPr>
          <p:cNvGrpSpPr/>
          <p:nvPr/>
        </p:nvGrpSpPr>
        <p:grpSpPr>
          <a:xfrm>
            <a:off x="4365078" y="4050676"/>
            <a:ext cx="573166" cy="692980"/>
            <a:chOff x="4283011" y="4855844"/>
            <a:chExt cx="994219" cy="955358"/>
          </a:xfrm>
          <a:solidFill>
            <a:srgbClr val="6C757D"/>
          </a:solidFill>
        </p:grpSpPr>
        <p:sp>
          <p:nvSpPr>
            <p:cNvPr id="657" name="서울특별시 금천구 가산동">
              <a:extLst>
                <a:ext uri="{FF2B5EF4-FFF2-40B4-BE49-F238E27FC236}">
                  <a16:creationId xmlns:a16="http://schemas.microsoft.com/office/drawing/2014/main" id="{2645F943-D6CD-C4F6-F61F-99748EB927A7}"/>
                </a:ext>
              </a:extLst>
            </p:cNvPr>
            <p:cNvSpPr/>
            <p:nvPr/>
          </p:nvSpPr>
          <p:spPr>
            <a:xfrm>
              <a:off x="4283011" y="4855844"/>
              <a:ext cx="409955" cy="391858"/>
            </a:xfrm>
            <a:custGeom>
              <a:avLst/>
              <a:gdLst>
                <a:gd name="connsiteX0" fmla="*/ 122396 w 409955"/>
                <a:gd name="connsiteY0" fmla="*/ 5906 h 391858"/>
                <a:gd name="connsiteX1" fmla="*/ 151638 w 409955"/>
                <a:gd name="connsiteY1" fmla="*/ 22955 h 391858"/>
                <a:gd name="connsiteX2" fmla="*/ 209550 w 409955"/>
                <a:gd name="connsiteY2" fmla="*/ 62579 h 391858"/>
                <a:gd name="connsiteX3" fmla="*/ 240601 w 409955"/>
                <a:gd name="connsiteY3" fmla="*/ 94012 h 391858"/>
                <a:gd name="connsiteX4" fmla="*/ 244030 w 409955"/>
                <a:gd name="connsiteY4" fmla="*/ 98298 h 391858"/>
                <a:gd name="connsiteX5" fmla="*/ 246317 w 409955"/>
                <a:gd name="connsiteY5" fmla="*/ 100870 h 391858"/>
                <a:gd name="connsiteX6" fmla="*/ 247555 w 409955"/>
                <a:gd name="connsiteY6" fmla="*/ 102299 h 391858"/>
                <a:gd name="connsiteX7" fmla="*/ 248698 w 409955"/>
                <a:gd name="connsiteY7" fmla="*/ 103346 h 391858"/>
                <a:gd name="connsiteX8" fmla="*/ 250888 w 409955"/>
                <a:gd name="connsiteY8" fmla="*/ 105442 h 391858"/>
                <a:gd name="connsiteX9" fmla="*/ 252508 w 409955"/>
                <a:gd name="connsiteY9" fmla="*/ 106871 h 391858"/>
                <a:gd name="connsiteX10" fmla="*/ 253651 w 409955"/>
                <a:gd name="connsiteY10" fmla="*/ 107823 h 391858"/>
                <a:gd name="connsiteX11" fmla="*/ 258413 w 409955"/>
                <a:gd name="connsiteY11" fmla="*/ 111633 h 391858"/>
                <a:gd name="connsiteX12" fmla="*/ 259366 w 409955"/>
                <a:gd name="connsiteY12" fmla="*/ 112300 h 391858"/>
                <a:gd name="connsiteX13" fmla="*/ 261652 w 409955"/>
                <a:gd name="connsiteY13" fmla="*/ 113824 h 391858"/>
                <a:gd name="connsiteX14" fmla="*/ 263652 w 409955"/>
                <a:gd name="connsiteY14" fmla="*/ 115062 h 391858"/>
                <a:gd name="connsiteX15" fmla="*/ 265081 w 409955"/>
                <a:gd name="connsiteY15" fmla="*/ 115919 h 391858"/>
                <a:gd name="connsiteX16" fmla="*/ 268414 w 409955"/>
                <a:gd name="connsiteY16" fmla="*/ 117729 h 391858"/>
                <a:gd name="connsiteX17" fmla="*/ 274987 w 409955"/>
                <a:gd name="connsiteY17" fmla="*/ 120872 h 391858"/>
                <a:gd name="connsiteX18" fmla="*/ 278987 w 409955"/>
                <a:gd name="connsiteY18" fmla="*/ 122492 h 391858"/>
                <a:gd name="connsiteX19" fmla="*/ 282988 w 409955"/>
                <a:gd name="connsiteY19" fmla="*/ 123920 h 391858"/>
                <a:gd name="connsiteX20" fmla="*/ 287084 w 409955"/>
                <a:gd name="connsiteY20" fmla="*/ 125063 h 391858"/>
                <a:gd name="connsiteX21" fmla="*/ 290417 w 409955"/>
                <a:gd name="connsiteY21" fmla="*/ 125921 h 391858"/>
                <a:gd name="connsiteX22" fmla="*/ 294037 w 409955"/>
                <a:gd name="connsiteY22" fmla="*/ 126683 h 391858"/>
                <a:gd name="connsiteX23" fmla="*/ 295275 w 409955"/>
                <a:gd name="connsiteY23" fmla="*/ 126873 h 391858"/>
                <a:gd name="connsiteX24" fmla="*/ 299085 w 409955"/>
                <a:gd name="connsiteY24" fmla="*/ 127540 h 391858"/>
                <a:gd name="connsiteX25" fmla="*/ 371761 w 409955"/>
                <a:gd name="connsiteY25" fmla="*/ 139922 h 391858"/>
                <a:gd name="connsiteX26" fmla="*/ 378905 w 409955"/>
                <a:gd name="connsiteY26" fmla="*/ 141065 h 391858"/>
                <a:gd name="connsiteX27" fmla="*/ 386239 w 409955"/>
                <a:gd name="connsiteY27" fmla="*/ 141732 h 391858"/>
                <a:gd name="connsiteX28" fmla="*/ 389096 w 409955"/>
                <a:gd name="connsiteY28" fmla="*/ 141923 h 391858"/>
                <a:gd name="connsiteX29" fmla="*/ 392430 w 409955"/>
                <a:gd name="connsiteY29" fmla="*/ 142018 h 391858"/>
                <a:gd name="connsiteX30" fmla="*/ 393192 w 409955"/>
                <a:gd name="connsiteY30" fmla="*/ 142018 h 391858"/>
                <a:gd name="connsiteX31" fmla="*/ 397955 w 409955"/>
                <a:gd name="connsiteY31" fmla="*/ 142113 h 391858"/>
                <a:gd name="connsiteX32" fmla="*/ 409956 w 409955"/>
                <a:gd name="connsiteY32" fmla="*/ 191167 h 391858"/>
                <a:gd name="connsiteX33" fmla="*/ 398812 w 409955"/>
                <a:gd name="connsiteY33" fmla="*/ 196406 h 391858"/>
                <a:gd name="connsiteX34" fmla="*/ 394621 w 409955"/>
                <a:gd name="connsiteY34" fmla="*/ 198501 h 391858"/>
                <a:gd name="connsiteX35" fmla="*/ 382048 w 409955"/>
                <a:gd name="connsiteY35" fmla="*/ 204692 h 391858"/>
                <a:gd name="connsiteX36" fmla="*/ 376904 w 409955"/>
                <a:gd name="connsiteY36" fmla="*/ 207359 h 391858"/>
                <a:gd name="connsiteX37" fmla="*/ 365284 w 409955"/>
                <a:gd name="connsiteY37" fmla="*/ 213455 h 391858"/>
                <a:gd name="connsiteX38" fmla="*/ 364331 w 409955"/>
                <a:gd name="connsiteY38" fmla="*/ 231743 h 391858"/>
                <a:gd name="connsiteX39" fmla="*/ 362045 w 409955"/>
                <a:gd name="connsiteY39" fmla="*/ 255079 h 391858"/>
                <a:gd name="connsiteX40" fmla="*/ 342233 w 409955"/>
                <a:gd name="connsiteY40" fmla="*/ 254508 h 391858"/>
                <a:gd name="connsiteX41" fmla="*/ 332804 w 409955"/>
                <a:gd name="connsiteY41" fmla="*/ 254032 h 391858"/>
                <a:gd name="connsiteX42" fmla="*/ 325564 w 409955"/>
                <a:gd name="connsiteY42" fmla="*/ 253651 h 391858"/>
                <a:gd name="connsiteX43" fmla="*/ 294799 w 409955"/>
                <a:gd name="connsiteY43" fmla="*/ 254699 h 391858"/>
                <a:gd name="connsiteX44" fmla="*/ 239459 w 409955"/>
                <a:gd name="connsiteY44" fmla="*/ 258604 h 391858"/>
                <a:gd name="connsiteX45" fmla="*/ 260794 w 409955"/>
                <a:gd name="connsiteY45" fmla="*/ 307467 h 391858"/>
                <a:gd name="connsiteX46" fmla="*/ 275463 w 409955"/>
                <a:gd name="connsiteY46" fmla="*/ 339566 h 391858"/>
                <a:gd name="connsiteX47" fmla="*/ 280797 w 409955"/>
                <a:gd name="connsiteY47" fmla="*/ 372333 h 391858"/>
                <a:gd name="connsiteX48" fmla="*/ 233077 w 409955"/>
                <a:gd name="connsiteY48" fmla="*/ 391859 h 391858"/>
                <a:gd name="connsiteX49" fmla="*/ 220409 w 409955"/>
                <a:gd name="connsiteY49" fmla="*/ 377285 h 391858"/>
                <a:gd name="connsiteX50" fmla="*/ 215265 w 409955"/>
                <a:gd name="connsiteY50" fmla="*/ 371285 h 391858"/>
                <a:gd name="connsiteX51" fmla="*/ 122301 w 409955"/>
                <a:gd name="connsiteY51" fmla="*/ 261842 h 391858"/>
                <a:gd name="connsiteX52" fmla="*/ 108490 w 409955"/>
                <a:gd name="connsiteY52" fmla="*/ 244983 h 391858"/>
                <a:gd name="connsiteX53" fmla="*/ 107918 w 409955"/>
                <a:gd name="connsiteY53" fmla="*/ 244126 h 391858"/>
                <a:gd name="connsiteX54" fmla="*/ 106108 w 409955"/>
                <a:gd name="connsiteY54" fmla="*/ 241745 h 391858"/>
                <a:gd name="connsiteX55" fmla="*/ 101346 w 409955"/>
                <a:gd name="connsiteY55" fmla="*/ 235553 h 391858"/>
                <a:gd name="connsiteX56" fmla="*/ 95345 w 409955"/>
                <a:gd name="connsiteY56" fmla="*/ 227648 h 391858"/>
                <a:gd name="connsiteX57" fmla="*/ 92392 w 409955"/>
                <a:gd name="connsiteY57" fmla="*/ 223647 h 391858"/>
                <a:gd name="connsiteX58" fmla="*/ 82487 w 409955"/>
                <a:gd name="connsiteY58" fmla="*/ 210121 h 391858"/>
                <a:gd name="connsiteX59" fmla="*/ 76771 w 409955"/>
                <a:gd name="connsiteY59" fmla="*/ 201549 h 391858"/>
                <a:gd name="connsiteX60" fmla="*/ 73723 w 409955"/>
                <a:gd name="connsiteY60" fmla="*/ 196977 h 391858"/>
                <a:gd name="connsiteX61" fmla="*/ 70961 w 409955"/>
                <a:gd name="connsiteY61" fmla="*/ 192691 h 391858"/>
                <a:gd name="connsiteX62" fmla="*/ 66675 w 409955"/>
                <a:gd name="connsiteY62" fmla="*/ 185738 h 391858"/>
                <a:gd name="connsiteX63" fmla="*/ 49816 w 409955"/>
                <a:gd name="connsiteY63" fmla="*/ 158306 h 391858"/>
                <a:gd name="connsiteX64" fmla="*/ 49530 w 409955"/>
                <a:gd name="connsiteY64" fmla="*/ 157829 h 391858"/>
                <a:gd name="connsiteX65" fmla="*/ 43339 w 409955"/>
                <a:gd name="connsiteY65" fmla="*/ 146495 h 391858"/>
                <a:gd name="connsiteX66" fmla="*/ 40291 w 409955"/>
                <a:gd name="connsiteY66" fmla="*/ 140970 h 391858"/>
                <a:gd name="connsiteX67" fmla="*/ 32956 w 409955"/>
                <a:gd name="connsiteY67" fmla="*/ 127064 h 391858"/>
                <a:gd name="connsiteX68" fmla="*/ 31051 w 409955"/>
                <a:gd name="connsiteY68" fmla="*/ 123539 h 391858"/>
                <a:gd name="connsiteX69" fmla="*/ 22574 w 409955"/>
                <a:gd name="connsiteY69" fmla="*/ 106013 h 391858"/>
                <a:gd name="connsiteX70" fmla="*/ 14668 w 409955"/>
                <a:gd name="connsiteY70" fmla="*/ 88583 h 391858"/>
                <a:gd name="connsiteX71" fmla="*/ 0 w 409955"/>
                <a:gd name="connsiteY71" fmla="*/ 53626 h 391858"/>
                <a:gd name="connsiteX72" fmla="*/ 1238 w 409955"/>
                <a:gd name="connsiteY72" fmla="*/ 22574 h 391858"/>
                <a:gd name="connsiteX73" fmla="*/ 15145 w 409955"/>
                <a:gd name="connsiteY73" fmla="*/ 16574 h 391858"/>
                <a:gd name="connsiteX74" fmla="*/ 25622 w 409955"/>
                <a:gd name="connsiteY74" fmla="*/ 15335 h 391858"/>
                <a:gd name="connsiteX75" fmla="*/ 29146 w 409955"/>
                <a:gd name="connsiteY75" fmla="*/ 14764 h 391858"/>
                <a:gd name="connsiteX76" fmla="*/ 44101 w 409955"/>
                <a:gd name="connsiteY76" fmla="*/ 12478 h 391858"/>
                <a:gd name="connsiteX77" fmla="*/ 57531 w 409955"/>
                <a:gd name="connsiteY77" fmla="*/ 8287 h 391858"/>
                <a:gd name="connsiteX78" fmla="*/ 62770 w 409955"/>
                <a:gd name="connsiteY78" fmla="*/ 6096 h 391858"/>
                <a:gd name="connsiteX79" fmla="*/ 76009 w 409955"/>
                <a:gd name="connsiteY79" fmla="*/ 0 h 391858"/>
                <a:gd name="connsiteX80" fmla="*/ 122396 w 409955"/>
                <a:gd name="connsiteY80" fmla="*/ 5906 h 391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409955" h="391858">
                  <a:moveTo>
                    <a:pt x="122396" y="5906"/>
                  </a:moveTo>
                  <a:lnTo>
                    <a:pt x="151638" y="22955"/>
                  </a:lnTo>
                  <a:lnTo>
                    <a:pt x="209550" y="62579"/>
                  </a:lnTo>
                  <a:lnTo>
                    <a:pt x="240601" y="94012"/>
                  </a:lnTo>
                  <a:lnTo>
                    <a:pt x="244030" y="98298"/>
                  </a:lnTo>
                  <a:lnTo>
                    <a:pt x="246317" y="100870"/>
                  </a:lnTo>
                  <a:lnTo>
                    <a:pt x="247555" y="102299"/>
                  </a:lnTo>
                  <a:lnTo>
                    <a:pt x="248698" y="103346"/>
                  </a:lnTo>
                  <a:lnTo>
                    <a:pt x="250888" y="105442"/>
                  </a:lnTo>
                  <a:lnTo>
                    <a:pt x="252508" y="106871"/>
                  </a:lnTo>
                  <a:lnTo>
                    <a:pt x="253651" y="107823"/>
                  </a:lnTo>
                  <a:lnTo>
                    <a:pt x="258413" y="111633"/>
                  </a:lnTo>
                  <a:lnTo>
                    <a:pt x="259366" y="112300"/>
                  </a:lnTo>
                  <a:lnTo>
                    <a:pt x="261652" y="113824"/>
                  </a:lnTo>
                  <a:lnTo>
                    <a:pt x="263652" y="115062"/>
                  </a:lnTo>
                  <a:lnTo>
                    <a:pt x="265081" y="115919"/>
                  </a:lnTo>
                  <a:lnTo>
                    <a:pt x="268414" y="117729"/>
                  </a:lnTo>
                  <a:lnTo>
                    <a:pt x="274987" y="120872"/>
                  </a:lnTo>
                  <a:lnTo>
                    <a:pt x="278987" y="122492"/>
                  </a:lnTo>
                  <a:lnTo>
                    <a:pt x="282988" y="123920"/>
                  </a:lnTo>
                  <a:lnTo>
                    <a:pt x="287084" y="125063"/>
                  </a:lnTo>
                  <a:lnTo>
                    <a:pt x="290417" y="125921"/>
                  </a:lnTo>
                  <a:lnTo>
                    <a:pt x="294037" y="126683"/>
                  </a:lnTo>
                  <a:lnTo>
                    <a:pt x="295275" y="126873"/>
                  </a:lnTo>
                  <a:lnTo>
                    <a:pt x="299085" y="127540"/>
                  </a:lnTo>
                  <a:lnTo>
                    <a:pt x="371761" y="139922"/>
                  </a:lnTo>
                  <a:lnTo>
                    <a:pt x="378905" y="141065"/>
                  </a:lnTo>
                  <a:lnTo>
                    <a:pt x="386239" y="141732"/>
                  </a:lnTo>
                  <a:lnTo>
                    <a:pt x="389096" y="141923"/>
                  </a:lnTo>
                  <a:lnTo>
                    <a:pt x="392430" y="142018"/>
                  </a:lnTo>
                  <a:lnTo>
                    <a:pt x="393192" y="142018"/>
                  </a:lnTo>
                  <a:lnTo>
                    <a:pt x="397955" y="142113"/>
                  </a:lnTo>
                  <a:lnTo>
                    <a:pt x="409956" y="191167"/>
                  </a:lnTo>
                  <a:lnTo>
                    <a:pt x="398812" y="196406"/>
                  </a:lnTo>
                  <a:lnTo>
                    <a:pt x="394621" y="198501"/>
                  </a:lnTo>
                  <a:lnTo>
                    <a:pt x="382048" y="204692"/>
                  </a:lnTo>
                  <a:lnTo>
                    <a:pt x="376904" y="207359"/>
                  </a:lnTo>
                  <a:lnTo>
                    <a:pt x="365284" y="213455"/>
                  </a:lnTo>
                  <a:lnTo>
                    <a:pt x="364331" y="231743"/>
                  </a:lnTo>
                  <a:lnTo>
                    <a:pt x="362045" y="255079"/>
                  </a:lnTo>
                  <a:lnTo>
                    <a:pt x="342233" y="254508"/>
                  </a:lnTo>
                  <a:lnTo>
                    <a:pt x="332804" y="254032"/>
                  </a:lnTo>
                  <a:lnTo>
                    <a:pt x="325564" y="253651"/>
                  </a:lnTo>
                  <a:lnTo>
                    <a:pt x="294799" y="254699"/>
                  </a:lnTo>
                  <a:lnTo>
                    <a:pt x="239459" y="258604"/>
                  </a:lnTo>
                  <a:lnTo>
                    <a:pt x="260794" y="307467"/>
                  </a:lnTo>
                  <a:lnTo>
                    <a:pt x="275463" y="339566"/>
                  </a:lnTo>
                  <a:lnTo>
                    <a:pt x="280797" y="372333"/>
                  </a:lnTo>
                  <a:lnTo>
                    <a:pt x="233077" y="391859"/>
                  </a:lnTo>
                  <a:lnTo>
                    <a:pt x="220409" y="377285"/>
                  </a:lnTo>
                  <a:lnTo>
                    <a:pt x="215265" y="371285"/>
                  </a:lnTo>
                  <a:lnTo>
                    <a:pt x="122301" y="261842"/>
                  </a:lnTo>
                  <a:lnTo>
                    <a:pt x="108490" y="244983"/>
                  </a:lnTo>
                  <a:lnTo>
                    <a:pt x="107918" y="244126"/>
                  </a:lnTo>
                  <a:lnTo>
                    <a:pt x="106108" y="241745"/>
                  </a:lnTo>
                  <a:lnTo>
                    <a:pt x="101346" y="235553"/>
                  </a:lnTo>
                  <a:lnTo>
                    <a:pt x="95345" y="227648"/>
                  </a:lnTo>
                  <a:lnTo>
                    <a:pt x="92392" y="223647"/>
                  </a:lnTo>
                  <a:lnTo>
                    <a:pt x="82487" y="210121"/>
                  </a:lnTo>
                  <a:lnTo>
                    <a:pt x="76771" y="201549"/>
                  </a:lnTo>
                  <a:lnTo>
                    <a:pt x="73723" y="196977"/>
                  </a:lnTo>
                  <a:lnTo>
                    <a:pt x="70961" y="192691"/>
                  </a:lnTo>
                  <a:lnTo>
                    <a:pt x="66675" y="185738"/>
                  </a:lnTo>
                  <a:lnTo>
                    <a:pt x="49816" y="158306"/>
                  </a:lnTo>
                  <a:lnTo>
                    <a:pt x="49530" y="157829"/>
                  </a:lnTo>
                  <a:lnTo>
                    <a:pt x="43339" y="146495"/>
                  </a:lnTo>
                  <a:lnTo>
                    <a:pt x="40291" y="140970"/>
                  </a:lnTo>
                  <a:lnTo>
                    <a:pt x="32956" y="127064"/>
                  </a:lnTo>
                  <a:lnTo>
                    <a:pt x="31051" y="123539"/>
                  </a:lnTo>
                  <a:lnTo>
                    <a:pt x="22574" y="106013"/>
                  </a:lnTo>
                  <a:lnTo>
                    <a:pt x="14668" y="88583"/>
                  </a:lnTo>
                  <a:lnTo>
                    <a:pt x="0" y="53626"/>
                  </a:lnTo>
                  <a:lnTo>
                    <a:pt x="1238" y="22574"/>
                  </a:lnTo>
                  <a:lnTo>
                    <a:pt x="15145" y="16574"/>
                  </a:lnTo>
                  <a:lnTo>
                    <a:pt x="25622" y="15335"/>
                  </a:lnTo>
                  <a:lnTo>
                    <a:pt x="29146" y="14764"/>
                  </a:lnTo>
                  <a:lnTo>
                    <a:pt x="44101" y="12478"/>
                  </a:lnTo>
                  <a:lnTo>
                    <a:pt x="57531" y="8287"/>
                  </a:lnTo>
                  <a:lnTo>
                    <a:pt x="62770" y="6096"/>
                  </a:lnTo>
                  <a:lnTo>
                    <a:pt x="76009" y="0"/>
                  </a:lnTo>
                  <a:lnTo>
                    <a:pt x="122396" y="59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8" name="서울특별시 금천구 독산1동">
              <a:extLst>
                <a:ext uri="{FF2B5EF4-FFF2-40B4-BE49-F238E27FC236}">
                  <a16:creationId xmlns:a16="http://schemas.microsoft.com/office/drawing/2014/main" id="{A9D26971-3EB8-6B66-831D-9F6317BFBC09}"/>
                </a:ext>
              </a:extLst>
            </p:cNvPr>
            <p:cNvSpPr/>
            <p:nvPr/>
          </p:nvSpPr>
          <p:spPr>
            <a:xfrm>
              <a:off x="4489037" y="4988909"/>
              <a:ext cx="248030" cy="490156"/>
            </a:xfrm>
            <a:custGeom>
              <a:avLst/>
              <a:gdLst>
                <a:gd name="connsiteX0" fmla="*/ 230886 w 248030"/>
                <a:gd name="connsiteY0" fmla="*/ 136493 h 490156"/>
                <a:gd name="connsiteX1" fmla="*/ 224028 w 248030"/>
                <a:gd name="connsiteY1" fmla="*/ 225552 h 490156"/>
                <a:gd name="connsiteX2" fmla="*/ 218408 w 248030"/>
                <a:gd name="connsiteY2" fmla="*/ 278892 h 490156"/>
                <a:gd name="connsiteX3" fmla="*/ 218599 w 248030"/>
                <a:gd name="connsiteY3" fmla="*/ 280130 h 490156"/>
                <a:gd name="connsiteX4" fmla="*/ 219456 w 248030"/>
                <a:gd name="connsiteY4" fmla="*/ 288703 h 490156"/>
                <a:gd name="connsiteX5" fmla="*/ 220123 w 248030"/>
                <a:gd name="connsiteY5" fmla="*/ 295751 h 490156"/>
                <a:gd name="connsiteX6" fmla="*/ 225362 w 248030"/>
                <a:gd name="connsiteY6" fmla="*/ 312515 h 490156"/>
                <a:gd name="connsiteX7" fmla="*/ 227171 w 248030"/>
                <a:gd name="connsiteY7" fmla="*/ 317278 h 490156"/>
                <a:gd name="connsiteX8" fmla="*/ 231839 w 248030"/>
                <a:gd name="connsiteY8" fmla="*/ 328994 h 490156"/>
                <a:gd name="connsiteX9" fmla="*/ 244221 w 248030"/>
                <a:gd name="connsiteY9" fmla="*/ 354616 h 490156"/>
                <a:gd name="connsiteX10" fmla="*/ 219837 w 248030"/>
                <a:gd name="connsiteY10" fmla="*/ 361664 h 490156"/>
                <a:gd name="connsiteX11" fmla="*/ 218027 w 248030"/>
                <a:gd name="connsiteY11" fmla="*/ 362141 h 490156"/>
                <a:gd name="connsiteX12" fmla="*/ 209264 w 248030"/>
                <a:gd name="connsiteY12" fmla="*/ 364712 h 490156"/>
                <a:gd name="connsiteX13" fmla="*/ 141923 w 248030"/>
                <a:gd name="connsiteY13" fmla="*/ 391382 h 490156"/>
                <a:gd name="connsiteX14" fmla="*/ 149924 w 248030"/>
                <a:gd name="connsiteY14" fmla="*/ 416433 h 490156"/>
                <a:gd name="connsiteX15" fmla="*/ 154591 w 248030"/>
                <a:gd name="connsiteY15" fmla="*/ 426815 h 490156"/>
                <a:gd name="connsiteX16" fmla="*/ 158687 w 248030"/>
                <a:gd name="connsiteY16" fmla="*/ 435959 h 490156"/>
                <a:gd name="connsiteX17" fmla="*/ 170212 w 248030"/>
                <a:gd name="connsiteY17" fmla="*/ 453866 h 490156"/>
                <a:gd name="connsiteX18" fmla="*/ 173736 w 248030"/>
                <a:gd name="connsiteY18" fmla="*/ 459391 h 490156"/>
                <a:gd name="connsiteX19" fmla="*/ 180499 w 248030"/>
                <a:gd name="connsiteY19" fmla="*/ 474536 h 490156"/>
                <a:gd name="connsiteX20" fmla="*/ 166592 w 248030"/>
                <a:gd name="connsiteY20" fmla="*/ 478917 h 490156"/>
                <a:gd name="connsiteX21" fmla="*/ 159544 w 248030"/>
                <a:gd name="connsiteY21" fmla="*/ 477012 h 490156"/>
                <a:gd name="connsiteX22" fmla="*/ 133350 w 248030"/>
                <a:gd name="connsiteY22" fmla="*/ 490157 h 490156"/>
                <a:gd name="connsiteX23" fmla="*/ 130302 w 248030"/>
                <a:gd name="connsiteY23" fmla="*/ 489776 h 490156"/>
                <a:gd name="connsiteX24" fmla="*/ 80391 w 248030"/>
                <a:gd name="connsiteY24" fmla="*/ 482727 h 490156"/>
                <a:gd name="connsiteX25" fmla="*/ 78867 w 248030"/>
                <a:gd name="connsiteY25" fmla="*/ 482251 h 490156"/>
                <a:gd name="connsiteX26" fmla="*/ 77057 w 248030"/>
                <a:gd name="connsiteY26" fmla="*/ 479108 h 490156"/>
                <a:gd name="connsiteX27" fmla="*/ 76295 w 248030"/>
                <a:gd name="connsiteY27" fmla="*/ 475012 h 490156"/>
                <a:gd name="connsiteX28" fmla="*/ 34385 w 248030"/>
                <a:gd name="connsiteY28" fmla="*/ 423863 h 490156"/>
                <a:gd name="connsiteX29" fmla="*/ 20003 w 248030"/>
                <a:gd name="connsiteY29" fmla="*/ 412528 h 490156"/>
                <a:gd name="connsiteX30" fmla="*/ 16859 w 248030"/>
                <a:gd name="connsiteY30" fmla="*/ 405765 h 490156"/>
                <a:gd name="connsiteX31" fmla="*/ 0 w 248030"/>
                <a:gd name="connsiteY31" fmla="*/ 342519 h 490156"/>
                <a:gd name="connsiteX32" fmla="*/ 14192 w 248030"/>
                <a:gd name="connsiteY32" fmla="*/ 331946 h 490156"/>
                <a:gd name="connsiteX33" fmla="*/ 25337 w 248030"/>
                <a:gd name="connsiteY33" fmla="*/ 325946 h 490156"/>
                <a:gd name="connsiteX34" fmla="*/ 42482 w 248030"/>
                <a:gd name="connsiteY34" fmla="*/ 323183 h 490156"/>
                <a:gd name="connsiteX35" fmla="*/ 48958 w 248030"/>
                <a:gd name="connsiteY35" fmla="*/ 325374 h 490156"/>
                <a:gd name="connsiteX36" fmla="*/ 53531 w 248030"/>
                <a:gd name="connsiteY36" fmla="*/ 327279 h 490156"/>
                <a:gd name="connsiteX37" fmla="*/ 56483 w 248030"/>
                <a:gd name="connsiteY37" fmla="*/ 328613 h 490156"/>
                <a:gd name="connsiteX38" fmla="*/ 60293 w 248030"/>
                <a:gd name="connsiteY38" fmla="*/ 328517 h 490156"/>
                <a:gd name="connsiteX39" fmla="*/ 61246 w 248030"/>
                <a:gd name="connsiteY39" fmla="*/ 328517 h 490156"/>
                <a:gd name="connsiteX40" fmla="*/ 61722 w 248030"/>
                <a:gd name="connsiteY40" fmla="*/ 328232 h 490156"/>
                <a:gd name="connsiteX41" fmla="*/ 65056 w 248030"/>
                <a:gd name="connsiteY41" fmla="*/ 326898 h 490156"/>
                <a:gd name="connsiteX42" fmla="*/ 66770 w 248030"/>
                <a:gd name="connsiteY42" fmla="*/ 324421 h 490156"/>
                <a:gd name="connsiteX43" fmla="*/ 68771 w 248030"/>
                <a:gd name="connsiteY43" fmla="*/ 320897 h 490156"/>
                <a:gd name="connsiteX44" fmla="*/ 69342 w 248030"/>
                <a:gd name="connsiteY44" fmla="*/ 318326 h 490156"/>
                <a:gd name="connsiteX45" fmla="*/ 69056 w 248030"/>
                <a:gd name="connsiteY45" fmla="*/ 315849 h 490156"/>
                <a:gd name="connsiteX46" fmla="*/ 61246 w 248030"/>
                <a:gd name="connsiteY46" fmla="*/ 298800 h 490156"/>
                <a:gd name="connsiteX47" fmla="*/ 27051 w 248030"/>
                <a:gd name="connsiteY47" fmla="*/ 258794 h 490156"/>
                <a:gd name="connsiteX48" fmla="*/ 74771 w 248030"/>
                <a:gd name="connsiteY48" fmla="*/ 239268 h 490156"/>
                <a:gd name="connsiteX49" fmla="*/ 69437 w 248030"/>
                <a:gd name="connsiteY49" fmla="*/ 206502 h 490156"/>
                <a:gd name="connsiteX50" fmla="*/ 54769 w 248030"/>
                <a:gd name="connsiteY50" fmla="*/ 174403 h 490156"/>
                <a:gd name="connsiteX51" fmla="*/ 33433 w 248030"/>
                <a:gd name="connsiteY51" fmla="*/ 125540 h 490156"/>
                <a:gd name="connsiteX52" fmla="*/ 88773 w 248030"/>
                <a:gd name="connsiteY52" fmla="*/ 121634 h 490156"/>
                <a:gd name="connsiteX53" fmla="*/ 119539 w 248030"/>
                <a:gd name="connsiteY53" fmla="*/ 120587 h 490156"/>
                <a:gd name="connsiteX54" fmla="*/ 126778 w 248030"/>
                <a:gd name="connsiteY54" fmla="*/ 120968 h 490156"/>
                <a:gd name="connsiteX55" fmla="*/ 136208 w 248030"/>
                <a:gd name="connsiteY55" fmla="*/ 121444 h 490156"/>
                <a:gd name="connsiteX56" fmla="*/ 156020 w 248030"/>
                <a:gd name="connsiteY56" fmla="*/ 122015 h 490156"/>
                <a:gd name="connsiteX57" fmla="*/ 158306 w 248030"/>
                <a:gd name="connsiteY57" fmla="*/ 98679 h 490156"/>
                <a:gd name="connsiteX58" fmla="*/ 159258 w 248030"/>
                <a:gd name="connsiteY58" fmla="*/ 80391 h 490156"/>
                <a:gd name="connsiteX59" fmla="*/ 170879 w 248030"/>
                <a:gd name="connsiteY59" fmla="*/ 74295 h 490156"/>
                <a:gd name="connsiteX60" fmla="*/ 176022 w 248030"/>
                <a:gd name="connsiteY60" fmla="*/ 71628 h 490156"/>
                <a:gd name="connsiteX61" fmla="*/ 188595 w 248030"/>
                <a:gd name="connsiteY61" fmla="*/ 65437 h 490156"/>
                <a:gd name="connsiteX62" fmla="*/ 192786 w 248030"/>
                <a:gd name="connsiteY62" fmla="*/ 63341 h 490156"/>
                <a:gd name="connsiteX63" fmla="*/ 203930 w 248030"/>
                <a:gd name="connsiteY63" fmla="*/ 58103 h 490156"/>
                <a:gd name="connsiteX64" fmla="*/ 191929 w 248030"/>
                <a:gd name="connsiteY64" fmla="*/ 9049 h 490156"/>
                <a:gd name="connsiteX65" fmla="*/ 197453 w 248030"/>
                <a:gd name="connsiteY65" fmla="*/ 7239 h 490156"/>
                <a:gd name="connsiteX66" fmla="*/ 248031 w 248030"/>
                <a:gd name="connsiteY66" fmla="*/ 0 h 490156"/>
                <a:gd name="connsiteX67" fmla="*/ 230886 w 248030"/>
                <a:gd name="connsiteY67" fmla="*/ 136493 h 49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48030" h="490156">
                  <a:moveTo>
                    <a:pt x="230886" y="136493"/>
                  </a:moveTo>
                  <a:lnTo>
                    <a:pt x="224028" y="225552"/>
                  </a:lnTo>
                  <a:lnTo>
                    <a:pt x="218408" y="278892"/>
                  </a:lnTo>
                  <a:lnTo>
                    <a:pt x="218599" y="280130"/>
                  </a:lnTo>
                  <a:lnTo>
                    <a:pt x="219456" y="288703"/>
                  </a:lnTo>
                  <a:lnTo>
                    <a:pt x="220123" y="295751"/>
                  </a:lnTo>
                  <a:lnTo>
                    <a:pt x="225362" y="312515"/>
                  </a:lnTo>
                  <a:lnTo>
                    <a:pt x="227171" y="317278"/>
                  </a:lnTo>
                  <a:lnTo>
                    <a:pt x="231839" y="328994"/>
                  </a:lnTo>
                  <a:lnTo>
                    <a:pt x="244221" y="354616"/>
                  </a:lnTo>
                  <a:lnTo>
                    <a:pt x="219837" y="361664"/>
                  </a:lnTo>
                  <a:lnTo>
                    <a:pt x="218027" y="362141"/>
                  </a:lnTo>
                  <a:lnTo>
                    <a:pt x="209264" y="364712"/>
                  </a:lnTo>
                  <a:lnTo>
                    <a:pt x="141923" y="391382"/>
                  </a:lnTo>
                  <a:lnTo>
                    <a:pt x="149924" y="416433"/>
                  </a:lnTo>
                  <a:lnTo>
                    <a:pt x="154591" y="426815"/>
                  </a:lnTo>
                  <a:lnTo>
                    <a:pt x="158687" y="435959"/>
                  </a:lnTo>
                  <a:lnTo>
                    <a:pt x="170212" y="453866"/>
                  </a:lnTo>
                  <a:lnTo>
                    <a:pt x="173736" y="459391"/>
                  </a:lnTo>
                  <a:lnTo>
                    <a:pt x="180499" y="474536"/>
                  </a:lnTo>
                  <a:lnTo>
                    <a:pt x="166592" y="478917"/>
                  </a:lnTo>
                  <a:lnTo>
                    <a:pt x="159544" y="477012"/>
                  </a:lnTo>
                  <a:lnTo>
                    <a:pt x="133350" y="490157"/>
                  </a:lnTo>
                  <a:lnTo>
                    <a:pt x="130302" y="489776"/>
                  </a:lnTo>
                  <a:lnTo>
                    <a:pt x="80391" y="482727"/>
                  </a:lnTo>
                  <a:lnTo>
                    <a:pt x="78867" y="482251"/>
                  </a:lnTo>
                  <a:lnTo>
                    <a:pt x="77057" y="479108"/>
                  </a:lnTo>
                  <a:lnTo>
                    <a:pt x="76295" y="475012"/>
                  </a:lnTo>
                  <a:lnTo>
                    <a:pt x="34385" y="423863"/>
                  </a:lnTo>
                  <a:lnTo>
                    <a:pt x="20003" y="412528"/>
                  </a:lnTo>
                  <a:lnTo>
                    <a:pt x="16859" y="405765"/>
                  </a:lnTo>
                  <a:lnTo>
                    <a:pt x="0" y="342519"/>
                  </a:lnTo>
                  <a:lnTo>
                    <a:pt x="14192" y="331946"/>
                  </a:lnTo>
                  <a:lnTo>
                    <a:pt x="25337" y="325946"/>
                  </a:lnTo>
                  <a:lnTo>
                    <a:pt x="42482" y="323183"/>
                  </a:lnTo>
                  <a:lnTo>
                    <a:pt x="48958" y="325374"/>
                  </a:lnTo>
                  <a:lnTo>
                    <a:pt x="53531" y="327279"/>
                  </a:lnTo>
                  <a:lnTo>
                    <a:pt x="56483" y="328613"/>
                  </a:lnTo>
                  <a:lnTo>
                    <a:pt x="60293" y="328517"/>
                  </a:lnTo>
                  <a:lnTo>
                    <a:pt x="61246" y="328517"/>
                  </a:lnTo>
                  <a:lnTo>
                    <a:pt x="61722" y="328232"/>
                  </a:lnTo>
                  <a:lnTo>
                    <a:pt x="65056" y="326898"/>
                  </a:lnTo>
                  <a:lnTo>
                    <a:pt x="66770" y="324421"/>
                  </a:lnTo>
                  <a:lnTo>
                    <a:pt x="68771" y="320897"/>
                  </a:lnTo>
                  <a:lnTo>
                    <a:pt x="69342" y="318326"/>
                  </a:lnTo>
                  <a:lnTo>
                    <a:pt x="69056" y="315849"/>
                  </a:lnTo>
                  <a:lnTo>
                    <a:pt x="61246" y="298800"/>
                  </a:lnTo>
                  <a:lnTo>
                    <a:pt x="27051" y="258794"/>
                  </a:lnTo>
                  <a:lnTo>
                    <a:pt x="74771" y="239268"/>
                  </a:lnTo>
                  <a:lnTo>
                    <a:pt x="69437" y="206502"/>
                  </a:lnTo>
                  <a:lnTo>
                    <a:pt x="54769" y="174403"/>
                  </a:lnTo>
                  <a:lnTo>
                    <a:pt x="33433" y="125540"/>
                  </a:lnTo>
                  <a:lnTo>
                    <a:pt x="88773" y="121634"/>
                  </a:lnTo>
                  <a:lnTo>
                    <a:pt x="119539" y="120587"/>
                  </a:lnTo>
                  <a:lnTo>
                    <a:pt x="126778" y="120968"/>
                  </a:lnTo>
                  <a:lnTo>
                    <a:pt x="136208" y="121444"/>
                  </a:lnTo>
                  <a:lnTo>
                    <a:pt x="156020" y="122015"/>
                  </a:lnTo>
                  <a:lnTo>
                    <a:pt x="158306" y="98679"/>
                  </a:lnTo>
                  <a:lnTo>
                    <a:pt x="159258" y="80391"/>
                  </a:lnTo>
                  <a:lnTo>
                    <a:pt x="170879" y="74295"/>
                  </a:lnTo>
                  <a:lnTo>
                    <a:pt x="176022" y="71628"/>
                  </a:lnTo>
                  <a:lnTo>
                    <a:pt x="188595" y="65437"/>
                  </a:lnTo>
                  <a:lnTo>
                    <a:pt x="192786" y="63341"/>
                  </a:lnTo>
                  <a:lnTo>
                    <a:pt x="203930" y="58103"/>
                  </a:lnTo>
                  <a:lnTo>
                    <a:pt x="191929" y="9049"/>
                  </a:lnTo>
                  <a:lnTo>
                    <a:pt x="197453" y="7239"/>
                  </a:lnTo>
                  <a:lnTo>
                    <a:pt x="248031" y="0"/>
                  </a:lnTo>
                  <a:lnTo>
                    <a:pt x="230886" y="13649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9" name="서울특별시 금천구 독산2동">
              <a:extLst>
                <a:ext uri="{FF2B5EF4-FFF2-40B4-BE49-F238E27FC236}">
                  <a16:creationId xmlns:a16="http://schemas.microsoft.com/office/drawing/2014/main" id="{EEB8E8FA-F96A-2BD4-23C0-5880FC2F55E1}"/>
                </a:ext>
              </a:extLst>
            </p:cNvPr>
            <p:cNvSpPr/>
            <p:nvPr/>
          </p:nvSpPr>
          <p:spPr>
            <a:xfrm>
              <a:off x="4707445" y="5198078"/>
              <a:ext cx="274034" cy="171259"/>
            </a:xfrm>
            <a:custGeom>
              <a:avLst/>
              <a:gdLst>
                <a:gd name="connsiteX0" fmla="*/ 273368 w 274034"/>
                <a:gd name="connsiteY0" fmla="*/ 25527 h 171259"/>
                <a:gd name="connsiteX1" fmla="*/ 274034 w 274034"/>
                <a:gd name="connsiteY1" fmla="*/ 31528 h 171259"/>
                <a:gd name="connsiteX2" fmla="*/ 247364 w 274034"/>
                <a:gd name="connsiteY2" fmla="*/ 39148 h 171259"/>
                <a:gd name="connsiteX3" fmla="*/ 242983 w 274034"/>
                <a:gd name="connsiteY3" fmla="*/ 36481 h 171259"/>
                <a:gd name="connsiteX4" fmla="*/ 234315 w 274034"/>
                <a:gd name="connsiteY4" fmla="*/ 32956 h 171259"/>
                <a:gd name="connsiteX5" fmla="*/ 228600 w 274034"/>
                <a:gd name="connsiteY5" fmla="*/ 30766 h 171259"/>
                <a:gd name="connsiteX6" fmla="*/ 223742 w 274034"/>
                <a:gd name="connsiteY6" fmla="*/ 31718 h 171259"/>
                <a:gd name="connsiteX7" fmla="*/ 180499 w 274034"/>
                <a:gd name="connsiteY7" fmla="*/ 53721 h 171259"/>
                <a:gd name="connsiteX8" fmla="*/ 137731 w 274034"/>
                <a:gd name="connsiteY8" fmla="*/ 85439 h 171259"/>
                <a:gd name="connsiteX9" fmla="*/ 127730 w 274034"/>
                <a:gd name="connsiteY9" fmla="*/ 92869 h 171259"/>
                <a:gd name="connsiteX10" fmla="*/ 101060 w 274034"/>
                <a:gd name="connsiteY10" fmla="*/ 94488 h 171259"/>
                <a:gd name="connsiteX11" fmla="*/ 94964 w 274034"/>
                <a:gd name="connsiteY11" fmla="*/ 104775 h 171259"/>
                <a:gd name="connsiteX12" fmla="*/ 94583 w 274034"/>
                <a:gd name="connsiteY12" fmla="*/ 109918 h 171259"/>
                <a:gd name="connsiteX13" fmla="*/ 93536 w 274034"/>
                <a:gd name="connsiteY13" fmla="*/ 123825 h 171259"/>
                <a:gd name="connsiteX14" fmla="*/ 81439 w 274034"/>
                <a:gd name="connsiteY14" fmla="*/ 144685 h 171259"/>
                <a:gd name="connsiteX15" fmla="*/ 51149 w 274034"/>
                <a:gd name="connsiteY15" fmla="*/ 167735 h 171259"/>
                <a:gd name="connsiteX16" fmla="*/ 50482 w 274034"/>
                <a:gd name="connsiteY16" fmla="*/ 167926 h 171259"/>
                <a:gd name="connsiteX17" fmla="*/ 37052 w 274034"/>
                <a:gd name="connsiteY17" fmla="*/ 171259 h 171259"/>
                <a:gd name="connsiteX18" fmla="*/ 32671 w 274034"/>
                <a:gd name="connsiteY18" fmla="*/ 162401 h 171259"/>
                <a:gd name="connsiteX19" fmla="*/ 28099 w 274034"/>
                <a:gd name="connsiteY19" fmla="*/ 151162 h 171259"/>
                <a:gd name="connsiteX20" fmla="*/ 25813 w 274034"/>
                <a:gd name="connsiteY20" fmla="*/ 145447 h 171259"/>
                <a:gd name="connsiteX21" fmla="*/ 13430 w 274034"/>
                <a:gd name="connsiteY21" fmla="*/ 119824 h 171259"/>
                <a:gd name="connsiteX22" fmla="*/ 8763 w 274034"/>
                <a:gd name="connsiteY22" fmla="*/ 108109 h 171259"/>
                <a:gd name="connsiteX23" fmla="*/ 6953 w 274034"/>
                <a:gd name="connsiteY23" fmla="*/ 103346 h 171259"/>
                <a:gd name="connsiteX24" fmla="*/ 1714 w 274034"/>
                <a:gd name="connsiteY24" fmla="*/ 86582 h 171259"/>
                <a:gd name="connsiteX25" fmla="*/ 1048 w 274034"/>
                <a:gd name="connsiteY25" fmla="*/ 79534 h 171259"/>
                <a:gd name="connsiteX26" fmla="*/ 191 w 274034"/>
                <a:gd name="connsiteY26" fmla="*/ 70961 h 171259"/>
                <a:gd name="connsiteX27" fmla="*/ 0 w 274034"/>
                <a:gd name="connsiteY27" fmla="*/ 69723 h 171259"/>
                <a:gd name="connsiteX28" fmla="*/ 5620 w 274034"/>
                <a:gd name="connsiteY28" fmla="*/ 16383 h 171259"/>
                <a:gd name="connsiteX29" fmla="*/ 47435 w 274034"/>
                <a:gd name="connsiteY29" fmla="*/ 16954 h 171259"/>
                <a:gd name="connsiteX30" fmla="*/ 64484 w 274034"/>
                <a:gd name="connsiteY30" fmla="*/ 17145 h 171259"/>
                <a:gd name="connsiteX31" fmla="*/ 79534 w 274034"/>
                <a:gd name="connsiteY31" fmla="*/ 17240 h 171259"/>
                <a:gd name="connsiteX32" fmla="*/ 80201 w 274034"/>
                <a:gd name="connsiteY32" fmla="*/ 17240 h 171259"/>
                <a:gd name="connsiteX33" fmla="*/ 92678 w 274034"/>
                <a:gd name="connsiteY33" fmla="*/ 15621 h 171259"/>
                <a:gd name="connsiteX34" fmla="*/ 99536 w 274034"/>
                <a:gd name="connsiteY34" fmla="*/ 14764 h 171259"/>
                <a:gd name="connsiteX35" fmla="*/ 114586 w 274034"/>
                <a:gd name="connsiteY35" fmla="*/ 12668 h 171259"/>
                <a:gd name="connsiteX36" fmla="*/ 126968 w 274034"/>
                <a:gd name="connsiteY36" fmla="*/ 10954 h 171259"/>
                <a:gd name="connsiteX37" fmla="*/ 144971 w 274034"/>
                <a:gd name="connsiteY37" fmla="*/ 7715 h 171259"/>
                <a:gd name="connsiteX38" fmla="*/ 156686 w 274034"/>
                <a:gd name="connsiteY38" fmla="*/ 3429 h 171259"/>
                <a:gd name="connsiteX39" fmla="*/ 162782 w 274034"/>
                <a:gd name="connsiteY39" fmla="*/ 1619 h 171259"/>
                <a:gd name="connsiteX40" fmla="*/ 164021 w 274034"/>
                <a:gd name="connsiteY40" fmla="*/ 1238 h 171259"/>
                <a:gd name="connsiteX41" fmla="*/ 165259 w 274034"/>
                <a:gd name="connsiteY41" fmla="*/ 952 h 171259"/>
                <a:gd name="connsiteX42" fmla="*/ 168878 w 274034"/>
                <a:gd name="connsiteY42" fmla="*/ 190 h 171259"/>
                <a:gd name="connsiteX43" fmla="*/ 171545 w 274034"/>
                <a:gd name="connsiteY43" fmla="*/ 0 h 171259"/>
                <a:gd name="connsiteX44" fmla="*/ 183166 w 274034"/>
                <a:gd name="connsiteY44" fmla="*/ 952 h 171259"/>
                <a:gd name="connsiteX45" fmla="*/ 188690 w 274034"/>
                <a:gd name="connsiteY45" fmla="*/ 1714 h 171259"/>
                <a:gd name="connsiteX46" fmla="*/ 190690 w 274034"/>
                <a:gd name="connsiteY46" fmla="*/ 2286 h 171259"/>
                <a:gd name="connsiteX47" fmla="*/ 194977 w 274034"/>
                <a:gd name="connsiteY47" fmla="*/ 3429 h 171259"/>
                <a:gd name="connsiteX48" fmla="*/ 195834 w 274034"/>
                <a:gd name="connsiteY48" fmla="*/ 4572 h 171259"/>
                <a:gd name="connsiteX49" fmla="*/ 273368 w 274034"/>
                <a:gd name="connsiteY49" fmla="*/ 25527 h 17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74034" h="171259">
                  <a:moveTo>
                    <a:pt x="273368" y="25527"/>
                  </a:moveTo>
                  <a:lnTo>
                    <a:pt x="274034" y="31528"/>
                  </a:lnTo>
                  <a:lnTo>
                    <a:pt x="247364" y="39148"/>
                  </a:lnTo>
                  <a:lnTo>
                    <a:pt x="242983" y="36481"/>
                  </a:lnTo>
                  <a:lnTo>
                    <a:pt x="234315" y="32956"/>
                  </a:lnTo>
                  <a:lnTo>
                    <a:pt x="228600" y="30766"/>
                  </a:lnTo>
                  <a:lnTo>
                    <a:pt x="223742" y="31718"/>
                  </a:lnTo>
                  <a:lnTo>
                    <a:pt x="180499" y="53721"/>
                  </a:lnTo>
                  <a:lnTo>
                    <a:pt x="137731" y="85439"/>
                  </a:lnTo>
                  <a:lnTo>
                    <a:pt x="127730" y="92869"/>
                  </a:lnTo>
                  <a:lnTo>
                    <a:pt x="101060" y="94488"/>
                  </a:lnTo>
                  <a:lnTo>
                    <a:pt x="94964" y="104775"/>
                  </a:lnTo>
                  <a:lnTo>
                    <a:pt x="94583" y="109918"/>
                  </a:lnTo>
                  <a:lnTo>
                    <a:pt x="93536" y="123825"/>
                  </a:lnTo>
                  <a:lnTo>
                    <a:pt x="81439" y="144685"/>
                  </a:lnTo>
                  <a:lnTo>
                    <a:pt x="51149" y="167735"/>
                  </a:lnTo>
                  <a:lnTo>
                    <a:pt x="50482" y="167926"/>
                  </a:lnTo>
                  <a:lnTo>
                    <a:pt x="37052" y="171259"/>
                  </a:lnTo>
                  <a:lnTo>
                    <a:pt x="32671" y="162401"/>
                  </a:lnTo>
                  <a:lnTo>
                    <a:pt x="28099" y="151162"/>
                  </a:lnTo>
                  <a:lnTo>
                    <a:pt x="25813" y="145447"/>
                  </a:lnTo>
                  <a:lnTo>
                    <a:pt x="13430" y="119824"/>
                  </a:lnTo>
                  <a:lnTo>
                    <a:pt x="8763" y="108109"/>
                  </a:lnTo>
                  <a:lnTo>
                    <a:pt x="6953" y="103346"/>
                  </a:lnTo>
                  <a:lnTo>
                    <a:pt x="1714" y="86582"/>
                  </a:lnTo>
                  <a:lnTo>
                    <a:pt x="1048" y="79534"/>
                  </a:lnTo>
                  <a:lnTo>
                    <a:pt x="191" y="70961"/>
                  </a:lnTo>
                  <a:lnTo>
                    <a:pt x="0" y="69723"/>
                  </a:lnTo>
                  <a:lnTo>
                    <a:pt x="5620" y="16383"/>
                  </a:lnTo>
                  <a:lnTo>
                    <a:pt x="47435" y="16954"/>
                  </a:lnTo>
                  <a:lnTo>
                    <a:pt x="64484" y="17145"/>
                  </a:lnTo>
                  <a:lnTo>
                    <a:pt x="79534" y="17240"/>
                  </a:lnTo>
                  <a:lnTo>
                    <a:pt x="80201" y="17240"/>
                  </a:lnTo>
                  <a:lnTo>
                    <a:pt x="92678" y="15621"/>
                  </a:lnTo>
                  <a:lnTo>
                    <a:pt x="99536" y="14764"/>
                  </a:lnTo>
                  <a:lnTo>
                    <a:pt x="114586" y="12668"/>
                  </a:lnTo>
                  <a:lnTo>
                    <a:pt x="126968" y="10954"/>
                  </a:lnTo>
                  <a:lnTo>
                    <a:pt x="144971" y="7715"/>
                  </a:lnTo>
                  <a:lnTo>
                    <a:pt x="156686" y="3429"/>
                  </a:lnTo>
                  <a:lnTo>
                    <a:pt x="162782" y="1619"/>
                  </a:lnTo>
                  <a:lnTo>
                    <a:pt x="164021" y="1238"/>
                  </a:lnTo>
                  <a:lnTo>
                    <a:pt x="165259" y="952"/>
                  </a:lnTo>
                  <a:lnTo>
                    <a:pt x="168878" y="190"/>
                  </a:lnTo>
                  <a:lnTo>
                    <a:pt x="171545" y="0"/>
                  </a:lnTo>
                  <a:lnTo>
                    <a:pt x="183166" y="952"/>
                  </a:lnTo>
                  <a:lnTo>
                    <a:pt x="188690" y="1714"/>
                  </a:lnTo>
                  <a:lnTo>
                    <a:pt x="190690" y="2286"/>
                  </a:lnTo>
                  <a:lnTo>
                    <a:pt x="194977" y="3429"/>
                  </a:lnTo>
                  <a:lnTo>
                    <a:pt x="195834" y="4572"/>
                  </a:lnTo>
                  <a:lnTo>
                    <a:pt x="273368" y="255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0" name="서울특별시 금천구 독산3동">
              <a:extLst>
                <a:ext uri="{FF2B5EF4-FFF2-40B4-BE49-F238E27FC236}">
                  <a16:creationId xmlns:a16="http://schemas.microsoft.com/office/drawing/2014/main" id="{11EE903E-6BB7-695F-B912-06BA7E2DBD67}"/>
                </a:ext>
              </a:extLst>
            </p:cNvPr>
            <p:cNvSpPr/>
            <p:nvPr/>
          </p:nvSpPr>
          <p:spPr>
            <a:xfrm>
              <a:off x="4719923" y="4952714"/>
              <a:ext cx="252507" cy="175164"/>
            </a:xfrm>
            <a:custGeom>
              <a:avLst/>
              <a:gdLst>
                <a:gd name="connsiteX0" fmla="*/ 185261 w 252507"/>
                <a:gd name="connsiteY0" fmla="*/ 150971 h 175164"/>
                <a:gd name="connsiteX1" fmla="*/ 169545 w 252507"/>
                <a:gd name="connsiteY1" fmla="*/ 157163 h 175164"/>
                <a:gd name="connsiteX2" fmla="*/ 155638 w 252507"/>
                <a:gd name="connsiteY2" fmla="*/ 161163 h 175164"/>
                <a:gd name="connsiteX3" fmla="*/ 150686 w 252507"/>
                <a:gd name="connsiteY3" fmla="*/ 162496 h 175164"/>
                <a:gd name="connsiteX4" fmla="*/ 125063 w 252507"/>
                <a:gd name="connsiteY4" fmla="*/ 159448 h 175164"/>
                <a:gd name="connsiteX5" fmla="*/ 116777 w 252507"/>
                <a:gd name="connsiteY5" fmla="*/ 158496 h 175164"/>
                <a:gd name="connsiteX6" fmla="*/ 101822 w 252507"/>
                <a:gd name="connsiteY6" fmla="*/ 156686 h 175164"/>
                <a:gd name="connsiteX7" fmla="*/ 93917 w 252507"/>
                <a:gd name="connsiteY7" fmla="*/ 155734 h 175164"/>
                <a:gd name="connsiteX8" fmla="*/ 44196 w 252507"/>
                <a:gd name="connsiteY8" fmla="*/ 175165 h 175164"/>
                <a:gd name="connsiteX9" fmla="*/ 0 w 252507"/>
                <a:gd name="connsiteY9" fmla="*/ 172688 h 175164"/>
                <a:gd name="connsiteX10" fmla="*/ 17145 w 252507"/>
                <a:gd name="connsiteY10" fmla="*/ 36195 h 175164"/>
                <a:gd name="connsiteX11" fmla="*/ 26479 w 252507"/>
                <a:gd name="connsiteY11" fmla="*/ 10954 h 175164"/>
                <a:gd name="connsiteX12" fmla="*/ 48292 w 252507"/>
                <a:gd name="connsiteY12" fmla="*/ 29432 h 175164"/>
                <a:gd name="connsiteX13" fmla="*/ 74486 w 252507"/>
                <a:gd name="connsiteY13" fmla="*/ 25527 h 175164"/>
                <a:gd name="connsiteX14" fmla="*/ 80867 w 252507"/>
                <a:gd name="connsiteY14" fmla="*/ 24384 h 175164"/>
                <a:gd name="connsiteX15" fmla="*/ 106109 w 252507"/>
                <a:gd name="connsiteY15" fmla="*/ 19717 h 175164"/>
                <a:gd name="connsiteX16" fmla="*/ 132302 w 252507"/>
                <a:gd name="connsiteY16" fmla="*/ 14954 h 175164"/>
                <a:gd name="connsiteX17" fmla="*/ 154877 w 252507"/>
                <a:gd name="connsiteY17" fmla="*/ 10763 h 175164"/>
                <a:gd name="connsiteX18" fmla="*/ 172021 w 252507"/>
                <a:gd name="connsiteY18" fmla="*/ 7620 h 175164"/>
                <a:gd name="connsiteX19" fmla="*/ 190976 w 252507"/>
                <a:gd name="connsiteY19" fmla="*/ 4096 h 175164"/>
                <a:gd name="connsiteX20" fmla="*/ 212407 w 252507"/>
                <a:gd name="connsiteY20" fmla="*/ 0 h 175164"/>
                <a:gd name="connsiteX21" fmla="*/ 196024 w 252507"/>
                <a:gd name="connsiteY21" fmla="*/ 27337 h 175164"/>
                <a:gd name="connsiteX22" fmla="*/ 196024 w 252507"/>
                <a:gd name="connsiteY22" fmla="*/ 37814 h 175164"/>
                <a:gd name="connsiteX23" fmla="*/ 203549 w 252507"/>
                <a:gd name="connsiteY23" fmla="*/ 46291 h 175164"/>
                <a:gd name="connsiteX24" fmla="*/ 208026 w 252507"/>
                <a:gd name="connsiteY24" fmla="*/ 49816 h 175164"/>
                <a:gd name="connsiteX25" fmla="*/ 229171 w 252507"/>
                <a:gd name="connsiteY25" fmla="*/ 51626 h 175164"/>
                <a:gd name="connsiteX26" fmla="*/ 240221 w 252507"/>
                <a:gd name="connsiteY26" fmla="*/ 50863 h 175164"/>
                <a:gd name="connsiteX27" fmla="*/ 240792 w 252507"/>
                <a:gd name="connsiteY27" fmla="*/ 50768 h 175164"/>
                <a:gd name="connsiteX28" fmla="*/ 246793 w 252507"/>
                <a:gd name="connsiteY28" fmla="*/ 50482 h 175164"/>
                <a:gd name="connsiteX29" fmla="*/ 251174 w 252507"/>
                <a:gd name="connsiteY29" fmla="*/ 66865 h 175164"/>
                <a:gd name="connsiteX30" fmla="*/ 252508 w 252507"/>
                <a:gd name="connsiteY30" fmla="*/ 73343 h 175164"/>
                <a:gd name="connsiteX31" fmla="*/ 247079 w 252507"/>
                <a:gd name="connsiteY31" fmla="*/ 98488 h 175164"/>
                <a:gd name="connsiteX32" fmla="*/ 241745 w 252507"/>
                <a:gd name="connsiteY32" fmla="*/ 112681 h 175164"/>
                <a:gd name="connsiteX33" fmla="*/ 234696 w 252507"/>
                <a:gd name="connsiteY33" fmla="*/ 128588 h 175164"/>
                <a:gd name="connsiteX34" fmla="*/ 234315 w 252507"/>
                <a:gd name="connsiteY34" fmla="*/ 129254 h 175164"/>
                <a:gd name="connsiteX35" fmla="*/ 233839 w 252507"/>
                <a:gd name="connsiteY35" fmla="*/ 129826 h 175164"/>
                <a:gd name="connsiteX36" fmla="*/ 233172 w 252507"/>
                <a:gd name="connsiteY36" fmla="*/ 130493 h 175164"/>
                <a:gd name="connsiteX37" fmla="*/ 232791 w 252507"/>
                <a:gd name="connsiteY37" fmla="*/ 130873 h 175164"/>
                <a:gd name="connsiteX38" fmla="*/ 232029 w 252507"/>
                <a:gd name="connsiteY38" fmla="*/ 131445 h 175164"/>
                <a:gd name="connsiteX39" fmla="*/ 230410 w 252507"/>
                <a:gd name="connsiteY39" fmla="*/ 132493 h 175164"/>
                <a:gd name="connsiteX40" fmla="*/ 215265 w 252507"/>
                <a:gd name="connsiteY40" fmla="*/ 139446 h 175164"/>
                <a:gd name="connsiteX41" fmla="*/ 214503 w 252507"/>
                <a:gd name="connsiteY41" fmla="*/ 139732 h 175164"/>
                <a:gd name="connsiteX42" fmla="*/ 185261 w 252507"/>
                <a:gd name="connsiteY42" fmla="*/ 150971 h 1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2507" h="175164">
                  <a:moveTo>
                    <a:pt x="185261" y="150971"/>
                  </a:moveTo>
                  <a:lnTo>
                    <a:pt x="169545" y="157163"/>
                  </a:lnTo>
                  <a:lnTo>
                    <a:pt x="155638" y="161163"/>
                  </a:lnTo>
                  <a:lnTo>
                    <a:pt x="150686" y="162496"/>
                  </a:lnTo>
                  <a:lnTo>
                    <a:pt x="125063" y="159448"/>
                  </a:lnTo>
                  <a:lnTo>
                    <a:pt x="116777" y="158496"/>
                  </a:lnTo>
                  <a:lnTo>
                    <a:pt x="101822" y="156686"/>
                  </a:lnTo>
                  <a:lnTo>
                    <a:pt x="93917" y="155734"/>
                  </a:lnTo>
                  <a:lnTo>
                    <a:pt x="44196" y="175165"/>
                  </a:lnTo>
                  <a:lnTo>
                    <a:pt x="0" y="172688"/>
                  </a:lnTo>
                  <a:lnTo>
                    <a:pt x="17145" y="36195"/>
                  </a:lnTo>
                  <a:lnTo>
                    <a:pt x="26479" y="10954"/>
                  </a:lnTo>
                  <a:lnTo>
                    <a:pt x="48292" y="29432"/>
                  </a:lnTo>
                  <a:lnTo>
                    <a:pt x="74486" y="25527"/>
                  </a:lnTo>
                  <a:lnTo>
                    <a:pt x="80867" y="24384"/>
                  </a:lnTo>
                  <a:lnTo>
                    <a:pt x="106109" y="19717"/>
                  </a:lnTo>
                  <a:lnTo>
                    <a:pt x="132302" y="14954"/>
                  </a:lnTo>
                  <a:lnTo>
                    <a:pt x="154877" y="10763"/>
                  </a:lnTo>
                  <a:lnTo>
                    <a:pt x="172021" y="7620"/>
                  </a:lnTo>
                  <a:lnTo>
                    <a:pt x="190976" y="4096"/>
                  </a:lnTo>
                  <a:lnTo>
                    <a:pt x="212407" y="0"/>
                  </a:lnTo>
                  <a:lnTo>
                    <a:pt x="196024" y="27337"/>
                  </a:lnTo>
                  <a:lnTo>
                    <a:pt x="196024" y="37814"/>
                  </a:lnTo>
                  <a:lnTo>
                    <a:pt x="203549" y="46291"/>
                  </a:lnTo>
                  <a:lnTo>
                    <a:pt x="208026" y="49816"/>
                  </a:lnTo>
                  <a:lnTo>
                    <a:pt x="229171" y="51626"/>
                  </a:lnTo>
                  <a:lnTo>
                    <a:pt x="240221" y="50863"/>
                  </a:lnTo>
                  <a:lnTo>
                    <a:pt x="240792" y="50768"/>
                  </a:lnTo>
                  <a:lnTo>
                    <a:pt x="246793" y="50482"/>
                  </a:lnTo>
                  <a:lnTo>
                    <a:pt x="251174" y="66865"/>
                  </a:lnTo>
                  <a:lnTo>
                    <a:pt x="252508" y="73343"/>
                  </a:lnTo>
                  <a:lnTo>
                    <a:pt x="247079" y="98488"/>
                  </a:lnTo>
                  <a:lnTo>
                    <a:pt x="241745" y="112681"/>
                  </a:lnTo>
                  <a:lnTo>
                    <a:pt x="234696" y="128588"/>
                  </a:lnTo>
                  <a:lnTo>
                    <a:pt x="234315" y="129254"/>
                  </a:lnTo>
                  <a:lnTo>
                    <a:pt x="233839" y="129826"/>
                  </a:lnTo>
                  <a:lnTo>
                    <a:pt x="233172" y="130493"/>
                  </a:lnTo>
                  <a:lnTo>
                    <a:pt x="232791" y="130873"/>
                  </a:lnTo>
                  <a:lnTo>
                    <a:pt x="232029" y="131445"/>
                  </a:lnTo>
                  <a:lnTo>
                    <a:pt x="230410" y="132493"/>
                  </a:lnTo>
                  <a:lnTo>
                    <a:pt x="215265" y="139446"/>
                  </a:lnTo>
                  <a:lnTo>
                    <a:pt x="214503" y="139732"/>
                  </a:lnTo>
                  <a:lnTo>
                    <a:pt x="185261" y="15097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1" name="서울특별시 금천구 독산4동">
              <a:extLst>
                <a:ext uri="{FF2B5EF4-FFF2-40B4-BE49-F238E27FC236}">
                  <a16:creationId xmlns:a16="http://schemas.microsoft.com/office/drawing/2014/main" id="{2CE68499-363B-380B-D3A8-0E17557E1972}"/>
                </a:ext>
              </a:extLst>
            </p:cNvPr>
            <p:cNvSpPr/>
            <p:nvPr/>
          </p:nvSpPr>
          <p:spPr>
            <a:xfrm>
              <a:off x="4713065" y="5103685"/>
              <a:ext cx="267747" cy="119919"/>
            </a:xfrm>
            <a:custGeom>
              <a:avLst/>
              <a:gdLst>
                <a:gd name="connsiteX0" fmla="*/ 267748 w 267747"/>
                <a:gd name="connsiteY0" fmla="*/ 119920 h 119919"/>
                <a:gd name="connsiteX1" fmla="*/ 190214 w 267747"/>
                <a:gd name="connsiteY1" fmla="*/ 98965 h 119919"/>
                <a:gd name="connsiteX2" fmla="*/ 189357 w 267747"/>
                <a:gd name="connsiteY2" fmla="*/ 97822 h 119919"/>
                <a:gd name="connsiteX3" fmla="*/ 185071 w 267747"/>
                <a:gd name="connsiteY3" fmla="*/ 96679 h 119919"/>
                <a:gd name="connsiteX4" fmla="*/ 183071 w 267747"/>
                <a:gd name="connsiteY4" fmla="*/ 96107 h 119919"/>
                <a:gd name="connsiteX5" fmla="*/ 177546 w 267747"/>
                <a:gd name="connsiteY5" fmla="*/ 95345 h 119919"/>
                <a:gd name="connsiteX6" fmla="*/ 165926 w 267747"/>
                <a:gd name="connsiteY6" fmla="*/ 94393 h 119919"/>
                <a:gd name="connsiteX7" fmla="*/ 163259 w 267747"/>
                <a:gd name="connsiteY7" fmla="*/ 94583 h 119919"/>
                <a:gd name="connsiteX8" fmla="*/ 159639 w 267747"/>
                <a:gd name="connsiteY8" fmla="*/ 95345 h 119919"/>
                <a:gd name="connsiteX9" fmla="*/ 158401 w 267747"/>
                <a:gd name="connsiteY9" fmla="*/ 95631 h 119919"/>
                <a:gd name="connsiteX10" fmla="*/ 157163 w 267747"/>
                <a:gd name="connsiteY10" fmla="*/ 96012 h 119919"/>
                <a:gd name="connsiteX11" fmla="*/ 151067 w 267747"/>
                <a:gd name="connsiteY11" fmla="*/ 97822 h 119919"/>
                <a:gd name="connsiteX12" fmla="*/ 139351 w 267747"/>
                <a:gd name="connsiteY12" fmla="*/ 102108 h 119919"/>
                <a:gd name="connsiteX13" fmla="*/ 121348 w 267747"/>
                <a:gd name="connsiteY13" fmla="*/ 105346 h 119919"/>
                <a:gd name="connsiteX14" fmla="*/ 108966 w 267747"/>
                <a:gd name="connsiteY14" fmla="*/ 107061 h 119919"/>
                <a:gd name="connsiteX15" fmla="*/ 93917 w 267747"/>
                <a:gd name="connsiteY15" fmla="*/ 109156 h 119919"/>
                <a:gd name="connsiteX16" fmla="*/ 87059 w 267747"/>
                <a:gd name="connsiteY16" fmla="*/ 110014 h 119919"/>
                <a:gd name="connsiteX17" fmla="*/ 74581 w 267747"/>
                <a:gd name="connsiteY17" fmla="*/ 111633 h 119919"/>
                <a:gd name="connsiteX18" fmla="*/ 73914 w 267747"/>
                <a:gd name="connsiteY18" fmla="*/ 111633 h 119919"/>
                <a:gd name="connsiteX19" fmla="*/ 58864 w 267747"/>
                <a:gd name="connsiteY19" fmla="*/ 111538 h 119919"/>
                <a:gd name="connsiteX20" fmla="*/ 41815 w 267747"/>
                <a:gd name="connsiteY20" fmla="*/ 111347 h 119919"/>
                <a:gd name="connsiteX21" fmla="*/ 0 w 267747"/>
                <a:gd name="connsiteY21" fmla="*/ 110776 h 119919"/>
                <a:gd name="connsiteX22" fmla="*/ 6858 w 267747"/>
                <a:gd name="connsiteY22" fmla="*/ 21717 h 119919"/>
                <a:gd name="connsiteX23" fmla="*/ 51054 w 267747"/>
                <a:gd name="connsiteY23" fmla="*/ 24193 h 119919"/>
                <a:gd name="connsiteX24" fmla="*/ 100775 w 267747"/>
                <a:gd name="connsiteY24" fmla="*/ 4763 h 119919"/>
                <a:gd name="connsiteX25" fmla="*/ 108680 w 267747"/>
                <a:gd name="connsiteY25" fmla="*/ 5715 h 119919"/>
                <a:gd name="connsiteX26" fmla="*/ 123635 w 267747"/>
                <a:gd name="connsiteY26" fmla="*/ 7525 h 119919"/>
                <a:gd name="connsiteX27" fmla="*/ 131921 w 267747"/>
                <a:gd name="connsiteY27" fmla="*/ 8477 h 119919"/>
                <a:gd name="connsiteX28" fmla="*/ 157544 w 267747"/>
                <a:gd name="connsiteY28" fmla="*/ 11525 h 119919"/>
                <a:gd name="connsiteX29" fmla="*/ 162496 w 267747"/>
                <a:gd name="connsiteY29" fmla="*/ 10192 h 119919"/>
                <a:gd name="connsiteX30" fmla="*/ 176403 w 267747"/>
                <a:gd name="connsiteY30" fmla="*/ 6191 h 119919"/>
                <a:gd name="connsiteX31" fmla="*/ 192119 w 267747"/>
                <a:gd name="connsiteY31" fmla="*/ 0 h 119919"/>
                <a:gd name="connsiteX32" fmla="*/ 199454 w 267747"/>
                <a:gd name="connsiteY32" fmla="*/ 9811 h 119919"/>
                <a:gd name="connsiteX33" fmla="*/ 206216 w 267747"/>
                <a:gd name="connsiteY33" fmla="*/ 25527 h 119919"/>
                <a:gd name="connsiteX34" fmla="*/ 226504 w 267747"/>
                <a:gd name="connsiteY34" fmla="*/ 64389 h 119919"/>
                <a:gd name="connsiteX35" fmla="*/ 253555 w 267747"/>
                <a:gd name="connsiteY35" fmla="*/ 108680 h 119919"/>
                <a:gd name="connsiteX36" fmla="*/ 258032 w 267747"/>
                <a:gd name="connsiteY36" fmla="*/ 112490 h 119919"/>
                <a:gd name="connsiteX37" fmla="*/ 267748 w 267747"/>
                <a:gd name="connsiteY37" fmla="*/ 119920 h 11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67747" h="119919">
                  <a:moveTo>
                    <a:pt x="267748" y="119920"/>
                  </a:moveTo>
                  <a:lnTo>
                    <a:pt x="190214" y="98965"/>
                  </a:lnTo>
                  <a:lnTo>
                    <a:pt x="189357" y="97822"/>
                  </a:lnTo>
                  <a:lnTo>
                    <a:pt x="185071" y="96679"/>
                  </a:lnTo>
                  <a:lnTo>
                    <a:pt x="183071" y="96107"/>
                  </a:lnTo>
                  <a:lnTo>
                    <a:pt x="177546" y="95345"/>
                  </a:lnTo>
                  <a:lnTo>
                    <a:pt x="165926" y="94393"/>
                  </a:lnTo>
                  <a:lnTo>
                    <a:pt x="163259" y="94583"/>
                  </a:lnTo>
                  <a:lnTo>
                    <a:pt x="159639" y="95345"/>
                  </a:lnTo>
                  <a:lnTo>
                    <a:pt x="158401" y="95631"/>
                  </a:lnTo>
                  <a:lnTo>
                    <a:pt x="157163" y="96012"/>
                  </a:lnTo>
                  <a:lnTo>
                    <a:pt x="151067" y="97822"/>
                  </a:lnTo>
                  <a:lnTo>
                    <a:pt x="139351" y="102108"/>
                  </a:lnTo>
                  <a:lnTo>
                    <a:pt x="121348" y="105346"/>
                  </a:lnTo>
                  <a:lnTo>
                    <a:pt x="108966" y="107061"/>
                  </a:lnTo>
                  <a:lnTo>
                    <a:pt x="93917" y="109156"/>
                  </a:lnTo>
                  <a:lnTo>
                    <a:pt x="87059" y="110014"/>
                  </a:lnTo>
                  <a:lnTo>
                    <a:pt x="74581" y="111633"/>
                  </a:lnTo>
                  <a:lnTo>
                    <a:pt x="73914" y="111633"/>
                  </a:lnTo>
                  <a:lnTo>
                    <a:pt x="58864" y="111538"/>
                  </a:lnTo>
                  <a:lnTo>
                    <a:pt x="41815" y="111347"/>
                  </a:lnTo>
                  <a:lnTo>
                    <a:pt x="0" y="110776"/>
                  </a:lnTo>
                  <a:lnTo>
                    <a:pt x="6858" y="21717"/>
                  </a:lnTo>
                  <a:lnTo>
                    <a:pt x="51054" y="24193"/>
                  </a:lnTo>
                  <a:lnTo>
                    <a:pt x="100775" y="4763"/>
                  </a:lnTo>
                  <a:lnTo>
                    <a:pt x="108680" y="5715"/>
                  </a:lnTo>
                  <a:lnTo>
                    <a:pt x="123635" y="7525"/>
                  </a:lnTo>
                  <a:lnTo>
                    <a:pt x="131921" y="8477"/>
                  </a:lnTo>
                  <a:lnTo>
                    <a:pt x="157544" y="11525"/>
                  </a:lnTo>
                  <a:lnTo>
                    <a:pt x="162496" y="10192"/>
                  </a:lnTo>
                  <a:lnTo>
                    <a:pt x="176403" y="6191"/>
                  </a:lnTo>
                  <a:lnTo>
                    <a:pt x="192119" y="0"/>
                  </a:lnTo>
                  <a:lnTo>
                    <a:pt x="199454" y="9811"/>
                  </a:lnTo>
                  <a:lnTo>
                    <a:pt x="206216" y="25527"/>
                  </a:lnTo>
                  <a:lnTo>
                    <a:pt x="226504" y="64389"/>
                  </a:lnTo>
                  <a:lnTo>
                    <a:pt x="253555" y="108680"/>
                  </a:lnTo>
                  <a:lnTo>
                    <a:pt x="258032" y="112490"/>
                  </a:lnTo>
                  <a:lnTo>
                    <a:pt x="267748" y="1199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2" name="서울특별시 금천구 시흥1동">
              <a:extLst>
                <a:ext uri="{FF2B5EF4-FFF2-40B4-BE49-F238E27FC236}">
                  <a16:creationId xmlns:a16="http://schemas.microsoft.com/office/drawing/2014/main" id="{CD740A06-213F-4C60-B255-FC641CF1B91B}"/>
                </a:ext>
              </a:extLst>
            </p:cNvPr>
            <p:cNvSpPr/>
            <p:nvPr/>
          </p:nvSpPr>
          <p:spPr>
            <a:xfrm>
              <a:off x="4630959" y="5290947"/>
              <a:ext cx="236219" cy="325469"/>
            </a:xfrm>
            <a:custGeom>
              <a:avLst/>
              <a:gdLst>
                <a:gd name="connsiteX0" fmla="*/ 236220 w 236219"/>
                <a:gd name="connsiteY0" fmla="*/ 155543 h 325469"/>
                <a:gd name="connsiteX1" fmla="*/ 232505 w 236219"/>
                <a:gd name="connsiteY1" fmla="*/ 206502 h 325469"/>
                <a:gd name="connsiteX2" fmla="*/ 229457 w 236219"/>
                <a:gd name="connsiteY2" fmla="*/ 220980 h 325469"/>
                <a:gd name="connsiteX3" fmla="*/ 228410 w 236219"/>
                <a:gd name="connsiteY3" fmla="*/ 225838 h 325469"/>
                <a:gd name="connsiteX4" fmla="*/ 228124 w 236219"/>
                <a:gd name="connsiteY4" fmla="*/ 226314 h 325469"/>
                <a:gd name="connsiteX5" fmla="*/ 222504 w 236219"/>
                <a:gd name="connsiteY5" fmla="*/ 233743 h 325469"/>
                <a:gd name="connsiteX6" fmla="*/ 213646 w 236219"/>
                <a:gd name="connsiteY6" fmla="*/ 239744 h 325469"/>
                <a:gd name="connsiteX7" fmla="*/ 211169 w 236219"/>
                <a:gd name="connsiteY7" fmla="*/ 241363 h 325469"/>
                <a:gd name="connsiteX8" fmla="*/ 199454 w 236219"/>
                <a:gd name="connsiteY8" fmla="*/ 244602 h 325469"/>
                <a:gd name="connsiteX9" fmla="*/ 194024 w 236219"/>
                <a:gd name="connsiteY9" fmla="*/ 245840 h 325469"/>
                <a:gd name="connsiteX10" fmla="*/ 178022 w 236219"/>
                <a:gd name="connsiteY10" fmla="*/ 249650 h 325469"/>
                <a:gd name="connsiteX11" fmla="*/ 185261 w 236219"/>
                <a:gd name="connsiteY11" fmla="*/ 269367 h 325469"/>
                <a:gd name="connsiteX12" fmla="*/ 186595 w 236219"/>
                <a:gd name="connsiteY12" fmla="*/ 272701 h 325469"/>
                <a:gd name="connsiteX13" fmla="*/ 187452 w 236219"/>
                <a:gd name="connsiteY13" fmla="*/ 274796 h 325469"/>
                <a:gd name="connsiteX14" fmla="*/ 189833 w 236219"/>
                <a:gd name="connsiteY14" fmla="*/ 286512 h 325469"/>
                <a:gd name="connsiteX15" fmla="*/ 188404 w 236219"/>
                <a:gd name="connsiteY15" fmla="*/ 289274 h 325469"/>
                <a:gd name="connsiteX16" fmla="*/ 136970 w 236219"/>
                <a:gd name="connsiteY16" fmla="*/ 322993 h 325469"/>
                <a:gd name="connsiteX17" fmla="*/ 130016 w 236219"/>
                <a:gd name="connsiteY17" fmla="*/ 325469 h 325469"/>
                <a:gd name="connsiteX18" fmla="*/ 120872 w 236219"/>
                <a:gd name="connsiteY18" fmla="*/ 325374 h 325469"/>
                <a:gd name="connsiteX19" fmla="*/ 115729 w 236219"/>
                <a:gd name="connsiteY19" fmla="*/ 324612 h 325469"/>
                <a:gd name="connsiteX20" fmla="*/ 113157 w 236219"/>
                <a:gd name="connsiteY20" fmla="*/ 324231 h 325469"/>
                <a:gd name="connsiteX21" fmla="*/ 92869 w 236219"/>
                <a:gd name="connsiteY21" fmla="*/ 319754 h 325469"/>
                <a:gd name="connsiteX22" fmla="*/ 54769 w 236219"/>
                <a:gd name="connsiteY22" fmla="*/ 298132 h 325469"/>
                <a:gd name="connsiteX23" fmla="*/ 36100 w 236219"/>
                <a:gd name="connsiteY23" fmla="*/ 251460 h 325469"/>
                <a:gd name="connsiteX24" fmla="*/ 31242 w 236219"/>
                <a:gd name="connsiteY24" fmla="*/ 207454 h 325469"/>
                <a:gd name="connsiteX25" fmla="*/ 17621 w 236219"/>
                <a:gd name="connsiteY25" fmla="*/ 174974 h 325469"/>
                <a:gd name="connsiteX26" fmla="*/ 24670 w 236219"/>
                <a:gd name="connsiteY26" fmla="*/ 176879 h 325469"/>
                <a:gd name="connsiteX27" fmla="*/ 38576 w 236219"/>
                <a:gd name="connsiteY27" fmla="*/ 172498 h 325469"/>
                <a:gd name="connsiteX28" fmla="*/ 31813 w 236219"/>
                <a:gd name="connsiteY28" fmla="*/ 157353 h 325469"/>
                <a:gd name="connsiteX29" fmla="*/ 28289 w 236219"/>
                <a:gd name="connsiteY29" fmla="*/ 151829 h 325469"/>
                <a:gd name="connsiteX30" fmla="*/ 16764 w 236219"/>
                <a:gd name="connsiteY30" fmla="*/ 133921 h 325469"/>
                <a:gd name="connsiteX31" fmla="*/ 12668 w 236219"/>
                <a:gd name="connsiteY31" fmla="*/ 124777 h 325469"/>
                <a:gd name="connsiteX32" fmla="*/ 8001 w 236219"/>
                <a:gd name="connsiteY32" fmla="*/ 114395 h 325469"/>
                <a:gd name="connsiteX33" fmla="*/ 0 w 236219"/>
                <a:gd name="connsiteY33" fmla="*/ 89344 h 325469"/>
                <a:gd name="connsiteX34" fmla="*/ 67342 w 236219"/>
                <a:gd name="connsiteY34" fmla="*/ 62674 h 325469"/>
                <a:gd name="connsiteX35" fmla="*/ 76105 w 236219"/>
                <a:gd name="connsiteY35" fmla="*/ 60103 h 325469"/>
                <a:gd name="connsiteX36" fmla="*/ 77914 w 236219"/>
                <a:gd name="connsiteY36" fmla="*/ 59626 h 325469"/>
                <a:gd name="connsiteX37" fmla="*/ 102298 w 236219"/>
                <a:gd name="connsiteY37" fmla="*/ 52578 h 325469"/>
                <a:gd name="connsiteX38" fmla="*/ 104585 w 236219"/>
                <a:gd name="connsiteY38" fmla="*/ 58293 h 325469"/>
                <a:gd name="connsiteX39" fmla="*/ 109156 w 236219"/>
                <a:gd name="connsiteY39" fmla="*/ 69532 h 325469"/>
                <a:gd name="connsiteX40" fmla="*/ 113538 w 236219"/>
                <a:gd name="connsiteY40" fmla="*/ 78391 h 325469"/>
                <a:gd name="connsiteX41" fmla="*/ 126968 w 236219"/>
                <a:gd name="connsiteY41" fmla="*/ 75057 h 325469"/>
                <a:gd name="connsiteX42" fmla="*/ 127635 w 236219"/>
                <a:gd name="connsiteY42" fmla="*/ 74866 h 325469"/>
                <a:gd name="connsiteX43" fmla="*/ 157924 w 236219"/>
                <a:gd name="connsiteY43" fmla="*/ 51816 h 325469"/>
                <a:gd name="connsiteX44" fmla="*/ 170021 w 236219"/>
                <a:gd name="connsiteY44" fmla="*/ 30956 h 325469"/>
                <a:gd name="connsiteX45" fmla="*/ 171069 w 236219"/>
                <a:gd name="connsiteY45" fmla="*/ 17050 h 325469"/>
                <a:gd name="connsiteX46" fmla="*/ 171450 w 236219"/>
                <a:gd name="connsiteY46" fmla="*/ 11906 h 325469"/>
                <a:gd name="connsiteX47" fmla="*/ 177546 w 236219"/>
                <a:gd name="connsiteY47" fmla="*/ 1619 h 325469"/>
                <a:gd name="connsiteX48" fmla="*/ 204216 w 236219"/>
                <a:gd name="connsiteY48" fmla="*/ 0 h 325469"/>
                <a:gd name="connsiteX49" fmla="*/ 208597 w 236219"/>
                <a:gd name="connsiteY49" fmla="*/ 13621 h 325469"/>
                <a:gd name="connsiteX50" fmla="*/ 234315 w 236219"/>
                <a:gd name="connsiteY50" fmla="*/ 140398 h 325469"/>
                <a:gd name="connsiteX51" fmla="*/ 236220 w 236219"/>
                <a:gd name="connsiteY51" fmla="*/ 155543 h 32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36219" h="325469">
                  <a:moveTo>
                    <a:pt x="236220" y="155543"/>
                  </a:moveTo>
                  <a:lnTo>
                    <a:pt x="232505" y="206502"/>
                  </a:lnTo>
                  <a:lnTo>
                    <a:pt x="229457" y="220980"/>
                  </a:lnTo>
                  <a:lnTo>
                    <a:pt x="228410" y="225838"/>
                  </a:lnTo>
                  <a:lnTo>
                    <a:pt x="228124" y="226314"/>
                  </a:lnTo>
                  <a:lnTo>
                    <a:pt x="222504" y="233743"/>
                  </a:lnTo>
                  <a:lnTo>
                    <a:pt x="213646" y="239744"/>
                  </a:lnTo>
                  <a:lnTo>
                    <a:pt x="211169" y="241363"/>
                  </a:lnTo>
                  <a:lnTo>
                    <a:pt x="199454" y="244602"/>
                  </a:lnTo>
                  <a:lnTo>
                    <a:pt x="194024" y="245840"/>
                  </a:lnTo>
                  <a:lnTo>
                    <a:pt x="178022" y="249650"/>
                  </a:lnTo>
                  <a:lnTo>
                    <a:pt x="185261" y="269367"/>
                  </a:lnTo>
                  <a:lnTo>
                    <a:pt x="186595" y="272701"/>
                  </a:lnTo>
                  <a:lnTo>
                    <a:pt x="187452" y="274796"/>
                  </a:lnTo>
                  <a:lnTo>
                    <a:pt x="189833" y="286512"/>
                  </a:lnTo>
                  <a:lnTo>
                    <a:pt x="188404" y="289274"/>
                  </a:lnTo>
                  <a:lnTo>
                    <a:pt x="136970" y="322993"/>
                  </a:lnTo>
                  <a:lnTo>
                    <a:pt x="130016" y="325469"/>
                  </a:lnTo>
                  <a:lnTo>
                    <a:pt x="120872" y="325374"/>
                  </a:lnTo>
                  <a:lnTo>
                    <a:pt x="115729" y="324612"/>
                  </a:lnTo>
                  <a:lnTo>
                    <a:pt x="113157" y="324231"/>
                  </a:lnTo>
                  <a:lnTo>
                    <a:pt x="92869" y="319754"/>
                  </a:lnTo>
                  <a:lnTo>
                    <a:pt x="54769" y="298132"/>
                  </a:lnTo>
                  <a:lnTo>
                    <a:pt x="36100" y="251460"/>
                  </a:lnTo>
                  <a:lnTo>
                    <a:pt x="31242" y="207454"/>
                  </a:lnTo>
                  <a:lnTo>
                    <a:pt x="17621" y="174974"/>
                  </a:lnTo>
                  <a:lnTo>
                    <a:pt x="24670" y="176879"/>
                  </a:lnTo>
                  <a:lnTo>
                    <a:pt x="38576" y="172498"/>
                  </a:lnTo>
                  <a:lnTo>
                    <a:pt x="31813" y="157353"/>
                  </a:lnTo>
                  <a:lnTo>
                    <a:pt x="28289" y="151829"/>
                  </a:lnTo>
                  <a:lnTo>
                    <a:pt x="16764" y="133921"/>
                  </a:lnTo>
                  <a:lnTo>
                    <a:pt x="12668" y="124777"/>
                  </a:lnTo>
                  <a:lnTo>
                    <a:pt x="8001" y="114395"/>
                  </a:lnTo>
                  <a:lnTo>
                    <a:pt x="0" y="89344"/>
                  </a:lnTo>
                  <a:lnTo>
                    <a:pt x="67342" y="62674"/>
                  </a:lnTo>
                  <a:lnTo>
                    <a:pt x="76105" y="60103"/>
                  </a:lnTo>
                  <a:lnTo>
                    <a:pt x="77914" y="59626"/>
                  </a:lnTo>
                  <a:lnTo>
                    <a:pt x="102298" y="52578"/>
                  </a:lnTo>
                  <a:lnTo>
                    <a:pt x="104585" y="58293"/>
                  </a:lnTo>
                  <a:lnTo>
                    <a:pt x="109156" y="69532"/>
                  </a:lnTo>
                  <a:lnTo>
                    <a:pt x="113538" y="78391"/>
                  </a:lnTo>
                  <a:lnTo>
                    <a:pt x="126968" y="75057"/>
                  </a:lnTo>
                  <a:lnTo>
                    <a:pt x="127635" y="74866"/>
                  </a:lnTo>
                  <a:lnTo>
                    <a:pt x="157924" y="51816"/>
                  </a:lnTo>
                  <a:lnTo>
                    <a:pt x="170021" y="30956"/>
                  </a:lnTo>
                  <a:lnTo>
                    <a:pt x="171069" y="17050"/>
                  </a:lnTo>
                  <a:lnTo>
                    <a:pt x="171450" y="11906"/>
                  </a:lnTo>
                  <a:lnTo>
                    <a:pt x="177546" y="1619"/>
                  </a:lnTo>
                  <a:lnTo>
                    <a:pt x="204216" y="0"/>
                  </a:lnTo>
                  <a:lnTo>
                    <a:pt x="208597" y="13621"/>
                  </a:lnTo>
                  <a:lnTo>
                    <a:pt x="234315" y="140398"/>
                  </a:lnTo>
                  <a:lnTo>
                    <a:pt x="236220" y="15554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3" name="서울특별시 금천구 시흥2동">
              <a:extLst>
                <a:ext uri="{FF2B5EF4-FFF2-40B4-BE49-F238E27FC236}">
                  <a16:creationId xmlns:a16="http://schemas.microsoft.com/office/drawing/2014/main" id="{3BF4A8AE-22EE-B86D-DB80-09E4EA374AB1}"/>
                </a:ext>
              </a:extLst>
            </p:cNvPr>
            <p:cNvSpPr/>
            <p:nvPr/>
          </p:nvSpPr>
          <p:spPr>
            <a:xfrm>
              <a:off x="4977383" y="5382386"/>
              <a:ext cx="299847" cy="237934"/>
            </a:xfrm>
            <a:custGeom>
              <a:avLst/>
              <a:gdLst>
                <a:gd name="connsiteX0" fmla="*/ 299847 w 299847"/>
                <a:gd name="connsiteY0" fmla="*/ 127921 h 237934"/>
                <a:gd name="connsiteX1" fmla="*/ 292418 w 299847"/>
                <a:gd name="connsiteY1" fmla="*/ 137065 h 237934"/>
                <a:gd name="connsiteX2" fmla="*/ 238220 w 299847"/>
                <a:gd name="connsiteY2" fmla="*/ 176403 h 237934"/>
                <a:gd name="connsiteX3" fmla="*/ 208788 w 299847"/>
                <a:gd name="connsiteY3" fmla="*/ 192215 h 237934"/>
                <a:gd name="connsiteX4" fmla="*/ 179737 w 299847"/>
                <a:gd name="connsiteY4" fmla="*/ 218980 h 237934"/>
                <a:gd name="connsiteX5" fmla="*/ 160972 w 299847"/>
                <a:gd name="connsiteY5" fmla="*/ 237935 h 237934"/>
                <a:gd name="connsiteX6" fmla="*/ 76867 w 299847"/>
                <a:gd name="connsiteY6" fmla="*/ 195548 h 237934"/>
                <a:gd name="connsiteX7" fmla="*/ 7525 w 299847"/>
                <a:gd name="connsiteY7" fmla="*/ 159925 h 237934"/>
                <a:gd name="connsiteX8" fmla="*/ 4572 w 299847"/>
                <a:gd name="connsiteY8" fmla="*/ 157925 h 237934"/>
                <a:gd name="connsiteX9" fmla="*/ 2096 w 299847"/>
                <a:gd name="connsiteY9" fmla="*/ 150591 h 237934"/>
                <a:gd name="connsiteX10" fmla="*/ 381 w 299847"/>
                <a:gd name="connsiteY10" fmla="*/ 143066 h 237934"/>
                <a:gd name="connsiteX11" fmla="*/ 286 w 299847"/>
                <a:gd name="connsiteY11" fmla="*/ 142304 h 237934"/>
                <a:gd name="connsiteX12" fmla="*/ 0 w 299847"/>
                <a:gd name="connsiteY12" fmla="*/ 140208 h 237934"/>
                <a:gd name="connsiteX13" fmla="*/ 0 w 299847"/>
                <a:gd name="connsiteY13" fmla="*/ 137255 h 237934"/>
                <a:gd name="connsiteX14" fmla="*/ 7429 w 299847"/>
                <a:gd name="connsiteY14" fmla="*/ 115538 h 237934"/>
                <a:gd name="connsiteX15" fmla="*/ 7620 w 299847"/>
                <a:gd name="connsiteY15" fmla="*/ 115062 h 237934"/>
                <a:gd name="connsiteX16" fmla="*/ 27527 w 299847"/>
                <a:gd name="connsiteY16" fmla="*/ 78391 h 237934"/>
                <a:gd name="connsiteX17" fmla="*/ 31337 w 299847"/>
                <a:gd name="connsiteY17" fmla="*/ 74486 h 237934"/>
                <a:gd name="connsiteX18" fmla="*/ 34862 w 299847"/>
                <a:gd name="connsiteY18" fmla="*/ 73057 h 237934"/>
                <a:gd name="connsiteX19" fmla="*/ 36767 w 299847"/>
                <a:gd name="connsiteY19" fmla="*/ 73533 h 237934"/>
                <a:gd name="connsiteX20" fmla="*/ 42577 w 299847"/>
                <a:gd name="connsiteY20" fmla="*/ 74771 h 237934"/>
                <a:gd name="connsiteX21" fmla="*/ 43244 w 299847"/>
                <a:gd name="connsiteY21" fmla="*/ 75057 h 237934"/>
                <a:gd name="connsiteX22" fmla="*/ 44863 w 299847"/>
                <a:gd name="connsiteY22" fmla="*/ 75819 h 237934"/>
                <a:gd name="connsiteX23" fmla="*/ 47625 w 299847"/>
                <a:gd name="connsiteY23" fmla="*/ 75438 h 237934"/>
                <a:gd name="connsiteX24" fmla="*/ 49435 w 299847"/>
                <a:gd name="connsiteY24" fmla="*/ 75248 h 237934"/>
                <a:gd name="connsiteX25" fmla="*/ 50578 w 299847"/>
                <a:gd name="connsiteY25" fmla="*/ 74867 h 237934"/>
                <a:gd name="connsiteX26" fmla="*/ 57245 w 299847"/>
                <a:gd name="connsiteY26" fmla="*/ 71628 h 237934"/>
                <a:gd name="connsiteX27" fmla="*/ 76867 w 299847"/>
                <a:gd name="connsiteY27" fmla="*/ 61722 h 237934"/>
                <a:gd name="connsiteX28" fmla="*/ 108299 w 299847"/>
                <a:gd name="connsiteY28" fmla="*/ 31433 h 237934"/>
                <a:gd name="connsiteX29" fmla="*/ 110395 w 299847"/>
                <a:gd name="connsiteY29" fmla="*/ 22670 h 237934"/>
                <a:gd name="connsiteX30" fmla="*/ 112967 w 299847"/>
                <a:gd name="connsiteY30" fmla="*/ 8096 h 237934"/>
                <a:gd name="connsiteX31" fmla="*/ 113062 w 299847"/>
                <a:gd name="connsiteY31" fmla="*/ 5620 h 237934"/>
                <a:gd name="connsiteX32" fmla="*/ 112395 w 299847"/>
                <a:gd name="connsiteY32" fmla="*/ 1619 h 237934"/>
                <a:gd name="connsiteX33" fmla="*/ 185928 w 299847"/>
                <a:gd name="connsiteY33" fmla="*/ 0 h 237934"/>
                <a:gd name="connsiteX34" fmla="*/ 186690 w 299847"/>
                <a:gd name="connsiteY34" fmla="*/ 5525 h 237934"/>
                <a:gd name="connsiteX35" fmla="*/ 185261 w 299847"/>
                <a:gd name="connsiteY35" fmla="*/ 9430 h 237934"/>
                <a:gd name="connsiteX36" fmla="*/ 189071 w 299847"/>
                <a:gd name="connsiteY36" fmla="*/ 30956 h 237934"/>
                <a:gd name="connsiteX37" fmla="*/ 196596 w 299847"/>
                <a:gd name="connsiteY37" fmla="*/ 47435 h 237934"/>
                <a:gd name="connsiteX38" fmla="*/ 198882 w 299847"/>
                <a:gd name="connsiteY38" fmla="*/ 51149 h 237934"/>
                <a:gd name="connsiteX39" fmla="*/ 237268 w 299847"/>
                <a:gd name="connsiteY39" fmla="*/ 79248 h 237934"/>
                <a:gd name="connsiteX40" fmla="*/ 269367 w 299847"/>
                <a:gd name="connsiteY40" fmla="*/ 100775 h 237934"/>
                <a:gd name="connsiteX41" fmla="*/ 299847 w 299847"/>
                <a:gd name="connsiteY41" fmla="*/ 127921 h 23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99847" h="237934">
                  <a:moveTo>
                    <a:pt x="299847" y="127921"/>
                  </a:moveTo>
                  <a:lnTo>
                    <a:pt x="292418" y="137065"/>
                  </a:lnTo>
                  <a:lnTo>
                    <a:pt x="238220" y="176403"/>
                  </a:lnTo>
                  <a:lnTo>
                    <a:pt x="208788" y="192215"/>
                  </a:lnTo>
                  <a:lnTo>
                    <a:pt x="179737" y="218980"/>
                  </a:lnTo>
                  <a:lnTo>
                    <a:pt x="160972" y="237935"/>
                  </a:lnTo>
                  <a:lnTo>
                    <a:pt x="76867" y="195548"/>
                  </a:lnTo>
                  <a:lnTo>
                    <a:pt x="7525" y="159925"/>
                  </a:lnTo>
                  <a:lnTo>
                    <a:pt x="4572" y="157925"/>
                  </a:lnTo>
                  <a:lnTo>
                    <a:pt x="2096" y="150591"/>
                  </a:lnTo>
                  <a:lnTo>
                    <a:pt x="381" y="143066"/>
                  </a:lnTo>
                  <a:lnTo>
                    <a:pt x="286" y="142304"/>
                  </a:lnTo>
                  <a:lnTo>
                    <a:pt x="0" y="140208"/>
                  </a:lnTo>
                  <a:lnTo>
                    <a:pt x="0" y="137255"/>
                  </a:lnTo>
                  <a:lnTo>
                    <a:pt x="7429" y="115538"/>
                  </a:lnTo>
                  <a:lnTo>
                    <a:pt x="7620" y="115062"/>
                  </a:lnTo>
                  <a:lnTo>
                    <a:pt x="27527" y="78391"/>
                  </a:lnTo>
                  <a:lnTo>
                    <a:pt x="31337" y="74486"/>
                  </a:lnTo>
                  <a:lnTo>
                    <a:pt x="34862" y="73057"/>
                  </a:lnTo>
                  <a:lnTo>
                    <a:pt x="36767" y="73533"/>
                  </a:lnTo>
                  <a:lnTo>
                    <a:pt x="42577" y="74771"/>
                  </a:lnTo>
                  <a:lnTo>
                    <a:pt x="43244" y="75057"/>
                  </a:lnTo>
                  <a:lnTo>
                    <a:pt x="44863" y="75819"/>
                  </a:lnTo>
                  <a:lnTo>
                    <a:pt x="47625" y="75438"/>
                  </a:lnTo>
                  <a:lnTo>
                    <a:pt x="49435" y="75248"/>
                  </a:lnTo>
                  <a:lnTo>
                    <a:pt x="50578" y="74867"/>
                  </a:lnTo>
                  <a:lnTo>
                    <a:pt x="57245" y="71628"/>
                  </a:lnTo>
                  <a:lnTo>
                    <a:pt x="76867" y="61722"/>
                  </a:lnTo>
                  <a:lnTo>
                    <a:pt x="108299" y="31433"/>
                  </a:lnTo>
                  <a:lnTo>
                    <a:pt x="110395" y="22670"/>
                  </a:lnTo>
                  <a:lnTo>
                    <a:pt x="112967" y="8096"/>
                  </a:lnTo>
                  <a:lnTo>
                    <a:pt x="113062" y="5620"/>
                  </a:lnTo>
                  <a:lnTo>
                    <a:pt x="112395" y="1619"/>
                  </a:lnTo>
                  <a:lnTo>
                    <a:pt x="185928" y="0"/>
                  </a:lnTo>
                  <a:lnTo>
                    <a:pt x="186690" y="5525"/>
                  </a:lnTo>
                  <a:lnTo>
                    <a:pt x="185261" y="9430"/>
                  </a:lnTo>
                  <a:lnTo>
                    <a:pt x="189071" y="30956"/>
                  </a:lnTo>
                  <a:lnTo>
                    <a:pt x="196596" y="47435"/>
                  </a:lnTo>
                  <a:lnTo>
                    <a:pt x="198882" y="51149"/>
                  </a:lnTo>
                  <a:lnTo>
                    <a:pt x="237268" y="79248"/>
                  </a:lnTo>
                  <a:lnTo>
                    <a:pt x="269367" y="100775"/>
                  </a:lnTo>
                  <a:lnTo>
                    <a:pt x="299847" y="12792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4" name="서울특별시 금천구 시흥3동">
              <a:extLst>
                <a:ext uri="{FF2B5EF4-FFF2-40B4-BE49-F238E27FC236}">
                  <a16:creationId xmlns:a16="http://schemas.microsoft.com/office/drawing/2014/main" id="{13952F58-6786-F4C2-30B7-05FD04C18C4F}"/>
                </a:ext>
              </a:extLst>
            </p:cNvPr>
            <p:cNvSpPr/>
            <p:nvPr/>
          </p:nvSpPr>
          <p:spPr>
            <a:xfrm>
              <a:off x="4723828" y="5560314"/>
              <a:ext cx="308133" cy="250888"/>
            </a:xfrm>
            <a:custGeom>
              <a:avLst/>
              <a:gdLst>
                <a:gd name="connsiteX0" fmla="*/ 308134 w 308133"/>
                <a:gd name="connsiteY0" fmla="*/ 133731 h 250888"/>
                <a:gd name="connsiteX1" fmla="*/ 301847 w 308133"/>
                <a:gd name="connsiteY1" fmla="*/ 133159 h 250888"/>
                <a:gd name="connsiteX2" fmla="*/ 300514 w 308133"/>
                <a:gd name="connsiteY2" fmla="*/ 133064 h 250888"/>
                <a:gd name="connsiteX3" fmla="*/ 292037 w 308133"/>
                <a:gd name="connsiteY3" fmla="*/ 134112 h 250888"/>
                <a:gd name="connsiteX4" fmla="*/ 288131 w 308133"/>
                <a:gd name="connsiteY4" fmla="*/ 136779 h 250888"/>
                <a:gd name="connsiteX5" fmla="*/ 286512 w 308133"/>
                <a:gd name="connsiteY5" fmla="*/ 138017 h 250888"/>
                <a:gd name="connsiteX6" fmla="*/ 256222 w 308133"/>
                <a:gd name="connsiteY6" fmla="*/ 160401 h 250888"/>
                <a:gd name="connsiteX7" fmla="*/ 237839 w 308133"/>
                <a:gd name="connsiteY7" fmla="*/ 179356 h 250888"/>
                <a:gd name="connsiteX8" fmla="*/ 237268 w 308133"/>
                <a:gd name="connsiteY8" fmla="*/ 180308 h 250888"/>
                <a:gd name="connsiteX9" fmla="*/ 236125 w 308133"/>
                <a:gd name="connsiteY9" fmla="*/ 182404 h 250888"/>
                <a:gd name="connsiteX10" fmla="*/ 228314 w 308133"/>
                <a:gd name="connsiteY10" fmla="*/ 196405 h 250888"/>
                <a:gd name="connsiteX11" fmla="*/ 222028 w 308133"/>
                <a:gd name="connsiteY11" fmla="*/ 213550 h 250888"/>
                <a:gd name="connsiteX12" fmla="*/ 220408 w 308133"/>
                <a:gd name="connsiteY12" fmla="*/ 218027 h 250888"/>
                <a:gd name="connsiteX13" fmla="*/ 201454 w 308133"/>
                <a:gd name="connsiteY13" fmla="*/ 240697 h 250888"/>
                <a:gd name="connsiteX14" fmla="*/ 197453 w 308133"/>
                <a:gd name="connsiteY14" fmla="*/ 243745 h 250888"/>
                <a:gd name="connsiteX15" fmla="*/ 194120 w 308133"/>
                <a:gd name="connsiteY15" fmla="*/ 245173 h 250888"/>
                <a:gd name="connsiteX16" fmla="*/ 190500 w 308133"/>
                <a:gd name="connsiteY16" fmla="*/ 246793 h 250888"/>
                <a:gd name="connsiteX17" fmla="*/ 182499 w 308133"/>
                <a:gd name="connsiteY17" fmla="*/ 248888 h 250888"/>
                <a:gd name="connsiteX18" fmla="*/ 180880 w 308133"/>
                <a:gd name="connsiteY18" fmla="*/ 249269 h 250888"/>
                <a:gd name="connsiteX19" fmla="*/ 166211 w 308133"/>
                <a:gd name="connsiteY19" fmla="*/ 250888 h 250888"/>
                <a:gd name="connsiteX20" fmla="*/ 163354 w 308133"/>
                <a:gd name="connsiteY20" fmla="*/ 250888 h 250888"/>
                <a:gd name="connsiteX21" fmla="*/ 113157 w 308133"/>
                <a:gd name="connsiteY21" fmla="*/ 242506 h 250888"/>
                <a:gd name="connsiteX22" fmla="*/ 82772 w 308133"/>
                <a:gd name="connsiteY22" fmla="*/ 216122 h 250888"/>
                <a:gd name="connsiteX23" fmla="*/ 67056 w 308133"/>
                <a:gd name="connsiteY23" fmla="*/ 200596 h 250888"/>
                <a:gd name="connsiteX24" fmla="*/ 41053 w 308133"/>
                <a:gd name="connsiteY24" fmla="*/ 182689 h 250888"/>
                <a:gd name="connsiteX25" fmla="*/ 21050 w 308133"/>
                <a:gd name="connsiteY25" fmla="*/ 168402 h 250888"/>
                <a:gd name="connsiteX26" fmla="*/ 20288 w 308133"/>
                <a:gd name="connsiteY26" fmla="*/ 167545 h 250888"/>
                <a:gd name="connsiteX27" fmla="*/ 16097 w 308133"/>
                <a:gd name="connsiteY27" fmla="*/ 162592 h 250888"/>
                <a:gd name="connsiteX28" fmla="*/ 15430 w 308133"/>
                <a:gd name="connsiteY28" fmla="*/ 161639 h 250888"/>
                <a:gd name="connsiteX29" fmla="*/ 15049 w 308133"/>
                <a:gd name="connsiteY29" fmla="*/ 161068 h 250888"/>
                <a:gd name="connsiteX30" fmla="*/ 13049 w 308133"/>
                <a:gd name="connsiteY30" fmla="*/ 158115 h 250888"/>
                <a:gd name="connsiteX31" fmla="*/ 11906 w 308133"/>
                <a:gd name="connsiteY31" fmla="*/ 156496 h 250888"/>
                <a:gd name="connsiteX32" fmla="*/ 10001 w 308133"/>
                <a:gd name="connsiteY32" fmla="*/ 150876 h 250888"/>
                <a:gd name="connsiteX33" fmla="*/ 9049 w 308133"/>
                <a:gd name="connsiteY33" fmla="*/ 147352 h 250888"/>
                <a:gd name="connsiteX34" fmla="*/ 10382 w 308133"/>
                <a:gd name="connsiteY34" fmla="*/ 146304 h 250888"/>
                <a:gd name="connsiteX35" fmla="*/ 15812 w 308133"/>
                <a:gd name="connsiteY35" fmla="*/ 142018 h 250888"/>
                <a:gd name="connsiteX36" fmla="*/ 16193 w 308133"/>
                <a:gd name="connsiteY36" fmla="*/ 115919 h 250888"/>
                <a:gd name="connsiteX37" fmla="*/ 12763 w 308133"/>
                <a:gd name="connsiteY37" fmla="*/ 91630 h 250888"/>
                <a:gd name="connsiteX38" fmla="*/ 5144 w 308133"/>
                <a:gd name="connsiteY38" fmla="*/ 64675 h 250888"/>
                <a:gd name="connsiteX39" fmla="*/ 0 w 308133"/>
                <a:gd name="connsiteY39" fmla="*/ 50387 h 250888"/>
                <a:gd name="connsiteX40" fmla="*/ 20288 w 308133"/>
                <a:gd name="connsiteY40" fmla="*/ 54864 h 250888"/>
                <a:gd name="connsiteX41" fmla="*/ 22860 w 308133"/>
                <a:gd name="connsiteY41" fmla="*/ 55245 h 250888"/>
                <a:gd name="connsiteX42" fmla="*/ 28004 w 308133"/>
                <a:gd name="connsiteY42" fmla="*/ 56007 h 250888"/>
                <a:gd name="connsiteX43" fmla="*/ 37147 w 308133"/>
                <a:gd name="connsiteY43" fmla="*/ 56102 h 250888"/>
                <a:gd name="connsiteX44" fmla="*/ 44101 w 308133"/>
                <a:gd name="connsiteY44" fmla="*/ 53626 h 250888"/>
                <a:gd name="connsiteX45" fmla="*/ 95536 w 308133"/>
                <a:gd name="connsiteY45" fmla="*/ 19907 h 250888"/>
                <a:gd name="connsiteX46" fmla="*/ 96964 w 308133"/>
                <a:gd name="connsiteY46" fmla="*/ 17145 h 250888"/>
                <a:gd name="connsiteX47" fmla="*/ 94583 w 308133"/>
                <a:gd name="connsiteY47" fmla="*/ 5429 h 250888"/>
                <a:gd name="connsiteX48" fmla="*/ 93726 w 308133"/>
                <a:gd name="connsiteY48" fmla="*/ 3334 h 250888"/>
                <a:gd name="connsiteX49" fmla="*/ 92393 w 308133"/>
                <a:gd name="connsiteY49" fmla="*/ 0 h 250888"/>
                <a:gd name="connsiteX50" fmla="*/ 138398 w 308133"/>
                <a:gd name="connsiteY50" fmla="*/ 18955 h 250888"/>
                <a:gd name="connsiteX51" fmla="*/ 162973 w 308133"/>
                <a:gd name="connsiteY51" fmla="*/ 28956 h 250888"/>
                <a:gd name="connsiteX52" fmla="*/ 277082 w 308133"/>
                <a:gd name="connsiteY52" fmla="*/ 100489 h 250888"/>
                <a:gd name="connsiteX53" fmla="*/ 308134 w 308133"/>
                <a:gd name="connsiteY53" fmla="*/ 133731 h 25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8133" h="250888">
                  <a:moveTo>
                    <a:pt x="308134" y="133731"/>
                  </a:moveTo>
                  <a:lnTo>
                    <a:pt x="301847" y="133159"/>
                  </a:lnTo>
                  <a:lnTo>
                    <a:pt x="300514" y="133064"/>
                  </a:lnTo>
                  <a:lnTo>
                    <a:pt x="292037" y="134112"/>
                  </a:lnTo>
                  <a:lnTo>
                    <a:pt x="288131" y="136779"/>
                  </a:lnTo>
                  <a:lnTo>
                    <a:pt x="286512" y="138017"/>
                  </a:lnTo>
                  <a:lnTo>
                    <a:pt x="256222" y="160401"/>
                  </a:lnTo>
                  <a:lnTo>
                    <a:pt x="237839" y="179356"/>
                  </a:lnTo>
                  <a:lnTo>
                    <a:pt x="237268" y="180308"/>
                  </a:lnTo>
                  <a:lnTo>
                    <a:pt x="236125" y="182404"/>
                  </a:lnTo>
                  <a:lnTo>
                    <a:pt x="228314" y="196405"/>
                  </a:lnTo>
                  <a:lnTo>
                    <a:pt x="222028" y="213550"/>
                  </a:lnTo>
                  <a:lnTo>
                    <a:pt x="220408" y="218027"/>
                  </a:lnTo>
                  <a:lnTo>
                    <a:pt x="201454" y="240697"/>
                  </a:lnTo>
                  <a:lnTo>
                    <a:pt x="197453" y="243745"/>
                  </a:lnTo>
                  <a:lnTo>
                    <a:pt x="194120" y="245173"/>
                  </a:lnTo>
                  <a:lnTo>
                    <a:pt x="190500" y="246793"/>
                  </a:lnTo>
                  <a:lnTo>
                    <a:pt x="182499" y="248888"/>
                  </a:lnTo>
                  <a:lnTo>
                    <a:pt x="180880" y="249269"/>
                  </a:lnTo>
                  <a:lnTo>
                    <a:pt x="166211" y="250888"/>
                  </a:lnTo>
                  <a:lnTo>
                    <a:pt x="163354" y="250888"/>
                  </a:lnTo>
                  <a:lnTo>
                    <a:pt x="113157" y="242506"/>
                  </a:lnTo>
                  <a:lnTo>
                    <a:pt x="82772" y="216122"/>
                  </a:lnTo>
                  <a:lnTo>
                    <a:pt x="67056" y="200596"/>
                  </a:lnTo>
                  <a:lnTo>
                    <a:pt x="41053" y="182689"/>
                  </a:lnTo>
                  <a:lnTo>
                    <a:pt x="21050" y="168402"/>
                  </a:lnTo>
                  <a:lnTo>
                    <a:pt x="20288" y="167545"/>
                  </a:lnTo>
                  <a:lnTo>
                    <a:pt x="16097" y="162592"/>
                  </a:lnTo>
                  <a:lnTo>
                    <a:pt x="15430" y="161639"/>
                  </a:lnTo>
                  <a:lnTo>
                    <a:pt x="15049" y="161068"/>
                  </a:lnTo>
                  <a:lnTo>
                    <a:pt x="13049" y="158115"/>
                  </a:lnTo>
                  <a:lnTo>
                    <a:pt x="11906" y="156496"/>
                  </a:lnTo>
                  <a:lnTo>
                    <a:pt x="10001" y="150876"/>
                  </a:lnTo>
                  <a:lnTo>
                    <a:pt x="9049" y="147352"/>
                  </a:lnTo>
                  <a:lnTo>
                    <a:pt x="10382" y="146304"/>
                  </a:lnTo>
                  <a:lnTo>
                    <a:pt x="15812" y="142018"/>
                  </a:lnTo>
                  <a:lnTo>
                    <a:pt x="16193" y="115919"/>
                  </a:lnTo>
                  <a:lnTo>
                    <a:pt x="12763" y="91630"/>
                  </a:lnTo>
                  <a:lnTo>
                    <a:pt x="5144" y="64675"/>
                  </a:lnTo>
                  <a:lnTo>
                    <a:pt x="0" y="50387"/>
                  </a:lnTo>
                  <a:lnTo>
                    <a:pt x="20288" y="54864"/>
                  </a:lnTo>
                  <a:lnTo>
                    <a:pt x="22860" y="55245"/>
                  </a:lnTo>
                  <a:lnTo>
                    <a:pt x="28004" y="56007"/>
                  </a:lnTo>
                  <a:lnTo>
                    <a:pt x="37147" y="56102"/>
                  </a:lnTo>
                  <a:lnTo>
                    <a:pt x="44101" y="53626"/>
                  </a:lnTo>
                  <a:lnTo>
                    <a:pt x="95536" y="19907"/>
                  </a:lnTo>
                  <a:lnTo>
                    <a:pt x="96964" y="17145"/>
                  </a:lnTo>
                  <a:lnTo>
                    <a:pt x="94583" y="5429"/>
                  </a:lnTo>
                  <a:lnTo>
                    <a:pt x="93726" y="3334"/>
                  </a:lnTo>
                  <a:lnTo>
                    <a:pt x="92393" y="0"/>
                  </a:lnTo>
                  <a:lnTo>
                    <a:pt x="138398" y="18955"/>
                  </a:lnTo>
                  <a:lnTo>
                    <a:pt x="162973" y="28956"/>
                  </a:lnTo>
                  <a:lnTo>
                    <a:pt x="277082" y="100489"/>
                  </a:lnTo>
                  <a:lnTo>
                    <a:pt x="308134" y="13373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5" name="서울특별시 금천구 시흥4동">
              <a:extLst>
                <a:ext uri="{FF2B5EF4-FFF2-40B4-BE49-F238E27FC236}">
                  <a16:creationId xmlns:a16="http://schemas.microsoft.com/office/drawing/2014/main" id="{D24E1DB9-AACA-AA80-B397-160E414E4E67}"/>
                </a:ext>
              </a:extLst>
            </p:cNvPr>
            <p:cNvSpPr/>
            <p:nvPr/>
          </p:nvSpPr>
          <p:spPr>
            <a:xfrm>
              <a:off x="4835175" y="5228843"/>
              <a:ext cx="177355" cy="226218"/>
            </a:xfrm>
            <a:custGeom>
              <a:avLst/>
              <a:gdLst>
                <a:gd name="connsiteX0" fmla="*/ 146304 w 177355"/>
                <a:gd name="connsiteY0" fmla="*/ 762 h 226218"/>
                <a:gd name="connsiteX1" fmla="*/ 170116 w 177355"/>
                <a:gd name="connsiteY1" fmla="*/ 7906 h 226218"/>
                <a:gd name="connsiteX2" fmla="*/ 165259 w 177355"/>
                <a:gd name="connsiteY2" fmla="*/ 13811 h 226218"/>
                <a:gd name="connsiteX3" fmla="*/ 157067 w 177355"/>
                <a:gd name="connsiteY3" fmla="*/ 23908 h 226218"/>
                <a:gd name="connsiteX4" fmla="*/ 153924 w 177355"/>
                <a:gd name="connsiteY4" fmla="*/ 31623 h 226218"/>
                <a:gd name="connsiteX5" fmla="*/ 173927 w 177355"/>
                <a:gd name="connsiteY5" fmla="*/ 128207 h 226218"/>
                <a:gd name="connsiteX6" fmla="*/ 177355 w 177355"/>
                <a:gd name="connsiteY6" fmla="*/ 138303 h 226218"/>
                <a:gd name="connsiteX7" fmla="*/ 160687 w 177355"/>
                <a:gd name="connsiteY7" fmla="*/ 138970 h 226218"/>
                <a:gd name="connsiteX8" fmla="*/ 110299 w 177355"/>
                <a:gd name="connsiteY8" fmla="*/ 163449 h 226218"/>
                <a:gd name="connsiteX9" fmla="*/ 99822 w 177355"/>
                <a:gd name="connsiteY9" fmla="*/ 174117 h 226218"/>
                <a:gd name="connsiteX10" fmla="*/ 96393 w 177355"/>
                <a:gd name="connsiteY10" fmla="*/ 182404 h 226218"/>
                <a:gd name="connsiteX11" fmla="*/ 96298 w 177355"/>
                <a:gd name="connsiteY11" fmla="*/ 183452 h 226218"/>
                <a:gd name="connsiteX12" fmla="*/ 95631 w 177355"/>
                <a:gd name="connsiteY12" fmla="*/ 187071 h 226218"/>
                <a:gd name="connsiteX13" fmla="*/ 86106 w 177355"/>
                <a:gd name="connsiteY13" fmla="*/ 213551 h 226218"/>
                <a:gd name="connsiteX14" fmla="*/ 80867 w 177355"/>
                <a:gd name="connsiteY14" fmla="*/ 226219 h 226218"/>
                <a:gd name="connsiteX15" fmla="*/ 32004 w 177355"/>
                <a:gd name="connsiteY15" fmla="*/ 217646 h 226218"/>
                <a:gd name="connsiteX16" fmla="*/ 30099 w 177355"/>
                <a:gd name="connsiteY16" fmla="*/ 202502 h 226218"/>
                <a:gd name="connsiteX17" fmla="*/ 4381 w 177355"/>
                <a:gd name="connsiteY17" fmla="*/ 75724 h 226218"/>
                <a:gd name="connsiteX18" fmla="*/ 0 w 177355"/>
                <a:gd name="connsiteY18" fmla="*/ 62103 h 226218"/>
                <a:gd name="connsiteX19" fmla="*/ 10001 w 177355"/>
                <a:gd name="connsiteY19" fmla="*/ 54674 h 226218"/>
                <a:gd name="connsiteX20" fmla="*/ 52769 w 177355"/>
                <a:gd name="connsiteY20" fmla="*/ 22955 h 226218"/>
                <a:gd name="connsiteX21" fmla="*/ 96012 w 177355"/>
                <a:gd name="connsiteY21" fmla="*/ 953 h 226218"/>
                <a:gd name="connsiteX22" fmla="*/ 100870 w 177355"/>
                <a:gd name="connsiteY22" fmla="*/ 0 h 226218"/>
                <a:gd name="connsiteX23" fmla="*/ 106585 w 177355"/>
                <a:gd name="connsiteY23" fmla="*/ 2191 h 226218"/>
                <a:gd name="connsiteX24" fmla="*/ 115253 w 177355"/>
                <a:gd name="connsiteY24" fmla="*/ 5715 h 226218"/>
                <a:gd name="connsiteX25" fmla="*/ 119634 w 177355"/>
                <a:gd name="connsiteY25" fmla="*/ 8382 h 226218"/>
                <a:gd name="connsiteX26" fmla="*/ 146304 w 177355"/>
                <a:gd name="connsiteY26" fmla="*/ 762 h 22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7355" h="226218">
                  <a:moveTo>
                    <a:pt x="146304" y="762"/>
                  </a:moveTo>
                  <a:lnTo>
                    <a:pt x="170116" y="7906"/>
                  </a:lnTo>
                  <a:lnTo>
                    <a:pt x="165259" y="13811"/>
                  </a:lnTo>
                  <a:lnTo>
                    <a:pt x="157067" y="23908"/>
                  </a:lnTo>
                  <a:lnTo>
                    <a:pt x="153924" y="31623"/>
                  </a:lnTo>
                  <a:lnTo>
                    <a:pt x="173927" y="128207"/>
                  </a:lnTo>
                  <a:lnTo>
                    <a:pt x="177355" y="138303"/>
                  </a:lnTo>
                  <a:lnTo>
                    <a:pt x="160687" y="138970"/>
                  </a:lnTo>
                  <a:lnTo>
                    <a:pt x="110299" y="163449"/>
                  </a:lnTo>
                  <a:lnTo>
                    <a:pt x="99822" y="174117"/>
                  </a:lnTo>
                  <a:lnTo>
                    <a:pt x="96393" y="182404"/>
                  </a:lnTo>
                  <a:lnTo>
                    <a:pt x="96298" y="183452"/>
                  </a:lnTo>
                  <a:lnTo>
                    <a:pt x="95631" y="187071"/>
                  </a:lnTo>
                  <a:lnTo>
                    <a:pt x="86106" y="213551"/>
                  </a:lnTo>
                  <a:lnTo>
                    <a:pt x="80867" y="226219"/>
                  </a:lnTo>
                  <a:lnTo>
                    <a:pt x="32004" y="217646"/>
                  </a:lnTo>
                  <a:lnTo>
                    <a:pt x="30099" y="202502"/>
                  </a:lnTo>
                  <a:lnTo>
                    <a:pt x="4381" y="75724"/>
                  </a:lnTo>
                  <a:lnTo>
                    <a:pt x="0" y="62103"/>
                  </a:lnTo>
                  <a:lnTo>
                    <a:pt x="10001" y="54674"/>
                  </a:lnTo>
                  <a:lnTo>
                    <a:pt x="52769" y="22955"/>
                  </a:lnTo>
                  <a:lnTo>
                    <a:pt x="96012" y="953"/>
                  </a:lnTo>
                  <a:lnTo>
                    <a:pt x="100870" y="0"/>
                  </a:lnTo>
                  <a:lnTo>
                    <a:pt x="106585" y="2191"/>
                  </a:lnTo>
                  <a:lnTo>
                    <a:pt x="115253" y="5715"/>
                  </a:lnTo>
                  <a:lnTo>
                    <a:pt x="119634" y="8382"/>
                  </a:lnTo>
                  <a:lnTo>
                    <a:pt x="146304" y="76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6" name="서울특별시 금천구 시흥5동">
              <a:extLst>
                <a:ext uri="{FF2B5EF4-FFF2-40B4-BE49-F238E27FC236}">
                  <a16:creationId xmlns:a16="http://schemas.microsoft.com/office/drawing/2014/main" id="{CDCF9F7E-6358-11D8-69C7-7EEAF06D0BFD}"/>
                </a:ext>
              </a:extLst>
            </p:cNvPr>
            <p:cNvSpPr/>
            <p:nvPr/>
          </p:nvSpPr>
          <p:spPr>
            <a:xfrm>
              <a:off x="4808982" y="5367147"/>
              <a:ext cx="329374" cy="329850"/>
            </a:xfrm>
            <a:custGeom>
              <a:avLst/>
              <a:gdLst>
                <a:gd name="connsiteX0" fmla="*/ 280797 w 329374"/>
                <a:gd name="connsiteY0" fmla="*/ 16859 h 329850"/>
                <a:gd name="connsiteX1" fmla="*/ 281464 w 329374"/>
                <a:gd name="connsiteY1" fmla="*/ 20860 h 329850"/>
                <a:gd name="connsiteX2" fmla="*/ 281369 w 329374"/>
                <a:gd name="connsiteY2" fmla="*/ 23336 h 329850"/>
                <a:gd name="connsiteX3" fmla="*/ 278797 w 329374"/>
                <a:gd name="connsiteY3" fmla="*/ 37909 h 329850"/>
                <a:gd name="connsiteX4" fmla="*/ 276701 w 329374"/>
                <a:gd name="connsiteY4" fmla="*/ 46672 h 329850"/>
                <a:gd name="connsiteX5" fmla="*/ 245269 w 329374"/>
                <a:gd name="connsiteY5" fmla="*/ 76962 h 329850"/>
                <a:gd name="connsiteX6" fmla="*/ 225647 w 329374"/>
                <a:gd name="connsiteY6" fmla="*/ 86868 h 329850"/>
                <a:gd name="connsiteX7" fmla="*/ 218980 w 329374"/>
                <a:gd name="connsiteY7" fmla="*/ 90106 h 329850"/>
                <a:gd name="connsiteX8" fmla="*/ 217837 w 329374"/>
                <a:gd name="connsiteY8" fmla="*/ 90488 h 329850"/>
                <a:gd name="connsiteX9" fmla="*/ 216027 w 329374"/>
                <a:gd name="connsiteY9" fmla="*/ 90678 h 329850"/>
                <a:gd name="connsiteX10" fmla="*/ 213265 w 329374"/>
                <a:gd name="connsiteY10" fmla="*/ 91059 h 329850"/>
                <a:gd name="connsiteX11" fmla="*/ 211646 w 329374"/>
                <a:gd name="connsiteY11" fmla="*/ 90297 h 329850"/>
                <a:gd name="connsiteX12" fmla="*/ 210979 w 329374"/>
                <a:gd name="connsiteY12" fmla="*/ 90011 h 329850"/>
                <a:gd name="connsiteX13" fmla="*/ 205169 w 329374"/>
                <a:gd name="connsiteY13" fmla="*/ 88773 h 329850"/>
                <a:gd name="connsiteX14" fmla="*/ 203263 w 329374"/>
                <a:gd name="connsiteY14" fmla="*/ 88297 h 329850"/>
                <a:gd name="connsiteX15" fmla="*/ 199739 w 329374"/>
                <a:gd name="connsiteY15" fmla="*/ 89725 h 329850"/>
                <a:gd name="connsiteX16" fmla="*/ 195929 w 329374"/>
                <a:gd name="connsiteY16" fmla="*/ 93631 h 329850"/>
                <a:gd name="connsiteX17" fmla="*/ 176022 w 329374"/>
                <a:gd name="connsiteY17" fmla="*/ 130302 h 329850"/>
                <a:gd name="connsiteX18" fmla="*/ 175831 w 329374"/>
                <a:gd name="connsiteY18" fmla="*/ 130778 h 329850"/>
                <a:gd name="connsiteX19" fmla="*/ 168402 w 329374"/>
                <a:gd name="connsiteY19" fmla="*/ 152495 h 329850"/>
                <a:gd name="connsiteX20" fmla="*/ 168402 w 329374"/>
                <a:gd name="connsiteY20" fmla="*/ 155448 h 329850"/>
                <a:gd name="connsiteX21" fmla="*/ 168688 w 329374"/>
                <a:gd name="connsiteY21" fmla="*/ 157543 h 329850"/>
                <a:gd name="connsiteX22" fmla="*/ 168783 w 329374"/>
                <a:gd name="connsiteY22" fmla="*/ 158305 h 329850"/>
                <a:gd name="connsiteX23" fmla="*/ 170497 w 329374"/>
                <a:gd name="connsiteY23" fmla="*/ 165830 h 329850"/>
                <a:gd name="connsiteX24" fmla="*/ 172974 w 329374"/>
                <a:gd name="connsiteY24" fmla="*/ 173164 h 329850"/>
                <a:gd name="connsiteX25" fmla="*/ 175927 w 329374"/>
                <a:gd name="connsiteY25" fmla="*/ 175165 h 329850"/>
                <a:gd name="connsiteX26" fmla="*/ 245269 w 329374"/>
                <a:gd name="connsiteY26" fmla="*/ 210788 h 329850"/>
                <a:gd name="connsiteX27" fmla="*/ 329374 w 329374"/>
                <a:gd name="connsiteY27" fmla="*/ 253174 h 329850"/>
                <a:gd name="connsiteX28" fmla="*/ 326993 w 329374"/>
                <a:gd name="connsiteY28" fmla="*/ 262318 h 329850"/>
                <a:gd name="connsiteX29" fmla="*/ 308324 w 329374"/>
                <a:gd name="connsiteY29" fmla="*/ 303657 h 329850"/>
                <a:gd name="connsiteX30" fmla="*/ 307753 w 329374"/>
                <a:gd name="connsiteY30" fmla="*/ 304514 h 329850"/>
                <a:gd name="connsiteX31" fmla="*/ 300799 w 329374"/>
                <a:gd name="connsiteY31" fmla="*/ 312610 h 329850"/>
                <a:gd name="connsiteX32" fmla="*/ 299275 w 329374"/>
                <a:gd name="connsiteY32" fmla="*/ 313944 h 329850"/>
                <a:gd name="connsiteX33" fmla="*/ 275272 w 329374"/>
                <a:gd name="connsiteY33" fmla="*/ 329470 h 329850"/>
                <a:gd name="connsiteX34" fmla="*/ 274320 w 329374"/>
                <a:gd name="connsiteY34" fmla="*/ 329851 h 329850"/>
                <a:gd name="connsiteX35" fmla="*/ 272510 w 329374"/>
                <a:gd name="connsiteY35" fmla="*/ 329755 h 329850"/>
                <a:gd name="connsiteX36" fmla="*/ 222980 w 329374"/>
                <a:gd name="connsiteY36" fmla="*/ 326898 h 329850"/>
                <a:gd name="connsiteX37" fmla="*/ 191929 w 329374"/>
                <a:gd name="connsiteY37" fmla="*/ 293656 h 329850"/>
                <a:gd name="connsiteX38" fmla="*/ 77819 w 329374"/>
                <a:gd name="connsiteY38" fmla="*/ 222123 h 329850"/>
                <a:gd name="connsiteX39" fmla="*/ 53245 w 329374"/>
                <a:gd name="connsiteY39" fmla="*/ 212122 h 329850"/>
                <a:gd name="connsiteX40" fmla="*/ 7239 w 329374"/>
                <a:gd name="connsiteY40" fmla="*/ 193167 h 329850"/>
                <a:gd name="connsiteX41" fmla="*/ 0 w 329374"/>
                <a:gd name="connsiteY41" fmla="*/ 173450 h 329850"/>
                <a:gd name="connsiteX42" fmla="*/ 16002 w 329374"/>
                <a:gd name="connsiteY42" fmla="*/ 169640 h 329850"/>
                <a:gd name="connsiteX43" fmla="*/ 21431 w 329374"/>
                <a:gd name="connsiteY43" fmla="*/ 168402 h 329850"/>
                <a:gd name="connsiteX44" fmla="*/ 33147 w 329374"/>
                <a:gd name="connsiteY44" fmla="*/ 165163 h 329850"/>
                <a:gd name="connsiteX45" fmla="*/ 35623 w 329374"/>
                <a:gd name="connsiteY45" fmla="*/ 163544 h 329850"/>
                <a:gd name="connsiteX46" fmla="*/ 44482 w 329374"/>
                <a:gd name="connsiteY46" fmla="*/ 157543 h 329850"/>
                <a:gd name="connsiteX47" fmla="*/ 50102 w 329374"/>
                <a:gd name="connsiteY47" fmla="*/ 150114 h 329850"/>
                <a:gd name="connsiteX48" fmla="*/ 50387 w 329374"/>
                <a:gd name="connsiteY48" fmla="*/ 149638 h 329850"/>
                <a:gd name="connsiteX49" fmla="*/ 51435 w 329374"/>
                <a:gd name="connsiteY49" fmla="*/ 144780 h 329850"/>
                <a:gd name="connsiteX50" fmla="*/ 54483 w 329374"/>
                <a:gd name="connsiteY50" fmla="*/ 130302 h 329850"/>
                <a:gd name="connsiteX51" fmla="*/ 58198 w 329374"/>
                <a:gd name="connsiteY51" fmla="*/ 79343 h 329850"/>
                <a:gd name="connsiteX52" fmla="*/ 107061 w 329374"/>
                <a:gd name="connsiteY52" fmla="*/ 87916 h 329850"/>
                <a:gd name="connsiteX53" fmla="*/ 112300 w 329374"/>
                <a:gd name="connsiteY53" fmla="*/ 75247 h 329850"/>
                <a:gd name="connsiteX54" fmla="*/ 121825 w 329374"/>
                <a:gd name="connsiteY54" fmla="*/ 48768 h 329850"/>
                <a:gd name="connsiteX55" fmla="*/ 122491 w 329374"/>
                <a:gd name="connsiteY55" fmla="*/ 45148 h 329850"/>
                <a:gd name="connsiteX56" fmla="*/ 122587 w 329374"/>
                <a:gd name="connsiteY56" fmla="*/ 44101 h 329850"/>
                <a:gd name="connsiteX57" fmla="*/ 126016 w 329374"/>
                <a:gd name="connsiteY57" fmla="*/ 35814 h 329850"/>
                <a:gd name="connsiteX58" fmla="*/ 136493 w 329374"/>
                <a:gd name="connsiteY58" fmla="*/ 25146 h 329850"/>
                <a:gd name="connsiteX59" fmla="*/ 186880 w 329374"/>
                <a:gd name="connsiteY59" fmla="*/ 667 h 329850"/>
                <a:gd name="connsiteX60" fmla="*/ 203549 w 329374"/>
                <a:gd name="connsiteY60" fmla="*/ 0 h 329850"/>
                <a:gd name="connsiteX61" fmla="*/ 215932 w 329374"/>
                <a:gd name="connsiteY61" fmla="*/ 7620 h 329850"/>
                <a:gd name="connsiteX62" fmla="*/ 280797 w 329374"/>
                <a:gd name="connsiteY62" fmla="*/ 16859 h 32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29374" h="329850">
                  <a:moveTo>
                    <a:pt x="280797" y="16859"/>
                  </a:moveTo>
                  <a:lnTo>
                    <a:pt x="281464" y="20860"/>
                  </a:lnTo>
                  <a:lnTo>
                    <a:pt x="281369" y="23336"/>
                  </a:lnTo>
                  <a:lnTo>
                    <a:pt x="278797" y="37909"/>
                  </a:lnTo>
                  <a:lnTo>
                    <a:pt x="276701" y="46672"/>
                  </a:lnTo>
                  <a:lnTo>
                    <a:pt x="245269" y="76962"/>
                  </a:lnTo>
                  <a:lnTo>
                    <a:pt x="225647" y="86868"/>
                  </a:lnTo>
                  <a:lnTo>
                    <a:pt x="218980" y="90106"/>
                  </a:lnTo>
                  <a:lnTo>
                    <a:pt x="217837" y="90488"/>
                  </a:lnTo>
                  <a:lnTo>
                    <a:pt x="216027" y="90678"/>
                  </a:lnTo>
                  <a:lnTo>
                    <a:pt x="213265" y="91059"/>
                  </a:lnTo>
                  <a:lnTo>
                    <a:pt x="211646" y="90297"/>
                  </a:lnTo>
                  <a:lnTo>
                    <a:pt x="210979" y="90011"/>
                  </a:lnTo>
                  <a:lnTo>
                    <a:pt x="205169" y="88773"/>
                  </a:lnTo>
                  <a:lnTo>
                    <a:pt x="203263" y="88297"/>
                  </a:lnTo>
                  <a:lnTo>
                    <a:pt x="199739" y="89725"/>
                  </a:lnTo>
                  <a:lnTo>
                    <a:pt x="195929" y="93631"/>
                  </a:lnTo>
                  <a:lnTo>
                    <a:pt x="176022" y="130302"/>
                  </a:lnTo>
                  <a:lnTo>
                    <a:pt x="175831" y="130778"/>
                  </a:lnTo>
                  <a:lnTo>
                    <a:pt x="168402" y="152495"/>
                  </a:lnTo>
                  <a:lnTo>
                    <a:pt x="168402" y="155448"/>
                  </a:lnTo>
                  <a:lnTo>
                    <a:pt x="168688" y="157543"/>
                  </a:lnTo>
                  <a:lnTo>
                    <a:pt x="168783" y="158305"/>
                  </a:lnTo>
                  <a:lnTo>
                    <a:pt x="170497" y="165830"/>
                  </a:lnTo>
                  <a:lnTo>
                    <a:pt x="172974" y="173164"/>
                  </a:lnTo>
                  <a:lnTo>
                    <a:pt x="175927" y="175165"/>
                  </a:lnTo>
                  <a:lnTo>
                    <a:pt x="245269" y="210788"/>
                  </a:lnTo>
                  <a:lnTo>
                    <a:pt x="329374" y="253174"/>
                  </a:lnTo>
                  <a:lnTo>
                    <a:pt x="326993" y="262318"/>
                  </a:lnTo>
                  <a:lnTo>
                    <a:pt x="308324" y="303657"/>
                  </a:lnTo>
                  <a:lnTo>
                    <a:pt x="307753" y="304514"/>
                  </a:lnTo>
                  <a:lnTo>
                    <a:pt x="300799" y="312610"/>
                  </a:lnTo>
                  <a:lnTo>
                    <a:pt x="299275" y="313944"/>
                  </a:lnTo>
                  <a:lnTo>
                    <a:pt x="275272" y="329470"/>
                  </a:lnTo>
                  <a:lnTo>
                    <a:pt x="274320" y="329851"/>
                  </a:lnTo>
                  <a:lnTo>
                    <a:pt x="272510" y="329755"/>
                  </a:lnTo>
                  <a:lnTo>
                    <a:pt x="222980" y="326898"/>
                  </a:lnTo>
                  <a:lnTo>
                    <a:pt x="191929" y="293656"/>
                  </a:lnTo>
                  <a:lnTo>
                    <a:pt x="77819" y="222123"/>
                  </a:lnTo>
                  <a:lnTo>
                    <a:pt x="53245" y="212122"/>
                  </a:lnTo>
                  <a:lnTo>
                    <a:pt x="7239" y="193167"/>
                  </a:lnTo>
                  <a:lnTo>
                    <a:pt x="0" y="173450"/>
                  </a:lnTo>
                  <a:lnTo>
                    <a:pt x="16002" y="169640"/>
                  </a:lnTo>
                  <a:lnTo>
                    <a:pt x="21431" y="168402"/>
                  </a:lnTo>
                  <a:lnTo>
                    <a:pt x="33147" y="165163"/>
                  </a:lnTo>
                  <a:lnTo>
                    <a:pt x="35623" y="163544"/>
                  </a:lnTo>
                  <a:lnTo>
                    <a:pt x="44482" y="157543"/>
                  </a:lnTo>
                  <a:lnTo>
                    <a:pt x="50102" y="150114"/>
                  </a:lnTo>
                  <a:lnTo>
                    <a:pt x="50387" y="149638"/>
                  </a:lnTo>
                  <a:lnTo>
                    <a:pt x="51435" y="144780"/>
                  </a:lnTo>
                  <a:lnTo>
                    <a:pt x="54483" y="130302"/>
                  </a:lnTo>
                  <a:lnTo>
                    <a:pt x="58198" y="79343"/>
                  </a:lnTo>
                  <a:lnTo>
                    <a:pt x="107061" y="87916"/>
                  </a:lnTo>
                  <a:lnTo>
                    <a:pt x="112300" y="75247"/>
                  </a:lnTo>
                  <a:lnTo>
                    <a:pt x="121825" y="48768"/>
                  </a:lnTo>
                  <a:lnTo>
                    <a:pt x="122491" y="45148"/>
                  </a:lnTo>
                  <a:lnTo>
                    <a:pt x="122587" y="44101"/>
                  </a:lnTo>
                  <a:lnTo>
                    <a:pt x="126016" y="35814"/>
                  </a:lnTo>
                  <a:lnTo>
                    <a:pt x="136493" y="25146"/>
                  </a:lnTo>
                  <a:lnTo>
                    <a:pt x="186880" y="667"/>
                  </a:lnTo>
                  <a:lnTo>
                    <a:pt x="203549" y="0"/>
                  </a:lnTo>
                  <a:lnTo>
                    <a:pt x="215932" y="7620"/>
                  </a:lnTo>
                  <a:lnTo>
                    <a:pt x="280797" y="168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0" name="서울특별시 영등포구">
            <a:extLst>
              <a:ext uri="{FF2B5EF4-FFF2-40B4-BE49-F238E27FC236}">
                <a16:creationId xmlns:a16="http://schemas.microsoft.com/office/drawing/2014/main" id="{FB3ED289-2BAC-101C-CEA5-5C93D4204F7F}"/>
              </a:ext>
            </a:extLst>
          </p:cNvPr>
          <p:cNvGrpSpPr/>
          <p:nvPr/>
        </p:nvGrpSpPr>
        <p:grpSpPr>
          <a:xfrm>
            <a:off x="4423229" y="3210673"/>
            <a:ext cx="741306" cy="857207"/>
            <a:chOff x="4383881" y="3697795"/>
            <a:chExt cx="1285875" cy="1181766"/>
          </a:xfrm>
          <a:solidFill>
            <a:srgbClr val="007BFF"/>
          </a:solidFill>
        </p:grpSpPr>
        <p:sp>
          <p:nvSpPr>
            <p:cNvPr id="639" name="서울특별시 영등포구 당산1동">
              <a:extLst>
                <a:ext uri="{FF2B5EF4-FFF2-40B4-BE49-F238E27FC236}">
                  <a16:creationId xmlns:a16="http://schemas.microsoft.com/office/drawing/2014/main" id="{00D41FB1-0AEC-15F9-AC12-CBE611926896}"/>
                </a:ext>
              </a:extLst>
            </p:cNvPr>
            <p:cNvSpPr/>
            <p:nvPr/>
          </p:nvSpPr>
          <p:spPr>
            <a:xfrm>
              <a:off x="4599717" y="4077747"/>
              <a:ext cx="207740" cy="184499"/>
            </a:xfrm>
            <a:custGeom>
              <a:avLst/>
              <a:gdLst>
                <a:gd name="connsiteX0" fmla="*/ 207740 w 207740"/>
                <a:gd name="connsiteY0" fmla="*/ 56102 h 184499"/>
                <a:gd name="connsiteX1" fmla="*/ 196691 w 207740"/>
                <a:gd name="connsiteY1" fmla="*/ 85535 h 184499"/>
                <a:gd name="connsiteX2" fmla="*/ 196310 w 207740"/>
                <a:gd name="connsiteY2" fmla="*/ 86583 h 184499"/>
                <a:gd name="connsiteX3" fmla="*/ 194977 w 207740"/>
                <a:gd name="connsiteY3" fmla="*/ 90202 h 184499"/>
                <a:gd name="connsiteX4" fmla="*/ 174498 w 207740"/>
                <a:gd name="connsiteY4" fmla="*/ 159639 h 184499"/>
                <a:gd name="connsiteX5" fmla="*/ 173927 w 207740"/>
                <a:gd name="connsiteY5" fmla="*/ 164021 h 184499"/>
                <a:gd name="connsiteX6" fmla="*/ 173927 w 207740"/>
                <a:gd name="connsiteY6" fmla="*/ 164592 h 184499"/>
                <a:gd name="connsiteX7" fmla="*/ 174022 w 207740"/>
                <a:gd name="connsiteY7" fmla="*/ 165640 h 184499"/>
                <a:gd name="connsiteX8" fmla="*/ 174022 w 207740"/>
                <a:gd name="connsiteY8" fmla="*/ 168116 h 184499"/>
                <a:gd name="connsiteX9" fmla="*/ 174117 w 207740"/>
                <a:gd name="connsiteY9" fmla="*/ 169450 h 184499"/>
                <a:gd name="connsiteX10" fmla="*/ 174593 w 207740"/>
                <a:gd name="connsiteY10" fmla="*/ 176879 h 184499"/>
                <a:gd name="connsiteX11" fmla="*/ 175736 w 207740"/>
                <a:gd name="connsiteY11" fmla="*/ 183356 h 184499"/>
                <a:gd name="connsiteX12" fmla="*/ 176022 w 207740"/>
                <a:gd name="connsiteY12" fmla="*/ 184023 h 184499"/>
                <a:gd name="connsiteX13" fmla="*/ 176117 w 207740"/>
                <a:gd name="connsiteY13" fmla="*/ 184500 h 184499"/>
                <a:gd name="connsiteX14" fmla="*/ 167069 w 207740"/>
                <a:gd name="connsiteY14" fmla="*/ 180023 h 184499"/>
                <a:gd name="connsiteX15" fmla="*/ 164592 w 207740"/>
                <a:gd name="connsiteY15" fmla="*/ 179356 h 184499"/>
                <a:gd name="connsiteX16" fmla="*/ 161449 w 207740"/>
                <a:gd name="connsiteY16" fmla="*/ 178689 h 184499"/>
                <a:gd name="connsiteX17" fmla="*/ 150686 w 207740"/>
                <a:gd name="connsiteY17" fmla="*/ 176308 h 184499"/>
                <a:gd name="connsiteX18" fmla="*/ 131254 w 207740"/>
                <a:gd name="connsiteY18" fmla="*/ 172593 h 184499"/>
                <a:gd name="connsiteX19" fmla="*/ 15907 w 207740"/>
                <a:gd name="connsiteY19" fmla="*/ 153638 h 184499"/>
                <a:gd name="connsiteX20" fmla="*/ 0 w 207740"/>
                <a:gd name="connsiteY20" fmla="*/ 132017 h 184499"/>
                <a:gd name="connsiteX21" fmla="*/ 2572 w 207740"/>
                <a:gd name="connsiteY21" fmla="*/ 120015 h 184499"/>
                <a:gd name="connsiteX22" fmla="*/ 3143 w 207740"/>
                <a:gd name="connsiteY22" fmla="*/ 116967 h 184499"/>
                <a:gd name="connsiteX23" fmla="*/ 4763 w 207740"/>
                <a:gd name="connsiteY23" fmla="*/ 110490 h 184499"/>
                <a:gd name="connsiteX24" fmla="*/ 22765 w 207740"/>
                <a:gd name="connsiteY24" fmla="*/ 36195 h 184499"/>
                <a:gd name="connsiteX25" fmla="*/ 26194 w 207740"/>
                <a:gd name="connsiteY25" fmla="*/ 30861 h 184499"/>
                <a:gd name="connsiteX26" fmla="*/ 28861 w 207740"/>
                <a:gd name="connsiteY26" fmla="*/ 27337 h 184499"/>
                <a:gd name="connsiteX27" fmla="*/ 50101 w 207740"/>
                <a:gd name="connsiteY27" fmla="*/ 0 h 184499"/>
                <a:gd name="connsiteX28" fmla="*/ 94583 w 207740"/>
                <a:gd name="connsiteY28" fmla="*/ 21336 h 184499"/>
                <a:gd name="connsiteX29" fmla="*/ 105442 w 207740"/>
                <a:gd name="connsiteY29" fmla="*/ 26289 h 184499"/>
                <a:gd name="connsiteX30" fmla="*/ 106108 w 207740"/>
                <a:gd name="connsiteY30" fmla="*/ 26575 h 184499"/>
                <a:gd name="connsiteX31" fmla="*/ 207740 w 207740"/>
                <a:gd name="connsiteY31" fmla="*/ 56102 h 18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7740" h="184499">
                  <a:moveTo>
                    <a:pt x="207740" y="56102"/>
                  </a:moveTo>
                  <a:lnTo>
                    <a:pt x="196691" y="85535"/>
                  </a:lnTo>
                  <a:lnTo>
                    <a:pt x="196310" y="86583"/>
                  </a:lnTo>
                  <a:lnTo>
                    <a:pt x="194977" y="90202"/>
                  </a:lnTo>
                  <a:lnTo>
                    <a:pt x="174498" y="159639"/>
                  </a:lnTo>
                  <a:lnTo>
                    <a:pt x="173927" y="164021"/>
                  </a:lnTo>
                  <a:lnTo>
                    <a:pt x="173927" y="164592"/>
                  </a:lnTo>
                  <a:lnTo>
                    <a:pt x="174022" y="165640"/>
                  </a:lnTo>
                  <a:lnTo>
                    <a:pt x="174022" y="168116"/>
                  </a:lnTo>
                  <a:lnTo>
                    <a:pt x="174117" y="169450"/>
                  </a:lnTo>
                  <a:lnTo>
                    <a:pt x="174593" y="176879"/>
                  </a:lnTo>
                  <a:lnTo>
                    <a:pt x="175736" y="183356"/>
                  </a:lnTo>
                  <a:lnTo>
                    <a:pt x="176022" y="184023"/>
                  </a:lnTo>
                  <a:lnTo>
                    <a:pt x="176117" y="184500"/>
                  </a:lnTo>
                  <a:lnTo>
                    <a:pt x="167069" y="180023"/>
                  </a:lnTo>
                  <a:lnTo>
                    <a:pt x="164592" y="179356"/>
                  </a:lnTo>
                  <a:lnTo>
                    <a:pt x="161449" y="178689"/>
                  </a:lnTo>
                  <a:lnTo>
                    <a:pt x="150686" y="176308"/>
                  </a:lnTo>
                  <a:lnTo>
                    <a:pt x="131254" y="172593"/>
                  </a:lnTo>
                  <a:lnTo>
                    <a:pt x="15907" y="153638"/>
                  </a:lnTo>
                  <a:lnTo>
                    <a:pt x="0" y="132017"/>
                  </a:lnTo>
                  <a:lnTo>
                    <a:pt x="2572" y="120015"/>
                  </a:lnTo>
                  <a:lnTo>
                    <a:pt x="3143" y="116967"/>
                  </a:lnTo>
                  <a:lnTo>
                    <a:pt x="4763" y="110490"/>
                  </a:lnTo>
                  <a:lnTo>
                    <a:pt x="22765" y="36195"/>
                  </a:lnTo>
                  <a:lnTo>
                    <a:pt x="26194" y="30861"/>
                  </a:lnTo>
                  <a:lnTo>
                    <a:pt x="28861" y="27337"/>
                  </a:lnTo>
                  <a:lnTo>
                    <a:pt x="50101" y="0"/>
                  </a:lnTo>
                  <a:lnTo>
                    <a:pt x="94583" y="21336"/>
                  </a:lnTo>
                  <a:lnTo>
                    <a:pt x="105442" y="26289"/>
                  </a:lnTo>
                  <a:lnTo>
                    <a:pt x="106108" y="26575"/>
                  </a:lnTo>
                  <a:lnTo>
                    <a:pt x="207740" y="561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0" name="서울특별시 영등포구 당산2동">
              <a:extLst>
                <a:ext uri="{FF2B5EF4-FFF2-40B4-BE49-F238E27FC236}">
                  <a16:creationId xmlns:a16="http://schemas.microsoft.com/office/drawing/2014/main" id="{C91C52F1-D5FB-C8B4-D658-ABFC3C2E9509}"/>
                </a:ext>
              </a:extLst>
            </p:cNvPr>
            <p:cNvSpPr/>
            <p:nvPr/>
          </p:nvSpPr>
          <p:spPr>
            <a:xfrm>
              <a:off x="4649819" y="3830669"/>
              <a:ext cx="345471" cy="339946"/>
            </a:xfrm>
            <a:custGeom>
              <a:avLst/>
              <a:gdLst>
                <a:gd name="connsiteX0" fmla="*/ 246031 w 345471"/>
                <a:gd name="connsiteY0" fmla="*/ 21336 h 339946"/>
                <a:gd name="connsiteX1" fmla="*/ 246888 w 345471"/>
                <a:gd name="connsiteY1" fmla="*/ 34385 h 339946"/>
                <a:gd name="connsiteX2" fmla="*/ 248031 w 345471"/>
                <a:gd name="connsiteY2" fmla="*/ 52483 h 339946"/>
                <a:gd name="connsiteX3" fmla="*/ 251269 w 345471"/>
                <a:gd name="connsiteY3" fmla="*/ 66865 h 339946"/>
                <a:gd name="connsiteX4" fmla="*/ 257842 w 345471"/>
                <a:gd name="connsiteY4" fmla="*/ 95536 h 339946"/>
                <a:gd name="connsiteX5" fmla="*/ 276987 w 345471"/>
                <a:gd name="connsiteY5" fmla="*/ 155543 h 339946"/>
                <a:gd name="connsiteX6" fmla="*/ 282131 w 345471"/>
                <a:gd name="connsiteY6" fmla="*/ 171640 h 339946"/>
                <a:gd name="connsiteX7" fmla="*/ 316992 w 345471"/>
                <a:gd name="connsiteY7" fmla="*/ 280797 h 339946"/>
                <a:gd name="connsiteX8" fmla="*/ 323374 w 345471"/>
                <a:gd name="connsiteY8" fmla="*/ 300609 h 339946"/>
                <a:gd name="connsiteX9" fmla="*/ 336518 w 345471"/>
                <a:gd name="connsiteY9" fmla="*/ 320611 h 339946"/>
                <a:gd name="connsiteX10" fmla="*/ 345472 w 345471"/>
                <a:gd name="connsiteY10" fmla="*/ 334042 h 339946"/>
                <a:gd name="connsiteX11" fmla="*/ 332327 w 345471"/>
                <a:gd name="connsiteY11" fmla="*/ 339947 h 339946"/>
                <a:gd name="connsiteX12" fmla="*/ 322612 w 345471"/>
                <a:gd name="connsiteY12" fmla="*/ 323659 h 339946"/>
                <a:gd name="connsiteX13" fmla="*/ 313373 w 345471"/>
                <a:gd name="connsiteY13" fmla="*/ 308134 h 339946"/>
                <a:gd name="connsiteX14" fmla="*/ 312801 w 345471"/>
                <a:gd name="connsiteY14" fmla="*/ 307181 h 339946"/>
                <a:gd name="connsiteX15" fmla="*/ 293180 w 345471"/>
                <a:gd name="connsiteY15" fmla="*/ 299371 h 339946"/>
                <a:gd name="connsiteX16" fmla="*/ 267462 w 345471"/>
                <a:gd name="connsiteY16" fmla="*/ 302990 h 339946"/>
                <a:gd name="connsiteX17" fmla="*/ 260128 w 345471"/>
                <a:gd name="connsiteY17" fmla="*/ 305181 h 339946"/>
                <a:gd name="connsiteX18" fmla="*/ 255746 w 345471"/>
                <a:gd name="connsiteY18" fmla="*/ 306800 h 339946"/>
                <a:gd name="connsiteX19" fmla="*/ 251650 w 345471"/>
                <a:gd name="connsiteY19" fmla="*/ 308515 h 339946"/>
                <a:gd name="connsiteX20" fmla="*/ 250317 w 345471"/>
                <a:gd name="connsiteY20" fmla="*/ 309181 h 339946"/>
                <a:gd name="connsiteX21" fmla="*/ 247745 w 345471"/>
                <a:gd name="connsiteY21" fmla="*/ 310324 h 339946"/>
                <a:gd name="connsiteX22" fmla="*/ 241364 w 345471"/>
                <a:gd name="connsiteY22" fmla="*/ 312896 h 339946"/>
                <a:gd name="connsiteX23" fmla="*/ 233363 w 345471"/>
                <a:gd name="connsiteY23" fmla="*/ 311277 h 339946"/>
                <a:gd name="connsiteX24" fmla="*/ 231267 w 345471"/>
                <a:gd name="connsiteY24" fmla="*/ 306324 h 339946"/>
                <a:gd name="connsiteX25" fmla="*/ 230029 w 345471"/>
                <a:gd name="connsiteY25" fmla="*/ 303181 h 339946"/>
                <a:gd name="connsiteX26" fmla="*/ 229552 w 345471"/>
                <a:gd name="connsiteY26" fmla="*/ 301942 h 339946"/>
                <a:gd name="connsiteX27" fmla="*/ 226219 w 345471"/>
                <a:gd name="connsiteY27" fmla="*/ 292036 h 339946"/>
                <a:gd name="connsiteX28" fmla="*/ 224218 w 345471"/>
                <a:gd name="connsiteY28" fmla="*/ 282892 h 339946"/>
                <a:gd name="connsiteX29" fmla="*/ 223552 w 345471"/>
                <a:gd name="connsiteY29" fmla="*/ 280130 h 339946"/>
                <a:gd name="connsiteX30" fmla="*/ 222790 w 345471"/>
                <a:gd name="connsiteY30" fmla="*/ 276130 h 339946"/>
                <a:gd name="connsiteX31" fmla="*/ 222218 w 345471"/>
                <a:gd name="connsiteY31" fmla="*/ 273082 h 339946"/>
                <a:gd name="connsiteX32" fmla="*/ 222123 w 345471"/>
                <a:gd name="connsiteY32" fmla="*/ 267462 h 339946"/>
                <a:gd name="connsiteX33" fmla="*/ 222028 w 345471"/>
                <a:gd name="connsiteY33" fmla="*/ 264223 h 339946"/>
                <a:gd name="connsiteX34" fmla="*/ 224123 w 345471"/>
                <a:gd name="connsiteY34" fmla="*/ 195167 h 339946"/>
                <a:gd name="connsiteX35" fmla="*/ 222218 w 345471"/>
                <a:gd name="connsiteY35" fmla="*/ 190214 h 339946"/>
                <a:gd name="connsiteX36" fmla="*/ 205264 w 345471"/>
                <a:gd name="connsiteY36" fmla="*/ 193834 h 339946"/>
                <a:gd name="connsiteX37" fmla="*/ 204788 w 345471"/>
                <a:gd name="connsiteY37" fmla="*/ 194881 h 339946"/>
                <a:gd name="connsiteX38" fmla="*/ 201168 w 345471"/>
                <a:gd name="connsiteY38" fmla="*/ 202025 h 339946"/>
                <a:gd name="connsiteX39" fmla="*/ 200025 w 345471"/>
                <a:gd name="connsiteY39" fmla="*/ 204502 h 339946"/>
                <a:gd name="connsiteX40" fmla="*/ 197739 w 345471"/>
                <a:gd name="connsiteY40" fmla="*/ 209264 h 339946"/>
                <a:gd name="connsiteX41" fmla="*/ 197167 w 345471"/>
                <a:gd name="connsiteY41" fmla="*/ 210407 h 339946"/>
                <a:gd name="connsiteX42" fmla="*/ 194405 w 345471"/>
                <a:gd name="connsiteY42" fmla="*/ 216217 h 339946"/>
                <a:gd name="connsiteX43" fmla="*/ 157639 w 345471"/>
                <a:gd name="connsiteY43" fmla="*/ 303181 h 339946"/>
                <a:gd name="connsiteX44" fmla="*/ 56007 w 345471"/>
                <a:gd name="connsiteY44" fmla="*/ 273653 h 339946"/>
                <a:gd name="connsiteX45" fmla="*/ 55340 w 345471"/>
                <a:gd name="connsiteY45" fmla="*/ 273367 h 339946"/>
                <a:gd name="connsiteX46" fmla="*/ 44482 w 345471"/>
                <a:gd name="connsiteY46" fmla="*/ 268414 h 339946"/>
                <a:gd name="connsiteX47" fmla="*/ 0 w 345471"/>
                <a:gd name="connsiteY47" fmla="*/ 247078 h 339946"/>
                <a:gd name="connsiteX48" fmla="*/ 11525 w 345471"/>
                <a:gd name="connsiteY48" fmla="*/ 232029 h 339946"/>
                <a:gd name="connsiteX49" fmla="*/ 86868 w 345471"/>
                <a:gd name="connsiteY49" fmla="*/ 135636 h 339946"/>
                <a:gd name="connsiteX50" fmla="*/ 111824 w 345471"/>
                <a:gd name="connsiteY50" fmla="*/ 105442 h 339946"/>
                <a:gd name="connsiteX51" fmla="*/ 115443 w 345471"/>
                <a:gd name="connsiteY51" fmla="*/ 100298 h 339946"/>
                <a:gd name="connsiteX52" fmla="*/ 143066 w 345471"/>
                <a:gd name="connsiteY52" fmla="*/ 56959 h 339946"/>
                <a:gd name="connsiteX53" fmla="*/ 179546 w 345471"/>
                <a:gd name="connsiteY53" fmla="*/ 0 h 339946"/>
                <a:gd name="connsiteX54" fmla="*/ 246031 w 345471"/>
                <a:gd name="connsiteY54" fmla="*/ 21336 h 33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45471" h="339946">
                  <a:moveTo>
                    <a:pt x="246031" y="21336"/>
                  </a:moveTo>
                  <a:lnTo>
                    <a:pt x="246888" y="34385"/>
                  </a:lnTo>
                  <a:lnTo>
                    <a:pt x="248031" y="52483"/>
                  </a:lnTo>
                  <a:lnTo>
                    <a:pt x="251269" y="66865"/>
                  </a:lnTo>
                  <a:lnTo>
                    <a:pt x="257842" y="95536"/>
                  </a:lnTo>
                  <a:lnTo>
                    <a:pt x="276987" y="155543"/>
                  </a:lnTo>
                  <a:lnTo>
                    <a:pt x="282131" y="171640"/>
                  </a:lnTo>
                  <a:lnTo>
                    <a:pt x="316992" y="280797"/>
                  </a:lnTo>
                  <a:lnTo>
                    <a:pt x="323374" y="300609"/>
                  </a:lnTo>
                  <a:lnTo>
                    <a:pt x="336518" y="320611"/>
                  </a:lnTo>
                  <a:lnTo>
                    <a:pt x="345472" y="334042"/>
                  </a:lnTo>
                  <a:lnTo>
                    <a:pt x="332327" y="339947"/>
                  </a:lnTo>
                  <a:lnTo>
                    <a:pt x="322612" y="323659"/>
                  </a:lnTo>
                  <a:lnTo>
                    <a:pt x="313373" y="308134"/>
                  </a:lnTo>
                  <a:lnTo>
                    <a:pt x="312801" y="307181"/>
                  </a:lnTo>
                  <a:lnTo>
                    <a:pt x="293180" y="299371"/>
                  </a:lnTo>
                  <a:lnTo>
                    <a:pt x="267462" y="302990"/>
                  </a:lnTo>
                  <a:lnTo>
                    <a:pt x="260128" y="305181"/>
                  </a:lnTo>
                  <a:lnTo>
                    <a:pt x="255746" y="306800"/>
                  </a:lnTo>
                  <a:lnTo>
                    <a:pt x="251650" y="308515"/>
                  </a:lnTo>
                  <a:lnTo>
                    <a:pt x="250317" y="309181"/>
                  </a:lnTo>
                  <a:lnTo>
                    <a:pt x="247745" y="310324"/>
                  </a:lnTo>
                  <a:lnTo>
                    <a:pt x="241364" y="312896"/>
                  </a:lnTo>
                  <a:lnTo>
                    <a:pt x="233363" y="311277"/>
                  </a:lnTo>
                  <a:lnTo>
                    <a:pt x="231267" y="306324"/>
                  </a:lnTo>
                  <a:lnTo>
                    <a:pt x="230029" y="303181"/>
                  </a:lnTo>
                  <a:lnTo>
                    <a:pt x="229552" y="301942"/>
                  </a:lnTo>
                  <a:lnTo>
                    <a:pt x="226219" y="292036"/>
                  </a:lnTo>
                  <a:lnTo>
                    <a:pt x="224218" y="282892"/>
                  </a:lnTo>
                  <a:lnTo>
                    <a:pt x="223552" y="280130"/>
                  </a:lnTo>
                  <a:lnTo>
                    <a:pt x="222790" y="276130"/>
                  </a:lnTo>
                  <a:lnTo>
                    <a:pt x="222218" y="273082"/>
                  </a:lnTo>
                  <a:lnTo>
                    <a:pt x="222123" y="267462"/>
                  </a:lnTo>
                  <a:lnTo>
                    <a:pt x="222028" y="264223"/>
                  </a:lnTo>
                  <a:lnTo>
                    <a:pt x="224123" y="195167"/>
                  </a:lnTo>
                  <a:lnTo>
                    <a:pt x="222218" y="190214"/>
                  </a:lnTo>
                  <a:lnTo>
                    <a:pt x="205264" y="193834"/>
                  </a:lnTo>
                  <a:lnTo>
                    <a:pt x="204788" y="194881"/>
                  </a:lnTo>
                  <a:lnTo>
                    <a:pt x="201168" y="202025"/>
                  </a:lnTo>
                  <a:lnTo>
                    <a:pt x="200025" y="204502"/>
                  </a:lnTo>
                  <a:lnTo>
                    <a:pt x="197739" y="209264"/>
                  </a:lnTo>
                  <a:lnTo>
                    <a:pt x="197167" y="210407"/>
                  </a:lnTo>
                  <a:lnTo>
                    <a:pt x="194405" y="216217"/>
                  </a:lnTo>
                  <a:lnTo>
                    <a:pt x="157639" y="303181"/>
                  </a:lnTo>
                  <a:lnTo>
                    <a:pt x="56007" y="273653"/>
                  </a:lnTo>
                  <a:lnTo>
                    <a:pt x="55340" y="273367"/>
                  </a:lnTo>
                  <a:lnTo>
                    <a:pt x="44482" y="268414"/>
                  </a:lnTo>
                  <a:lnTo>
                    <a:pt x="0" y="247078"/>
                  </a:lnTo>
                  <a:lnTo>
                    <a:pt x="11525" y="232029"/>
                  </a:lnTo>
                  <a:lnTo>
                    <a:pt x="86868" y="135636"/>
                  </a:lnTo>
                  <a:lnTo>
                    <a:pt x="111824" y="105442"/>
                  </a:lnTo>
                  <a:lnTo>
                    <a:pt x="115443" y="100298"/>
                  </a:lnTo>
                  <a:lnTo>
                    <a:pt x="143066" y="56959"/>
                  </a:lnTo>
                  <a:lnTo>
                    <a:pt x="179546" y="0"/>
                  </a:lnTo>
                  <a:lnTo>
                    <a:pt x="246031" y="213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1" name="서울특별시 영등포구 양평1동">
              <a:extLst>
                <a:ext uri="{FF2B5EF4-FFF2-40B4-BE49-F238E27FC236}">
                  <a16:creationId xmlns:a16="http://schemas.microsoft.com/office/drawing/2014/main" id="{443AC6AC-697A-C7A2-C698-CC2CD34083B8}"/>
                </a:ext>
              </a:extLst>
            </p:cNvPr>
            <p:cNvSpPr/>
            <p:nvPr/>
          </p:nvSpPr>
          <p:spPr>
            <a:xfrm>
              <a:off x="4389882" y="4050410"/>
              <a:ext cx="259937" cy="183737"/>
            </a:xfrm>
            <a:custGeom>
              <a:avLst/>
              <a:gdLst>
                <a:gd name="connsiteX0" fmla="*/ 185642 w 259937"/>
                <a:gd name="connsiteY0" fmla="*/ 6191 h 183737"/>
                <a:gd name="connsiteX1" fmla="*/ 259937 w 259937"/>
                <a:gd name="connsiteY1" fmla="*/ 27337 h 183737"/>
                <a:gd name="connsiteX2" fmla="*/ 238696 w 259937"/>
                <a:gd name="connsiteY2" fmla="*/ 54674 h 183737"/>
                <a:gd name="connsiteX3" fmla="*/ 236029 w 259937"/>
                <a:gd name="connsiteY3" fmla="*/ 58198 h 183737"/>
                <a:gd name="connsiteX4" fmla="*/ 232600 w 259937"/>
                <a:gd name="connsiteY4" fmla="*/ 63532 h 183737"/>
                <a:gd name="connsiteX5" fmla="*/ 214598 w 259937"/>
                <a:gd name="connsiteY5" fmla="*/ 137827 h 183737"/>
                <a:gd name="connsiteX6" fmla="*/ 212979 w 259937"/>
                <a:gd name="connsiteY6" fmla="*/ 144304 h 183737"/>
                <a:gd name="connsiteX7" fmla="*/ 212407 w 259937"/>
                <a:gd name="connsiteY7" fmla="*/ 147352 h 183737"/>
                <a:gd name="connsiteX8" fmla="*/ 209836 w 259937"/>
                <a:gd name="connsiteY8" fmla="*/ 159353 h 183737"/>
                <a:gd name="connsiteX9" fmla="*/ 225742 w 259937"/>
                <a:gd name="connsiteY9" fmla="*/ 180975 h 183737"/>
                <a:gd name="connsiteX10" fmla="*/ 203930 w 259937"/>
                <a:gd name="connsiteY10" fmla="*/ 179165 h 183737"/>
                <a:gd name="connsiteX11" fmla="*/ 184690 w 259937"/>
                <a:gd name="connsiteY11" fmla="*/ 175736 h 183737"/>
                <a:gd name="connsiteX12" fmla="*/ 100679 w 259937"/>
                <a:gd name="connsiteY12" fmla="*/ 161925 h 183737"/>
                <a:gd name="connsiteX13" fmla="*/ 97726 w 259937"/>
                <a:gd name="connsiteY13" fmla="*/ 169640 h 183737"/>
                <a:gd name="connsiteX14" fmla="*/ 94393 w 259937"/>
                <a:gd name="connsiteY14" fmla="*/ 183737 h 183737"/>
                <a:gd name="connsiteX15" fmla="*/ 72104 w 259937"/>
                <a:gd name="connsiteY15" fmla="*/ 180499 h 183737"/>
                <a:gd name="connsiteX16" fmla="*/ 71342 w 259937"/>
                <a:gd name="connsiteY16" fmla="*/ 180404 h 183737"/>
                <a:gd name="connsiteX17" fmla="*/ 65246 w 259937"/>
                <a:gd name="connsiteY17" fmla="*/ 179451 h 183737"/>
                <a:gd name="connsiteX18" fmla="*/ 36195 w 259937"/>
                <a:gd name="connsiteY18" fmla="*/ 174974 h 183737"/>
                <a:gd name="connsiteX19" fmla="*/ 0 w 259937"/>
                <a:gd name="connsiteY19" fmla="*/ 169354 h 183737"/>
                <a:gd name="connsiteX20" fmla="*/ 286 w 259937"/>
                <a:gd name="connsiteY20" fmla="*/ 154591 h 183737"/>
                <a:gd name="connsiteX21" fmla="*/ 8572 w 259937"/>
                <a:gd name="connsiteY21" fmla="*/ 115253 h 183737"/>
                <a:gd name="connsiteX22" fmla="*/ 12382 w 259937"/>
                <a:gd name="connsiteY22" fmla="*/ 101060 h 183737"/>
                <a:gd name="connsiteX23" fmla="*/ 12763 w 259937"/>
                <a:gd name="connsiteY23" fmla="*/ 99632 h 183737"/>
                <a:gd name="connsiteX24" fmla="*/ 28384 w 259937"/>
                <a:gd name="connsiteY24" fmla="*/ 85630 h 183737"/>
                <a:gd name="connsiteX25" fmla="*/ 34957 w 259937"/>
                <a:gd name="connsiteY25" fmla="*/ 79820 h 183737"/>
                <a:gd name="connsiteX26" fmla="*/ 89821 w 259937"/>
                <a:gd name="connsiteY26" fmla="*/ 60198 h 183737"/>
                <a:gd name="connsiteX27" fmla="*/ 100489 w 259937"/>
                <a:gd name="connsiteY27" fmla="*/ 56388 h 183737"/>
                <a:gd name="connsiteX28" fmla="*/ 112871 w 259937"/>
                <a:gd name="connsiteY28" fmla="*/ 50673 h 183737"/>
                <a:gd name="connsiteX29" fmla="*/ 118015 w 259937"/>
                <a:gd name="connsiteY29" fmla="*/ 48387 h 183737"/>
                <a:gd name="connsiteX30" fmla="*/ 122968 w 259937"/>
                <a:gd name="connsiteY30" fmla="*/ 43720 h 183737"/>
                <a:gd name="connsiteX31" fmla="*/ 129635 w 259937"/>
                <a:gd name="connsiteY31" fmla="*/ 37433 h 183737"/>
                <a:gd name="connsiteX32" fmla="*/ 131445 w 259937"/>
                <a:gd name="connsiteY32" fmla="*/ 35243 h 183737"/>
                <a:gd name="connsiteX33" fmla="*/ 141446 w 259937"/>
                <a:gd name="connsiteY33" fmla="*/ 22574 h 183737"/>
                <a:gd name="connsiteX34" fmla="*/ 157353 w 259937"/>
                <a:gd name="connsiteY34" fmla="*/ 0 h 183737"/>
                <a:gd name="connsiteX35" fmla="*/ 185642 w 259937"/>
                <a:gd name="connsiteY35" fmla="*/ 6191 h 18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59937" h="183737">
                  <a:moveTo>
                    <a:pt x="185642" y="6191"/>
                  </a:moveTo>
                  <a:lnTo>
                    <a:pt x="259937" y="27337"/>
                  </a:lnTo>
                  <a:lnTo>
                    <a:pt x="238696" y="54674"/>
                  </a:lnTo>
                  <a:lnTo>
                    <a:pt x="236029" y="58198"/>
                  </a:lnTo>
                  <a:lnTo>
                    <a:pt x="232600" y="63532"/>
                  </a:lnTo>
                  <a:lnTo>
                    <a:pt x="214598" y="137827"/>
                  </a:lnTo>
                  <a:lnTo>
                    <a:pt x="212979" y="144304"/>
                  </a:lnTo>
                  <a:lnTo>
                    <a:pt x="212407" y="147352"/>
                  </a:lnTo>
                  <a:lnTo>
                    <a:pt x="209836" y="159353"/>
                  </a:lnTo>
                  <a:lnTo>
                    <a:pt x="225742" y="180975"/>
                  </a:lnTo>
                  <a:lnTo>
                    <a:pt x="203930" y="179165"/>
                  </a:lnTo>
                  <a:lnTo>
                    <a:pt x="184690" y="175736"/>
                  </a:lnTo>
                  <a:lnTo>
                    <a:pt x="100679" y="161925"/>
                  </a:lnTo>
                  <a:lnTo>
                    <a:pt x="97726" y="169640"/>
                  </a:lnTo>
                  <a:lnTo>
                    <a:pt x="94393" y="183737"/>
                  </a:lnTo>
                  <a:lnTo>
                    <a:pt x="72104" y="180499"/>
                  </a:lnTo>
                  <a:lnTo>
                    <a:pt x="71342" y="180404"/>
                  </a:lnTo>
                  <a:lnTo>
                    <a:pt x="65246" y="179451"/>
                  </a:lnTo>
                  <a:lnTo>
                    <a:pt x="36195" y="174974"/>
                  </a:lnTo>
                  <a:lnTo>
                    <a:pt x="0" y="169354"/>
                  </a:lnTo>
                  <a:lnTo>
                    <a:pt x="286" y="154591"/>
                  </a:lnTo>
                  <a:lnTo>
                    <a:pt x="8572" y="115253"/>
                  </a:lnTo>
                  <a:lnTo>
                    <a:pt x="12382" y="101060"/>
                  </a:lnTo>
                  <a:lnTo>
                    <a:pt x="12763" y="99632"/>
                  </a:lnTo>
                  <a:lnTo>
                    <a:pt x="28384" y="85630"/>
                  </a:lnTo>
                  <a:lnTo>
                    <a:pt x="34957" y="79820"/>
                  </a:lnTo>
                  <a:lnTo>
                    <a:pt x="89821" y="60198"/>
                  </a:lnTo>
                  <a:lnTo>
                    <a:pt x="100489" y="56388"/>
                  </a:lnTo>
                  <a:lnTo>
                    <a:pt x="112871" y="50673"/>
                  </a:lnTo>
                  <a:lnTo>
                    <a:pt x="118015" y="48387"/>
                  </a:lnTo>
                  <a:lnTo>
                    <a:pt x="122968" y="43720"/>
                  </a:lnTo>
                  <a:lnTo>
                    <a:pt x="129635" y="37433"/>
                  </a:lnTo>
                  <a:lnTo>
                    <a:pt x="131445" y="35243"/>
                  </a:lnTo>
                  <a:lnTo>
                    <a:pt x="141446" y="22574"/>
                  </a:lnTo>
                  <a:lnTo>
                    <a:pt x="157353" y="0"/>
                  </a:lnTo>
                  <a:lnTo>
                    <a:pt x="185642" y="619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2" name="서울특별시 영등포구 양평2동">
              <a:extLst>
                <a:ext uri="{FF2B5EF4-FFF2-40B4-BE49-F238E27FC236}">
                  <a16:creationId xmlns:a16="http://schemas.microsoft.com/office/drawing/2014/main" id="{123D7FF5-2431-FFCF-2992-DB74983CAB0D}"/>
                </a:ext>
              </a:extLst>
            </p:cNvPr>
            <p:cNvSpPr/>
            <p:nvPr/>
          </p:nvSpPr>
          <p:spPr>
            <a:xfrm>
              <a:off x="4489037" y="3697795"/>
              <a:ext cx="340328" cy="379952"/>
            </a:xfrm>
            <a:custGeom>
              <a:avLst/>
              <a:gdLst>
                <a:gd name="connsiteX0" fmla="*/ 208121 w 340328"/>
                <a:gd name="connsiteY0" fmla="*/ 69913 h 379952"/>
                <a:gd name="connsiteX1" fmla="*/ 238030 w 340328"/>
                <a:gd name="connsiteY1" fmla="*/ 86392 h 379952"/>
                <a:gd name="connsiteX2" fmla="*/ 247459 w 340328"/>
                <a:gd name="connsiteY2" fmla="*/ 91535 h 379952"/>
                <a:gd name="connsiteX3" fmla="*/ 253841 w 340328"/>
                <a:gd name="connsiteY3" fmla="*/ 95060 h 379952"/>
                <a:gd name="connsiteX4" fmla="*/ 279940 w 340328"/>
                <a:gd name="connsiteY4" fmla="*/ 109442 h 379952"/>
                <a:gd name="connsiteX5" fmla="*/ 282702 w 340328"/>
                <a:gd name="connsiteY5" fmla="*/ 110490 h 379952"/>
                <a:gd name="connsiteX6" fmla="*/ 340328 w 340328"/>
                <a:gd name="connsiteY6" fmla="*/ 132874 h 379952"/>
                <a:gd name="connsiteX7" fmla="*/ 303848 w 340328"/>
                <a:gd name="connsiteY7" fmla="*/ 189833 h 379952"/>
                <a:gd name="connsiteX8" fmla="*/ 276225 w 340328"/>
                <a:gd name="connsiteY8" fmla="*/ 233172 h 379952"/>
                <a:gd name="connsiteX9" fmla="*/ 272606 w 340328"/>
                <a:gd name="connsiteY9" fmla="*/ 238315 h 379952"/>
                <a:gd name="connsiteX10" fmla="*/ 247650 w 340328"/>
                <a:gd name="connsiteY10" fmla="*/ 268510 h 379952"/>
                <a:gd name="connsiteX11" fmla="*/ 172307 w 340328"/>
                <a:gd name="connsiteY11" fmla="*/ 364903 h 379952"/>
                <a:gd name="connsiteX12" fmla="*/ 160782 w 340328"/>
                <a:gd name="connsiteY12" fmla="*/ 379952 h 379952"/>
                <a:gd name="connsiteX13" fmla="*/ 86487 w 340328"/>
                <a:gd name="connsiteY13" fmla="*/ 358807 h 379952"/>
                <a:gd name="connsiteX14" fmla="*/ 105061 w 340328"/>
                <a:gd name="connsiteY14" fmla="*/ 324136 h 379952"/>
                <a:gd name="connsiteX15" fmla="*/ 113348 w 340328"/>
                <a:gd name="connsiteY15" fmla="*/ 308801 h 379952"/>
                <a:gd name="connsiteX16" fmla="*/ 115253 w 340328"/>
                <a:gd name="connsiteY16" fmla="*/ 284797 h 379952"/>
                <a:gd name="connsiteX17" fmla="*/ 109252 w 340328"/>
                <a:gd name="connsiteY17" fmla="*/ 260032 h 379952"/>
                <a:gd name="connsiteX18" fmla="*/ 67913 w 340328"/>
                <a:gd name="connsiteY18" fmla="*/ 177641 h 379952"/>
                <a:gd name="connsiteX19" fmla="*/ 47720 w 340328"/>
                <a:gd name="connsiteY19" fmla="*/ 140875 h 379952"/>
                <a:gd name="connsiteX20" fmla="*/ 44672 w 340328"/>
                <a:gd name="connsiteY20" fmla="*/ 135922 h 379952"/>
                <a:gd name="connsiteX21" fmla="*/ 36576 w 340328"/>
                <a:gd name="connsiteY21" fmla="*/ 122777 h 379952"/>
                <a:gd name="connsiteX22" fmla="*/ 16193 w 340328"/>
                <a:gd name="connsiteY22" fmla="*/ 119253 h 379952"/>
                <a:gd name="connsiteX23" fmla="*/ 9049 w 340328"/>
                <a:gd name="connsiteY23" fmla="*/ 107632 h 379952"/>
                <a:gd name="connsiteX24" fmla="*/ 8096 w 340328"/>
                <a:gd name="connsiteY24" fmla="*/ 106108 h 379952"/>
                <a:gd name="connsiteX25" fmla="*/ 0 w 340328"/>
                <a:gd name="connsiteY25" fmla="*/ 70199 h 379952"/>
                <a:gd name="connsiteX26" fmla="*/ 24289 w 340328"/>
                <a:gd name="connsiteY26" fmla="*/ 49149 h 379952"/>
                <a:gd name="connsiteX27" fmla="*/ 81248 w 340328"/>
                <a:gd name="connsiteY27" fmla="*/ 0 h 379952"/>
                <a:gd name="connsiteX28" fmla="*/ 208121 w 340328"/>
                <a:gd name="connsiteY28" fmla="*/ 69913 h 37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0328" h="379952">
                  <a:moveTo>
                    <a:pt x="208121" y="69913"/>
                  </a:moveTo>
                  <a:lnTo>
                    <a:pt x="238030" y="86392"/>
                  </a:lnTo>
                  <a:lnTo>
                    <a:pt x="247459" y="91535"/>
                  </a:lnTo>
                  <a:lnTo>
                    <a:pt x="253841" y="95060"/>
                  </a:lnTo>
                  <a:lnTo>
                    <a:pt x="279940" y="109442"/>
                  </a:lnTo>
                  <a:lnTo>
                    <a:pt x="282702" y="110490"/>
                  </a:lnTo>
                  <a:lnTo>
                    <a:pt x="340328" y="132874"/>
                  </a:lnTo>
                  <a:lnTo>
                    <a:pt x="303848" y="189833"/>
                  </a:lnTo>
                  <a:lnTo>
                    <a:pt x="276225" y="233172"/>
                  </a:lnTo>
                  <a:lnTo>
                    <a:pt x="272606" y="238315"/>
                  </a:lnTo>
                  <a:lnTo>
                    <a:pt x="247650" y="268510"/>
                  </a:lnTo>
                  <a:lnTo>
                    <a:pt x="172307" y="364903"/>
                  </a:lnTo>
                  <a:lnTo>
                    <a:pt x="160782" y="379952"/>
                  </a:lnTo>
                  <a:lnTo>
                    <a:pt x="86487" y="358807"/>
                  </a:lnTo>
                  <a:lnTo>
                    <a:pt x="105061" y="324136"/>
                  </a:lnTo>
                  <a:lnTo>
                    <a:pt x="113348" y="308801"/>
                  </a:lnTo>
                  <a:lnTo>
                    <a:pt x="115253" y="284797"/>
                  </a:lnTo>
                  <a:lnTo>
                    <a:pt x="109252" y="260032"/>
                  </a:lnTo>
                  <a:lnTo>
                    <a:pt x="67913" y="177641"/>
                  </a:lnTo>
                  <a:lnTo>
                    <a:pt x="47720" y="140875"/>
                  </a:lnTo>
                  <a:lnTo>
                    <a:pt x="44672" y="135922"/>
                  </a:lnTo>
                  <a:lnTo>
                    <a:pt x="36576" y="122777"/>
                  </a:lnTo>
                  <a:lnTo>
                    <a:pt x="16193" y="119253"/>
                  </a:lnTo>
                  <a:lnTo>
                    <a:pt x="9049" y="107632"/>
                  </a:lnTo>
                  <a:lnTo>
                    <a:pt x="8096" y="106108"/>
                  </a:lnTo>
                  <a:lnTo>
                    <a:pt x="0" y="70199"/>
                  </a:lnTo>
                  <a:lnTo>
                    <a:pt x="24289" y="49149"/>
                  </a:lnTo>
                  <a:lnTo>
                    <a:pt x="81248" y="0"/>
                  </a:lnTo>
                  <a:lnTo>
                    <a:pt x="208121" y="699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3" name="서울특별시 영등포구 신길1동">
              <a:extLst>
                <a:ext uri="{FF2B5EF4-FFF2-40B4-BE49-F238E27FC236}">
                  <a16:creationId xmlns:a16="http://schemas.microsoft.com/office/drawing/2014/main" id="{DB3210F9-A9DD-56E2-CF54-D31BF3D76E46}"/>
                </a:ext>
              </a:extLst>
            </p:cNvPr>
            <p:cNvSpPr/>
            <p:nvPr/>
          </p:nvSpPr>
          <p:spPr>
            <a:xfrm>
              <a:off x="5005006" y="4254817"/>
              <a:ext cx="222504" cy="250221"/>
            </a:xfrm>
            <a:custGeom>
              <a:avLst/>
              <a:gdLst>
                <a:gd name="connsiteX0" fmla="*/ 222504 w 222504"/>
                <a:gd name="connsiteY0" fmla="*/ 60674 h 250221"/>
                <a:gd name="connsiteX1" fmla="*/ 207169 w 222504"/>
                <a:gd name="connsiteY1" fmla="*/ 82391 h 250221"/>
                <a:gd name="connsiteX2" fmla="*/ 201359 w 222504"/>
                <a:gd name="connsiteY2" fmla="*/ 88678 h 250221"/>
                <a:gd name="connsiteX3" fmla="*/ 200311 w 222504"/>
                <a:gd name="connsiteY3" fmla="*/ 89916 h 250221"/>
                <a:gd name="connsiteX4" fmla="*/ 177355 w 222504"/>
                <a:gd name="connsiteY4" fmla="*/ 120777 h 250221"/>
                <a:gd name="connsiteX5" fmla="*/ 158020 w 222504"/>
                <a:gd name="connsiteY5" fmla="*/ 168878 h 250221"/>
                <a:gd name="connsiteX6" fmla="*/ 151733 w 222504"/>
                <a:gd name="connsiteY6" fmla="*/ 192119 h 250221"/>
                <a:gd name="connsiteX7" fmla="*/ 151067 w 222504"/>
                <a:gd name="connsiteY7" fmla="*/ 206026 h 250221"/>
                <a:gd name="connsiteX8" fmla="*/ 150971 w 222504"/>
                <a:gd name="connsiteY8" fmla="*/ 207550 h 250221"/>
                <a:gd name="connsiteX9" fmla="*/ 123635 w 222504"/>
                <a:gd name="connsiteY9" fmla="*/ 222504 h 250221"/>
                <a:gd name="connsiteX10" fmla="*/ 61722 w 222504"/>
                <a:gd name="connsiteY10" fmla="*/ 239839 h 250221"/>
                <a:gd name="connsiteX11" fmla="*/ 43339 w 222504"/>
                <a:gd name="connsiteY11" fmla="*/ 250222 h 250221"/>
                <a:gd name="connsiteX12" fmla="*/ 19526 w 222504"/>
                <a:gd name="connsiteY12" fmla="*/ 211264 h 250221"/>
                <a:gd name="connsiteX13" fmla="*/ 0 w 222504"/>
                <a:gd name="connsiteY13" fmla="*/ 146209 h 250221"/>
                <a:gd name="connsiteX14" fmla="*/ 41910 w 222504"/>
                <a:gd name="connsiteY14" fmla="*/ 137636 h 250221"/>
                <a:gd name="connsiteX15" fmla="*/ 43625 w 222504"/>
                <a:gd name="connsiteY15" fmla="*/ 137065 h 250221"/>
                <a:gd name="connsiteX16" fmla="*/ 60198 w 222504"/>
                <a:gd name="connsiteY16" fmla="*/ 131826 h 250221"/>
                <a:gd name="connsiteX17" fmla="*/ 60579 w 222504"/>
                <a:gd name="connsiteY17" fmla="*/ 131445 h 250221"/>
                <a:gd name="connsiteX18" fmla="*/ 72771 w 222504"/>
                <a:gd name="connsiteY18" fmla="*/ 119348 h 250221"/>
                <a:gd name="connsiteX19" fmla="*/ 73152 w 222504"/>
                <a:gd name="connsiteY19" fmla="*/ 118967 h 250221"/>
                <a:gd name="connsiteX20" fmla="*/ 82582 w 222504"/>
                <a:gd name="connsiteY20" fmla="*/ 108680 h 250221"/>
                <a:gd name="connsiteX21" fmla="*/ 84296 w 222504"/>
                <a:gd name="connsiteY21" fmla="*/ 106204 h 250221"/>
                <a:gd name="connsiteX22" fmla="*/ 92583 w 222504"/>
                <a:gd name="connsiteY22" fmla="*/ 94679 h 250221"/>
                <a:gd name="connsiteX23" fmla="*/ 85916 w 222504"/>
                <a:gd name="connsiteY23" fmla="*/ 90773 h 250221"/>
                <a:gd name="connsiteX24" fmla="*/ 81915 w 222504"/>
                <a:gd name="connsiteY24" fmla="*/ 88487 h 250221"/>
                <a:gd name="connsiteX25" fmla="*/ 71819 w 222504"/>
                <a:gd name="connsiteY25" fmla="*/ 79724 h 250221"/>
                <a:gd name="connsiteX26" fmla="*/ 64675 w 222504"/>
                <a:gd name="connsiteY26" fmla="*/ 68104 h 250221"/>
                <a:gd name="connsiteX27" fmla="*/ 63627 w 222504"/>
                <a:gd name="connsiteY27" fmla="*/ 66484 h 250221"/>
                <a:gd name="connsiteX28" fmla="*/ 53530 w 222504"/>
                <a:gd name="connsiteY28" fmla="*/ 42672 h 250221"/>
                <a:gd name="connsiteX29" fmla="*/ 53912 w 222504"/>
                <a:gd name="connsiteY29" fmla="*/ 38290 h 250221"/>
                <a:gd name="connsiteX30" fmla="*/ 52959 w 222504"/>
                <a:gd name="connsiteY30" fmla="*/ 36100 h 250221"/>
                <a:gd name="connsiteX31" fmla="*/ 68104 w 222504"/>
                <a:gd name="connsiteY31" fmla="*/ 0 h 250221"/>
                <a:gd name="connsiteX32" fmla="*/ 70580 w 222504"/>
                <a:gd name="connsiteY32" fmla="*/ 1619 h 250221"/>
                <a:gd name="connsiteX33" fmla="*/ 80582 w 222504"/>
                <a:gd name="connsiteY33" fmla="*/ 8191 h 250221"/>
                <a:gd name="connsiteX34" fmla="*/ 82963 w 222504"/>
                <a:gd name="connsiteY34" fmla="*/ 9715 h 250221"/>
                <a:gd name="connsiteX35" fmla="*/ 98203 w 222504"/>
                <a:gd name="connsiteY35" fmla="*/ 16669 h 250221"/>
                <a:gd name="connsiteX36" fmla="*/ 108871 w 222504"/>
                <a:gd name="connsiteY36" fmla="*/ 21622 h 250221"/>
                <a:gd name="connsiteX37" fmla="*/ 110871 w 222504"/>
                <a:gd name="connsiteY37" fmla="*/ 22288 h 250221"/>
                <a:gd name="connsiteX38" fmla="*/ 116967 w 222504"/>
                <a:gd name="connsiteY38" fmla="*/ 24574 h 250221"/>
                <a:gd name="connsiteX39" fmla="*/ 206216 w 222504"/>
                <a:gd name="connsiteY39" fmla="*/ 57245 h 250221"/>
                <a:gd name="connsiteX40" fmla="*/ 208788 w 222504"/>
                <a:gd name="connsiteY40" fmla="*/ 58198 h 250221"/>
                <a:gd name="connsiteX41" fmla="*/ 222504 w 222504"/>
                <a:gd name="connsiteY41" fmla="*/ 60674 h 25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22504" h="250221">
                  <a:moveTo>
                    <a:pt x="222504" y="60674"/>
                  </a:moveTo>
                  <a:lnTo>
                    <a:pt x="207169" y="82391"/>
                  </a:lnTo>
                  <a:lnTo>
                    <a:pt x="201359" y="88678"/>
                  </a:lnTo>
                  <a:lnTo>
                    <a:pt x="200311" y="89916"/>
                  </a:lnTo>
                  <a:lnTo>
                    <a:pt x="177355" y="120777"/>
                  </a:lnTo>
                  <a:lnTo>
                    <a:pt x="158020" y="168878"/>
                  </a:lnTo>
                  <a:lnTo>
                    <a:pt x="151733" y="192119"/>
                  </a:lnTo>
                  <a:lnTo>
                    <a:pt x="151067" y="206026"/>
                  </a:lnTo>
                  <a:lnTo>
                    <a:pt x="150971" y="207550"/>
                  </a:lnTo>
                  <a:lnTo>
                    <a:pt x="123635" y="222504"/>
                  </a:lnTo>
                  <a:lnTo>
                    <a:pt x="61722" y="239839"/>
                  </a:lnTo>
                  <a:lnTo>
                    <a:pt x="43339" y="250222"/>
                  </a:lnTo>
                  <a:lnTo>
                    <a:pt x="19526" y="211264"/>
                  </a:lnTo>
                  <a:lnTo>
                    <a:pt x="0" y="146209"/>
                  </a:lnTo>
                  <a:lnTo>
                    <a:pt x="41910" y="137636"/>
                  </a:lnTo>
                  <a:lnTo>
                    <a:pt x="43625" y="137065"/>
                  </a:lnTo>
                  <a:lnTo>
                    <a:pt x="60198" y="131826"/>
                  </a:lnTo>
                  <a:lnTo>
                    <a:pt x="60579" y="131445"/>
                  </a:lnTo>
                  <a:lnTo>
                    <a:pt x="72771" y="119348"/>
                  </a:lnTo>
                  <a:lnTo>
                    <a:pt x="73152" y="118967"/>
                  </a:lnTo>
                  <a:lnTo>
                    <a:pt x="82582" y="108680"/>
                  </a:lnTo>
                  <a:lnTo>
                    <a:pt x="84296" y="106204"/>
                  </a:lnTo>
                  <a:lnTo>
                    <a:pt x="92583" y="94679"/>
                  </a:lnTo>
                  <a:lnTo>
                    <a:pt x="85916" y="90773"/>
                  </a:lnTo>
                  <a:lnTo>
                    <a:pt x="81915" y="88487"/>
                  </a:lnTo>
                  <a:lnTo>
                    <a:pt x="71819" y="79724"/>
                  </a:lnTo>
                  <a:lnTo>
                    <a:pt x="64675" y="68104"/>
                  </a:lnTo>
                  <a:lnTo>
                    <a:pt x="63627" y="66484"/>
                  </a:lnTo>
                  <a:lnTo>
                    <a:pt x="53530" y="42672"/>
                  </a:lnTo>
                  <a:lnTo>
                    <a:pt x="53912" y="38290"/>
                  </a:lnTo>
                  <a:lnTo>
                    <a:pt x="52959" y="36100"/>
                  </a:lnTo>
                  <a:lnTo>
                    <a:pt x="68104" y="0"/>
                  </a:lnTo>
                  <a:lnTo>
                    <a:pt x="70580" y="1619"/>
                  </a:lnTo>
                  <a:lnTo>
                    <a:pt x="80582" y="8191"/>
                  </a:lnTo>
                  <a:lnTo>
                    <a:pt x="82963" y="9715"/>
                  </a:lnTo>
                  <a:lnTo>
                    <a:pt x="98203" y="16669"/>
                  </a:lnTo>
                  <a:lnTo>
                    <a:pt x="108871" y="21622"/>
                  </a:lnTo>
                  <a:lnTo>
                    <a:pt x="110871" y="22288"/>
                  </a:lnTo>
                  <a:lnTo>
                    <a:pt x="116967" y="24574"/>
                  </a:lnTo>
                  <a:lnTo>
                    <a:pt x="206216" y="57245"/>
                  </a:lnTo>
                  <a:lnTo>
                    <a:pt x="208788" y="58198"/>
                  </a:lnTo>
                  <a:lnTo>
                    <a:pt x="222504" y="6067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4" name="서울특별시 영등포구 신길3동">
              <a:extLst>
                <a:ext uri="{FF2B5EF4-FFF2-40B4-BE49-F238E27FC236}">
                  <a16:creationId xmlns:a16="http://schemas.microsoft.com/office/drawing/2014/main" id="{134789D8-3A09-59B8-8AD8-8EF8AED58F47}"/>
                </a:ext>
              </a:extLst>
            </p:cNvPr>
            <p:cNvSpPr/>
            <p:nvPr/>
          </p:nvSpPr>
          <p:spPr>
            <a:xfrm>
              <a:off x="4723733" y="4413313"/>
              <a:ext cx="232505" cy="139160"/>
            </a:xfrm>
            <a:custGeom>
              <a:avLst/>
              <a:gdLst>
                <a:gd name="connsiteX0" fmla="*/ 216503 w 232505"/>
                <a:gd name="connsiteY0" fmla="*/ 124587 h 139160"/>
                <a:gd name="connsiteX1" fmla="*/ 193548 w 232505"/>
                <a:gd name="connsiteY1" fmla="*/ 117443 h 139160"/>
                <a:gd name="connsiteX2" fmla="*/ 186785 w 232505"/>
                <a:gd name="connsiteY2" fmla="*/ 112490 h 139160"/>
                <a:gd name="connsiteX3" fmla="*/ 168212 w 232505"/>
                <a:gd name="connsiteY3" fmla="*/ 107823 h 139160"/>
                <a:gd name="connsiteX4" fmla="*/ 87535 w 232505"/>
                <a:gd name="connsiteY4" fmla="*/ 117824 h 139160"/>
                <a:gd name="connsiteX5" fmla="*/ 73438 w 232505"/>
                <a:gd name="connsiteY5" fmla="*/ 123825 h 139160"/>
                <a:gd name="connsiteX6" fmla="*/ 48673 w 232505"/>
                <a:gd name="connsiteY6" fmla="*/ 134493 h 139160"/>
                <a:gd name="connsiteX7" fmla="*/ 47625 w 232505"/>
                <a:gd name="connsiteY7" fmla="*/ 135160 h 139160"/>
                <a:gd name="connsiteX8" fmla="*/ 40958 w 232505"/>
                <a:gd name="connsiteY8" fmla="*/ 139160 h 139160"/>
                <a:gd name="connsiteX9" fmla="*/ 0 w 232505"/>
                <a:gd name="connsiteY9" fmla="*/ 97346 h 139160"/>
                <a:gd name="connsiteX10" fmla="*/ 99251 w 232505"/>
                <a:gd name="connsiteY10" fmla="*/ 54293 h 139160"/>
                <a:gd name="connsiteX11" fmla="*/ 110776 w 232505"/>
                <a:gd name="connsiteY11" fmla="*/ 49149 h 139160"/>
                <a:gd name="connsiteX12" fmla="*/ 204883 w 232505"/>
                <a:gd name="connsiteY12" fmla="*/ 6477 h 139160"/>
                <a:gd name="connsiteX13" fmla="*/ 207931 w 232505"/>
                <a:gd name="connsiteY13" fmla="*/ 5144 h 139160"/>
                <a:gd name="connsiteX14" fmla="*/ 218885 w 232505"/>
                <a:gd name="connsiteY14" fmla="*/ 0 h 139160"/>
                <a:gd name="connsiteX15" fmla="*/ 226028 w 232505"/>
                <a:gd name="connsiteY15" fmla="*/ 18574 h 139160"/>
                <a:gd name="connsiteX16" fmla="*/ 229743 w 232505"/>
                <a:gd name="connsiteY16" fmla="*/ 33338 h 139160"/>
                <a:gd name="connsiteX17" fmla="*/ 229838 w 232505"/>
                <a:gd name="connsiteY17" fmla="*/ 34195 h 139160"/>
                <a:gd name="connsiteX18" fmla="*/ 231077 w 232505"/>
                <a:gd name="connsiteY18" fmla="*/ 48387 h 139160"/>
                <a:gd name="connsiteX19" fmla="*/ 231267 w 232505"/>
                <a:gd name="connsiteY19" fmla="*/ 51911 h 139160"/>
                <a:gd name="connsiteX20" fmla="*/ 232505 w 232505"/>
                <a:gd name="connsiteY20" fmla="*/ 84011 h 139160"/>
                <a:gd name="connsiteX21" fmla="*/ 232410 w 232505"/>
                <a:gd name="connsiteY21" fmla="*/ 84487 h 139160"/>
                <a:gd name="connsiteX22" fmla="*/ 231934 w 232505"/>
                <a:gd name="connsiteY22" fmla="*/ 86678 h 139160"/>
                <a:gd name="connsiteX23" fmla="*/ 231743 w 232505"/>
                <a:gd name="connsiteY23" fmla="*/ 88106 h 139160"/>
                <a:gd name="connsiteX24" fmla="*/ 231648 w 232505"/>
                <a:gd name="connsiteY24" fmla="*/ 88583 h 139160"/>
                <a:gd name="connsiteX25" fmla="*/ 227457 w 232505"/>
                <a:gd name="connsiteY25" fmla="*/ 97822 h 139160"/>
                <a:gd name="connsiteX26" fmla="*/ 227171 w 232505"/>
                <a:gd name="connsiteY26" fmla="*/ 98393 h 139160"/>
                <a:gd name="connsiteX27" fmla="*/ 225076 w 232505"/>
                <a:gd name="connsiteY27" fmla="*/ 102870 h 139160"/>
                <a:gd name="connsiteX28" fmla="*/ 216503 w 232505"/>
                <a:gd name="connsiteY28" fmla="*/ 124587 h 13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2505" h="139160">
                  <a:moveTo>
                    <a:pt x="216503" y="124587"/>
                  </a:moveTo>
                  <a:lnTo>
                    <a:pt x="193548" y="117443"/>
                  </a:lnTo>
                  <a:lnTo>
                    <a:pt x="186785" y="112490"/>
                  </a:lnTo>
                  <a:lnTo>
                    <a:pt x="168212" y="107823"/>
                  </a:lnTo>
                  <a:lnTo>
                    <a:pt x="87535" y="117824"/>
                  </a:lnTo>
                  <a:lnTo>
                    <a:pt x="73438" y="123825"/>
                  </a:lnTo>
                  <a:lnTo>
                    <a:pt x="48673" y="134493"/>
                  </a:lnTo>
                  <a:lnTo>
                    <a:pt x="47625" y="135160"/>
                  </a:lnTo>
                  <a:lnTo>
                    <a:pt x="40958" y="139160"/>
                  </a:lnTo>
                  <a:lnTo>
                    <a:pt x="0" y="97346"/>
                  </a:lnTo>
                  <a:lnTo>
                    <a:pt x="99251" y="54293"/>
                  </a:lnTo>
                  <a:lnTo>
                    <a:pt x="110776" y="49149"/>
                  </a:lnTo>
                  <a:lnTo>
                    <a:pt x="204883" y="6477"/>
                  </a:lnTo>
                  <a:lnTo>
                    <a:pt x="207931" y="5144"/>
                  </a:lnTo>
                  <a:lnTo>
                    <a:pt x="218885" y="0"/>
                  </a:lnTo>
                  <a:lnTo>
                    <a:pt x="226028" y="18574"/>
                  </a:lnTo>
                  <a:lnTo>
                    <a:pt x="229743" y="33338"/>
                  </a:lnTo>
                  <a:lnTo>
                    <a:pt x="229838" y="34195"/>
                  </a:lnTo>
                  <a:lnTo>
                    <a:pt x="231077" y="48387"/>
                  </a:lnTo>
                  <a:lnTo>
                    <a:pt x="231267" y="51911"/>
                  </a:lnTo>
                  <a:lnTo>
                    <a:pt x="232505" y="84011"/>
                  </a:lnTo>
                  <a:lnTo>
                    <a:pt x="232410" y="84487"/>
                  </a:lnTo>
                  <a:lnTo>
                    <a:pt x="231934" y="86678"/>
                  </a:lnTo>
                  <a:lnTo>
                    <a:pt x="231743" y="88106"/>
                  </a:lnTo>
                  <a:lnTo>
                    <a:pt x="231648" y="88583"/>
                  </a:lnTo>
                  <a:lnTo>
                    <a:pt x="227457" y="97822"/>
                  </a:lnTo>
                  <a:lnTo>
                    <a:pt x="227171" y="98393"/>
                  </a:lnTo>
                  <a:lnTo>
                    <a:pt x="225076" y="102870"/>
                  </a:lnTo>
                  <a:lnTo>
                    <a:pt x="216503" y="12458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5" name="서울특별시 영등포구 신길4동">
              <a:extLst>
                <a:ext uri="{FF2B5EF4-FFF2-40B4-BE49-F238E27FC236}">
                  <a16:creationId xmlns:a16="http://schemas.microsoft.com/office/drawing/2014/main" id="{F7260C51-3958-4D1A-28D7-C882D387A06E}"/>
                </a:ext>
              </a:extLst>
            </p:cNvPr>
            <p:cNvSpPr/>
            <p:nvPr/>
          </p:nvSpPr>
          <p:spPr>
            <a:xfrm>
              <a:off x="4940236" y="4401026"/>
              <a:ext cx="108108" cy="140684"/>
            </a:xfrm>
            <a:custGeom>
              <a:avLst/>
              <a:gdLst>
                <a:gd name="connsiteX0" fmla="*/ 108109 w 108108"/>
                <a:gd name="connsiteY0" fmla="*/ 104013 h 140684"/>
                <a:gd name="connsiteX1" fmla="*/ 95917 w 108108"/>
                <a:gd name="connsiteY1" fmla="*/ 130302 h 140684"/>
                <a:gd name="connsiteX2" fmla="*/ 52769 w 108108"/>
                <a:gd name="connsiteY2" fmla="*/ 129350 h 140684"/>
                <a:gd name="connsiteX3" fmla="*/ 50292 w 108108"/>
                <a:gd name="connsiteY3" fmla="*/ 128302 h 140684"/>
                <a:gd name="connsiteX4" fmla="*/ 46768 w 108108"/>
                <a:gd name="connsiteY4" fmla="*/ 128683 h 140684"/>
                <a:gd name="connsiteX5" fmla="*/ 24765 w 108108"/>
                <a:gd name="connsiteY5" fmla="*/ 132683 h 140684"/>
                <a:gd name="connsiteX6" fmla="*/ 21622 w 108108"/>
                <a:gd name="connsiteY6" fmla="*/ 134684 h 140684"/>
                <a:gd name="connsiteX7" fmla="*/ 21241 w 108108"/>
                <a:gd name="connsiteY7" fmla="*/ 135065 h 140684"/>
                <a:gd name="connsiteX8" fmla="*/ 20003 w 108108"/>
                <a:gd name="connsiteY8" fmla="*/ 137160 h 140684"/>
                <a:gd name="connsiteX9" fmla="*/ 18193 w 108108"/>
                <a:gd name="connsiteY9" fmla="*/ 136303 h 140684"/>
                <a:gd name="connsiteX10" fmla="*/ 17526 w 108108"/>
                <a:gd name="connsiteY10" fmla="*/ 136017 h 140684"/>
                <a:gd name="connsiteX11" fmla="*/ 15335 w 108108"/>
                <a:gd name="connsiteY11" fmla="*/ 136875 h 140684"/>
                <a:gd name="connsiteX12" fmla="*/ 13906 w 108108"/>
                <a:gd name="connsiteY12" fmla="*/ 136303 h 140684"/>
                <a:gd name="connsiteX13" fmla="*/ 12763 w 108108"/>
                <a:gd name="connsiteY13" fmla="*/ 137922 h 140684"/>
                <a:gd name="connsiteX14" fmla="*/ 11621 w 108108"/>
                <a:gd name="connsiteY14" fmla="*/ 137255 h 140684"/>
                <a:gd name="connsiteX15" fmla="*/ 10954 w 108108"/>
                <a:gd name="connsiteY15" fmla="*/ 137541 h 140684"/>
                <a:gd name="connsiteX16" fmla="*/ 10192 w 108108"/>
                <a:gd name="connsiteY16" fmla="*/ 137827 h 140684"/>
                <a:gd name="connsiteX17" fmla="*/ 9049 w 108108"/>
                <a:gd name="connsiteY17" fmla="*/ 139351 h 140684"/>
                <a:gd name="connsiteX18" fmla="*/ 7620 w 108108"/>
                <a:gd name="connsiteY18" fmla="*/ 138494 h 140684"/>
                <a:gd name="connsiteX19" fmla="*/ 4000 w 108108"/>
                <a:gd name="connsiteY19" fmla="*/ 138494 h 140684"/>
                <a:gd name="connsiteX20" fmla="*/ 4096 w 108108"/>
                <a:gd name="connsiteY20" fmla="*/ 139351 h 140684"/>
                <a:gd name="connsiteX21" fmla="*/ 4381 w 108108"/>
                <a:gd name="connsiteY21" fmla="*/ 140494 h 140684"/>
                <a:gd name="connsiteX22" fmla="*/ 953 w 108108"/>
                <a:gd name="connsiteY22" fmla="*/ 140684 h 140684"/>
                <a:gd name="connsiteX23" fmla="*/ 0 w 108108"/>
                <a:gd name="connsiteY23" fmla="*/ 136875 h 140684"/>
                <a:gd name="connsiteX24" fmla="*/ 8572 w 108108"/>
                <a:gd name="connsiteY24" fmla="*/ 115158 h 140684"/>
                <a:gd name="connsiteX25" fmla="*/ 10668 w 108108"/>
                <a:gd name="connsiteY25" fmla="*/ 110681 h 140684"/>
                <a:gd name="connsiteX26" fmla="*/ 10954 w 108108"/>
                <a:gd name="connsiteY26" fmla="*/ 110109 h 140684"/>
                <a:gd name="connsiteX27" fmla="*/ 15145 w 108108"/>
                <a:gd name="connsiteY27" fmla="*/ 100870 h 140684"/>
                <a:gd name="connsiteX28" fmla="*/ 15240 w 108108"/>
                <a:gd name="connsiteY28" fmla="*/ 100394 h 140684"/>
                <a:gd name="connsiteX29" fmla="*/ 15430 w 108108"/>
                <a:gd name="connsiteY29" fmla="*/ 98965 h 140684"/>
                <a:gd name="connsiteX30" fmla="*/ 15907 w 108108"/>
                <a:gd name="connsiteY30" fmla="*/ 96774 h 140684"/>
                <a:gd name="connsiteX31" fmla="*/ 16002 w 108108"/>
                <a:gd name="connsiteY31" fmla="*/ 96298 h 140684"/>
                <a:gd name="connsiteX32" fmla="*/ 14764 w 108108"/>
                <a:gd name="connsiteY32" fmla="*/ 64199 h 140684"/>
                <a:gd name="connsiteX33" fmla="*/ 14573 w 108108"/>
                <a:gd name="connsiteY33" fmla="*/ 60674 h 140684"/>
                <a:gd name="connsiteX34" fmla="*/ 13335 w 108108"/>
                <a:gd name="connsiteY34" fmla="*/ 46482 h 140684"/>
                <a:gd name="connsiteX35" fmla="*/ 13240 w 108108"/>
                <a:gd name="connsiteY35" fmla="*/ 45625 h 140684"/>
                <a:gd name="connsiteX36" fmla="*/ 9525 w 108108"/>
                <a:gd name="connsiteY36" fmla="*/ 30861 h 140684"/>
                <a:gd name="connsiteX37" fmla="*/ 2381 w 108108"/>
                <a:gd name="connsiteY37" fmla="*/ 12287 h 140684"/>
                <a:gd name="connsiteX38" fmla="*/ 64770 w 108108"/>
                <a:gd name="connsiteY38" fmla="*/ 0 h 140684"/>
                <a:gd name="connsiteX39" fmla="*/ 84296 w 108108"/>
                <a:gd name="connsiteY39" fmla="*/ 65056 h 140684"/>
                <a:gd name="connsiteX40" fmla="*/ 108109 w 108108"/>
                <a:gd name="connsiteY40" fmla="*/ 104013 h 14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8108" h="140684">
                  <a:moveTo>
                    <a:pt x="108109" y="104013"/>
                  </a:moveTo>
                  <a:lnTo>
                    <a:pt x="95917" y="130302"/>
                  </a:lnTo>
                  <a:lnTo>
                    <a:pt x="52769" y="129350"/>
                  </a:lnTo>
                  <a:lnTo>
                    <a:pt x="50292" y="128302"/>
                  </a:lnTo>
                  <a:lnTo>
                    <a:pt x="46768" y="128683"/>
                  </a:lnTo>
                  <a:lnTo>
                    <a:pt x="24765" y="132683"/>
                  </a:lnTo>
                  <a:lnTo>
                    <a:pt x="21622" y="134684"/>
                  </a:lnTo>
                  <a:lnTo>
                    <a:pt x="21241" y="135065"/>
                  </a:lnTo>
                  <a:lnTo>
                    <a:pt x="20003" y="137160"/>
                  </a:lnTo>
                  <a:lnTo>
                    <a:pt x="18193" y="136303"/>
                  </a:lnTo>
                  <a:lnTo>
                    <a:pt x="17526" y="136017"/>
                  </a:lnTo>
                  <a:lnTo>
                    <a:pt x="15335" y="136875"/>
                  </a:lnTo>
                  <a:lnTo>
                    <a:pt x="13906" y="136303"/>
                  </a:lnTo>
                  <a:lnTo>
                    <a:pt x="12763" y="137922"/>
                  </a:lnTo>
                  <a:lnTo>
                    <a:pt x="11621" y="137255"/>
                  </a:lnTo>
                  <a:lnTo>
                    <a:pt x="10954" y="137541"/>
                  </a:lnTo>
                  <a:lnTo>
                    <a:pt x="10192" y="137827"/>
                  </a:lnTo>
                  <a:lnTo>
                    <a:pt x="9049" y="139351"/>
                  </a:lnTo>
                  <a:lnTo>
                    <a:pt x="7620" y="138494"/>
                  </a:lnTo>
                  <a:lnTo>
                    <a:pt x="4000" y="138494"/>
                  </a:lnTo>
                  <a:lnTo>
                    <a:pt x="4096" y="139351"/>
                  </a:lnTo>
                  <a:lnTo>
                    <a:pt x="4381" y="140494"/>
                  </a:lnTo>
                  <a:lnTo>
                    <a:pt x="953" y="140684"/>
                  </a:lnTo>
                  <a:lnTo>
                    <a:pt x="0" y="136875"/>
                  </a:lnTo>
                  <a:lnTo>
                    <a:pt x="8572" y="115158"/>
                  </a:lnTo>
                  <a:lnTo>
                    <a:pt x="10668" y="110681"/>
                  </a:lnTo>
                  <a:lnTo>
                    <a:pt x="10954" y="110109"/>
                  </a:lnTo>
                  <a:lnTo>
                    <a:pt x="15145" y="100870"/>
                  </a:lnTo>
                  <a:lnTo>
                    <a:pt x="15240" y="100394"/>
                  </a:lnTo>
                  <a:lnTo>
                    <a:pt x="15430" y="98965"/>
                  </a:lnTo>
                  <a:lnTo>
                    <a:pt x="15907" y="96774"/>
                  </a:lnTo>
                  <a:lnTo>
                    <a:pt x="16002" y="96298"/>
                  </a:lnTo>
                  <a:lnTo>
                    <a:pt x="14764" y="64199"/>
                  </a:lnTo>
                  <a:lnTo>
                    <a:pt x="14573" y="60674"/>
                  </a:lnTo>
                  <a:lnTo>
                    <a:pt x="13335" y="46482"/>
                  </a:lnTo>
                  <a:lnTo>
                    <a:pt x="13240" y="45625"/>
                  </a:lnTo>
                  <a:lnTo>
                    <a:pt x="9525" y="30861"/>
                  </a:lnTo>
                  <a:lnTo>
                    <a:pt x="2381" y="12287"/>
                  </a:lnTo>
                  <a:lnTo>
                    <a:pt x="64770" y="0"/>
                  </a:lnTo>
                  <a:lnTo>
                    <a:pt x="84296" y="65056"/>
                  </a:lnTo>
                  <a:lnTo>
                    <a:pt x="108109" y="1040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6" name="서울특별시 영등포구 신길5동">
              <a:extLst>
                <a:ext uri="{FF2B5EF4-FFF2-40B4-BE49-F238E27FC236}">
                  <a16:creationId xmlns:a16="http://schemas.microsoft.com/office/drawing/2014/main" id="{E4DF5679-8A3B-06FA-C9BA-DEBDE0145E79}"/>
                </a:ext>
              </a:extLst>
            </p:cNvPr>
            <p:cNvSpPr/>
            <p:nvPr/>
          </p:nvSpPr>
          <p:spPr>
            <a:xfrm>
              <a:off x="4764690" y="4521136"/>
              <a:ext cx="177831" cy="137826"/>
            </a:xfrm>
            <a:custGeom>
              <a:avLst/>
              <a:gdLst>
                <a:gd name="connsiteX0" fmla="*/ 175546 w 177831"/>
                <a:gd name="connsiteY0" fmla="*/ 16764 h 137826"/>
                <a:gd name="connsiteX1" fmla="*/ 176498 w 177831"/>
                <a:gd name="connsiteY1" fmla="*/ 20574 h 137826"/>
                <a:gd name="connsiteX2" fmla="*/ 177737 w 177831"/>
                <a:gd name="connsiteY2" fmla="*/ 28385 h 137826"/>
                <a:gd name="connsiteX3" fmla="*/ 177832 w 177831"/>
                <a:gd name="connsiteY3" fmla="*/ 34766 h 137826"/>
                <a:gd name="connsiteX4" fmla="*/ 177832 w 177831"/>
                <a:gd name="connsiteY4" fmla="*/ 36290 h 137826"/>
                <a:gd name="connsiteX5" fmla="*/ 177832 w 177831"/>
                <a:gd name="connsiteY5" fmla="*/ 37910 h 137826"/>
                <a:gd name="connsiteX6" fmla="*/ 177260 w 177831"/>
                <a:gd name="connsiteY6" fmla="*/ 49530 h 137826"/>
                <a:gd name="connsiteX7" fmla="*/ 176117 w 177831"/>
                <a:gd name="connsiteY7" fmla="*/ 51530 h 137826"/>
                <a:gd name="connsiteX8" fmla="*/ 170879 w 177831"/>
                <a:gd name="connsiteY8" fmla="*/ 60770 h 137826"/>
                <a:gd name="connsiteX9" fmla="*/ 169354 w 177831"/>
                <a:gd name="connsiteY9" fmla="*/ 63532 h 137826"/>
                <a:gd name="connsiteX10" fmla="*/ 161544 w 177831"/>
                <a:gd name="connsiteY10" fmla="*/ 73152 h 137826"/>
                <a:gd name="connsiteX11" fmla="*/ 157924 w 177831"/>
                <a:gd name="connsiteY11" fmla="*/ 77629 h 137826"/>
                <a:gd name="connsiteX12" fmla="*/ 155257 w 177831"/>
                <a:gd name="connsiteY12" fmla="*/ 80486 h 137826"/>
                <a:gd name="connsiteX13" fmla="*/ 152781 w 177831"/>
                <a:gd name="connsiteY13" fmla="*/ 81629 h 137826"/>
                <a:gd name="connsiteX14" fmla="*/ 149733 w 177831"/>
                <a:gd name="connsiteY14" fmla="*/ 82963 h 137826"/>
                <a:gd name="connsiteX15" fmla="*/ 141160 w 177831"/>
                <a:gd name="connsiteY15" fmla="*/ 114776 h 137826"/>
                <a:gd name="connsiteX16" fmla="*/ 139446 w 177831"/>
                <a:gd name="connsiteY16" fmla="*/ 123825 h 137826"/>
                <a:gd name="connsiteX17" fmla="*/ 139351 w 177831"/>
                <a:gd name="connsiteY17" fmla="*/ 132493 h 137826"/>
                <a:gd name="connsiteX18" fmla="*/ 123349 w 177831"/>
                <a:gd name="connsiteY18" fmla="*/ 137827 h 137826"/>
                <a:gd name="connsiteX19" fmla="*/ 59150 w 177831"/>
                <a:gd name="connsiteY19" fmla="*/ 135350 h 137826"/>
                <a:gd name="connsiteX20" fmla="*/ 58483 w 177831"/>
                <a:gd name="connsiteY20" fmla="*/ 135064 h 137826"/>
                <a:gd name="connsiteX21" fmla="*/ 57150 w 177831"/>
                <a:gd name="connsiteY21" fmla="*/ 134493 h 137826"/>
                <a:gd name="connsiteX22" fmla="*/ 48006 w 177831"/>
                <a:gd name="connsiteY22" fmla="*/ 130492 h 137826"/>
                <a:gd name="connsiteX23" fmla="*/ 37909 w 177831"/>
                <a:gd name="connsiteY23" fmla="*/ 122682 h 137826"/>
                <a:gd name="connsiteX24" fmla="*/ 30099 w 177831"/>
                <a:gd name="connsiteY24" fmla="*/ 115919 h 137826"/>
                <a:gd name="connsiteX25" fmla="*/ 29242 w 177831"/>
                <a:gd name="connsiteY25" fmla="*/ 115253 h 137826"/>
                <a:gd name="connsiteX26" fmla="*/ 28670 w 177831"/>
                <a:gd name="connsiteY26" fmla="*/ 114681 h 137826"/>
                <a:gd name="connsiteX27" fmla="*/ 27051 w 177831"/>
                <a:gd name="connsiteY27" fmla="*/ 113062 h 137826"/>
                <a:gd name="connsiteX28" fmla="*/ 26003 w 177831"/>
                <a:gd name="connsiteY28" fmla="*/ 112109 h 137826"/>
                <a:gd name="connsiteX29" fmla="*/ 22193 w 177831"/>
                <a:gd name="connsiteY29" fmla="*/ 108109 h 137826"/>
                <a:gd name="connsiteX30" fmla="*/ 12478 w 177831"/>
                <a:gd name="connsiteY30" fmla="*/ 97441 h 137826"/>
                <a:gd name="connsiteX31" fmla="*/ 9715 w 177831"/>
                <a:gd name="connsiteY31" fmla="*/ 91821 h 137826"/>
                <a:gd name="connsiteX32" fmla="*/ 9906 w 177831"/>
                <a:gd name="connsiteY32" fmla="*/ 90869 h 137826"/>
                <a:gd name="connsiteX33" fmla="*/ 11144 w 177831"/>
                <a:gd name="connsiteY33" fmla="*/ 89440 h 137826"/>
                <a:gd name="connsiteX34" fmla="*/ 15049 w 177831"/>
                <a:gd name="connsiteY34" fmla="*/ 84963 h 137826"/>
                <a:gd name="connsiteX35" fmla="*/ 16478 w 177831"/>
                <a:gd name="connsiteY35" fmla="*/ 83439 h 137826"/>
                <a:gd name="connsiteX36" fmla="*/ 17050 w 177831"/>
                <a:gd name="connsiteY36" fmla="*/ 82772 h 137826"/>
                <a:gd name="connsiteX37" fmla="*/ 17621 w 177831"/>
                <a:gd name="connsiteY37" fmla="*/ 81629 h 137826"/>
                <a:gd name="connsiteX38" fmla="*/ 20669 w 177831"/>
                <a:gd name="connsiteY38" fmla="*/ 77533 h 137826"/>
                <a:gd name="connsiteX39" fmla="*/ 21336 w 177831"/>
                <a:gd name="connsiteY39" fmla="*/ 76486 h 137826"/>
                <a:gd name="connsiteX40" fmla="*/ 22574 w 177831"/>
                <a:gd name="connsiteY40" fmla="*/ 73438 h 137826"/>
                <a:gd name="connsiteX41" fmla="*/ 23050 w 177831"/>
                <a:gd name="connsiteY41" fmla="*/ 72676 h 137826"/>
                <a:gd name="connsiteX42" fmla="*/ 23431 w 177831"/>
                <a:gd name="connsiteY42" fmla="*/ 71819 h 137826"/>
                <a:gd name="connsiteX43" fmla="*/ 25146 w 177831"/>
                <a:gd name="connsiteY43" fmla="*/ 68675 h 137826"/>
                <a:gd name="connsiteX44" fmla="*/ 25622 w 177831"/>
                <a:gd name="connsiteY44" fmla="*/ 67818 h 137826"/>
                <a:gd name="connsiteX45" fmla="*/ 28004 w 177831"/>
                <a:gd name="connsiteY45" fmla="*/ 64198 h 137826"/>
                <a:gd name="connsiteX46" fmla="*/ 30766 w 177831"/>
                <a:gd name="connsiteY46" fmla="*/ 60293 h 137826"/>
                <a:gd name="connsiteX47" fmla="*/ 15430 w 177831"/>
                <a:gd name="connsiteY47" fmla="*/ 45625 h 137826"/>
                <a:gd name="connsiteX48" fmla="*/ 13144 w 177831"/>
                <a:gd name="connsiteY48" fmla="*/ 43529 h 137826"/>
                <a:gd name="connsiteX49" fmla="*/ 0 w 177831"/>
                <a:gd name="connsiteY49" fmla="*/ 31337 h 137826"/>
                <a:gd name="connsiteX50" fmla="*/ 6667 w 177831"/>
                <a:gd name="connsiteY50" fmla="*/ 27337 h 137826"/>
                <a:gd name="connsiteX51" fmla="*/ 7715 w 177831"/>
                <a:gd name="connsiteY51" fmla="*/ 26670 h 137826"/>
                <a:gd name="connsiteX52" fmla="*/ 32480 w 177831"/>
                <a:gd name="connsiteY52" fmla="*/ 16002 h 137826"/>
                <a:gd name="connsiteX53" fmla="*/ 46577 w 177831"/>
                <a:gd name="connsiteY53" fmla="*/ 10001 h 137826"/>
                <a:gd name="connsiteX54" fmla="*/ 127254 w 177831"/>
                <a:gd name="connsiteY54" fmla="*/ 0 h 137826"/>
                <a:gd name="connsiteX55" fmla="*/ 145828 w 177831"/>
                <a:gd name="connsiteY55" fmla="*/ 4667 h 137826"/>
                <a:gd name="connsiteX56" fmla="*/ 152590 w 177831"/>
                <a:gd name="connsiteY56" fmla="*/ 9620 h 137826"/>
                <a:gd name="connsiteX57" fmla="*/ 175546 w 177831"/>
                <a:gd name="connsiteY57" fmla="*/ 16764 h 13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77831" h="137826">
                  <a:moveTo>
                    <a:pt x="175546" y="16764"/>
                  </a:moveTo>
                  <a:lnTo>
                    <a:pt x="176498" y="20574"/>
                  </a:lnTo>
                  <a:lnTo>
                    <a:pt x="177737" y="28385"/>
                  </a:lnTo>
                  <a:lnTo>
                    <a:pt x="177832" y="34766"/>
                  </a:lnTo>
                  <a:lnTo>
                    <a:pt x="177832" y="36290"/>
                  </a:lnTo>
                  <a:lnTo>
                    <a:pt x="177832" y="37910"/>
                  </a:lnTo>
                  <a:lnTo>
                    <a:pt x="177260" y="49530"/>
                  </a:lnTo>
                  <a:lnTo>
                    <a:pt x="176117" y="51530"/>
                  </a:lnTo>
                  <a:lnTo>
                    <a:pt x="170879" y="60770"/>
                  </a:lnTo>
                  <a:lnTo>
                    <a:pt x="169354" y="63532"/>
                  </a:lnTo>
                  <a:lnTo>
                    <a:pt x="161544" y="73152"/>
                  </a:lnTo>
                  <a:lnTo>
                    <a:pt x="157924" y="77629"/>
                  </a:lnTo>
                  <a:lnTo>
                    <a:pt x="155257" y="80486"/>
                  </a:lnTo>
                  <a:lnTo>
                    <a:pt x="152781" y="81629"/>
                  </a:lnTo>
                  <a:lnTo>
                    <a:pt x="149733" y="82963"/>
                  </a:lnTo>
                  <a:lnTo>
                    <a:pt x="141160" y="114776"/>
                  </a:lnTo>
                  <a:lnTo>
                    <a:pt x="139446" y="123825"/>
                  </a:lnTo>
                  <a:lnTo>
                    <a:pt x="139351" y="132493"/>
                  </a:lnTo>
                  <a:lnTo>
                    <a:pt x="123349" y="137827"/>
                  </a:lnTo>
                  <a:lnTo>
                    <a:pt x="59150" y="135350"/>
                  </a:lnTo>
                  <a:lnTo>
                    <a:pt x="58483" y="135064"/>
                  </a:lnTo>
                  <a:lnTo>
                    <a:pt x="57150" y="134493"/>
                  </a:lnTo>
                  <a:lnTo>
                    <a:pt x="48006" y="130492"/>
                  </a:lnTo>
                  <a:lnTo>
                    <a:pt x="37909" y="122682"/>
                  </a:lnTo>
                  <a:lnTo>
                    <a:pt x="30099" y="115919"/>
                  </a:lnTo>
                  <a:lnTo>
                    <a:pt x="29242" y="115253"/>
                  </a:lnTo>
                  <a:lnTo>
                    <a:pt x="28670" y="114681"/>
                  </a:lnTo>
                  <a:lnTo>
                    <a:pt x="27051" y="113062"/>
                  </a:lnTo>
                  <a:lnTo>
                    <a:pt x="26003" y="112109"/>
                  </a:lnTo>
                  <a:lnTo>
                    <a:pt x="22193" y="108109"/>
                  </a:lnTo>
                  <a:lnTo>
                    <a:pt x="12478" y="97441"/>
                  </a:lnTo>
                  <a:lnTo>
                    <a:pt x="9715" y="91821"/>
                  </a:lnTo>
                  <a:lnTo>
                    <a:pt x="9906" y="90869"/>
                  </a:lnTo>
                  <a:lnTo>
                    <a:pt x="11144" y="89440"/>
                  </a:lnTo>
                  <a:lnTo>
                    <a:pt x="15049" y="84963"/>
                  </a:lnTo>
                  <a:lnTo>
                    <a:pt x="16478" y="83439"/>
                  </a:lnTo>
                  <a:lnTo>
                    <a:pt x="17050" y="82772"/>
                  </a:lnTo>
                  <a:lnTo>
                    <a:pt x="17621" y="81629"/>
                  </a:lnTo>
                  <a:lnTo>
                    <a:pt x="20669" y="77533"/>
                  </a:lnTo>
                  <a:lnTo>
                    <a:pt x="21336" y="76486"/>
                  </a:lnTo>
                  <a:lnTo>
                    <a:pt x="22574" y="73438"/>
                  </a:lnTo>
                  <a:lnTo>
                    <a:pt x="23050" y="72676"/>
                  </a:lnTo>
                  <a:lnTo>
                    <a:pt x="23431" y="71819"/>
                  </a:lnTo>
                  <a:lnTo>
                    <a:pt x="25146" y="68675"/>
                  </a:lnTo>
                  <a:lnTo>
                    <a:pt x="25622" y="67818"/>
                  </a:lnTo>
                  <a:lnTo>
                    <a:pt x="28004" y="64198"/>
                  </a:lnTo>
                  <a:lnTo>
                    <a:pt x="30766" y="60293"/>
                  </a:lnTo>
                  <a:lnTo>
                    <a:pt x="15430" y="45625"/>
                  </a:lnTo>
                  <a:lnTo>
                    <a:pt x="13144" y="43529"/>
                  </a:lnTo>
                  <a:lnTo>
                    <a:pt x="0" y="31337"/>
                  </a:lnTo>
                  <a:lnTo>
                    <a:pt x="6667" y="27337"/>
                  </a:lnTo>
                  <a:lnTo>
                    <a:pt x="7715" y="26670"/>
                  </a:lnTo>
                  <a:lnTo>
                    <a:pt x="32480" y="16002"/>
                  </a:lnTo>
                  <a:lnTo>
                    <a:pt x="46577" y="10001"/>
                  </a:lnTo>
                  <a:lnTo>
                    <a:pt x="127254" y="0"/>
                  </a:lnTo>
                  <a:lnTo>
                    <a:pt x="145828" y="4667"/>
                  </a:lnTo>
                  <a:lnTo>
                    <a:pt x="152590" y="9620"/>
                  </a:lnTo>
                  <a:lnTo>
                    <a:pt x="175546" y="1676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7" name="서울특별시 영등포구 신길6동">
              <a:extLst>
                <a:ext uri="{FF2B5EF4-FFF2-40B4-BE49-F238E27FC236}">
                  <a16:creationId xmlns:a16="http://schemas.microsoft.com/office/drawing/2014/main" id="{A4816A63-D274-B123-655F-30BB0E1DD82B}"/>
                </a:ext>
              </a:extLst>
            </p:cNvPr>
            <p:cNvSpPr/>
            <p:nvPr/>
          </p:nvSpPr>
          <p:spPr>
            <a:xfrm>
              <a:off x="4904041" y="4529327"/>
              <a:ext cx="229552" cy="212407"/>
            </a:xfrm>
            <a:custGeom>
              <a:avLst/>
              <a:gdLst>
                <a:gd name="connsiteX0" fmla="*/ 132112 w 229552"/>
                <a:gd name="connsiteY0" fmla="*/ 2000 h 212407"/>
                <a:gd name="connsiteX1" fmla="*/ 125730 w 229552"/>
                <a:gd name="connsiteY1" fmla="*/ 10763 h 212407"/>
                <a:gd name="connsiteX2" fmla="*/ 122968 w 229552"/>
                <a:gd name="connsiteY2" fmla="*/ 14573 h 212407"/>
                <a:gd name="connsiteX3" fmla="*/ 118015 w 229552"/>
                <a:gd name="connsiteY3" fmla="*/ 21431 h 212407"/>
                <a:gd name="connsiteX4" fmla="*/ 114205 w 229552"/>
                <a:gd name="connsiteY4" fmla="*/ 26575 h 212407"/>
                <a:gd name="connsiteX5" fmla="*/ 97631 w 229552"/>
                <a:gd name="connsiteY5" fmla="*/ 46101 h 212407"/>
                <a:gd name="connsiteX6" fmla="*/ 93155 w 229552"/>
                <a:gd name="connsiteY6" fmla="*/ 48482 h 212407"/>
                <a:gd name="connsiteX7" fmla="*/ 86963 w 229552"/>
                <a:gd name="connsiteY7" fmla="*/ 50768 h 212407"/>
                <a:gd name="connsiteX8" fmla="*/ 86011 w 229552"/>
                <a:gd name="connsiteY8" fmla="*/ 51149 h 212407"/>
                <a:gd name="connsiteX9" fmla="*/ 80963 w 229552"/>
                <a:gd name="connsiteY9" fmla="*/ 55340 h 212407"/>
                <a:gd name="connsiteX10" fmla="*/ 72771 w 229552"/>
                <a:gd name="connsiteY10" fmla="*/ 64579 h 212407"/>
                <a:gd name="connsiteX11" fmla="*/ 72104 w 229552"/>
                <a:gd name="connsiteY11" fmla="*/ 65342 h 212407"/>
                <a:gd name="connsiteX12" fmla="*/ 71533 w 229552"/>
                <a:gd name="connsiteY12" fmla="*/ 66008 h 212407"/>
                <a:gd name="connsiteX13" fmla="*/ 69914 w 229552"/>
                <a:gd name="connsiteY13" fmla="*/ 68009 h 212407"/>
                <a:gd name="connsiteX14" fmla="*/ 66866 w 229552"/>
                <a:gd name="connsiteY14" fmla="*/ 72866 h 212407"/>
                <a:gd name="connsiteX15" fmla="*/ 66770 w 229552"/>
                <a:gd name="connsiteY15" fmla="*/ 73628 h 212407"/>
                <a:gd name="connsiteX16" fmla="*/ 66675 w 229552"/>
                <a:gd name="connsiteY16" fmla="*/ 75152 h 212407"/>
                <a:gd name="connsiteX17" fmla="*/ 124016 w 229552"/>
                <a:gd name="connsiteY17" fmla="*/ 73057 h 212407"/>
                <a:gd name="connsiteX18" fmla="*/ 133922 w 229552"/>
                <a:gd name="connsiteY18" fmla="*/ 72485 h 212407"/>
                <a:gd name="connsiteX19" fmla="*/ 152972 w 229552"/>
                <a:gd name="connsiteY19" fmla="*/ 58293 h 212407"/>
                <a:gd name="connsiteX20" fmla="*/ 167735 w 229552"/>
                <a:gd name="connsiteY20" fmla="*/ 45244 h 212407"/>
                <a:gd name="connsiteX21" fmla="*/ 168974 w 229552"/>
                <a:gd name="connsiteY21" fmla="*/ 44577 h 212407"/>
                <a:gd name="connsiteX22" fmla="*/ 171069 w 229552"/>
                <a:gd name="connsiteY22" fmla="*/ 43625 h 212407"/>
                <a:gd name="connsiteX23" fmla="*/ 219266 w 229552"/>
                <a:gd name="connsiteY23" fmla="*/ 49625 h 212407"/>
                <a:gd name="connsiteX24" fmla="*/ 229553 w 229552"/>
                <a:gd name="connsiteY24" fmla="*/ 52673 h 212407"/>
                <a:gd name="connsiteX25" fmla="*/ 218694 w 229552"/>
                <a:gd name="connsiteY25" fmla="*/ 105061 h 212407"/>
                <a:gd name="connsiteX26" fmla="*/ 217932 w 229552"/>
                <a:gd name="connsiteY26" fmla="*/ 110681 h 212407"/>
                <a:gd name="connsiteX27" fmla="*/ 211169 w 229552"/>
                <a:gd name="connsiteY27" fmla="*/ 117538 h 212407"/>
                <a:gd name="connsiteX28" fmla="*/ 209645 w 229552"/>
                <a:gd name="connsiteY28" fmla="*/ 119063 h 212407"/>
                <a:gd name="connsiteX29" fmla="*/ 209264 w 229552"/>
                <a:gd name="connsiteY29" fmla="*/ 119444 h 212407"/>
                <a:gd name="connsiteX30" fmla="*/ 208788 w 229552"/>
                <a:gd name="connsiteY30" fmla="*/ 119825 h 212407"/>
                <a:gd name="connsiteX31" fmla="*/ 205645 w 229552"/>
                <a:gd name="connsiteY31" fmla="*/ 120682 h 212407"/>
                <a:gd name="connsiteX32" fmla="*/ 202883 w 229552"/>
                <a:gd name="connsiteY32" fmla="*/ 121444 h 212407"/>
                <a:gd name="connsiteX33" fmla="*/ 185738 w 229552"/>
                <a:gd name="connsiteY33" fmla="*/ 125921 h 212407"/>
                <a:gd name="connsiteX34" fmla="*/ 184976 w 229552"/>
                <a:gd name="connsiteY34" fmla="*/ 126111 h 212407"/>
                <a:gd name="connsiteX35" fmla="*/ 151543 w 229552"/>
                <a:gd name="connsiteY35" fmla="*/ 133160 h 212407"/>
                <a:gd name="connsiteX36" fmla="*/ 142589 w 229552"/>
                <a:gd name="connsiteY36" fmla="*/ 135065 h 212407"/>
                <a:gd name="connsiteX37" fmla="*/ 138303 w 229552"/>
                <a:gd name="connsiteY37" fmla="*/ 135827 h 212407"/>
                <a:gd name="connsiteX38" fmla="*/ 128111 w 229552"/>
                <a:gd name="connsiteY38" fmla="*/ 137922 h 212407"/>
                <a:gd name="connsiteX39" fmla="*/ 125825 w 229552"/>
                <a:gd name="connsiteY39" fmla="*/ 138303 h 212407"/>
                <a:gd name="connsiteX40" fmla="*/ 124587 w 229552"/>
                <a:gd name="connsiteY40" fmla="*/ 138398 h 212407"/>
                <a:gd name="connsiteX41" fmla="*/ 115729 w 229552"/>
                <a:gd name="connsiteY41" fmla="*/ 139351 h 212407"/>
                <a:gd name="connsiteX42" fmla="*/ 110109 w 229552"/>
                <a:gd name="connsiteY42" fmla="*/ 139922 h 212407"/>
                <a:gd name="connsiteX43" fmla="*/ 101727 w 229552"/>
                <a:gd name="connsiteY43" fmla="*/ 140875 h 212407"/>
                <a:gd name="connsiteX44" fmla="*/ 83439 w 229552"/>
                <a:gd name="connsiteY44" fmla="*/ 143066 h 212407"/>
                <a:gd name="connsiteX45" fmla="*/ 79058 w 229552"/>
                <a:gd name="connsiteY45" fmla="*/ 143542 h 212407"/>
                <a:gd name="connsiteX46" fmla="*/ 69818 w 229552"/>
                <a:gd name="connsiteY46" fmla="*/ 149828 h 212407"/>
                <a:gd name="connsiteX47" fmla="*/ 66199 w 229552"/>
                <a:gd name="connsiteY47" fmla="*/ 152305 h 212407"/>
                <a:gd name="connsiteX48" fmla="*/ 64294 w 229552"/>
                <a:gd name="connsiteY48" fmla="*/ 155258 h 212407"/>
                <a:gd name="connsiteX49" fmla="*/ 56102 w 229552"/>
                <a:gd name="connsiteY49" fmla="*/ 167831 h 212407"/>
                <a:gd name="connsiteX50" fmla="*/ 38481 w 229552"/>
                <a:gd name="connsiteY50" fmla="*/ 194977 h 212407"/>
                <a:gd name="connsiteX51" fmla="*/ 33433 w 229552"/>
                <a:gd name="connsiteY51" fmla="*/ 201073 h 212407"/>
                <a:gd name="connsiteX52" fmla="*/ 23336 w 229552"/>
                <a:gd name="connsiteY52" fmla="*/ 212408 h 212407"/>
                <a:gd name="connsiteX53" fmla="*/ 0 w 229552"/>
                <a:gd name="connsiteY53" fmla="*/ 124301 h 212407"/>
                <a:gd name="connsiteX54" fmla="*/ 95 w 229552"/>
                <a:gd name="connsiteY54" fmla="*/ 115634 h 212407"/>
                <a:gd name="connsiteX55" fmla="*/ 1810 w 229552"/>
                <a:gd name="connsiteY55" fmla="*/ 106585 h 212407"/>
                <a:gd name="connsiteX56" fmla="*/ 10383 w 229552"/>
                <a:gd name="connsiteY56" fmla="*/ 74771 h 212407"/>
                <a:gd name="connsiteX57" fmla="*/ 13430 w 229552"/>
                <a:gd name="connsiteY57" fmla="*/ 73438 h 212407"/>
                <a:gd name="connsiteX58" fmla="*/ 15907 w 229552"/>
                <a:gd name="connsiteY58" fmla="*/ 72295 h 212407"/>
                <a:gd name="connsiteX59" fmla="*/ 18574 w 229552"/>
                <a:gd name="connsiteY59" fmla="*/ 69437 h 212407"/>
                <a:gd name="connsiteX60" fmla="*/ 22193 w 229552"/>
                <a:gd name="connsiteY60" fmla="*/ 64961 h 212407"/>
                <a:gd name="connsiteX61" fmla="*/ 30004 w 229552"/>
                <a:gd name="connsiteY61" fmla="*/ 55340 h 212407"/>
                <a:gd name="connsiteX62" fmla="*/ 31528 w 229552"/>
                <a:gd name="connsiteY62" fmla="*/ 52578 h 212407"/>
                <a:gd name="connsiteX63" fmla="*/ 36767 w 229552"/>
                <a:gd name="connsiteY63" fmla="*/ 43339 h 212407"/>
                <a:gd name="connsiteX64" fmla="*/ 37910 w 229552"/>
                <a:gd name="connsiteY64" fmla="*/ 41338 h 212407"/>
                <a:gd name="connsiteX65" fmla="*/ 38481 w 229552"/>
                <a:gd name="connsiteY65" fmla="*/ 29718 h 212407"/>
                <a:gd name="connsiteX66" fmla="*/ 38481 w 229552"/>
                <a:gd name="connsiteY66" fmla="*/ 28099 h 212407"/>
                <a:gd name="connsiteX67" fmla="*/ 38481 w 229552"/>
                <a:gd name="connsiteY67" fmla="*/ 26575 h 212407"/>
                <a:gd name="connsiteX68" fmla="*/ 38386 w 229552"/>
                <a:gd name="connsiteY68" fmla="*/ 20193 h 212407"/>
                <a:gd name="connsiteX69" fmla="*/ 37148 w 229552"/>
                <a:gd name="connsiteY69" fmla="*/ 12383 h 212407"/>
                <a:gd name="connsiteX70" fmla="*/ 40577 w 229552"/>
                <a:gd name="connsiteY70" fmla="*/ 12192 h 212407"/>
                <a:gd name="connsiteX71" fmla="*/ 40291 w 229552"/>
                <a:gd name="connsiteY71" fmla="*/ 11049 h 212407"/>
                <a:gd name="connsiteX72" fmla="*/ 40196 w 229552"/>
                <a:gd name="connsiteY72" fmla="*/ 10192 h 212407"/>
                <a:gd name="connsiteX73" fmla="*/ 43815 w 229552"/>
                <a:gd name="connsiteY73" fmla="*/ 10192 h 212407"/>
                <a:gd name="connsiteX74" fmla="*/ 45244 w 229552"/>
                <a:gd name="connsiteY74" fmla="*/ 11049 h 212407"/>
                <a:gd name="connsiteX75" fmla="*/ 46387 w 229552"/>
                <a:gd name="connsiteY75" fmla="*/ 9525 h 212407"/>
                <a:gd name="connsiteX76" fmla="*/ 47149 w 229552"/>
                <a:gd name="connsiteY76" fmla="*/ 9239 h 212407"/>
                <a:gd name="connsiteX77" fmla="*/ 47816 w 229552"/>
                <a:gd name="connsiteY77" fmla="*/ 8954 h 212407"/>
                <a:gd name="connsiteX78" fmla="*/ 48959 w 229552"/>
                <a:gd name="connsiteY78" fmla="*/ 9620 h 212407"/>
                <a:gd name="connsiteX79" fmla="*/ 50102 w 229552"/>
                <a:gd name="connsiteY79" fmla="*/ 8001 h 212407"/>
                <a:gd name="connsiteX80" fmla="*/ 51530 w 229552"/>
                <a:gd name="connsiteY80" fmla="*/ 8573 h 212407"/>
                <a:gd name="connsiteX81" fmla="*/ 53721 w 229552"/>
                <a:gd name="connsiteY81" fmla="*/ 7715 h 212407"/>
                <a:gd name="connsiteX82" fmla="*/ 54388 w 229552"/>
                <a:gd name="connsiteY82" fmla="*/ 8001 h 212407"/>
                <a:gd name="connsiteX83" fmla="*/ 56198 w 229552"/>
                <a:gd name="connsiteY83" fmla="*/ 8858 h 212407"/>
                <a:gd name="connsiteX84" fmla="*/ 57436 w 229552"/>
                <a:gd name="connsiteY84" fmla="*/ 6763 h 212407"/>
                <a:gd name="connsiteX85" fmla="*/ 57817 w 229552"/>
                <a:gd name="connsiteY85" fmla="*/ 6382 h 212407"/>
                <a:gd name="connsiteX86" fmla="*/ 60960 w 229552"/>
                <a:gd name="connsiteY86" fmla="*/ 4382 h 212407"/>
                <a:gd name="connsiteX87" fmla="*/ 82963 w 229552"/>
                <a:gd name="connsiteY87" fmla="*/ 381 h 212407"/>
                <a:gd name="connsiteX88" fmla="*/ 86487 w 229552"/>
                <a:gd name="connsiteY88" fmla="*/ 0 h 212407"/>
                <a:gd name="connsiteX89" fmla="*/ 88964 w 229552"/>
                <a:gd name="connsiteY89" fmla="*/ 1048 h 212407"/>
                <a:gd name="connsiteX90" fmla="*/ 132112 w 229552"/>
                <a:gd name="connsiteY90" fmla="*/ 2000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29552" h="212407">
                  <a:moveTo>
                    <a:pt x="132112" y="2000"/>
                  </a:moveTo>
                  <a:lnTo>
                    <a:pt x="125730" y="10763"/>
                  </a:lnTo>
                  <a:lnTo>
                    <a:pt x="122968" y="14573"/>
                  </a:lnTo>
                  <a:lnTo>
                    <a:pt x="118015" y="21431"/>
                  </a:lnTo>
                  <a:lnTo>
                    <a:pt x="114205" y="26575"/>
                  </a:lnTo>
                  <a:lnTo>
                    <a:pt x="97631" y="46101"/>
                  </a:lnTo>
                  <a:lnTo>
                    <a:pt x="93155" y="48482"/>
                  </a:lnTo>
                  <a:lnTo>
                    <a:pt x="86963" y="50768"/>
                  </a:lnTo>
                  <a:lnTo>
                    <a:pt x="86011" y="51149"/>
                  </a:lnTo>
                  <a:lnTo>
                    <a:pt x="80963" y="55340"/>
                  </a:lnTo>
                  <a:lnTo>
                    <a:pt x="72771" y="64579"/>
                  </a:lnTo>
                  <a:lnTo>
                    <a:pt x="72104" y="65342"/>
                  </a:lnTo>
                  <a:lnTo>
                    <a:pt x="71533" y="66008"/>
                  </a:lnTo>
                  <a:lnTo>
                    <a:pt x="69914" y="68009"/>
                  </a:lnTo>
                  <a:lnTo>
                    <a:pt x="66866" y="72866"/>
                  </a:lnTo>
                  <a:lnTo>
                    <a:pt x="66770" y="73628"/>
                  </a:lnTo>
                  <a:lnTo>
                    <a:pt x="66675" y="75152"/>
                  </a:lnTo>
                  <a:lnTo>
                    <a:pt x="124016" y="73057"/>
                  </a:lnTo>
                  <a:lnTo>
                    <a:pt x="133922" y="72485"/>
                  </a:lnTo>
                  <a:lnTo>
                    <a:pt x="152972" y="58293"/>
                  </a:lnTo>
                  <a:lnTo>
                    <a:pt x="167735" y="45244"/>
                  </a:lnTo>
                  <a:lnTo>
                    <a:pt x="168974" y="44577"/>
                  </a:lnTo>
                  <a:lnTo>
                    <a:pt x="171069" y="43625"/>
                  </a:lnTo>
                  <a:lnTo>
                    <a:pt x="219266" y="49625"/>
                  </a:lnTo>
                  <a:lnTo>
                    <a:pt x="229553" y="52673"/>
                  </a:lnTo>
                  <a:lnTo>
                    <a:pt x="218694" y="105061"/>
                  </a:lnTo>
                  <a:lnTo>
                    <a:pt x="217932" y="110681"/>
                  </a:lnTo>
                  <a:lnTo>
                    <a:pt x="211169" y="117538"/>
                  </a:lnTo>
                  <a:lnTo>
                    <a:pt x="209645" y="119063"/>
                  </a:lnTo>
                  <a:lnTo>
                    <a:pt x="209264" y="119444"/>
                  </a:lnTo>
                  <a:lnTo>
                    <a:pt x="208788" y="119825"/>
                  </a:lnTo>
                  <a:lnTo>
                    <a:pt x="205645" y="120682"/>
                  </a:lnTo>
                  <a:lnTo>
                    <a:pt x="202883" y="121444"/>
                  </a:lnTo>
                  <a:lnTo>
                    <a:pt x="185738" y="125921"/>
                  </a:lnTo>
                  <a:lnTo>
                    <a:pt x="184976" y="126111"/>
                  </a:lnTo>
                  <a:lnTo>
                    <a:pt x="151543" y="133160"/>
                  </a:lnTo>
                  <a:lnTo>
                    <a:pt x="142589" y="135065"/>
                  </a:lnTo>
                  <a:lnTo>
                    <a:pt x="138303" y="135827"/>
                  </a:lnTo>
                  <a:lnTo>
                    <a:pt x="128111" y="137922"/>
                  </a:lnTo>
                  <a:lnTo>
                    <a:pt x="125825" y="138303"/>
                  </a:lnTo>
                  <a:lnTo>
                    <a:pt x="124587" y="138398"/>
                  </a:lnTo>
                  <a:lnTo>
                    <a:pt x="115729" y="139351"/>
                  </a:lnTo>
                  <a:lnTo>
                    <a:pt x="110109" y="139922"/>
                  </a:lnTo>
                  <a:lnTo>
                    <a:pt x="101727" y="140875"/>
                  </a:lnTo>
                  <a:lnTo>
                    <a:pt x="83439" y="143066"/>
                  </a:lnTo>
                  <a:lnTo>
                    <a:pt x="79058" y="143542"/>
                  </a:lnTo>
                  <a:lnTo>
                    <a:pt x="69818" y="149828"/>
                  </a:lnTo>
                  <a:lnTo>
                    <a:pt x="66199" y="152305"/>
                  </a:lnTo>
                  <a:lnTo>
                    <a:pt x="64294" y="155258"/>
                  </a:lnTo>
                  <a:lnTo>
                    <a:pt x="56102" y="167831"/>
                  </a:lnTo>
                  <a:lnTo>
                    <a:pt x="38481" y="194977"/>
                  </a:lnTo>
                  <a:lnTo>
                    <a:pt x="33433" y="201073"/>
                  </a:lnTo>
                  <a:lnTo>
                    <a:pt x="23336" y="212408"/>
                  </a:lnTo>
                  <a:lnTo>
                    <a:pt x="0" y="124301"/>
                  </a:lnTo>
                  <a:lnTo>
                    <a:pt x="95" y="115634"/>
                  </a:lnTo>
                  <a:lnTo>
                    <a:pt x="1810" y="106585"/>
                  </a:lnTo>
                  <a:lnTo>
                    <a:pt x="10383" y="74771"/>
                  </a:lnTo>
                  <a:lnTo>
                    <a:pt x="13430" y="73438"/>
                  </a:lnTo>
                  <a:lnTo>
                    <a:pt x="15907" y="72295"/>
                  </a:lnTo>
                  <a:lnTo>
                    <a:pt x="18574" y="69437"/>
                  </a:lnTo>
                  <a:lnTo>
                    <a:pt x="22193" y="64961"/>
                  </a:lnTo>
                  <a:lnTo>
                    <a:pt x="30004" y="55340"/>
                  </a:lnTo>
                  <a:lnTo>
                    <a:pt x="31528" y="52578"/>
                  </a:lnTo>
                  <a:lnTo>
                    <a:pt x="36767" y="43339"/>
                  </a:lnTo>
                  <a:lnTo>
                    <a:pt x="37910" y="41338"/>
                  </a:lnTo>
                  <a:lnTo>
                    <a:pt x="38481" y="29718"/>
                  </a:lnTo>
                  <a:lnTo>
                    <a:pt x="38481" y="28099"/>
                  </a:lnTo>
                  <a:lnTo>
                    <a:pt x="38481" y="26575"/>
                  </a:lnTo>
                  <a:lnTo>
                    <a:pt x="38386" y="20193"/>
                  </a:lnTo>
                  <a:lnTo>
                    <a:pt x="37148" y="12383"/>
                  </a:lnTo>
                  <a:lnTo>
                    <a:pt x="40577" y="12192"/>
                  </a:lnTo>
                  <a:lnTo>
                    <a:pt x="40291" y="11049"/>
                  </a:lnTo>
                  <a:lnTo>
                    <a:pt x="40196" y="10192"/>
                  </a:lnTo>
                  <a:lnTo>
                    <a:pt x="43815" y="10192"/>
                  </a:lnTo>
                  <a:lnTo>
                    <a:pt x="45244" y="11049"/>
                  </a:lnTo>
                  <a:lnTo>
                    <a:pt x="46387" y="9525"/>
                  </a:lnTo>
                  <a:lnTo>
                    <a:pt x="47149" y="9239"/>
                  </a:lnTo>
                  <a:lnTo>
                    <a:pt x="47816" y="8954"/>
                  </a:lnTo>
                  <a:lnTo>
                    <a:pt x="48959" y="9620"/>
                  </a:lnTo>
                  <a:lnTo>
                    <a:pt x="50102" y="8001"/>
                  </a:lnTo>
                  <a:lnTo>
                    <a:pt x="51530" y="8573"/>
                  </a:lnTo>
                  <a:lnTo>
                    <a:pt x="53721" y="7715"/>
                  </a:lnTo>
                  <a:lnTo>
                    <a:pt x="54388" y="8001"/>
                  </a:lnTo>
                  <a:lnTo>
                    <a:pt x="56198" y="8858"/>
                  </a:lnTo>
                  <a:lnTo>
                    <a:pt x="57436" y="6763"/>
                  </a:lnTo>
                  <a:lnTo>
                    <a:pt x="57817" y="6382"/>
                  </a:lnTo>
                  <a:lnTo>
                    <a:pt x="60960" y="4382"/>
                  </a:lnTo>
                  <a:lnTo>
                    <a:pt x="82963" y="381"/>
                  </a:lnTo>
                  <a:lnTo>
                    <a:pt x="86487" y="0"/>
                  </a:lnTo>
                  <a:lnTo>
                    <a:pt x="88964" y="1048"/>
                  </a:lnTo>
                  <a:lnTo>
                    <a:pt x="132112" y="200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8" name="서울특별시 영등포구 신길7동">
              <a:extLst>
                <a:ext uri="{FF2B5EF4-FFF2-40B4-BE49-F238E27FC236}">
                  <a16:creationId xmlns:a16="http://schemas.microsoft.com/office/drawing/2014/main" id="{0E50F484-549E-6BBC-5298-ECC79869F4B1}"/>
                </a:ext>
              </a:extLst>
            </p:cNvPr>
            <p:cNvSpPr/>
            <p:nvPr/>
          </p:nvSpPr>
          <p:spPr>
            <a:xfrm>
              <a:off x="4970716" y="4337208"/>
              <a:ext cx="276606" cy="267271"/>
            </a:xfrm>
            <a:custGeom>
              <a:avLst/>
              <a:gdLst>
                <a:gd name="connsiteX0" fmla="*/ 162878 w 276606"/>
                <a:gd name="connsiteY0" fmla="*/ 244792 h 267271"/>
                <a:gd name="connsiteX1" fmla="*/ 152591 w 276606"/>
                <a:gd name="connsiteY1" fmla="*/ 241745 h 267271"/>
                <a:gd name="connsiteX2" fmla="*/ 104394 w 276606"/>
                <a:gd name="connsiteY2" fmla="*/ 235744 h 267271"/>
                <a:gd name="connsiteX3" fmla="*/ 102299 w 276606"/>
                <a:gd name="connsiteY3" fmla="*/ 236696 h 267271"/>
                <a:gd name="connsiteX4" fmla="*/ 101060 w 276606"/>
                <a:gd name="connsiteY4" fmla="*/ 237363 h 267271"/>
                <a:gd name="connsiteX5" fmla="*/ 86297 w 276606"/>
                <a:gd name="connsiteY5" fmla="*/ 250412 h 267271"/>
                <a:gd name="connsiteX6" fmla="*/ 67247 w 276606"/>
                <a:gd name="connsiteY6" fmla="*/ 264605 h 267271"/>
                <a:gd name="connsiteX7" fmla="*/ 57341 w 276606"/>
                <a:gd name="connsiteY7" fmla="*/ 265176 h 267271"/>
                <a:gd name="connsiteX8" fmla="*/ 0 w 276606"/>
                <a:gd name="connsiteY8" fmla="*/ 267271 h 267271"/>
                <a:gd name="connsiteX9" fmla="*/ 95 w 276606"/>
                <a:gd name="connsiteY9" fmla="*/ 265747 h 267271"/>
                <a:gd name="connsiteX10" fmla="*/ 191 w 276606"/>
                <a:gd name="connsiteY10" fmla="*/ 264986 h 267271"/>
                <a:gd name="connsiteX11" fmla="*/ 3239 w 276606"/>
                <a:gd name="connsiteY11" fmla="*/ 260128 h 267271"/>
                <a:gd name="connsiteX12" fmla="*/ 4858 w 276606"/>
                <a:gd name="connsiteY12" fmla="*/ 258128 h 267271"/>
                <a:gd name="connsiteX13" fmla="*/ 5429 w 276606"/>
                <a:gd name="connsiteY13" fmla="*/ 257461 h 267271"/>
                <a:gd name="connsiteX14" fmla="*/ 6096 w 276606"/>
                <a:gd name="connsiteY14" fmla="*/ 256699 h 267271"/>
                <a:gd name="connsiteX15" fmla="*/ 14288 w 276606"/>
                <a:gd name="connsiteY15" fmla="*/ 247459 h 267271"/>
                <a:gd name="connsiteX16" fmla="*/ 19336 w 276606"/>
                <a:gd name="connsiteY16" fmla="*/ 243269 h 267271"/>
                <a:gd name="connsiteX17" fmla="*/ 20288 w 276606"/>
                <a:gd name="connsiteY17" fmla="*/ 242888 h 267271"/>
                <a:gd name="connsiteX18" fmla="*/ 26480 w 276606"/>
                <a:gd name="connsiteY18" fmla="*/ 240601 h 267271"/>
                <a:gd name="connsiteX19" fmla="*/ 30956 w 276606"/>
                <a:gd name="connsiteY19" fmla="*/ 238220 h 267271"/>
                <a:gd name="connsiteX20" fmla="*/ 47530 w 276606"/>
                <a:gd name="connsiteY20" fmla="*/ 218694 h 267271"/>
                <a:gd name="connsiteX21" fmla="*/ 51340 w 276606"/>
                <a:gd name="connsiteY21" fmla="*/ 213550 h 267271"/>
                <a:gd name="connsiteX22" fmla="*/ 56293 w 276606"/>
                <a:gd name="connsiteY22" fmla="*/ 206692 h 267271"/>
                <a:gd name="connsiteX23" fmla="*/ 59055 w 276606"/>
                <a:gd name="connsiteY23" fmla="*/ 202882 h 267271"/>
                <a:gd name="connsiteX24" fmla="*/ 65437 w 276606"/>
                <a:gd name="connsiteY24" fmla="*/ 194120 h 267271"/>
                <a:gd name="connsiteX25" fmla="*/ 77629 w 276606"/>
                <a:gd name="connsiteY25" fmla="*/ 167830 h 267271"/>
                <a:gd name="connsiteX26" fmla="*/ 96012 w 276606"/>
                <a:gd name="connsiteY26" fmla="*/ 157448 h 267271"/>
                <a:gd name="connsiteX27" fmla="*/ 157925 w 276606"/>
                <a:gd name="connsiteY27" fmla="*/ 140113 h 267271"/>
                <a:gd name="connsiteX28" fmla="*/ 185261 w 276606"/>
                <a:gd name="connsiteY28" fmla="*/ 125158 h 267271"/>
                <a:gd name="connsiteX29" fmla="*/ 185357 w 276606"/>
                <a:gd name="connsiteY29" fmla="*/ 123634 h 267271"/>
                <a:gd name="connsiteX30" fmla="*/ 186024 w 276606"/>
                <a:gd name="connsiteY30" fmla="*/ 109728 h 267271"/>
                <a:gd name="connsiteX31" fmla="*/ 192310 w 276606"/>
                <a:gd name="connsiteY31" fmla="*/ 86487 h 267271"/>
                <a:gd name="connsiteX32" fmla="*/ 211646 w 276606"/>
                <a:gd name="connsiteY32" fmla="*/ 38386 h 267271"/>
                <a:gd name="connsiteX33" fmla="*/ 234601 w 276606"/>
                <a:gd name="connsiteY33" fmla="*/ 7525 h 267271"/>
                <a:gd name="connsiteX34" fmla="*/ 235649 w 276606"/>
                <a:gd name="connsiteY34" fmla="*/ 6287 h 267271"/>
                <a:gd name="connsiteX35" fmla="*/ 241459 w 276606"/>
                <a:gd name="connsiteY35" fmla="*/ 0 h 267271"/>
                <a:gd name="connsiteX36" fmla="*/ 274320 w 276606"/>
                <a:gd name="connsiteY36" fmla="*/ 16859 h 267271"/>
                <a:gd name="connsiteX37" fmla="*/ 275844 w 276606"/>
                <a:gd name="connsiteY37" fmla="*/ 17621 h 267271"/>
                <a:gd name="connsiteX38" fmla="*/ 276606 w 276606"/>
                <a:gd name="connsiteY38" fmla="*/ 34480 h 267271"/>
                <a:gd name="connsiteX39" fmla="*/ 271939 w 276606"/>
                <a:gd name="connsiteY39" fmla="*/ 36481 h 267271"/>
                <a:gd name="connsiteX40" fmla="*/ 264700 w 276606"/>
                <a:gd name="connsiteY40" fmla="*/ 38957 h 267271"/>
                <a:gd name="connsiteX41" fmla="*/ 264128 w 276606"/>
                <a:gd name="connsiteY41" fmla="*/ 39148 h 267271"/>
                <a:gd name="connsiteX42" fmla="*/ 254699 w 276606"/>
                <a:gd name="connsiteY42" fmla="*/ 40576 h 267271"/>
                <a:gd name="connsiteX43" fmla="*/ 253841 w 276606"/>
                <a:gd name="connsiteY43" fmla="*/ 40672 h 267271"/>
                <a:gd name="connsiteX44" fmla="*/ 252222 w 276606"/>
                <a:gd name="connsiteY44" fmla="*/ 40862 h 267271"/>
                <a:gd name="connsiteX45" fmla="*/ 245650 w 276606"/>
                <a:gd name="connsiteY45" fmla="*/ 40767 h 267271"/>
                <a:gd name="connsiteX46" fmla="*/ 243745 w 276606"/>
                <a:gd name="connsiteY46" fmla="*/ 45434 h 267271"/>
                <a:gd name="connsiteX47" fmla="*/ 217170 w 276606"/>
                <a:gd name="connsiteY47" fmla="*/ 112490 h 267271"/>
                <a:gd name="connsiteX48" fmla="*/ 185928 w 276606"/>
                <a:gd name="connsiteY48" fmla="*/ 190690 h 267271"/>
                <a:gd name="connsiteX49" fmla="*/ 183737 w 276606"/>
                <a:gd name="connsiteY49" fmla="*/ 195834 h 267271"/>
                <a:gd name="connsiteX50" fmla="*/ 175641 w 276606"/>
                <a:gd name="connsiteY50" fmla="*/ 215646 h 267271"/>
                <a:gd name="connsiteX51" fmla="*/ 172308 w 276606"/>
                <a:gd name="connsiteY51" fmla="*/ 223647 h 267271"/>
                <a:gd name="connsiteX52" fmla="*/ 168783 w 276606"/>
                <a:gd name="connsiteY52" fmla="*/ 232410 h 267271"/>
                <a:gd name="connsiteX53" fmla="*/ 168116 w 276606"/>
                <a:gd name="connsiteY53" fmla="*/ 233744 h 267271"/>
                <a:gd name="connsiteX54" fmla="*/ 167545 w 276606"/>
                <a:gd name="connsiteY54" fmla="*/ 234887 h 267271"/>
                <a:gd name="connsiteX55" fmla="*/ 164497 w 276606"/>
                <a:gd name="connsiteY55" fmla="*/ 241363 h 267271"/>
                <a:gd name="connsiteX56" fmla="*/ 162878 w 276606"/>
                <a:gd name="connsiteY56" fmla="*/ 244792 h 26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76606" h="267271">
                  <a:moveTo>
                    <a:pt x="162878" y="244792"/>
                  </a:moveTo>
                  <a:lnTo>
                    <a:pt x="152591" y="241745"/>
                  </a:lnTo>
                  <a:lnTo>
                    <a:pt x="104394" y="235744"/>
                  </a:lnTo>
                  <a:lnTo>
                    <a:pt x="102299" y="236696"/>
                  </a:lnTo>
                  <a:lnTo>
                    <a:pt x="101060" y="237363"/>
                  </a:lnTo>
                  <a:lnTo>
                    <a:pt x="86297" y="250412"/>
                  </a:lnTo>
                  <a:lnTo>
                    <a:pt x="67247" y="264605"/>
                  </a:lnTo>
                  <a:lnTo>
                    <a:pt x="57341" y="265176"/>
                  </a:lnTo>
                  <a:lnTo>
                    <a:pt x="0" y="267271"/>
                  </a:lnTo>
                  <a:lnTo>
                    <a:pt x="95" y="265747"/>
                  </a:lnTo>
                  <a:lnTo>
                    <a:pt x="191" y="264986"/>
                  </a:lnTo>
                  <a:lnTo>
                    <a:pt x="3239" y="260128"/>
                  </a:lnTo>
                  <a:lnTo>
                    <a:pt x="4858" y="258128"/>
                  </a:lnTo>
                  <a:lnTo>
                    <a:pt x="5429" y="257461"/>
                  </a:lnTo>
                  <a:lnTo>
                    <a:pt x="6096" y="256699"/>
                  </a:lnTo>
                  <a:lnTo>
                    <a:pt x="14288" y="247459"/>
                  </a:lnTo>
                  <a:lnTo>
                    <a:pt x="19336" y="243269"/>
                  </a:lnTo>
                  <a:lnTo>
                    <a:pt x="20288" y="242888"/>
                  </a:lnTo>
                  <a:lnTo>
                    <a:pt x="26480" y="240601"/>
                  </a:lnTo>
                  <a:lnTo>
                    <a:pt x="30956" y="238220"/>
                  </a:lnTo>
                  <a:lnTo>
                    <a:pt x="47530" y="218694"/>
                  </a:lnTo>
                  <a:lnTo>
                    <a:pt x="51340" y="213550"/>
                  </a:lnTo>
                  <a:lnTo>
                    <a:pt x="56293" y="206692"/>
                  </a:lnTo>
                  <a:lnTo>
                    <a:pt x="59055" y="202882"/>
                  </a:lnTo>
                  <a:lnTo>
                    <a:pt x="65437" y="194120"/>
                  </a:lnTo>
                  <a:lnTo>
                    <a:pt x="77629" y="167830"/>
                  </a:lnTo>
                  <a:lnTo>
                    <a:pt x="96012" y="157448"/>
                  </a:lnTo>
                  <a:lnTo>
                    <a:pt x="157925" y="140113"/>
                  </a:lnTo>
                  <a:lnTo>
                    <a:pt x="185261" y="125158"/>
                  </a:lnTo>
                  <a:lnTo>
                    <a:pt x="185357" y="123634"/>
                  </a:lnTo>
                  <a:lnTo>
                    <a:pt x="186024" y="109728"/>
                  </a:lnTo>
                  <a:lnTo>
                    <a:pt x="192310" y="86487"/>
                  </a:lnTo>
                  <a:lnTo>
                    <a:pt x="211646" y="38386"/>
                  </a:lnTo>
                  <a:lnTo>
                    <a:pt x="234601" y="7525"/>
                  </a:lnTo>
                  <a:lnTo>
                    <a:pt x="235649" y="6287"/>
                  </a:lnTo>
                  <a:lnTo>
                    <a:pt x="241459" y="0"/>
                  </a:lnTo>
                  <a:lnTo>
                    <a:pt x="274320" y="16859"/>
                  </a:lnTo>
                  <a:lnTo>
                    <a:pt x="275844" y="17621"/>
                  </a:lnTo>
                  <a:lnTo>
                    <a:pt x="276606" y="34480"/>
                  </a:lnTo>
                  <a:lnTo>
                    <a:pt x="271939" y="36481"/>
                  </a:lnTo>
                  <a:lnTo>
                    <a:pt x="264700" y="38957"/>
                  </a:lnTo>
                  <a:lnTo>
                    <a:pt x="264128" y="39148"/>
                  </a:lnTo>
                  <a:lnTo>
                    <a:pt x="254699" y="40576"/>
                  </a:lnTo>
                  <a:lnTo>
                    <a:pt x="253841" y="40672"/>
                  </a:lnTo>
                  <a:lnTo>
                    <a:pt x="252222" y="40862"/>
                  </a:lnTo>
                  <a:lnTo>
                    <a:pt x="245650" y="40767"/>
                  </a:lnTo>
                  <a:lnTo>
                    <a:pt x="243745" y="45434"/>
                  </a:lnTo>
                  <a:lnTo>
                    <a:pt x="217170" y="112490"/>
                  </a:lnTo>
                  <a:lnTo>
                    <a:pt x="185928" y="190690"/>
                  </a:lnTo>
                  <a:lnTo>
                    <a:pt x="183737" y="195834"/>
                  </a:lnTo>
                  <a:lnTo>
                    <a:pt x="175641" y="215646"/>
                  </a:lnTo>
                  <a:lnTo>
                    <a:pt x="172308" y="223647"/>
                  </a:lnTo>
                  <a:lnTo>
                    <a:pt x="168783" y="232410"/>
                  </a:lnTo>
                  <a:lnTo>
                    <a:pt x="168116" y="233744"/>
                  </a:lnTo>
                  <a:lnTo>
                    <a:pt x="167545" y="234887"/>
                  </a:lnTo>
                  <a:lnTo>
                    <a:pt x="164497" y="241363"/>
                  </a:lnTo>
                  <a:lnTo>
                    <a:pt x="162878" y="24479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9" name="서울특별시 영등포구 대림1동">
              <a:extLst>
                <a:ext uri="{FF2B5EF4-FFF2-40B4-BE49-F238E27FC236}">
                  <a16:creationId xmlns:a16="http://schemas.microsoft.com/office/drawing/2014/main" id="{A656B476-87A2-904C-A6B4-E12775DDAA9C}"/>
                </a:ext>
              </a:extLst>
            </p:cNvPr>
            <p:cNvSpPr/>
            <p:nvPr/>
          </p:nvSpPr>
          <p:spPr>
            <a:xfrm>
              <a:off x="4754689" y="4653629"/>
              <a:ext cx="172688" cy="154495"/>
            </a:xfrm>
            <a:custGeom>
              <a:avLst/>
              <a:gdLst>
                <a:gd name="connsiteX0" fmla="*/ 172688 w 172688"/>
                <a:gd name="connsiteY0" fmla="*/ 88106 h 154495"/>
                <a:gd name="connsiteX1" fmla="*/ 116110 w 172688"/>
                <a:gd name="connsiteY1" fmla="*/ 154496 h 154495"/>
                <a:gd name="connsiteX2" fmla="*/ 36195 w 172688"/>
                <a:gd name="connsiteY2" fmla="*/ 91535 h 154495"/>
                <a:gd name="connsiteX3" fmla="*/ 0 w 172688"/>
                <a:gd name="connsiteY3" fmla="*/ 47434 h 154495"/>
                <a:gd name="connsiteX4" fmla="*/ 69152 w 172688"/>
                <a:gd name="connsiteY4" fmla="*/ 2857 h 154495"/>
                <a:gd name="connsiteX5" fmla="*/ 133350 w 172688"/>
                <a:gd name="connsiteY5" fmla="*/ 5334 h 154495"/>
                <a:gd name="connsiteX6" fmla="*/ 149352 w 172688"/>
                <a:gd name="connsiteY6" fmla="*/ 0 h 154495"/>
                <a:gd name="connsiteX7" fmla="*/ 172688 w 172688"/>
                <a:gd name="connsiteY7" fmla="*/ 88106 h 154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688" h="154495">
                  <a:moveTo>
                    <a:pt x="172688" y="88106"/>
                  </a:moveTo>
                  <a:lnTo>
                    <a:pt x="116110" y="154496"/>
                  </a:lnTo>
                  <a:lnTo>
                    <a:pt x="36195" y="91535"/>
                  </a:lnTo>
                  <a:lnTo>
                    <a:pt x="0" y="47434"/>
                  </a:lnTo>
                  <a:lnTo>
                    <a:pt x="69152" y="2857"/>
                  </a:lnTo>
                  <a:lnTo>
                    <a:pt x="133350" y="5334"/>
                  </a:lnTo>
                  <a:lnTo>
                    <a:pt x="149352" y="0"/>
                  </a:lnTo>
                  <a:lnTo>
                    <a:pt x="172688" y="8810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0" name="서울특별시 영등포구 대림2동">
              <a:extLst>
                <a:ext uri="{FF2B5EF4-FFF2-40B4-BE49-F238E27FC236}">
                  <a16:creationId xmlns:a16="http://schemas.microsoft.com/office/drawing/2014/main" id="{DCC646AC-3FF3-E741-21CF-755BED62F505}"/>
                </a:ext>
              </a:extLst>
            </p:cNvPr>
            <p:cNvSpPr/>
            <p:nvPr/>
          </p:nvSpPr>
          <p:spPr>
            <a:xfrm>
              <a:off x="4672107" y="4701063"/>
              <a:ext cx="198691" cy="178498"/>
            </a:xfrm>
            <a:custGeom>
              <a:avLst/>
              <a:gdLst>
                <a:gd name="connsiteX0" fmla="*/ 198692 w 198691"/>
                <a:gd name="connsiteY0" fmla="*/ 107061 h 178498"/>
                <a:gd name="connsiteX1" fmla="*/ 142399 w 198691"/>
                <a:gd name="connsiteY1" fmla="*/ 178499 h 178498"/>
                <a:gd name="connsiteX2" fmla="*/ 138113 w 198691"/>
                <a:gd name="connsiteY2" fmla="*/ 178499 h 178498"/>
                <a:gd name="connsiteX3" fmla="*/ 136589 w 198691"/>
                <a:gd name="connsiteY3" fmla="*/ 178403 h 178498"/>
                <a:gd name="connsiteX4" fmla="*/ 134017 w 198691"/>
                <a:gd name="connsiteY4" fmla="*/ 178118 h 178498"/>
                <a:gd name="connsiteX5" fmla="*/ 92107 w 198691"/>
                <a:gd name="connsiteY5" fmla="*/ 166211 h 178498"/>
                <a:gd name="connsiteX6" fmla="*/ 89059 w 198691"/>
                <a:gd name="connsiteY6" fmla="*/ 164402 h 178498"/>
                <a:gd name="connsiteX7" fmla="*/ 62770 w 198691"/>
                <a:gd name="connsiteY7" fmla="*/ 149447 h 178498"/>
                <a:gd name="connsiteX8" fmla="*/ 58483 w 198691"/>
                <a:gd name="connsiteY8" fmla="*/ 146876 h 178498"/>
                <a:gd name="connsiteX9" fmla="*/ 42291 w 198691"/>
                <a:gd name="connsiteY9" fmla="*/ 133350 h 178498"/>
                <a:gd name="connsiteX10" fmla="*/ 39719 w 198691"/>
                <a:gd name="connsiteY10" fmla="*/ 131159 h 178498"/>
                <a:gd name="connsiteX11" fmla="*/ 37052 w 198691"/>
                <a:gd name="connsiteY11" fmla="*/ 128207 h 178498"/>
                <a:gd name="connsiteX12" fmla="*/ 476 w 198691"/>
                <a:gd name="connsiteY12" fmla="*/ 50768 h 178498"/>
                <a:gd name="connsiteX13" fmla="*/ 0 w 198691"/>
                <a:gd name="connsiteY13" fmla="*/ 49435 h 178498"/>
                <a:gd name="connsiteX14" fmla="*/ 82582 w 198691"/>
                <a:gd name="connsiteY14" fmla="*/ 0 h 178498"/>
                <a:gd name="connsiteX15" fmla="*/ 118777 w 198691"/>
                <a:gd name="connsiteY15" fmla="*/ 44101 h 178498"/>
                <a:gd name="connsiteX16" fmla="*/ 198692 w 198691"/>
                <a:gd name="connsiteY16" fmla="*/ 107061 h 17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8691" h="178498">
                  <a:moveTo>
                    <a:pt x="198692" y="107061"/>
                  </a:moveTo>
                  <a:lnTo>
                    <a:pt x="142399" y="178499"/>
                  </a:lnTo>
                  <a:lnTo>
                    <a:pt x="138113" y="178499"/>
                  </a:lnTo>
                  <a:lnTo>
                    <a:pt x="136589" y="178403"/>
                  </a:lnTo>
                  <a:lnTo>
                    <a:pt x="134017" y="178118"/>
                  </a:lnTo>
                  <a:lnTo>
                    <a:pt x="92107" y="166211"/>
                  </a:lnTo>
                  <a:lnTo>
                    <a:pt x="89059" y="164402"/>
                  </a:lnTo>
                  <a:lnTo>
                    <a:pt x="62770" y="149447"/>
                  </a:lnTo>
                  <a:lnTo>
                    <a:pt x="58483" y="146876"/>
                  </a:lnTo>
                  <a:lnTo>
                    <a:pt x="42291" y="133350"/>
                  </a:lnTo>
                  <a:lnTo>
                    <a:pt x="39719" y="131159"/>
                  </a:lnTo>
                  <a:lnTo>
                    <a:pt x="37052" y="128207"/>
                  </a:lnTo>
                  <a:lnTo>
                    <a:pt x="476" y="50768"/>
                  </a:lnTo>
                  <a:lnTo>
                    <a:pt x="0" y="49435"/>
                  </a:lnTo>
                  <a:lnTo>
                    <a:pt x="82582" y="0"/>
                  </a:lnTo>
                  <a:lnTo>
                    <a:pt x="118777" y="44101"/>
                  </a:lnTo>
                  <a:lnTo>
                    <a:pt x="198692" y="10706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1" name="서울특별시 영등포구 대림3동">
              <a:extLst>
                <a:ext uri="{FF2B5EF4-FFF2-40B4-BE49-F238E27FC236}">
                  <a16:creationId xmlns:a16="http://schemas.microsoft.com/office/drawing/2014/main" id="{78360137-8925-BDF1-4306-9C38716EF807}"/>
                </a:ext>
              </a:extLst>
            </p:cNvPr>
            <p:cNvSpPr/>
            <p:nvPr/>
          </p:nvSpPr>
          <p:spPr>
            <a:xfrm>
              <a:off x="4634674" y="4459605"/>
              <a:ext cx="189166" cy="290893"/>
            </a:xfrm>
            <a:custGeom>
              <a:avLst/>
              <a:gdLst>
                <a:gd name="connsiteX0" fmla="*/ 89059 w 189166"/>
                <a:gd name="connsiteY0" fmla="*/ 51054 h 290893"/>
                <a:gd name="connsiteX1" fmla="*/ 130016 w 189166"/>
                <a:gd name="connsiteY1" fmla="*/ 92869 h 290893"/>
                <a:gd name="connsiteX2" fmla="*/ 143161 w 189166"/>
                <a:gd name="connsiteY2" fmla="*/ 105061 h 290893"/>
                <a:gd name="connsiteX3" fmla="*/ 145447 w 189166"/>
                <a:gd name="connsiteY3" fmla="*/ 107156 h 290893"/>
                <a:gd name="connsiteX4" fmla="*/ 160782 w 189166"/>
                <a:gd name="connsiteY4" fmla="*/ 121825 h 290893"/>
                <a:gd name="connsiteX5" fmla="*/ 158020 w 189166"/>
                <a:gd name="connsiteY5" fmla="*/ 125730 h 290893"/>
                <a:gd name="connsiteX6" fmla="*/ 155639 w 189166"/>
                <a:gd name="connsiteY6" fmla="*/ 129349 h 290893"/>
                <a:gd name="connsiteX7" fmla="*/ 155162 w 189166"/>
                <a:gd name="connsiteY7" fmla="*/ 130207 h 290893"/>
                <a:gd name="connsiteX8" fmla="*/ 153448 w 189166"/>
                <a:gd name="connsiteY8" fmla="*/ 133350 h 290893"/>
                <a:gd name="connsiteX9" fmla="*/ 153067 w 189166"/>
                <a:gd name="connsiteY9" fmla="*/ 134207 h 290893"/>
                <a:gd name="connsiteX10" fmla="*/ 152591 w 189166"/>
                <a:gd name="connsiteY10" fmla="*/ 134969 h 290893"/>
                <a:gd name="connsiteX11" fmla="*/ 151352 w 189166"/>
                <a:gd name="connsiteY11" fmla="*/ 138017 h 290893"/>
                <a:gd name="connsiteX12" fmla="*/ 150685 w 189166"/>
                <a:gd name="connsiteY12" fmla="*/ 139065 h 290893"/>
                <a:gd name="connsiteX13" fmla="*/ 147637 w 189166"/>
                <a:gd name="connsiteY13" fmla="*/ 143161 h 290893"/>
                <a:gd name="connsiteX14" fmla="*/ 147066 w 189166"/>
                <a:gd name="connsiteY14" fmla="*/ 144304 h 290893"/>
                <a:gd name="connsiteX15" fmla="*/ 146494 w 189166"/>
                <a:gd name="connsiteY15" fmla="*/ 144971 h 290893"/>
                <a:gd name="connsiteX16" fmla="*/ 145066 w 189166"/>
                <a:gd name="connsiteY16" fmla="*/ 146494 h 290893"/>
                <a:gd name="connsiteX17" fmla="*/ 141160 w 189166"/>
                <a:gd name="connsiteY17" fmla="*/ 150971 h 290893"/>
                <a:gd name="connsiteX18" fmla="*/ 139922 w 189166"/>
                <a:gd name="connsiteY18" fmla="*/ 152400 h 290893"/>
                <a:gd name="connsiteX19" fmla="*/ 139732 w 189166"/>
                <a:gd name="connsiteY19" fmla="*/ 153352 h 290893"/>
                <a:gd name="connsiteX20" fmla="*/ 142494 w 189166"/>
                <a:gd name="connsiteY20" fmla="*/ 158972 h 290893"/>
                <a:gd name="connsiteX21" fmla="*/ 152209 w 189166"/>
                <a:gd name="connsiteY21" fmla="*/ 169640 h 290893"/>
                <a:gd name="connsiteX22" fmla="*/ 156019 w 189166"/>
                <a:gd name="connsiteY22" fmla="*/ 173641 h 290893"/>
                <a:gd name="connsiteX23" fmla="*/ 157067 w 189166"/>
                <a:gd name="connsiteY23" fmla="*/ 174593 h 290893"/>
                <a:gd name="connsiteX24" fmla="*/ 158686 w 189166"/>
                <a:gd name="connsiteY24" fmla="*/ 176213 h 290893"/>
                <a:gd name="connsiteX25" fmla="*/ 159258 w 189166"/>
                <a:gd name="connsiteY25" fmla="*/ 176784 h 290893"/>
                <a:gd name="connsiteX26" fmla="*/ 160115 w 189166"/>
                <a:gd name="connsiteY26" fmla="*/ 177451 h 290893"/>
                <a:gd name="connsiteX27" fmla="*/ 167926 w 189166"/>
                <a:gd name="connsiteY27" fmla="*/ 184213 h 290893"/>
                <a:gd name="connsiteX28" fmla="*/ 178022 w 189166"/>
                <a:gd name="connsiteY28" fmla="*/ 192024 h 290893"/>
                <a:gd name="connsiteX29" fmla="*/ 187166 w 189166"/>
                <a:gd name="connsiteY29" fmla="*/ 196024 h 290893"/>
                <a:gd name="connsiteX30" fmla="*/ 188500 w 189166"/>
                <a:gd name="connsiteY30" fmla="*/ 196596 h 290893"/>
                <a:gd name="connsiteX31" fmla="*/ 189167 w 189166"/>
                <a:gd name="connsiteY31" fmla="*/ 196882 h 290893"/>
                <a:gd name="connsiteX32" fmla="*/ 120015 w 189166"/>
                <a:gd name="connsiteY32" fmla="*/ 241459 h 290893"/>
                <a:gd name="connsiteX33" fmla="*/ 37433 w 189166"/>
                <a:gd name="connsiteY33" fmla="*/ 290893 h 290893"/>
                <a:gd name="connsiteX34" fmla="*/ 22479 w 189166"/>
                <a:gd name="connsiteY34" fmla="*/ 250698 h 290893"/>
                <a:gd name="connsiteX35" fmla="*/ 4000 w 189166"/>
                <a:gd name="connsiteY35" fmla="*/ 189071 h 290893"/>
                <a:gd name="connsiteX36" fmla="*/ 2572 w 189166"/>
                <a:gd name="connsiteY36" fmla="*/ 179451 h 290893"/>
                <a:gd name="connsiteX37" fmla="*/ 2476 w 189166"/>
                <a:gd name="connsiteY37" fmla="*/ 176498 h 290893"/>
                <a:gd name="connsiteX38" fmla="*/ 381 w 189166"/>
                <a:gd name="connsiteY38" fmla="*/ 127349 h 290893"/>
                <a:gd name="connsiteX39" fmla="*/ 286 w 189166"/>
                <a:gd name="connsiteY39" fmla="*/ 126397 h 290893"/>
                <a:gd name="connsiteX40" fmla="*/ 0 w 189166"/>
                <a:gd name="connsiteY40" fmla="*/ 120301 h 290893"/>
                <a:gd name="connsiteX41" fmla="*/ 286 w 189166"/>
                <a:gd name="connsiteY41" fmla="*/ 111157 h 290893"/>
                <a:gd name="connsiteX42" fmla="*/ 476 w 189166"/>
                <a:gd name="connsiteY42" fmla="*/ 105918 h 290893"/>
                <a:gd name="connsiteX43" fmla="*/ 571 w 189166"/>
                <a:gd name="connsiteY43" fmla="*/ 102108 h 290893"/>
                <a:gd name="connsiteX44" fmla="*/ 667 w 189166"/>
                <a:gd name="connsiteY44" fmla="*/ 101155 h 290893"/>
                <a:gd name="connsiteX45" fmla="*/ 1714 w 189166"/>
                <a:gd name="connsiteY45" fmla="*/ 90964 h 290893"/>
                <a:gd name="connsiteX46" fmla="*/ 6858 w 189166"/>
                <a:gd name="connsiteY46" fmla="*/ 67723 h 290893"/>
                <a:gd name="connsiteX47" fmla="*/ 9906 w 189166"/>
                <a:gd name="connsiteY47" fmla="*/ 12192 h 290893"/>
                <a:gd name="connsiteX48" fmla="*/ 33242 w 189166"/>
                <a:gd name="connsiteY48" fmla="*/ 0 h 290893"/>
                <a:gd name="connsiteX49" fmla="*/ 70009 w 189166"/>
                <a:gd name="connsiteY49" fmla="*/ 34290 h 290893"/>
                <a:gd name="connsiteX50" fmla="*/ 89059 w 189166"/>
                <a:gd name="connsiteY50" fmla="*/ 51054 h 29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9166" h="290893">
                  <a:moveTo>
                    <a:pt x="89059" y="51054"/>
                  </a:moveTo>
                  <a:lnTo>
                    <a:pt x="130016" y="92869"/>
                  </a:lnTo>
                  <a:lnTo>
                    <a:pt x="143161" y="105061"/>
                  </a:lnTo>
                  <a:lnTo>
                    <a:pt x="145447" y="107156"/>
                  </a:lnTo>
                  <a:lnTo>
                    <a:pt x="160782" y="121825"/>
                  </a:lnTo>
                  <a:lnTo>
                    <a:pt x="158020" y="125730"/>
                  </a:lnTo>
                  <a:lnTo>
                    <a:pt x="155639" y="129349"/>
                  </a:lnTo>
                  <a:lnTo>
                    <a:pt x="155162" y="130207"/>
                  </a:lnTo>
                  <a:lnTo>
                    <a:pt x="153448" y="133350"/>
                  </a:lnTo>
                  <a:lnTo>
                    <a:pt x="153067" y="134207"/>
                  </a:lnTo>
                  <a:lnTo>
                    <a:pt x="152591" y="134969"/>
                  </a:lnTo>
                  <a:lnTo>
                    <a:pt x="151352" y="138017"/>
                  </a:lnTo>
                  <a:lnTo>
                    <a:pt x="150685" y="139065"/>
                  </a:lnTo>
                  <a:lnTo>
                    <a:pt x="147637" y="143161"/>
                  </a:lnTo>
                  <a:lnTo>
                    <a:pt x="147066" y="144304"/>
                  </a:lnTo>
                  <a:lnTo>
                    <a:pt x="146494" y="144971"/>
                  </a:lnTo>
                  <a:lnTo>
                    <a:pt x="145066" y="146494"/>
                  </a:lnTo>
                  <a:lnTo>
                    <a:pt x="141160" y="150971"/>
                  </a:lnTo>
                  <a:lnTo>
                    <a:pt x="139922" y="152400"/>
                  </a:lnTo>
                  <a:lnTo>
                    <a:pt x="139732" y="153352"/>
                  </a:lnTo>
                  <a:lnTo>
                    <a:pt x="142494" y="158972"/>
                  </a:lnTo>
                  <a:lnTo>
                    <a:pt x="152209" y="169640"/>
                  </a:lnTo>
                  <a:lnTo>
                    <a:pt x="156019" y="173641"/>
                  </a:lnTo>
                  <a:lnTo>
                    <a:pt x="157067" y="174593"/>
                  </a:lnTo>
                  <a:lnTo>
                    <a:pt x="158686" y="176213"/>
                  </a:lnTo>
                  <a:lnTo>
                    <a:pt x="159258" y="176784"/>
                  </a:lnTo>
                  <a:lnTo>
                    <a:pt x="160115" y="177451"/>
                  </a:lnTo>
                  <a:lnTo>
                    <a:pt x="167926" y="184213"/>
                  </a:lnTo>
                  <a:lnTo>
                    <a:pt x="178022" y="192024"/>
                  </a:lnTo>
                  <a:lnTo>
                    <a:pt x="187166" y="196024"/>
                  </a:lnTo>
                  <a:lnTo>
                    <a:pt x="188500" y="196596"/>
                  </a:lnTo>
                  <a:lnTo>
                    <a:pt x="189167" y="196882"/>
                  </a:lnTo>
                  <a:lnTo>
                    <a:pt x="120015" y="241459"/>
                  </a:lnTo>
                  <a:lnTo>
                    <a:pt x="37433" y="290893"/>
                  </a:lnTo>
                  <a:lnTo>
                    <a:pt x="22479" y="250698"/>
                  </a:lnTo>
                  <a:lnTo>
                    <a:pt x="4000" y="189071"/>
                  </a:lnTo>
                  <a:lnTo>
                    <a:pt x="2572" y="179451"/>
                  </a:lnTo>
                  <a:lnTo>
                    <a:pt x="2476" y="176498"/>
                  </a:lnTo>
                  <a:lnTo>
                    <a:pt x="381" y="127349"/>
                  </a:lnTo>
                  <a:lnTo>
                    <a:pt x="286" y="126397"/>
                  </a:lnTo>
                  <a:lnTo>
                    <a:pt x="0" y="120301"/>
                  </a:lnTo>
                  <a:lnTo>
                    <a:pt x="286" y="111157"/>
                  </a:lnTo>
                  <a:lnTo>
                    <a:pt x="476" y="105918"/>
                  </a:lnTo>
                  <a:lnTo>
                    <a:pt x="571" y="102108"/>
                  </a:lnTo>
                  <a:lnTo>
                    <a:pt x="667" y="101155"/>
                  </a:lnTo>
                  <a:lnTo>
                    <a:pt x="1714" y="90964"/>
                  </a:lnTo>
                  <a:lnTo>
                    <a:pt x="6858" y="67723"/>
                  </a:lnTo>
                  <a:lnTo>
                    <a:pt x="9906" y="12192"/>
                  </a:lnTo>
                  <a:lnTo>
                    <a:pt x="33242" y="0"/>
                  </a:lnTo>
                  <a:lnTo>
                    <a:pt x="70009" y="34290"/>
                  </a:lnTo>
                  <a:lnTo>
                    <a:pt x="89059" y="5105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2" name="서울특별시 영등포구 영등포본동">
              <a:extLst>
                <a:ext uri="{FF2B5EF4-FFF2-40B4-BE49-F238E27FC236}">
                  <a16:creationId xmlns:a16="http://schemas.microsoft.com/office/drawing/2014/main" id="{0E7AFAEF-5FFF-CC70-BDF8-461E63194FBC}"/>
                </a:ext>
              </a:extLst>
            </p:cNvPr>
            <p:cNvSpPr/>
            <p:nvPr/>
          </p:nvSpPr>
          <p:spPr>
            <a:xfrm>
              <a:off x="4716017" y="4290917"/>
              <a:ext cx="381571" cy="135064"/>
            </a:xfrm>
            <a:custGeom>
              <a:avLst/>
              <a:gdLst>
                <a:gd name="connsiteX0" fmla="*/ 288988 w 381571"/>
                <a:gd name="connsiteY0" fmla="*/ 110109 h 135064"/>
                <a:gd name="connsiteX1" fmla="*/ 226600 w 381571"/>
                <a:gd name="connsiteY1" fmla="*/ 122396 h 135064"/>
                <a:gd name="connsiteX2" fmla="*/ 224790 w 381571"/>
                <a:gd name="connsiteY2" fmla="*/ 89154 h 135064"/>
                <a:gd name="connsiteX3" fmla="*/ 178213 w 381571"/>
                <a:gd name="connsiteY3" fmla="*/ 92488 h 135064"/>
                <a:gd name="connsiteX4" fmla="*/ 173927 w 381571"/>
                <a:gd name="connsiteY4" fmla="*/ 95060 h 135064"/>
                <a:gd name="connsiteX5" fmla="*/ 147923 w 381571"/>
                <a:gd name="connsiteY5" fmla="*/ 114395 h 135064"/>
                <a:gd name="connsiteX6" fmla="*/ 136493 w 381571"/>
                <a:gd name="connsiteY6" fmla="*/ 127349 h 135064"/>
                <a:gd name="connsiteX7" fmla="*/ 74676 w 381571"/>
                <a:gd name="connsiteY7" fmla="*/ 135065 h 135064"/>
                <a:gd name="connsiteX8" fmla="*/ 74390 w 381571"/>
                <a:gd name="connsiteY8" fmla="*/ 134588 h 135064"/>
                <a:gd name="connsiteX9" fmla="*/ 74009 w 381571"/>
                <a:gd name="connsiteY9" fmla="*/ 133731 h 135064"/>
                <a:gd name="connsiteX10" fmla="*/ 51245 w 381571"/>
                <a:gd name="connsiteY10" fmla="*/ 94202 h 135064"/>
                <a:gd name="connsiteX11" fmla="*/ 6572 w 381571"/>
                <a:gd name="connsiteY11" fmla="*/ 108776 h 135064"/>
                <a:gd name="connsiteX12" fmla="*/ 1238 w 381571"/>
                <a:gd name="connsiteY12" fmla="*/ 101251 h 135064"/>
                <a:gd name="connsiteX13" fmla="*/ 0 w 381571"/>
                <a:gd name="connsiteY13" fmla="*/ 99536 h 135064"/>
                <a:gd name="connsiteX14" fmla="*/ 762 w 381571"/>
                <a:gd name="connsiteY14" fmla="*/ 99155 h 135064"/>
                <a:gd name="connsiteX15" fmla="*/ 35623 w 381571"/>
                <a:gd name="connsiteY15" fmla="*/ 84296 h 135064"/>
                <a:gd name="connsiteX16" fmla="*/ 39053 w 381571"/>
                <a:gd name="connsiteY16" fmla="*/ 82772 h 135064"/>
                <a:gd name="connsiteX17" fmla="*/ 58198 w 381571"/>
                <a:gd name="connsiteY17" fmla="*/ 74581 h 135064"/>
                <a:gd name="connsiteX18" fmla="*/ 84011 w 381571"/>
                <a:gd name="connsiteY18" fmla="*/ 63532 h 135064"/>
                <a:gd name="connsiteX19" fmla="*/ 105918 w 381571"/>
                <a:gd name="connsiteY19" fmla="*/ 54197 h 135064"/>
                <a:gd name="connsiteX20" fmla="*/ 112586 w 381571"/>
                <a:gd name="connsiteY20" fmla="*/ 51149 h 135064"/>
                <a:gd name="connsiteX21" fmla="*/ 110014 w 381571"/>
                <a:gd name="connsiteY21" fmla="*/ 45815 h 135064"/>
                <a:gd name="connsiteX22" fmla="*/ 148304 w 381571"/>
                <a:gd name="connsiteY22" fmla="*/ 32195 h 135064"/>
                <a:gd name="connsiteX23" fmla="*/ 242983 w 381571"/>
                <a:gd name="connsiteY23" fmla="*/ 8763 h 135064"/>
                <a:gd name="connsiteX24" fmla="*/ 328803 w 381571"/>
                <a:gd name="connsiteY24" fmla="*/ 3429 h 135064"/>
                <a:gd name="connsiteX25" fmla="*/ 341947 w 381571"/>
                <a:gd name="connsiteY25" fmla="*/ 0 h 135064"/>
                <a:gd name="connsiteX26" fmla="*/ 342900 w 381571"/>
                <a:gd name="connsiteY26" fmla="*/ 2191 h 135064"/>
                <a:gd name="connsiteX27" fmla="*/ 342519 w 381571"/>
                <a:gd name="connsiteY27" fmla="*/ 6572 h 135064"/>
                <a:gd name="connsiteX28" fmla="*/ 352616 w 381571"/>
                <a:gd name="connsiteY28" fmla="*/ 30385 h 135064"/>
                <a:gd name="connsiteX29" fmla="*/ 353663 w 381571"/>
                <a:gd name="connsiteY29" fmla="*/ 32004 h 135064"/>
                <a:gd name="connsiteX30" fmla="*/ 360807 w 381571"/>
                <a:gd name="connsiteY30" fmla="*/ 43625 h 135064"/>
                <a:gd name="connsiteX31" fmla="*/ 370904 w 381571"/>
                <a:gd name="connsiteY31" fmla="*/ 52388 h 135064"/>
                <a:gd name="connsiteX32" fmla="*/ 374904 w 381571"/>
                <a:gd name="connsiteY32" fmla="*/ 54674 h 135064"/>
                <a:gd name="connsiteX33" fmla="*/ 381571 w 381571"/>
                <a:gd name="connsiteY33" fmla="*/ 58579 h 135064"/>
                <a:gd name="connsiteX34" fmla="*/ 373285 w 381571"/>
                <a:gd name="connsiteY34" fmla="*/ 70104 h 135064"/>
                <a:gd name="connsiteX35" fmla="*/ 371570 w 381571"/>
                <a:gd name="connsiteY35" fmla="*/ 72580 h 135064"/>
                <a:gd name="connsiteX36" fmla="*/ 362141 w 381571"/>
                <a:gd name="connsiteY36" fmla="*/ 82868 h 135064"/>
                <a:gd name="connsiteX37" fmla="*/ 361760 w 381571"/>
                <a:gd name="connsiteY37" fmla="*/ 83249 h 135064"/>
                <a:gd name="connsiteX38" fmla="*/ 349568 w 381571"/>
                <a:gd name="connsiteY38" fmla="*/ 95345 h 135064"/>
                <a:gd name="connsiteX39" fmla="*/ 349187 w 381571"/>
                <a:gd name="connsiteY39" fmla="*/ 95726 h 135064"/>
                <a:gd name="connsiteX40" fmla="*/ 332613 w 381571"/>
                <a:gd name="connsiteY40" fmla="*/ 100965 h 135064"/>
                <a:gd name="connsiteX41" fmla="*/ 330898 w 381571"/>
                <a:gd name="connsiteY41" fmla="*/ 101537 h 135064"/>
                <a:gd name="connsiteX42" fmla="*/ 288988 w 381571"/>
                <a:gd name="connsiteY42" fmla="*/ 110109 h 13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81571" h="135064">
                  <a:moveTo>
                    <a:pt x="288988" y="110109"/>
                  </a:moveTo>
                  <a:lnTo>
                    <a:pt x="226600" y="122396"/>
                  </a:lnTo>
                  <a:lnTo>
                    <a:pt x="224790" y="89154"/>
                  </a:lnTo>
                  <a:lnTo>
                    <a:pt x="178213" y="92488"/>
                  </a:lnTo>
                  <a:lnTo>
                    <a:pt x="173927" y="95060"/>
                  </a:lnTo>
                  <a:lnTo>
                    <a:pt x="147923" y="114395"/>
                  </a:lnTo>
                  <a:lnTo>
                    <a:pt x="136493" y="127349"/>
                  </a:lnTo>
                  <a:lnTo>
                    <a:pt x="74676" y="135065"/>
                  </a:lnTo>
                  <a:lnTo>
                    <a:pt x="74390" y="134588"/>
                  </a:lnTo>
                  <a:lnTo>
                    <a:pt x="74009" y="133731"/>
                  </a:lnTo>
                  <a:lnTo>
                    <a:pt x="51245" y="94202"/>
                  </a:lnTo>
                  <a:lnTo>
                    <a:pt x="6572" y="108776"/>
                  </a:lnTo>
                  <a:lnTo>
                    <a:pt x="1238" y="101251"/>
                  </a:lnTo>
                  <a:lnTo>
                    <a:pt x="0" y="99536"/>
                  </a:lnTo>
                  <a:lnTo>
                    <a:pt x="762" y="99155"/>
                  </a:lnTo>
                  <a:lnTo>
                    <a:pt x="35623" y="84296"/>
                  </a:lnTo>
                  <a:lnTo>
                    <a:pt x="39053" y="82772"/>
                  </a:lnTo>
                  <a:lnTo>
                    <a:pt x="58198" y="74581"/>
                  </a:lnTo>
                  <a:lnTo>
                    <a:pt x="84011" y="63532"/>
                  </a:lnTo>
                  <a:lnTo>
                    <a:pt x="105918" y="54197"/>
                  </a:lnTo>
                  <a:lnTo>
                    <a:pt x="112586" y="51149"/>
                  </a:lnTo>
                  <a:lnTo>
                    <a:pt x="110014" y="45815"/>
                  </a:lnTo>
                  <a:lnTo>
                    <a:pt x="148304" y="32195"/>
                  </a:lnTo>
                  <a:lnTo>
                    <a:pt x="242983" y="8763"/>
                  </a:lnTo>
                  <a:lnTo>
                    <a:pt x="328803" y="3429"/>
                  </a:lnTo>
                  <a:lnTo>
                    <a:pt x="341947" y="0"/>
                  </a:lnTo>
                  <a:lnTo>
                    <a:pt x="342900" y="2191"/>
                  </a:lnTo>
                  <a:lnTo>
                    <a:pt x="342519" y="6572"/>
                  </a:lnTo>
                  <a:lnTo>
                    <a:pt x="352616" y="30385"/>
                  </a:lnTo>
                  <a:lnTo>
                    <a:pt x="353663" y="32004"/>
                  </a:lnTo>
                  <a:lnTo>
                    <a:pt x="360807" y="43625"/>
                  </a:lnTo>
                  <a:lnTo>
                    <a:pt x="370904" y="52388"/>
                  </a:lnTo>
                  <a:lnTo>
                    <a:pt x="374904" y="54674"/>
                  </a:lnTo>
                  <a:lnTo>
                    <a:pt x="381571" y="58579"/>
                  </a:lnTo>
                  <a:lnTo>
                    <a:pt x="373285" y="70104"/>
                  </a:lnTo>
                  <a:lnTo>
                    <a:pt x="371570" y="72580"/>
                  </a:lnTo>
                  <a:lnTo>
                    <a:pt x="362141" y="82868"/>
                  </a:lnTo>
                  <a:lnTo>
                    <a:pt x="361760" y="83249"/>
                  </a:lnTo>
                  <a:lnTo>
                    <a:pt x="349568" y="95345"/>
                  </a:lnTo>
                  <a:lnTo>
                    <a:pt x="349187" y="95726"/>
                  </a:lnTo>
                  <a:lnTo>
                    <a:pt x="332613" y="100965"/>
                  </a:lnTo>
                  <a:lnTo>
                    <a:pt x="330898" y="101537"/>
                  </a:lnTo>
                  <a:lnTo>
                    <a:pt x="288988" y="11010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3" name="서울특별시 영등포구 영등포동">
              <a:extLst>
                <a:ext uri="{FF2B5EF4-FFF2-40B4-BE49-F238E27FC236}">
                  <a16:creationId xmlns:a16="http://schemas.microsoft.com/office/drawing/2014/main" id="{6236AFDC-268D-D769-D1FE-A8197B284B7A}"/>
                </a:ext>
              </a:extLst>
            </p:cNvPr>
            <p:cNvSpPr/>
            <p:nvPr/>
          </p:nvSpPr>
          <p:spPr>
            <a:xfrm>
              <a:off x="4773644" y="4020883"/>
              <a:ext cx="299465" cy="315848"/>
            </a:xfrm>
            <a:custGeom>
              <a:avLst/>
              <a:gdLst>
                <a:gd name="connsiteX0" fmla="*/ 221647 w 299465"/>
                <a:gd name="connsiteY0" fmla="*/ 143827 h 315848"/>
                <a:gd name="connsiteX1" fmla="*/ 224980 w 299465"/>
                <a:gd name="connsiteY1" fmla="*/ 148304 h 315848"/>
                <a:gd name="connsiteX2" fmla="*/ 230600 w 299465"/>
                <a:gd name="connsiteY2" fmla="*/ 155924 h 315848"/>
                <a:gd name="connsiteX3" fmla="*/ 258413 w 299465"/>
                <a:gd name="connsiteY3" fmla="*/ 195834 h 315848"/>
                <a:gd name="connsiteX4" fmla="*/ 269176 w 299465"/>
                <a:gd name="connsiteY4" fmla="*/ 212312 h 315848"/>
                <a:gd name="connsiteX5" fmla="*/ 272701 w 299465"/>
                <a:gd name="connsiteY5" fmla="*/ 217741 h 315848"/>
                <a:gd name="connsiteX6" fmla="*/ 284131 w 299465"/>
                <a:gd name="connsiteY6" fmla="*/ 225838 h 315848"/>
                <a:gd name="connsiteX7" fmla="*/ 294132 w 299465"/>
                <a:gd name="connsiteY7" fmla="*/ 231457 h 315848"/>
                <a:gd name="connsiteX8" fmla="*/ 299466 w 299465"/>
                <a:gd name="connsiteY8" fmla="*/ 233934 h 315848"/>
                <a:gd name="connsiteX9" fmla="*/ 284321 w 299465"/>
                <a:gd name="connsiteY9" fmla="*/ 270034 h 315848"/>
                <a:gd name="connsiteX10" fmla="*/ 271177 w 299465"/>
                <a:gd name="connsiteY10" fmla="*/ 273463 h 315848"/>
                <a:gd name="connsiteX11" fmla="*/ 185356 w 299465"/>
                <a:gd name="connsiteY11" fmla="*/ 278797 h 315848"/>
                <a:gd name="connsiteX12" fmla="*/ 90678 w 299465"/>
                <a:gd name="connsiteY12" fmla="*/ 302228 h 315848"/>
                <a:gd name="connsiteX13" fmla="*/ 52388 w 299465"/>
                <a:gd name="connsiteY13" fmla="*/ 315849 h 315848"/>
                <a:gd name="connsiteX14" fmla="*/ 51054 w 299465"/>
                <a:gd name="connsiteY14" fmla="*/ 315563 h 315848"/>
                <a:gd name="connsiteX15" fmla="*/ 44291 w 299465"/>
                <a:gd name="connsiteY15" fmla="*/ 314325 h 315848"/>
                <a:gd name="connsiteX16" fmla="*/ 40291 w 299465"/>
                <a:gd name="connsiteY16" fmla="*/ 312706 h 315848"/>
                <a:gd name="connsiteX17" fmla="*/ 39624 w 299465"/>
                <a:gd name="connsiteY17" fmla="*/ 312420 h 315848"/>
                <a:gd name="connsiteX18" fmla="*/ 36385 w 299465"/>
                <a:gd name="connsiteY18" fmla="*/ 310610 h 315848"/>
                <a:gd name="connsiteX19" fmla="*/ 34766 w 299465"/>
                <a:gd name="connsiteY19" fmla="*/ 309753 h 315848"/>
                <a:gd name="connsiteX20" fmla="*/ 28861 w 299465"/>
                <a:gd name="connsiteY20" fmla="*/ 304609 h 315848"/>
                <a:gd name="connsiteX21" fmla="*/ 28194 w 299465"/>
                <a:gd name="connsiteY21" fmla="*/ 303752 h 315848"/>
                <a:gd name="connsiteX22" fmla="*/ 25051 w 299465"/>
                <a:gd name="connsiteY22" fmla="*/ 299656 h 315848"/>
                <a:gd name="connsiteX23" fmla="*/ 21907 w 299465"/>
                <a:gd name="connsiteY23" fmla="*/ 294322 h 315848"/>
                <a:gd name="connsiteX24" fmla="*/ 20574 w 299465"/>
                <a:gd name="connsiteY24" fmla="*/ 292227 h 315848"/>
                <a:gd name="connsiteX25" fmla="*/ 18764 w 299465"/>
                <a:gd name="connsiteY25" fmla="*/ 287845 h 315848"/>
                <a:gd name="connsiteX26" fmla="*/ 17145 w 299465"/>
                <a:gd name="connsiteY26" fmla="*/ 283940 h 315848"/>
                <a:gd name="connsiteX27" fmla="*/ 8191 w 299465"/>
                <a:gd name="connsiteY27" fmla="*/ 259842 h 315848"/>
                <a:gd name="connsiteX28" fmla="*/ 5620 w 299465"/>
                <a:gd name="connsiteY28" fmla="*/ 251746 h 315848"/>
                <a:gd name="connsiteX29" fmla="*/ 3238 w 299465"/>
                <a:gd name="connsiteY29" fmla="*/ 244411 h 315848"/>
                <a:gd name="connsiteX30" fmla="*/ 2191 w 299465"/>
                <a:gd name="connsiteY30" fmla="*/ 241363 h 315848"/>
                <a:gd name="connsiteX31" fmla="*/ 2096 w 299465"/>
                <a:gd name="connsiteY31" fmla="*/ 240887 h 315848"/>
                <a:gd name="connsiteX32" fmla="*/ 1809 w 299465"/>
                <a:gd name="connsiteY32" fmla="*/ 240220 h 315848"/>
                <a:gd name="connsiteX33" fmla="*/ 667 w 299465"/>
                <a:gd name="connsiteY33" fmla="*/ 233743 h 315848"/>
                <a:gd name="connsiteX34" fmla="*/ 190 w 299465"/>
                <a:gd name="connsiteY34" fmla="*/ 226314 h 315848"/>
                <a:gd name="connsiteX35" fmla="*/ 95 w 299465"/>
                <a:gd name="connsiteY35" fmla="*/ 224980 h 315848"/>
                <a:gd name="connsiteX36" fmla="*/ 95 w 299465"/>
                <a:gd name="connsiteY36" fmla="*/ 222504 h 315848"/>
                <a:gd name="connsiteX37" fmla="*/ 0 w 299465"/>
                <a:gd name="connsiteY37" fmla="*/ 221456 h 315848"/>
                <a:gd name="connsiteX38" fmla="*/ 0 w 299465"/>
                <a:gd name="connsiteY38" fmla="*/ 220884 h 315848"/>
                <a:gd name="connsiteX39" fmla="*/ 571 w 299465"/>
                <a:gd name="connsiteY39" fmla="*/ 216503 h 315848"/>
                <a:gd name="connsiteX40" fmla="*/ 21050 w 299465"/>
                <a:gd name="connsiteY40" fmla="*/ 147066 h 315848"/>
                <a:gd name="connsiteX41" fmla="*/ 22384 w 299465"/>
                <a:gd name="connsiteY41" fmla="*/ 143446 h 315848"/>
                <a:gd name="connsiteX42" fmla="*/ 22765 w 299465"/>
                <a:gd name="connsiteY42" fmla="*/ 142399 h 315848"/>
                <a:gd name="connsiteX43" fmla="*/ 33814 w 299465"/>
                <a:gd name="connsiteY43" fmla="*/ 112966 h 315848"/>
                <a:gd name="connsiteX44" fmla="*/ 70580 w 299465"/>
                <a:gd name="connsiteY44" fmla="*/ 26003 h 315848"/>
                <a:gd name="connsiteX45" fmla="*/ 73342 w 299465"/>
                <a:gd name="connsiteY45" fmla="*/ 20193 h 315848"/>
                <a:gd name="connsiteX46" fmla="*/ 73914 w 299465"/>
                <a:gd name="connsiteY46" fmla="*/ 19050 h 315848"/>
                <a:gd name="connsiteX47" fmla="*/ 76200 w 299465"/>
                <a:gd name="connsiteY47" fmla="*/ 14288 h 315848"/>
                <a:gd name="connsiteX48" fmla="*/ 77343 w 299465"/>
                <a:gd name="connsiteY48" fmla="*/ 11811 h 315848"/>
                <a:gd name="connsiteX49" fmla="*/ 80963 w 299465"/>
                <a:gd name="connsiteY49" fmla="*/ 4667 h 315848"/>
                <a:gd name="connsiteX50" fmla="*/ 81439 w 299465"/>
                <a:gd name="connsiteY50" fmla="*/ 3619 h 315848"/>
                <a:gd name="connsiteX51" fmla="*/ 98393 w 299465"/>
                <a:gd name="connsiteY51" fmla="*/ 0 h 315848"/>
                <a:gd name="connsiteX52" fmla="*/ 100298 w 299465"/>
                <a:gd name="connsiteY52" fmla="*/ 4953 h 315848"/>
                <a:gd name="connsiteX53" fmla="*/ 98203 w 299465"/>
                <a:gd name="connsiteY53" fmla="*/ 74009 h 315848"/>
                <a:gd name="connsiteX54" fmla="*/ 98298 w 299465"/>
                <a:gd name="connsiteY54" fmla="*/ 77248 h 315848"/>
                <a:gd name="connsiteX55" fmla="*/ 98393 w 299465"/>
                <a:gd name="connsiteY55" fmla="*/ 82867 h 315848"/>
                <a:gd name="connsiteX56" fmla="*/ 98965 w 299465"/>
                <a:gd name="connsiteY56" fmla="*/ 85915 h 315848"/>
                <a:gd name="connsiteX57" fmla="*/ 99727 w 299465"/>
                <a:gd name="connsiteY57" fmla="*/ 89916 h 315848"/>
                <a:gd name="connsiteX58" fmla="*/ 100393 w 299465"/>
                <a:gd name="connsiteY58" fmla="*/ 92678 h 315848"/>
                <a:gd name="connsiteX59" fmla="*/ 102394 w 299465"/>
                <a:gd name="connsiteY59" fmla="*/ 101822 h 315848"/>
                <a:gd name="connsiteX60" fmla="*/ 105727 w 299465"/>
                <a:gd name="connsiteY60" fmla="*/ 111728 h 315848"/>
                <a:gd name="connsiteX61" fmla="*/ 106204 w 299465"/>
                <a:gd name="connsiteY61" fmla="*/ 112966 h 315848"/>
                <a:gd name="connsiteX62" fmla="*/ 107442 w 299465"/>
                <a:gd name="connsiteY62" fmla="*/ 116109 h 315848"/>
                <a:gd name="connsiteX63" fmla="*/ 109538 w 299465"/>
                <a:gd name="connsiteY63" fmla="*/ 121063 h 315848"/>
                <a:gd name="connsiteX64" fmla="*/ 117538 w 299465"/>
                <a:gd name="connsiteY64" fmla="*/ 122682 h 315848"/>
                <a:gd name="connsiteX65" fmla="*/ 123920 w 299465"/>
                <a:gd name="connsiteY65" fmla="*/ 120110 h 315848"/>
                <a:gd name="connsiteX66" fmla="*/ 126492 w 299465"/>
                <a:gd name="connsiteY66" fmla="*/ 118967 h 315848"/>
                <a:gd name="connsiteX67" fmla="*/ 127825 w 299465"/>
                <a:gd name="connsiteY67" fmla="*/ 118300 h 315848"/>
                <a:gd name="connsiteX68" fmla="*/ 131921 w 299465"/>
                <a:gd name="connsiteY68" fmla="*/ 116586 h 315848"/>
                <a:gd name="connsiteX69" fmla="*/ 136303 w 299465"/>
                <a:gd name="connsiteY69" fmla="*/ 114967 h 315848"/>
                <a:gd name="connsiteX70" fmla="*/ 143637 w 299465"/>
                <a:gd name="connsiteY70" fmla="*/ 112776 h 315848"/>
                <a:gd name="connsiteX71" fmla="*/ 169354 w 299465"/>
                <a:gd name="connsiteY71" fmla="*/ 109156 h 315848"/>
                <a:gd name="connsiteX72" fmla="*/ 188976 w 299465"/>
                <a:gd name="connsiteY72" fmla="*/ 116967 h 315848"/>
                <a:gd name="connsiteX73" fmla="*/ 189547 w 299465"/>
                <a:gd name="connsiteY73" fmla="*/ 117919 h 315848"/>
                <a:gd name="connsiteX74" fmla="*/ 198787 w 299465"/>
                <a:gd name="connsiteY74" fmla="*/ 133445 h 315848"/>
                <a:gd name="connsiteX75" fmla="*/ 208502 w 299465"/>
                <a:gd name="connsiteY75" fmla="*/ 149733 h 315848"/>
                <a:gd name="connsiteX76" fmla="*/ 221647 w 299465"/>
                <a:gd name="connsiteY76" fmla="*/ 143827 h 31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99465" h="315848">
                  <a:moveTo>
                    <a:pt x="221647" y="143827"/>
                  </a:moveTo>
                  <a:lnTo>
                    <a:pt x="224980" y="148304"/>
                  </a:lnTo>
                  <a:lnTo>
                    <a:pt x="230600" y="155924"/>
                  </a:lnTo>
                  <a:lnTo>
                    <a:pt x="258413" y="195834"/>
                  </a:lnTo>
                  <a:lnTo>
                    <a:pt x="269176" y="212312"/>
                  </a:lnTo>
                  <a:lnTo>
                    <a:pt x="272701" y="217741"/>
                  </a:lnTo>
                  <a:lnTo>
                    <a:pt x="284131" y="225838"/>
                  </a:lnTo>
                  <a:lnTo>
                    <a:pt x="294132" y="231457"/>
                  </a:lnTo>
                  <a:lnTo>
                    <a:pt x="299466" y="233934"/>
                  </a:lnTo>
                  <a:lnTo>
                    <a:pt x="284321" y="270034"/>
                  </a:lnTo>
                  <a:lnTo>
                    <a:pt x="271177" y="273463"/>
                  </a:lnTo>
                  <a:lnTo>
                    <a:pt x="185356" y="278797"/>
                  </a:lnTo>
                  <a:lnTo>
                    <a:pt x="90678" y="302228"/>
                  </a:lnTo>
                  <a:lnTo>
                    <a:pt x="52388" y="315849"/>
                  </a:lnTo>
                  <a:lnTo>
                    <a:pt x="51054" y="315563"/>
                  </a:lnTo>
                  <a:lnTo>
                    <a:pt x="44291" y="314325"/>
                  </a:lnTo>
                  <a:lnTo>
                    <a:pt x="40291" y="312706"/>
                  </a:lnTo>
                  <a:lnTo>
                    <a:pt x="39624" y="312420"/>
                  </a:lnTo>
                  <a:lnTo>
                    <a:pt x="36385" y="310610"/>
                  </a:lnTo>
                  <a:lnTo>
                    <a:pt x="34766" y="309753"/>
                  </a:lnTo>
                  <a:lnTo>
                    <a:pt x="28861" y="304609"/>
                  </a:lnTo>
                  <a:lnTo>
                    <a:pt x="28194" y="303752"/>
                  </a:lnTo>
                  <a:lnTo>
                    <a:pt x="25051" y="299656"/>
                  </a:lnTo>
                  <a:lnTo>
                    <a:pt x="21907" y="294322"/>
                  </a:lnTo>
                  <a:lnTo>
                    <a:pt x="20574" y="292227"/>
                  </a:lnTo>
                  <a:lnTo>
                    <a:pt x="18764" y="287845"/>
                  </a:lnTo>
                  <a:lnTo>
                    <a:pt x="17145" y="283940"/>
                  </a:lnTo>
                  <a:lnTo>
                    <a:pt x="8191" y="259842"/>
                  </a:lnTo>
                  <a:lnTo>
                    <a:pt x="5620" y="251746"/>
                  </a:lnTo>
                  <a:lnTo>
                    <a:pt x="3238" y="244411"/>
                  </a:lnTo>
                  <a:lnTo>
                    <a:pt x="2191" y="241363"/>
                  </a:lnTo>
                  <a:lnTo>
                    <a:pt x="2096" y="240887"/>
                  </a:lnTo>
                  <a:lnTo>
                    <a:pt x="1809" y="240220"/>
                  </a:lnTo>
                  <a:lnTo>
                    <a:pt x="667" y="233743"/>
                  </a:lnTo>
                  <a:lnTo>
                    <a:pt x="190" y="226314"/>
                  </a:lnTo>
                  <a:lnTo>
                    <a:pt x="95" y="224980"/>
                  </a:lnTo>
                  <a:lnTo>
                    <a:pt x="95" y="222504"/>
                  </a:lnTo>
                  <a:lnTo>
                    <a:pt x="0" y="221456"/>
                  </a:lnTo>
                  <a:lnTo>
                    <a:pt x="0" y="220884"/>
                  </a:lnTo>
                  <a:lnTo>
                    <a:pt x="571" y="216503"/>
                  </a:lnTo>
                  <a:lnTo>
                    <a:pt x="21050" y="147066"/>
                  </a:lnTo>
                  <a:lnTo>
                    <a:pt x="22384" y="143446"/>
                  </a:lnTo>
                  <a:lnTo>
                    <a:pt x="22765" y="142399"/>
                  </a:lnTo>
                  <a:lnTo>
                    <a:pt x="33814" y="112966"/>
                  </a:lnTo>
                  <a:lnTo>
                    <a:pt x="70580" y="26003"/>
                  </a:lnTo>
                  <a:lnTo>
                    <a:pt x="73342" y="20193"/>
                  </a:lnTo>
                  <a:lnTo>
                    <a:pt x="73914" y="19050"/>
                  </a:lnTo>
                  <a:lnTo>
                    <a:pt x="76200" y="14288"/>
                  </a:lnTo>
                  <a:lnTo>
                    <a:pt x="77343" y="11811"/>
                  </a:lnTo>
                  <a:lnTo>
                    <a:pt x="80963" y="4667"/>
                  </a:lnTo>
                  <a:lnTo>
                    <a:pt x="81439" y="3619"/>
                  </a:lnTo>
                  <a:lnTo>
                    <a:pt x="98393" y="0"/>
                  </a:lnTo>
                  <a:lnTo>
                    <a:pt x="100298" y="4953"/>
                  </a:lnTo>
                  <a:lnTo>
                    <a:pt x="98203" y="74009"/>
                  </a:lnTo>
                  <a:lnTo>
                    <a:pt x="98298" y="77248"/>
                  </a:lnTo>
                  <a:lnTo>
                    <a:pt x="98393" y="82867"/>
                  </a:lnTo>
                  <a:lnTo>
                    <a:pt x="98965" y="85915"/>
                  </a:lnTo>
                  <a:lnTo>
                    <a:pt x="99727" y="89916"/>
                  </a:lnTo>
                  <a:lnTo>
                    <a:pt x="100393" y="92678"/>
                  </a:lnTo>
                  <a:lnTo>
                    <a:pt x="102394" y="101822"/>
                  </a:lnTo>
                  <a:lnTo>
                    <a:pt x="105727" y="111728"/>
                  </a:lnTo>
                  <a:lnTo>
                    <a:pt x="106204" y="112966"/>
                  </a:lnTo>
                  <a:lnTo>
                    <a:pt x="107442" y="116109"/>
                  </a:lnTo>
                  <a:lnTo>
                    <a:pt x="109538" y="121063"/>
                  </a:lnTo>
                  <a:lnTo>
                    <a:pt x="117538" y="122682"/>
                  </a:lnTo>
                  <a:lnTo>
                    <a:pt x="123920" y="120110"/>
                  </a:lnTo>
                  <a:lnTo>
                    <a:pt x="126492" y="118967"/>
                  </a:lnTo>
                  <a:lnTo>
                    <a:pt x="127825" y="118300"/>
                  </a:lnTo>
                  <a:lnTo>
                    <a:pt x="131921" y="116586"/>
                  </a:lnTo>
                  <a:lnTo>
                    <a:pt x="136303" y="114967"/>
                  </a:lnTo>
                  <a:lnTo>
                    <a:pt x="143637" y="112776"/>
                  </a:lnTo>
                  <a:lnTo>
                    <a:pt x="169354" y="109156"/>
                  </a:lnTo>
                  <a:lnTo>
                    <a:pt x="188976" y="116967"/>
                  </a:lnTo>
                  <a:lnTo>
                    <a:pt x="189547" y="117919"/>
                  </a:lnTo>
                  <a:lnTo>
                    <a:pt x="198787" y="133445"/>
                  </a:lnTo>
                  <a:lnTo>
                    <a:pt x="208502" y="149733"/>
                  </a:lnTo>
                  <a:lnTo>
                    <a:pt x="221647" y="1438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4" name="서울특별시 영등포구 도림동">
              <a:extLst>
                <a:ext uri="{FF2B5EF4-FFF2-40B4-BE49-F238E27FC236}">
                  <a16:creationId xmlns:a16="http://schemas.microsoft.com/office/drawing/2014/main" id="{2FEFC805-B860-D3E4-364D-B5C7C86DFCBA}"/>
                </a:ext>
              </a:extLst>
            </p:cNvPr>
            <p:cNvSpPr/>
            <p:nvPr/>
          </p:nvSpPr>
          <p:spPr>
            <a:xfrm>
              <a:off x="4628578" y="4380071"/>
              <a:ext cx="314039" cy="130587"/>
            </a:xfrm>
            <a:custGeom>
              <a:avLst/>
              <a:gdLst>
                <a:gd name="connsiteX0" fmla="*/ 314039 w 314039"/>
                <a:gd name="connsiteY0" fmla="*/ 33242 h 130587"/>
                <a:gd name="connsiteX1" fmla="*/ 303086 w 314039"/>
                <a:gd name="connsiteY1" fmla="*/ 38386 h 130587"/>
                <a:gd name="connsiteX2" fmla="*/ 300038 w 314039"/>
                <a:gd name="connsiteY2" fmla="*/ 39719 h 130587"/>
                <a:gd name="connsiteX3" fmla="*/ 205930 w 314039"/>
                <a:gd name="connsiteY3" fmla="*/ 82391 h 130587"/>
                <a:gd name="connsiteX4" fmla="*/ 194405 w 314039"/>
                <a:gd name="connsiteY4" fmla="*/ 87535 h 130587"/>
                <a:gd name="connsiteX5" fmla="*/ 95155 w 314039"/>
                <a:gd name="connsiteY5" fmla="*/ 130588 h 130587"/>
                <a:gd name="connsiteX6" fmla="*/ 76105 w 314039"/>
                <a:gd name="connsiteY6" fmla="*/ 113824 h 130587"/>
                <a:gd name="connsiteX7" fmla="*/ 39338 w 314039"/>
                <a:gd name="connsiteY7" fmla="*/ 79534 h 130587"/>
                <a:gd name="connsiteX8" fmla="*/ 0 w 314039"/>
                <a:gd name="connsiteY8" fmla="*/ 55816 h 130587"/>
                <a:gd name="connsiteX9" fmla="*/ 94012 w 314039"/>
                <a:gd name="connsiteY9" fmla="*/ 19621 h 130587"/>
                <a:gd name="connsiteX10" fmla="*/ 138684 w 314039"/>
                <a:gd name="connsiteY10" fmla="*/ 5048 h 130587"/>
                <a:gd name="connsiteX11" fmla="*/ 161449 w 314039"/>
                <a:gd name="connsiteY11" fmla="*/ 44577 h 130587"/>
                <a:gd name="connsiteX12" fmla="*/ 161830 w 314039"/>
                <a:gd name="connsiteY12" fmla="*/ 45434 h 130587"/>
                <a:gd name="connsiteX13" fmla="*/ 162115 w 314039"/>
                <a:gd name="connsiteY13" fmla="*/ 45911 h 130587"/>
                <a:gd name="connsiteX14" fmla="*/ 223933 w 314039"/>
                <a:gd name="connsiteY14" fmla="*/ 38195 h 130587"/>
                <a:gd name="connsiteX15" fmla="*/ 235363 w 314039"/>
                <a:gd name="connsiteY15" fmla="*/ 25241 h 130587"/>
                <a:gd name="connsiteX16" fmla="*/ 261366 w 314039"/>
                <a:gd name="connsiteY16" fmla="*/ 5905 h 130587"/>
                <a:gd name="connsiteX17" fmla="*/ 265652 w 314039"/>
                <a:gd name="connsiteY17" fmla="*/ 3334 h 130587"/>
                <a:gd name="connsiteX18" fmla="*/ 312230 w 314039"/>
                <a:gd name="connsiteY18" fmla="*/ 0 h 130587"/>
                <a:gd name="connsiteX19" fmla="*/ 314039 w 314039"/>
                <a:gd name="connsiteY19" fmla="*/ 33242 h 13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4039" h="130587">
                  <a:moveTo>
                    <a:pt x="314039" y="33242"/>
                  </a:moveTo>
                  <a:lnTo>
                    <a:pt x="303086" y="38386"/>
                  </a:lnTo>
                  <a:lnTo>
                    <a:pt x="300038" y="39719"/>
                  </a:lnTo>
                  <a:lnTo>
                    <a:pt x="205930" y="82391"/>
                  </a:lnTo>
                  <a:lnTo>
                    <a:pt x="194405" y="87535"/>
                  </a:lnTo>
                  <a:lnTo>
                    <a:pt x="95155" y="130588"/>
                  </a:lnTo>
                  <a:lnTo>
                    <a:pt x="76105" y="113824"/>
                  </a:lnTo>
                  <a:lnTo>
                    <a:pt x="39338" y="79534"/>
                  </a:lnTo>
                  <a:lnTo>
                    <a:pt x="0" y="55816"/>
                  </a:lnTo>
                  <a:lnTo>
                    <a:pt x="94012" y="19621"/>
                  </a:lnTo>
                  <a:lnTo>
                    <a:pt x="138684" y="5048"/>
                  </a:lnTo>
                  <a:lnTo>
                    <a:pt x="161449" y="44577"/>
                  </a:lnTo>
                  <a:lnTo>
                    <a:pt x="161830" y="45434"/>
                  </a:lnTo>
                  <a:lnTo>
                    <a:pt x="162115" y="45911"/>
                  </a:lnTo>
                  <a:lnTo>
                    <a:pt x="223933" y="38195"/>
                  </a:lnTo>
                  <a:lnTo>
                    <a:pt x="235363" y="25241"/>
                  </a:lnTo>
                  <a:lnTo>
                    <a:pt x="261366" y="5905"/>
                  </a:lnTo>
                  <a:lnTo>
                    <a:pt x="265652" y="3334"/>
                  </a:lnTo>
                  <a:lnTo>
                    <a:pt x="312230" y="0"/>
                  </a:lnTo>
                  <a:lnTo>
                    <a:pt x="314039" y="3324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5" name="서울특별시 영등포구 문래동">
              <a:extLst>
                <a:ext uri="{FF2B5EF4-FFF2-40B4-BE49-F238E27FC236}">
                  <a16:creationId xmlns:a16="http://schemas.microsoft.com/office/drawing/2014/main" id="{F278F28C-4845-3AD6-59F1-74FCDCFD3460}"/>
                </a:ext>
              </a:extLst>
            </p:cNvPr>
            <p:cNvSpPr/>
            <p:nvPr/>
          </p:nvSpPr>
          <p:spPr>
            <a:xfrm>
              <a:off x="4383881" y="4212335"/>
              <a:ext cx="444722" cy="223551"/>
            </a:xfrm>
            <a:custGeom>
              <a:avLst/>
              <a:gdLst>
                <a:gd name="connsiteX0" fmla="*/ 231743 w 444722"/>
                <a:gd name="connsiteY0" fmla="*/ 19050 h 223551"/>
                <a:gd name="connsiteX1" fmla="*/ 347091 w 444722"/>
                <a:gd name="connsiteY1" fmla="*/ 38005 h 223551"/>
                <a:gd name="connsiteX2" fmla="*/ 366522 w 444722"/>
                <a:gd name="connsiteY2" fmla="*/ 41720 h 223551"/>
                <a:gd name="connsiteX3" fmla="*/ 377285 w 444722"/>
                <a:gd name="connsiteY3" fmla="*/ 44101 h 223551"/>
                <a:gd name="connsiteX4" fmla="*/ 380429 w 444722"/>
                <a:gd name="connsiteY4" fmla="*/ 44768 h 223551"/>
                <a:gd name="connsiteX5" fmla="*/ 382905 w 444722"/>
                <a:gd name="connsiteY5" fmla="*/ 45434 h 223551"/>
                <a:gd name="connsiteX6" fmla="*/ 391954 w 444722"/>
                <a:gd name="connsiteY6" fmla="*/ 49911 h 223551"/>
                <a:gd name="connsiteX7" fmla="*/ 393002 w 444722"/>
                <a:gd name="connsiteY7" fmla="*/ 52959 h 223551"/>
                <a:gd name="connsiteX8" fmla="*/ 395383 w 444722"/>
                <a:gd name="connsiteY8" fmla="*/ 60293 h 223551"/>
                <a:gd name="connsiteX9" fmla="*/ 397955 w 444722"/>
                <a:gd name="connsiteY9" fmla="*/ 68390 h 223551"/>
                <a:gd name="connsiteX10" fmla="*/ 406908 w 444722"/>
                <a:gd name="connsiteY10" fmla="*/ 92488 h 223551"/>
                <a:gd name="connsiteX11" fmla="*/ 408527 w 444722"/>
                <a:gd name="connsiteY11" fmla="*/ 96393 h 223551"/>
                <a:gd name="connsiteX12" fmla="*/ 410337 w 444722"/>
                <a:gd name="connsiteY12" fmla="*/ 100775 h 223551"/>
                <a:gd name="connsiteX13" fmla="*/ 411671 w 444722"/>
                <a:gd name="connsiteY13" fmla="*/ 102870 h 223551"/>
                <a:gd name="connsiteX14" fmla="*/ 414814 w 444722"/>
                <a:gd name="connsiteY14" fmla="*/ 108204 h 223551"/>
                <a:gd name="connsiteX15" fmla="*/ 417957 w 444722"/>
                <a:gd name="connsiteY15" fmla="*/ 112300 h 223551"/>
                <a:gd name="connsiteX16" fmla="*/ 418624 w 444722"/>
                <a:gd name="connsiteY16" fmla="*/ 113157 h 223551"/>
                <a:gd name="connsiteX17" fmla="*/ 424529 w 444722"/>
                <a:gd name="connsiteY17" fmla="*/ 118301 h 223551"/>
                <a:gd name="connsiteX18" fmla="*/ 426148 w 444722"/>
                <a:gd name="connsiteY18" fmla="*/ 119158 h 223551"/>
                <a:gd name="connsiteX19" fmla="*/ 429387 w 444722"/>
                <a:gd name="connsiteY19" fmla="*/ 120968 h 223551"/>
                <a:gd name="connsiteX20" fmla="*/ 430054 w 444722"/>
                <a:gd name="connsiteY20" fmla="*/ 121253 h 223551"/>
                <a:gd name="connsiteX21" fmla="*/ 434054 w 444722"/>
                <a:gd name="connsiteY21" fmla="*/ 122873 h 223551"/>
                <a:gd name="connsiteX22" fmla="*/ 440817 w 444722"/>
                <a:gd name="connsiteY22" fmla="*/ 124111 h 223551"/>
                <a:gd name="connsiteX23" fmla="*/ 442151 w 444722"/>
                <a:gd name="connsiteY23" fmla="*/ 124396 h 223551"/>
                <a:gd name="connsiteX24" fmla="*/ 444722 w 444722"/>
                <a:gd name="connsiteY24" fmla="*/ 129730 h 223551"/>
                <a:gd name="connsiteX25" fmla="*/ 438055 w 444722"/>
                <a:gd name="connsiteY25" fmla="*/ 132779 h 223551"/>
                <a:gd name="connsiteX26" fmla="*/ 416147 w 444722"/>
                <a:gd name="connsiteY26" fmla="*/ 142113 h 223551"/>
                <a:gd name="connsiteX27" fmla="*/ 390335 w 444722"/>
                <a:gd name="connsiteY27" fmla="*/ 153162 h 223551"/>
                <a:gd name="connsiteX28" fmla="*/ 371189 w 444722"/>
                <a:gd name="connsiteY28" fmla="*/ 161354 h 223551"/>
                <a:gd name="connsiteX29" fmla="*/ 367760 w 444722"/>
                <a:gd name="connsiteY29" fmla="*/ 162878 h 223551"/>
                <a:gd name="connsiteX30" fmla="*/ 332899 w 444722"/>
                <a:gd name="connsiteY30" fmla="*/ 177737 h 223551"/>
                <a:gd name="connsiteX31" fmla="*/ 332137 w 444722"/>
                <a:gd name="connsiteY31" fmla="*/ 178118 h 223551"/>
                <a:gd name="connsiteX32" fmla="*/ 333375 w 444722"/>
                <a:gd name="connsiteY32" fmla="*/ 179832 h 223551"/>
                <a:gd name="connsiteX33" fmla="*/ 338709 w 444722"/>
                <a:gd name="connsiteY33" fmla="*/ 187357 h 223551"/>
                <a:gd name="connsiteX34" fmla="*/ 244697 w 444722"/>
                <a:gd name="connsiteY34" fmla="*/ 223552 h 223551"/>
                <a:gd name="connsiteX35" fmla="*/ 222504 w 444722"/>
                <a:gd name="connsiteY35" fmla="*/ 216122 h 223551"/>
                <a:gd name="connsiteX36" fmla="*/ 212884 w 444722"/>
                <a:gd name="connsiteY36" fmla="*/ 201835 h 223551"/>
                <a:gd name="connsiteX37" fmla="*/ 212312 w 444722"/>
                <a:gd name="connsiteY37" fmla="*/ 201168 h 223551"/>
                <a:gd name="connsiteX38" fmla="*/ 207169 w 444722"/>
                <a:gd name="connsiteY38" fmla="*/ 194120 h 223551"/>
                <a:gd name="connsiteX39" fmla="*/ 205168 w 444722"/>
                <a:gd name="connsiteY39" fmla="*/ 191929 h 223551"/>
                <a:gd name="connsiteX40" fmla="*/ 203073 w 444722"/>
                <a:gd name="connsiteY40" fmla="*/ 189643 h 223551"/>
                <a:gd name="connsiteX41" fmla="*/ 198882 w 444722"/>
                <a:gd name="connsiteY41" fmla="*/ 185452 h 223551"/>
                <a:gd name="connsiteX42" fmla="*/ 196025 w 444722"/>
                <a:gd name="connsiteY42" fmla="*/ 183547 h 223551"/>
                <a:gd name="connsiteX43" fmla="*/ 184118 w 444722"/>
                <a:gd name="connsiteY43" fmla="*/ 175927 h 223551"/>
                <a:gd name="connsiteX44" fmla="*/ 164021 w 444722"/>
                <a:gd name="connsiteY44" fmla="*/ 165449 h 223551"/>
                <a:gd name="connsiteX45" fmla="*/ 40958 w 444722"/>
                <a:gd name="connsiteY45" fmla="*/ 108299 h 223551"/>
                <a:gd name="connsiteX46" fmla="*/ 0 w 444722"/>
                <a:gd name="connsiteY46" fmla="*/ 90964 h 223551"/>
                <a:gd name="connsiteX47" fmla="*/ 6001 w 444722"/>
                <a:gd name="connsiteY47" fmla="*/ 7429 h 223551"/>
                <a:gd name="connsiteX48" fmla="*/ 42196 w 444722"/>
                <a:gd name="connsiteY48" fmla="*/ 13049 h 223551"/>
                <a:gd name="connsiteX49" fmla="*/ 71247 w 444722"/>
                <a:gd name="connsiteY49" fmla="*/ 17526 h 223551"/>
                <a:gd name="connsiteX50" fmla="*/ 77343 w 444722"/>
                <a:gd name="connsiteY50" fmla="*/ 18479 h 223551"/>
                <a:gd name="connsiteX51" fmla="*/ 78105 w 444722"/>
                <a:gd name="connsiteY51" fmla="*/ 18574 h 223551"/>
                <a:gd name="connsiteX52" fmla="*/ 100393 w 444722"/>
                <a:gd name="connsiteY52" fmla="*/ 21812 h 223551"/>
                <a:gd name="connsiteX53" fmla="*/ 103727 w 444722"/>
                <a:gd name="connsiteY53" fmla="*/ 7715 h 223551"/>
                <a:gd name="connsiteX54" fmla="*/ 106680 w 444722"/>
                <a:gd name="connsiteY54" fmla="*/ 0 h 223551"/>
                <a:gd name="connsiteX55" fmla="*/ 190691 w 444722"/>
                <a:gd name="connsiteY55" fmla="*/ 13811 h 223551"/>
                <a:gd name="connsiteX56" fmla="*/ 209931 w 444722"/>
                <a:gd name="connsiteY56" fmla="*/ 17240 h 223551"/>
                <a:gd name="connsiteX57" fmla="*/ 231743 w 444722"/>
                <a:gd name="connsiteY57" fmla="*/ 19050 h 22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44722" h="223551">
                  <a:moveTo>
                    <a:pt x="231743" y="19050"/>
                  </a:moveTo>
                  <a:lnTo>
                    <a:pt x="347091" y="38005"/>
                  </a:lnTo>
                  <a:lnTo>
                    <a:pt x="366522" y="41720"/>
                  </a:lnTo>
                  <a:lnTo>
                    <a:pt x="377285" y="44101"/>
                  </a:lnTo>
                  <a:lnTo>
                    <a:pt x="380429" y="44768"/>
                  </a:lnTo>
                  <a:lnTo>
                    <a:pt x="382905" y="45434"/>
                  </a:lnTo>
                  <a:lnTo>
                    <a:pt x="391954" y="49911"/>
                  </a:lnTo>
                  <a:lnTo>
                    <a:pt x="393002" y="52959"/>
                  </a:lnTo>
                  <a:lnTo>
                    <a:pt x="395383" y="60293"/>
                  </a:lnTo>
                  <a:lnTo>
                    <a:pt x="397955" y="68390"/>
                  </a:lnTo>
                  <a:lnTo>
                    <a:pt x="406908" y="92488"/>
                  </a:lnTo>
                  <a:lnTo>
                    <a:pt x="408527" y="96393"/>
                  </a:lnTo>
                  <a:lnTo>
                    <a:pt x="410337" y="100775"/>
                  </a:lnTo>
                  <a:lnTo>
                    <a:pt x="411671" y="102870"/>
                  </a:lnTo>
                  <a:lnTo>
                    <a:pt x="414814" y="108204"/>
                  </a:lnTo>
                  <a:lnTo>
                    <a:pt x="417957" y="112300"/>
                  </a:lnTo>
                  <a:lnTo>
                    <a:pt x="418624" y="113157"/>
                  </a:lnTo>
                  <a:lnTo>
                    <a:pt x="424529" y="118301"/>
                  </a:lnTo>
                  <a:lnTo>
                    <a:pt x="426148" y="119158"/>
                  </a:lnTo>
                  <a:lnTo>
                    <a:pt x="429387" y="120968"/>
                  </a:lnTo>
                  <a:lnTo>
                    <a:pt x="430054" y="121253"/>
                  </a:lnTo>
                  <a:lnTo>
                    <a:pt x="434054" y="122873"/>
                  </a:lnTo>
                  <a:lnTo>
                    <a:pt x="440817" y="124111"/>
                  </a:lnTo>
                  <a:lnTo>
                    <a:pt x="442151" y="124396"/>
                  </a:lnTo>
                  <a:lnTo>
                    <a:pt x="444722" y="129730"/>
                  </a:lnTo>
                  <a:lnTo>
                    <a:pt x="438055" y="132779"/>
                  </a:lnTo>
                  <a:lnTo>
                    <a:pt x="416147" y="142113"/>
                  </a:lnTo>
                  <a:lnTo>
                    <a:pt x="390335" y="153162"/>
                  </a:lnTo>
                  <a:lnTo>
                    <a:pt x="371189" y="161354"/>
                  </a:lnTo>
                  <a:lnTo>
                    <a:pt x="367760" y="162878"/>
                  </a:lnTo>
                  <a:lnTo>
                    <a:pt x="332899" y="177737"/>
                  </a:lnTo>
                  <a:lnTo>
                    <a:pt x="332137" y="178118"/>
                  </a:lnTo>
                  <a:lnTo>
                    <a:pt x="333375" y="179832"/>
                  </a:lnTo>
                  <a:lnTo>
                    <a:pt x="338709" y="187357"/>
                  </a:lnTo>
                  <a:lnTo>
                    <a:pt x="244697" y="223552"/>
                  </a:lnTo>
                  <a:lnTo>
                    <a:pt x="222504" y="216122"/>
                  </a:lnTo>
                  <a:lnTo>
                    <a:pt x="212884" y="201835"/>
                  </a:lnTo>
                  <a:lnTo>
                    <a:pt x="212312" y="201168"/>
                  </a:lnTo>
                  <a:lnTo>
                    <a:pt x="207169" y="194120"/>
                  </a:lnTo>
                  <a:lnTo>
                    <a:pt x="205168" y="191929"/>
                  </a:lnTo>
                  <a:lnTo>
                    <a:pt x="203073" y="189643"/>
                  </a:lnTo>
                  <a:lnTo>
                    <a:pt x="198882" y="185452"/>
                  </a:lnTo>
                  <a:lnTo>
                    <a:pt x="196025" y="183547"/>
                  </a:lnTo>
                  <a:lnTo>
                    <a:pt x="184118" y="175927"/>
                  </a:lnTo>
                  <a:lnTo>
                    <a:pt x="164021" y="165449"/>
                  </a:lnTo>
                  <a:lnTo>
                    <a:pt x="40958" y="108299"/>
                  </a:lnTo>
                  <a:lnTo>
                    <a:pt x="0" y="90964"/>
                  </a:lnTo>
                  <a:lnTo>
                    <a:pt x="6001" y="7429"/>
                  </a:lnTo>
                  <a:lnTo>
                    <a:pt x="42196" y="13049"/>
                  </a:lnTo>
                  <a:lnTo>
                    <a:pt x="71247" y="17526"/>
                  </a:lnTo>
                  <a:lnTo>
                    <a:pt x="77343" y="18479"/>
                  </a:lnTo>
                  <a:lnTo>
                    <a:pt x="78105" y="18574"/>
                  </a:lnTo>
                  <a:lnTo>
                    <a:pt x="100393" y="21812"/>
                  </a:lnTo>
                  <a:lnTo>
                    <a:pt x="103727" y="7715"/>
                  </a:lnTo>
                  <a:lnTo>
                    <a:pt x="106680" y="0"/>
                  </a:lnTo>
                  <a:lnTo>
                    <a:pt x="190691" y="13811"/>
                  </a:lnTo>
                  <a:lnTo>
                    <a:pt x="209931" y="17240"/>
                  </a:lnTo>
                  <a:lnTo>
                    <a:pt x="231743" y="1905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6" name="서울특별시 영등포구 여의동">
              <a:extLst>
                <a:ext uri="{FF2B5EF4-FFF2-40B4-BE49-F238E27FC236}">
                  <a16:creationId xmlns:a16="http://schemas.microsoft.com/office/drawing/2014/main" id="{5CA8D4E8-FD77-6708-D34C-892F16B43A2D}"/>
                </a:ext>
              </a:extLst>
            </p:cNvPr>
            <p:cNvSpPr/>
            <p:nvPr/>
          </p:nvSpPr>
          <p:spPr>
            <a:xfrm>
              <a:off x="4895850" y="3852005"/>
              <a:ext cx="773906" cy="471582"/>
            </a:xfrm>
            <a:custGeom>
              <a:avLst/>
              <a:gdLst>
                <a:gd name="connsiteX0" fmla="*/ 123254 w 773906"/>
                <a:gd name="connsiteY0" fmla="*/ 27432 h 471582"/>
                <a:gd name="connsiteX1" fmla="*/ 321850 w 773906"/>
                <a:gd name="connsiteY1" fmla="*/ 69723 h 471582"/>
                <a:gd name="connsiteX2" fmla="*/ 325088 w 773906"/>
                <a:gd name="connsiteY2" fmla="*/ 70485 h 471582"/>
                <a:gd name="connsiteX3" fmla="*/ 366236 w 773906"/>
                <a:gd name="connsiteY3" fmla="*/ 79915 h 471582"/>
                <a:gd name="connsiteX4" fmla="*/ 379190 w 773906"/>
                <a:gd name="connsiteY4" fmla="*/ 82963 h 471582"/>
                <a:gd name="connsiteX5" fmla="*/ 383953 w 773906"/>
                <a:gd name="connsiteY5" fmla="*/ 84011 h 471582"/>
                <a:gd name="connsiteX6" fmla="*/ 390049 w 773906"/>
                <a:gd name="connsiteY6" fmla="*/ 85439 h 471582"/>
                <a:gd name="connsiteX7" fmla="*/ 397955 w 773906"/>
                <a:gd name="connsiteY7" fmla="*/ 86487 h 471582"/>
                <a:gd name="connsiteX8" fmla="*/ 426339 w 773906"/>
                <a:gd name="connsiteY8" fmla="*/ 90106 h 471582"/>
                <a:gd name="connsiteX9" fmla="*/ 476631 w 773906"/>
                <a:gd name="connsiteY9" fmla="*/ 96679 h 471582"/>
                <a:gd name="connsiteX10" fmla="*/ 532543 w 773906"/>
                <a:gd name="connsiteY10" fmla="*/ 133445 h 471582"/>
                <a:gd name="connsiteX11" fmla="*/ 650081 w 773906"/>
                <a:gd name="connsiteY11" fmla="*/ 222028 h 471582"/>
                <a:gd name="connsiteX12" fmla="*/ 700183 w 773906"/>
                <a:gd name="connsiteY12" fmla="*/ 259842 h 471582"/>
                <a:gd name="connsiteX13" fmla="*/ 706946 w 773906"/>
                <a:gd name="connsiteY13" fmla="*/ 264986 h 471582"/>
                <a:gd name="connsiteX14" fmla="*/ 719804 w 773906"/>
                <a:gd name="connsiteY14" fmla="*/ 286607 h 471582"/>
                <a:gd name="connsiteX15" fmla="*/ 725234 w 773906"/>
                <a:gd name="connsiteY15" fmla="*/ 295656 h 471582"/>
                <a:gd name="connsiteX16" fmla="*/ 729234 w 773906"/>
                <a:gd name="connsiteY16" fmla="*/ 327850 h 471582"/>
                <a:gd name="connsiteX17" fmla="*/ 759619 w 773906"/>
                <a:gd name="connsiteY17" fmla="*/ 371665 h 471582"/>
                <a:gd name="connsiteX18" fmla="*/ 773906 w 773906"/>
                <a:gd name="connsiteY18" fmla="*/ 392335 h 471582"/>
                <a:gd name="connsiteX19" fmla="*/ 687419 w 773906"/>
                <a:gd name="connsiteY19" fmla="*/ 417005 h 471582"/>
                <a:gd name="connsiteX20" fmla="*/ 639032 w 773906"/>
                <a:gd name="connsiteY20" fmla="*/ 433292 h 471582"/>
                <a:gd name="connsiteX21" fmla="*/ 578644 w 773906"/>
                <a:gd name="connsiteY21" fmla="*/ 447008 h 471582"/>
                <a:gd name="connsiteX22" fmla="*/ 557784 w 773906"/>
                <a:gd name="connsiteY22" fmla="*/ 451009 h 471582"/>
                <a:gd name="connsiteX23" fmla="*/ 459105 w 773906"/>
                <a:gd name="connsiteY23" fmla="*/ 469582 h 471582"/>
                <a:gd name="connsiteX24" fmla="*/ 443103 w 773906"/>
                <a:gd name="connsiteY24" fmla="*/ 471583 h 471582"/>
                <a:gd name="connsiteX25" fmla="*/ 331661 w 773906"/>
                <a:gd name="connsiteY25" fmla="*/ 463487 h 471582"/>
                <a:gd name="connsiteX26" fmla="*/ 317945 w 773906"/>
                <a:gd name="connsiteY26" fmla="*/ 461010 h 471582"/>
                <a:gd name="connsiteX27" fmla="*/ 315373 w 773906"/>
                <a:gd name="connsiteY27" fmla="*/ 460057 h 471582"/>
                <a:gd name="connsiteX28" fmla="*/ 226123 w 773906"/>
                <a:gd name="connsiteY28" fmla="*/ 427387 h 471582"/>
                <a:gd name="connsiteX29" fmla="*/ 220028 w 773906"/>
                <a:gd name="connsiteY29" fmla="*/ 425101 h 471582"/>
                <a:gd name="connsiteX30" fmla="*/ 218027 w 773906"/>
                <a:gd name="connsiteY30" fmla="*/ 424434 h 471582"/>
                <a:gd name="connsiteX31" fmla="*/ 207359 w 773906"/>
                <a:gd name="connsiteY31" fmla="*/ 419481 h 471582"/>
                <a:gd name="connsiteX32" fmla="*/ 192119 w 773906"/>
                <a:gd name="connsiteY32" fmla="*/ 412528 h 471582"/>
                <a:gd name="connsiteX33" fmla="*/ 189738 w 773906"/>
                <a:gd name="connsiteY33" fmla="*/ 411004 h 471582"/>
                <a:gd name="connsiteX34" fmla="*/ 179737 w 773906"/>
                <a:gd name="connsiteY34" fmla="*/ 404431 h 471582"/>
                <a:gd name="connsiteX35" fmla="*/ 177260 w 773906"/>
                <a:gd name="connsiteY35" fmla="*/ 402812 h 471582"/>
                <a:gd name="connsiteX36" fmla="*/ 171926 w 773906"/>
                <a:gd name="connsiteY36" fmla="*/ 400336 h 471582"/>
                <a:gd name="connsiteX37" fmla="*/ 161925 w 773906"/>
                <a:gd name="connsiteY37" fmla="*/ 394716 h 471582"/>
                <a:gd name="connsiteX38" fmla="*/ 150495 w 773906"/>
                <a:gd name="connsiteY38" fmla="*/ 386620 h 471582"/>
                <a:gd name="connsiteX39" fmla="*/ 146971 w 773906"/>
                <a:gd name="connsiteY39" fmla="*/ 381190 h 471582"/>
                <a:gd name="connsiteX40" fmla="*/ 136207 w 773906"/>
                <a:gd name="connsiteY40" fmla="*/ 364712 h 471582"/>
                <a:gd name="connsiteX41" fmla="*/ 108395 w 773906"/>
                <a:gd name="connsiteY41" fmla="*/ 324803 h 471582"/>
                <a:gd name="connsiteX42" fmla="*/ 102775 w 773906"/>
                <a:gd name="connsiteY42" fmla="*/ 317182 h 471582"/>
                <a:gd name="connsiteX43" fmla="*/ 99441 w 773906"/>
                <a:gd name="connsiteY43" fmla="*/ 312706 h 471582"/>
                <a:gd name="connsiteX44" fmla="*/ 90488 w 773906"/>
                <a:gd name="connsiteY44" fmla="*/ 299275 h 471582"/>
                <a:gd name="connsiteX45" fmla="*/ 77343 w 773906"/>
                <a:gd name="connsiteY45" fmla="*/ 279273 h 471582"/>
                <a:gd name="connsiteX46" fmla="*/ 70961 w 773906"/>
                <a:gd name="connsiteY46" fmla="*/ 259461 h 471582"/>
                <a:gd name="connsiteX47" fmla="*/ 36100 w 773906"/>
                <a:gd name="connsiteY47" fmla="*/ 150304 h 471582"/>
                <a:gd name="connsiteX48" fmla="*/ 30956 w 773906"/>
                <a:gd name="connsiteY48" fmla="*/ 134207 h 471582"/>
                <a:gd name="connsiteX49" fmla="*/ 11811 w 773906"/>
                <a:gd name="connsiteY49" fmla="*/ 74200 h 471582"/>
                <a:gd name="connsiteX50" fmla="*/ 5239 w 773906"/>
                <a:gd name="connsiteY50" fmla="*/ 45529 h 471582"/>
                <a:gd name="connsiteX51" fmla="*/ 2000 w 773906"/>
                <a:gd name="connsiteY51" fmla="*/ 31147 h 471582"/>
                <a:gd name="connsiteX52" fmla="*/ 857 w 773906"/>
                <a:gd name="connsiteY52" fmla="*/ 13049 h 471582"/>
                <a:gd name="connsiteX53" fmla="*/ 0 w 773906"/>
                <a:gd name="connsiteY53" fmla="*/ 0 h 471582"/>
                <a:gd name="connsiteX54" fmla="*/ 123254 w 773906"/>
                <a:gd name="connsiteY54" fmla="*/ 27432 h 47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773906" h="471582">
                  <a:moveTo>
                    <a:pt x="123254" y="27432"/>
                  </a:moveTo>
                  <a:lnTo>
                    <a:pt x="321850" y="69723"/>
                  </a:lnTo>
                  <a:lnTo>
                    <a:pt x="325088" y="70485"/>
                  </a:lnTo>
                  <a:lnTo>
                    <a:pt x="366236" y="79915"/>
                  </a:lnTo>
                  <a:lnTo>
                    <a:pt x="379190" y="82963"/>
                  </a:lnTo>
                  <a:lnTo>
                    <a:pt x="383953" y="84011"/>
                  </a:lnTo>
                  <a:lnTo>
                    <a:pt x="390049" y="85439"/>
                  </a:lnTo>
                  <a:lnTo>
                    <a:pt x="397955" y="86487"/>
                  </a:lnTo>
                  <a:lnTo>
                    <a:pt x="426339" y="90106"/>
                  </a:lnTo>
                  <a:lnTo>
                    <a:pt x="476631" y="96679"/>
                  </a:lnTo>
                  <a:lnTo>
                    <a:pt x="532543" y="133445"/>
                  </a:lnTo>
                  <a:lnTo>
                    <a:pt x="650081" y="222028"/>
                  </a:lnTo>
                  <a:lnTo>
                    <a:pt x="700183" y="259842"/>
                  </a:lnTo>
                  <a:lnTo>
                    <a:pt x="706946" y="264986"/>
                  </a:lnTo>
                  <a:lnTo>
                    <a:pt x="719804" y="286607"/>
                  </a:lnTo>
                  <a:lnTo>
                    <a:pt x="725234" y="295656"/>
                  </a:lnTo>
                  <a:lnTo>
                    <a:pt x="729234" y="327850"/>
                  </a:lnTo>
                  <a:lnTo>
                    <a:pt x="759619" y="371665"/>
                  </a:lnTo>
                  <a:lnTo>
                    <a:pt x="773906" y="392335"/>
                  </a:lnTo>
                  <a:lnTo>
                    <a:pt x="687419" y="417005"/>
                  </a:lnTo>
                  <a:lnTo>
                    <a:pt x="639032" y="433292"/>
                  </a:lnTo>
                  <a:lnTo>
                    <a:pt x="578644" y="447008"/>
                  </a:lnTo>
                  <a:lnTo>
                    <a:pt x="557784" y="451009"/>
                  </a:lnTo>
                  <a:lnTo>
                    <a:pt x="459105" y="469582"/>
                  </a:lnTo>
                  <a:lnTo>
                    <a:pt x="443103" y="471583"/>
                  </a:lnTo>
                  <a:lnTo>
                    <a:pt x="331661" y="463487"/>
                  </a:lnTo>
                  <a:lnTo>
                    <a:pt x="317945" y="461010"/>
                  </a:lnTo>
                  <a:lnTo>
                    <a:pt x="315373" y="460057"/>
                  </a:lnTo>
                  <a:lnTo>
                    <a:pt x="226123" y="427387"/>
                  </a:lnTo>
                  <a:lnTo>
                    <a:pt x="220028" y="425101"/>
                  </a:lnTo>
                  <a:lnTo>
                    <a:pt x="218027" y="424434"/>
                  </a:lnTo>
                  <a:lnTo>
                    <a:pt x="207359" y="419481"/>
                  </a:lnTo>
                  <a:lnTo>
                    <a:pt x="192119" y="412528"/>
                  </a:lnTo>
                  <a:lnTo>
                    <a:pt x="189738" y="411004"/>
                  </a:lnTo>
                  <a:lnTo>
                    <a:pt x="179737" y="404431"/>
                  </a:lnTo>
                  <a:lnTo>
                    <a:pt x="177260" y="402812"/>
                  </a:lnTo>
                  <a:lnTo>
                    <a:pt x="171926" y="400336"/>
                  </a:lnTo>
                  <a:lnTo>
                    <a:pt x="161925" y="394716"/>
                  </a:lnTo>
                  <a:lnTo>
                    <a:pt x="150495" y="386620"/>
                  </a:lnTo>
                  <a:lnTo>
                    <a:pt x="146971" y="381190"/>
                  </a:lnTo>
                  <a:lnTo>
                    <a:pt x="136207" y="364712"/>
                  </a:lnTo>
                  <a:lnTo>
                    <a:pt x="108395" y="324803"/>
                  </a:lnTo>
                  <a:lnTo>
                    <a:pt x="102775" y="317182"/>
                  </a:lnTo>
                  <a:lnTo>
                    <a:pt x="99441" y="312706"/>
                  </a:lnTo>
                  <a:lnTo>
                    <a:pt x="90488" y="299275"/>
                  </a:lnTo>
                  <a:lnTo>
                    <a:pt x="77343" y="279273"/>
                  </a:lnTo>
                  <a:lnTo>
                    <a:pt x="70961" y="259461"/>
                  </a:lnTo>
                  <a:lnTo>
                    <a:pt x="36100" y="150304"/>
                  </a:lnTo>
                  <a:lnTo>
                    <a:pt x="30956" y="134207"/>
                  </a:lnTo>
                  <a:lnTo>
                    <a:pt x="11811" y="74200"/>
                  </a:lnTo>
                  <a:lnTo>
                    <a:pt x="5239" y="45529"/>
                  </a:lnTo>
                  <a:lnTo>
                    <a:pt x="2000" y="31147"/>
                  </a:lnTo>
                  <a:lnTo>
                    <a:pt x="857" y="13049"/>
                  </a:lnTo>
                  <a:lnTo>
                    <a:pt x="0" y="0"/>
                  </a:lnTo>
                  <a:lnTo>
                    <a:pt x="123254" y="2743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grpSp>
        <p:nvGrpSpPr>
          <p:cNvPr id="511" name="서울특별시 동작구">
            <a:extLst>
              <a:ext uri="{FF2B5EF4-FFF2-40B4-BE49-F238E27FC236}">
                <a16:creationId xmlns:a16="http://schemas.microsoft.com/office/drawing/2014/main" id="{3B9F3788-0D31-8C3C-6A9F-46037324C4ED}"/>
              </a:ext>
            </a:extLst>
          </p:cNvPr>
          <p:cNvGrpSpPr/>
          <p:nvPr/>
        </p:nvGrpSpPr>
        <p:grpSpPr>
          <a:xfrm>
            <a:off x="4671485" y="3607116"/>
            <a:ext cx="884350" cy="587270"/>
            <a:chOff x="4814506" y="4244340"/>
            <a:chExt cx="1534001" cy="809624"/>
          </a:xfrm>
          <a:solidFill>
            <a:srgbClr val="17A2B8"/>
          </a:solidFill>
        </p:grpSpPr>
        <p:sp>
          <p:nvSpPr>
            <p:cNvPr id="624" name="서울특별시 동작구 대방동">
              <a:extLst>
                <a:ext uri="{FF2B5EF4-FFF2-40B4-BE49-F238E27FC236}">
                  <a16:creationId xmlns:a16="http://schemas.microsoft.com/office/drawing/2014/main" id="{4346D3CD-57E8-D92A-2478-86DDB07C0B78}"/>
                </a:ext>
              </a:extLst>
            </p:cNvPr>
            <p:cNvSpPr/>
            <p:nvPr/>
          </p:nvSpPr>
          <p:spPr>
            <a:xfrm>
              <a:off x="5122735" y="4315491"/>
              <a:ext cx="272415" cy="330612"/>
            </a:xfrm>
            <a:custGeom>
              <a:avLst/>
              <a:gdLst>
                <a:gd name="connsiteX0" fmla="*/ 232220 w 272415"/>
                <a:gd name="connsiteY0" fmla="*/ 6096 h 330612"/>
                <a:gd name="connsiteX1" fmla="*/ 232220 w 272415"/>
                <a:gd name="connsiteY1" fmla="*/ 23813 h 330612"/>
                <a:gd name="connsiteX2" fmla="*/ 232220 w 272415"/>
                <a:gd name="connsiteY2" fmla="*/ 24384 h 330612"/>
                <a:gd name="connsiteX3" fmla="*/ 232220 w 272415"/>
                <a:gd name="connsiteY3" fmla="*/ 28480 h 330612"/>
                <a:gd name="connsiteX4" fmla="*/ 256508 w 272415"/>
                <a:gd name="connsiteY4" fmla="*/ 54673 h 330612"/>
                <a:gd name="connsiteX5" fmla="*/ 265081 w 272415"/>
                <a:gd name="connsiteY5" fmla="*/ 100393 h 330612"/>
                <a:gd name="connsiteX6" fmla="*/ 265081 w 272415"/>
                <a:gd name="connsiteY6" fmla="*/ 128492 h 330612"/>
                <a:gd name="connsiteX7" fmla="*/ 272415 w 272415"/>
                <a:gd name="connsiteY7" fmla="*/ 164211 h 330612"/>
                <a:gd name="connsiteX8" fmla="*/ 265938 w 272415"/>
                <a:gd name="connsiteY8" fmla="*/ 169259 h 330612"/>
                <a:gd name="connsiteX9" fmla="*/ 264414 w 272415"/>
                <a:gd name="connsiteY9" fmla="*/ 172879 h 330612"/>
                <a:gd name="connsiteX10" fmla="*/ 263271 w 272415"/>
                <a:gd name="connsiteY10" fmla="*/ 175831 h 330612"/>
                <a:gd name="connsiteX11" fmla="*/ 262699 w 272415"/>
                <a:gd name="connsiteY11" fmla="*/ 177737 h 330612"/>
                <a:gd name="connsiteX12" fmla="*/ 261080 w 272415"/>
                <a:gd name="connsiteY12" fmla="*/ 178879 h 330612"/>
                <a:gd name="connsiteX13" fmla="*/ 260413 w 272415"/>
                <a:gd name="connsiteY13" fmla="*/ 179356 h 330612"/>
                <a:gd name="connsiteX14" fmla="*/ 260223 w 272415"/>
                <a:gd name="connsiteY14" fmla="*/ 182023 h 330612"/>
                <a:gd name="connsiteX15" fmla="*/ 260128 w 272415"/>
                <a:gd name="connsiteY15" fmla="*/ 182785 h 330612"/>
                <a:gd name="connsiteX16" fmla="*/ 259461 w 272415"/>
                <a:gd name="connsiteY16" fmla="*/ 183737 h 330612"/>
                <a:gd name="connsiteX17" fmla="*/ 259080 w 272415"/>
                <a:gd name="connsiteY17" fmla="*/ 184118 h 330612"/>
                <a:gd name="connsiteX18" fmla="*/ 258508 w 272415"/>
                <a:gd name="connsiteY18" fmla="*/ 187928 h 330612"/>
                <a:gd name="connsiteX19" fmla="*/ 258128 w 272415"/>
                <a:gd name="connsiteY19" fmla="*/ 190214 h 330612"/>
                <a:gd name="connsiteX20" fmla="*/ 249841 w 272415"/>
                <a:gd name="connsiteY20" fmla="*/ 196787 h 330612"/>
                <a:gd name="connsiteX21" fmla="*/ 248603 w 272415"/>
                <a:gd name="connsiteY21" fmla="*/ 197453 h 330612"/>
                <a:gd name="connsiteX22" fmla="*/ 244697 w 272415"/>
                <a:gd name="connsiteY22" fmla="*/ 197739 h 330612"/>
                <a:gd name="connsiteX23" fmla="*/ 240030 w 272415"/>
                <a:gd name="connsiteY23" fmla="*/ 196882 h 330612"/>
                <a:gd name="connsiteX24" fmla="*/ 237839 w 272415"/>
                <a:gd name="connsiteY24" fmla="*/ 194596 h 330612"/>
                <a:gd name="connsiteX25" fmla="*/ 235553 w 272415"/>
                <a:gd name="connsiteY25" fmla="*/ 191833 h 330612"/>
                <a:gd name="connsiteX26" fmla="*/ 234791 w 272415"/>
                <a:gd name="connsiteY26" fmla="*/ 190786 h 330612"/>
                <a:gd name="connsiteX27" fmla="*/ 233648 w 272415"/>
                <a:gd name="connsiteY27" fmla="*/ 189547 h 330612"/>
                <a:gd name="connsiteX28" fmla="*/ 226314 w 272415"/>
                <a:gd name="connsiteY28" fmla="*/ 189929 h 330612"/>
                <a:gd name="connsiteX29" fmla="*/ 226123 w 272415"/>
                <a:gd name="connsiteY29" fmla="*/ 191071 h 330612"/>
                <a:gd name="connsiteX30" fmla="*/ 223647 w 272415"/>
                <a:gd name="connsiteY30" fmla="*/ 208597 h 330612"/>
                <a:gd name="connsiteX31" fmla="*/ 223838 w 272415"/>
                <a:gd name="connsiteY31" fmla="*/ 211550 h 330612"/>
                <a:gd name="connsiteX32" fmla="*/ 224028 w 272415"/>
                <a:gd name="connsiteY32" fmla="*/ 212122 h 330612"/>
                <a:gd name="connsiteX33" fmla="*/ 225266 w 272415"/>
                <a:gd name="connsiteY33" fmla="*/ 217170 h 330612"/>
                <a:gd name="connsiteX34" fmla="*/ 225457 w 272415"/>
                <a:gd name="connsiteY34" fmla="*/ 217741 h 330612"/>
                <a:gd name="connsiteX35" fmla="*/ 216503 w 272415"/>
                <a:gd name="connsiteY35" fmla="*/ 222409 h 330612"/>
                <a:gd name="connsiteX36" fmla="*/ 214408 w 272415"/>
                <a:gd name="connsiteY36" fmla="*/ 223361 h 330612"/>
                <a:gd name="connsiteX37" fmla="*/ 197072 w 272415"/>
                <a:gd name="connsiteY37" fmla="*/ 226028 h 330612"/>
                <a:gd name="connsiteX38" fmla="*/ 182689 w 272415"/>
                <a:gd name="connsiteY38" fmla="*/ 226981 h 330612"/>
                <a:gd name="connsiteX39" fmla="*/ 167259 w 272415"/>
                <a:gd name="connsiteY39" fmla="*/ 227838 h 330612"/>
                <a:gd name="connsiteX40" fmla="*/ 161354 w 272415"/>
                <a:gd name="connsiteY40" fmla="*/ 228219 h 330612"/>
                <a:gd name="connsiteX41" fmla="*/ 153067 w 272415"/>
                <a:gd name="connsiteY41" fmla="*/ 229171 h 330612"/>
                <a:gd name="connsiteX42" fmla="*/ 152305 w 272415"/>
                <a:gd name="connsiteY42" fmla="*/ 229267 h 330612"/>
                <a:gd name="connsiteX43" fmla="*/ 150209 w 272415"/>
                <a:gd name="connsiteY43" fmla="*/ 230029 h 330612"/>
                <a:gd name="connsiteX44" fmla="*/ 148876 w 272415"/>
                <a:gd name="connsiteY44" fmla="*/ 230696 h 330612"/>
                <a:gd name="connsiteX45" fmla="*/ 147542 w 272415"/>
                <a:gd name="connsiteY45" fmla="*/ 231743 h 330612"/>
                <a:gd name="connsiteX46" fmla="*/ 147066 w 272415"/>
                <a:gd name="connsiteY46" fmla="*/ 232696 h 330612"/>
                <a:gd name="connsiteX47" fmla="*/ 146780 w 272415"/>
                <a:gd name="connsiteY47" fmla="*/ 233839 h 330612"/>
                <a:gd name="connsiteX48" fmla="*/ 146590 w 272415"/>
                <a:gd name="connsiteY48" fmla="*/ 234887 h 330612"/>
                <a:gd name="connsiteX49" fmla="*/ 146780 w 272415"/>
                <a:gd name="connsiteY49" fmla="*/ 238315 h 330612"/>
                <a:gd name="connsiteX50" fmla="*/ 154781 w 272415"/>
                <a:gd name="connsiteY50" fmla="*/ 270986 h 330612"/>
                <a:gd name="connsiteX51" fmla="*/ 157067 w 272415"/>
                <a:gd name="connsiteY51" fmla="*/ 277463 h 330612"/>
                <a:gd name="connsiteX52" fmla="*/ 165449 w 272415"/>
                <a:gd name="connsiteY52" fmla="*/ 278321 h 330612"/>
                <a:gd name="connsiteX53" fmla="*/ 174784 w 272415"/>
                <a:gd name="connsiteY53" fmla="*/ 281083 h 330612"/>
                <a:gd name="connsiteX54" fmla="*/ 175736 w 272415"/>
                <a:gd name="connsiteY54" fmla="*/ 281845 h 330612"/>
                <a:gd name="connsiteX55" fmla="*/ 179165 w 272415"/>
                <a:gd name="connsiteY55" fmla="*/ 284702 h 330612"/>
                <a:gd name="connsiteX56" fmla="*/ 182689 w 272415"/>
                <a:gd name="connsiteY56" fmla="*/ 292513 h 330612"/>
                <a:gd name="connsiteX57" fmla="*/ 183737 w 272415"/>
                <a:gd name="connsiteY57" fmla="*/ 295561 h 330612"/>
                <a:gd name="connsiteX58" fmla="*/ 184023 w 272415"/>
                <a:gd name="connsiteY58" fmla="*/ 296704 h 330612"/>
                <a:gd name="connsiteX59" fmla="*/ 182499 w 272415"/>
                <a:gd name="connsiteY59" fmla="*/ 299942 h 330612"/>
                <a:gd name="connsiteX60" fmla="*/ 179451 w 272415"/>
                <a:gd name="connsiteY60" fmla="*/ 301466 h 330612"/>
                <a:gd name="connsiteX61" fmla="*/ 159925 w 272415"/>
                <a:gd name="connsiteY61" fmla="*/ 310324 h 330612"/>
                <a:gd name="connsiteX62" fmla="*/ 151447 w 272415"/>
                <a:gd name="connsiteY62" fmla="*/ 312420 h 330612"/>
                <a:gd name="connsiteX63" fmla="*/ 145066 w 272415"/>
                <a:gd name="connsiteY63" fmla="*/ 310515 h 330612"/>
                <a:gd name="connsiteX64" fmla="*/ 144018 w 272415"/>
                <a:gd name="connsiteY64" fmla="*/ 310229 h 330612"/>
                <a:gd name="connsiteX65" fmla="*/ 129254 w 272415"/>
                <a:gd name="connsiteY65" fmla="*/ 306800 h 330612"/>
                <a:gd name="connsiteX66" fmla="*/ 125158 w 272415"/>
                <a:gd name="connsiteY66" fmla="*/ 305848 h 330612"/>
                <a:gd name="connsiteX67" fmla="*/ 115824 w 272415"/>
                <a:gd name="connsiteY67" fmla="*/ 305848 h 330612"/>
                <a:gd name="connsiteX68" fmla="*/ 114776 w 272415"/>
                <a:gd name="connsiteY68" fmla="*/ 305848 h 330612"/>
                <a:gd name="connsiteX69" fmla="*/ 105728 w 272415"/>
                <a:gd name="connsiteY69" fmla="*/ 308229 h 330612"/>
                <a:gd name="connsiteX70" fmla="*/ 104394 w 272415"/>
                <a:gd name="connsiteY70" fmla="*/ 308515 h 330612"/>
                <a:gd name="connsiteX71" fmla="*/ 103346 w 272415"/>
                <a:gd name="connsiteY71" fmla="*/ 308800 h 330612"/>
                <a:gd name="connsiteX72" fmla="*/ 95250 w 272415"/>
                <a:gd name="connsiteY72" fmla="*/ 311467 h 330612"/>
                <a:gd name="connsiteX73" fmla="*/ 68961 w 272415"/>
                <a:gd name="connsiteY73" fmla="*/ 320040 h 330612"/>
                <a:gd name="connsiteX74" fmla="*/ 68294 w 272415"/>
                <a:gd name="connsiteY74" fmla="*/ 320230 h 330612"/>
                <a:gd name="connsiteX75" fmla="*/ 52578 w 272415"/>
                <a:gd name="connsiteY75" fmla="*/ 325755 h 330612"/>
                <a:gd name="connsiteX76" fmla="*/ 50197 w 272415"/>
                <a:gd name="connsiteY76" fmla="*/ 326612 h 330612"/>
                <a:gd name="connsiteX77" fmla="*/ 48482 w 272415"/>
                <a:gd name="connsiteY77" fmla="*/ 327279 h 330612"/>
                <a:gd name="connsiteX78" fmla="*/ 40767 w 272415"/>
                <a:gd name="connsiteY78" fmla="*/ 329279 h 330612"/>
                <a:gd name="connsiteX79" fmla="*/ 35719 w 272415"/>
                <a:gd name="connsiteY79" fmla="*/ 330517 h 330612"/>
                <a:gd name="connsiteX80" fmla="*/ 32195 w 272415"/>
                <a:gd name="connsiteY80" fmla="*/ 330613 h 330612"/>
                <a:gd name="connsiteX81" fmla="*/ 16669 w 272415"/>
                <a:gd name="connsiteY81" fmla="*/ 325755 h 330612"/>
                <a:gd name="connsiteX82" fmla="*/ 12001 w 272415"/>
                <a:gd name="connsiteY82" fmla="*/ 323755 h 330612"/>
                <a:gd name="connsiteX83" fmla="*/ 0 w 272415"/>
                <a:gd name="connsiteY83" fmla="*/ 318897 h 330612"/>
                <a:gd name="connsiteX84" fmla="*/ 10858 w 272415"/>
                <a:gd name="connsiteY84" fmla="*/ 266509 h 330612"/>
                <a:gd name="connsiteX85" fmla="*/ 12478 w 272415"/>
                <a:gd name="connsiteY85" fmla="*/ 263080 h 330612"/>
                <a:gd name="connsiteX86" fmla="*/ 15526 w 272415"/>
                <a:gd name="connsiteY86" fmla="*/ 256604 h 330612"/>
                <a:gd name="connsiteX87" fmla="*/ 16097 w 272415"/>
                <a:gd name="connsiteY87" fmla="*/ 255461 h 330612"/>
                <a:gd name="connsiteX88" fmla="*/ 16764 w 272415"/>
                <a:gd name="connsiteY88" fmla="*/ 254127 h 330612"/>
                <a:gd name="connsiteX89" fmla="*/ 20288 w 272415"/>
                <a:gd name="connsiteY89" fmla="*/ 245364 h 330612"/>
                <a:gd name="connsiteX90" fmla="*/ 23622 w 272415"/>
                <a:gd name="connsiteY90" fmla="*/ 237363 h 330612"/>
                <a:gd name="connsiteX91" fmla="*/ 31718 w 272415"/>
                <a:gd name="connsiteY91" fmla="*/ 217551 h 330612"/>
                <a:gd name="connsiteX92" fmla="*/ 33909 w 272415"/>
                <a:gd name="connsiteY92" fmla="*/ 212407 h 330612"/>
                <a:gd name="connsiteX93" fmla="*/ 65151 w 272415"/>
                <a:gd name="connsiteY93" fmla="*/ 134207 h 330612"/>
                <a:gd name="connsiteX94" fmla="*/ 91726 w 272415"/>
                <a:gd name="connsiteY94" fmla="*/ 67151 h 330612"/>
                <a:gd name="connsiteX95" fmla="*/ 93631 w 272415"/>
                <a:gd name="connsiteY95" fmla="*/ 62484 h 330612"/>
                <a:gd name="connsiteX96" fmla="*/ 100203 w 272415"/>
                <a:gd name="connsiteY96" fmla="*/ 62579 h 330612"/>
                <a:gd name="connsiteX97" fmla="*/ 101822 w 272415"/>
                <a:gd name="connsiteY97" fmla="*/ 62389 h 330612"/>
                <a:gd name="connsiteX98" fmla="*/ 102679 w 272415"/>
                <a:gd name="connsiteY98" fmla="*/ 62293 h 330612"/>
                <a:gd name="connsiteX99" fmla="*/ 112109 w 272415"/>
                <a:gd name="connsiteY99" fmla="*/ 60865 h 330612"/>
                <a:gd name="connsiteX100" fmla="*/ 112681 w 272415"/>
                <a:gd name="connsiteY100" fmla="*/ 60674 h 330612"/>
                <a:gd name="connsiteX101" fmla="*/ 119920 w 272415"/>
                <a:gd name="connsiteY101" fmla="*/ 58198 h 330612"/>
                <a:gd name="connsiteX102" fmla="*/ 124587 w 272415"/>
                <a:gd name="connsiteY102" fmla="*/ 56197 h 330612"/>
                <a:gd name="connsiteX103" fmla="*/ 123825 w 272415"/>
                <a:gd name="connsiteY103" fmla="*/ 39338 h 330612"/>
                <a:gd name="connsiteX104" fmla="*/ 122301 w 272415"/>
                <a:gd name="connsiteY104" fmla="*/ 38576 h 330612"/>
                <a:gd name="connsiteX105" fmla="*/ 89440 w 272415"/>
                <a:gd name="connsiteY105" fmla="*/ 21717 h 330612"/>
                <a:gd name="connsiteX106" fmla="*/ 104775 w 272415"/>
                <a:gd name="connsiteY106" fmla="*/ 0 h 330612"/>
                <a:gd name="connsiteX107" fmla="*/ 216217 w 272415"/>
                <a:gd name="connsiteY107" fmla="*/ 8096 h 330612"/>
                <a:gd name="connsiteX108" fmla="*/ 232220 w 272415"/>
                <a:gd name="connsiteY108" fmla="*/ 6096 h 33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72415" h="330612">
                  <a:moveTo>
                    <a:pt x="232220" y="6096"/>
                  </a:moveTo>
                  <a:lnTo>
                    <a:pt x="232220" y="23813"/>
                  </a:lnTo>
                  <a:lnTo>
                    <a:pt x="232220" y="24384"/>
                  </a:lnTo>
                  <a:lnTo>
                    <a:pt x="232220" y="28480"/>
                  </a:lnTo>
                  <a:lnTo>
                    <a:pt x="256508" y="54673"/>
                  </a:lnTo>
                  <a:lnTo>
                    <a:pt x="265081" y="100393"/>
                  </a:lnTo>
                  <a:lnTo>
                    <a:pt x="265081" y="128492"/>
                  </a:lnTo>
                  <a:lnTo>
                    <a:pt x="272415" y="164211"/>
                  </a:lnTo>
                  <a:lnTo>
                    <a:pt x="265938" y="169259"/>
                  </a:lnTo>
                  <a:lnTo>
                    <a:pt x="264414" y="172879"/>
                  </a:lnTo>
                  <a:lnTo>
                    <a:pt x="263271" y="175831"/>
                  </a:lnTo>
                  <a:lnTo>
                    <a:pt x="262699" y="177737"/>
                  </a:lnTo>
                  <a:lnTo>
                    <a:pt x="261080" y="178879"/>
                  </a:lnTo>
                  <a:lnTo>
                    <a:pt x="260413" y="179356"/>
                  </a:lnTo>
                  <a:lnTo>
                    <a:pt x="260223" y="182023"/>
                  </a:lnTo>
                  <a:lnTo>
                    <a:pt x="260128" y="182785"/>
                  </a:lnTo>
                  <a:lnTo>
                    <a:pt x="259461" y="183737"/>
                  </a:lnTo>
                  <a:lnTo>
                    <a:pt x="259080" y="184118"/>
                  </a:lnTo>
                  <a:lnTo>
                    <a:pt x="258508" y="187928"/>
                  </a:lnTo>
                  <a:lnTo>
                    <a:pt x="258128" y="190214"/>
                  </a:lnTo>
                  <a:lnTo>
                    <a:pt x="249841" y="196787"/>
                  </a:lnTo>
                  <a:lnTo>
                    <a:pt x="248603" y="197453"/>
                  </a:lnTo>
                  <a:lnTo>
                    <a:pt x="244697" y="197739"/>
                  </a:lnTo>
                  <a:lnTo>
                    <a:pt x="240030" y="196882"/>
                  </a:lnTo>
                  <a:lnTo>
                    <a:pt x="237839" y="194596"/>
                  </a:lnTo>
                  <a:lnTo>
                    <a:pt x="235553" y="191833"/>
                  </a:lnTo>
                  <a:lnTo>
                    <a:pt x="234791" y="190786"/>
                  </a:lnTo>
                  <a:lnTo>
                    <a:pt x="233648" y="189547"/>
                  </a:lnTo>
                  <a:lnTo>
                    <a:pt x="226314" y="189929"/>
                  </a:lnTo>
                  <a:lnTo>
                    <a:pt x="226123" y="191071"/>
                  </a:lnTo>
                  <a:lnTo>
                    <a:pt x="223647" y="208597"/>
                  </a:lnTo>
                  <a:lnTo>
                    <a:pt x="223838" y="211550"/>
                  </a:lnTo>
                  <a:lnTo>
                    <a:pt x="224028" y="212122"/>
                  </a:lnTo>
                  <a:lnTo>
                    <a:pt x="225266" y="217170"/>
                  </a:lnTo>
                  <a:lnTo>
                    <a:pt x="225457" y="217741"/>
                  </a:lnTo>
                  <a:lnTo>
                    <a:pt x="216503" y="222409"/>
                  </a:lnTo>
                  <a:lnTo>
                    <a:pt x="214408" y="223361"/>
                  </a:lnTo>
                  <a:lnTo>
                    <a:pt x="197072" y="226028"/>
                  </a:lnTo>
                  <a:lnTo>
                    <a:pt x="182689" y="226981"/>
                  </a:lnTo>
                  <a:lnTo>
                    <a:pt x="167259" y="227838"/>
                  </a:lnTo>
                  <a:lnTo>
                    <a:pt x="161354" y="228219"/>
                  </a:lnTo>
                  <a:lnTo>
                    <a:pt x="153067" y="229171"/>
                  </a:lnTo>
                  <a:lnTo>
                    <a:pt x="152305" y="229267"/>
                  </a:lnTo>
                  <a:lnTo>
                    <a:pt x="150209" y="230029"/>
                  </a:lnTo>
                  <a:lnTo>
                    <a:pt x="148876" y="230696"/>
                  </a:lnTo>
                  <a:lnTo>
                    <a:pt x="147542" y="231743"/>
                  </a:lnTo>
                  <a:lnTo>
                    <a:pt x="147066" y="232696"/>
                  </a:lnTo>
                  <a:lnTo>
                    <a:pt x="146780" y="233839"/>
                  </a:lnTo>
                  <a:lnTo>
                    <a:pt x="146590" y="234887"/>
                  </a:lnTo>
                  <a:lnTo>
                    <a:pt x="146780" y="238315"/>
                  </a:lnTo>
                  <a:lnTo>
                    <a:pt x="154781" y="270986"/>
                  </a:lnTo>
                  <a:lnTo>
                    <a:pt x="157067" y="277463"/>
                  </a:lnTo>
                  <a:lnTo>
                    <a:pt x="165449" y="278321"/>
                  </a:lnTo>
                  <a:lnTo>
                    <a:pt x="174784" y="281083"/>
                  </a:lnTo>
                  <a:lnTo>
                    <a:pt x="175736" y="281845"/>
                  </a:lnTo>
                  <a:lnTo>
                    <a:pt x="179165" y="284702"/>
                  </a:lnTo>
                  <a:lnTo>
                    <a:pt x="182689" y="292513"/>
                  </a:lnTo>
                  <a:lnTo>
                    <a:pt x="183737" y="295561"/>
                  </a:lnTo>
                  <a:lnTo>
                    <a:pt x="184023" y="296704"/>
                  </a:lnTo>
                  <a:lnTo>
                    <a:pt x="182499" y="299942"/>
                  </a:lnTo>
                  <a:lnTo>
                    <a:pt x="179451" y="301466"/>
                  </a:lnTo>
                  <a:lnTo>
                    <a:pt x="159925" y="310324"/>
                  </a:lnTo>
                  <a:lnTo>
                    <a:pt x="151447" y="312420"/>
                  </a:lnTo>
                  <a:lnTo>
                    <a:pt x="145066" y="310515"/>
                  </a:lnTo>
                  <a:lnTo>
                    <a:pt x="144018" y="310229"/>
                  </a:lnTo>
                  <a:lnTo>
                    <a:pt x="129254" y="306800"/>
                  </a:lnTo>
                  <a:lnTo>
                    <a:pt x="125158" y="305848"/>
                  </a:lnTo>
                  <a:lnTo>
                    <a:pt x="115824" y="305848"/>
                  </a:lnTo>
                  <a:lnTo>
                    <a:pt x="114776" y="305848"/>
                  </a:lnTo>
                  <a:lnTo>
                    <a:pt x="105728" y="308229"/>
                  </a:lnTo>
                  <a:lnTo>
                    <a:pt x="104394" y="308515"/>
                  </a:lnTo>
                  <a:lnTo>
                    <a:pt x="103346" y="308800"/>
                  </a:lnTo>
                  <a:lnTo>
                    <a:pt x="95250" y="311467"/>
                  </a:lnTo>
                  <a:lnTo>
                    <a:pt x="68961" y="320040"/>
                  </a:lnTo>
                  <a:lnTo>
                    <a:pt x="68294" y="320230"/>
                  </a:lnTo>
                  <a:lnTo>
                    <a:pt x="52578" y="325755"/>
                  </a:lnTo>
                  <a:lnTo>
                    <a:pt x="50197" y="326612"/>
                  </a:lnTo>
                  <a:lnTo>
                    <a:pt x="48482" y="327279"/>
                  </a:lnTo>
                  <a:lnTo>
                    <a:pt x="40767" y="329279"/>
                  </a:lnTo>
                  <a:lnTo>
                    <a:pt x="35719" y="330517"/>
                  </a:lnTo>
                  <a:lnTo>
                    <a:pt x="32195" y="330613"/>
                  </a:lnTo>
                  <a:lnTo>
                    <a:pt x="16669" y="325755"/>
                  </a:lnTo>
                  <a:lnTo>
                    <a:pt x="12001" y="323755"/>
                  </a:lnTo>
                  <a:lnTo>
                    <a:pt x="0" y="318897"/>
                  </a:lnTo>
                  <a:lnTo>
                    <a:pt x="10858" y="266509"/>
                  </a:lnTo>
                  <a:lnTo>
                    <a:pt x="12478" y="263080"/>
                  </a:lnTo>
                  <a:lnTo>
                    <a:pt x="15526" y="256604"/>
                  </a:lnTo>
                  <a:lnTo>
                    <a:pt x="16097" y="255461"/>
                  </a:lnTo>
                  <a:lnTo>
                    <a:pt x="16764" y="254127"/>
                  </a:lnTo>
                  <a:lnTo>
                    <a:pt x="20288" y="245364"/>
                  </a:lnTo>
                  <a:lnTo>
                    <a:pt x="23622" y="237363"/>
                  </a:lnTo>
                  <a:lnTo>
                    <a:pt x="31718" y="217551"/>
                  </a:lnTo>
                  <a:lnTo>
                    <a:pt x="33909" y="212407"/>
                  </a:lnTo>
                  <a:lnTo>
                    <a:pt x="65151" y="134207"/>
                  </a:lnTo>
                  <a:lnTo>
                    <a:pt x="91726" y="67151"/>
                  </a:lnTo>
                  <a:lnTo>
                    <a:pt x="93631" y="62484"/>
                  </a:lnTo>
                  <a:lnTo>
                    <a:pt x="100203" y="62579"/>
                  </a:lnTo>
                  <a:lnTo>
                    <a:pt x="101822" y="62389"/>
                  </a:lnTo>
                  <a:lnTo>
                    <a:pt x="102679" y="62293"/>
                  </a:lnTo>
                  <a:lnTo>
                    <a:pt x="112109" y="60865"/>
                  </a:lnTo>
                  <a:lnTo>
                    <a:pt x="112681" y="60674"/>
                  </a:lnTo>
                  <a:lnTo>
                    <a:pt x="119920" y="58198"/>
                  </a:lnTo>
                  <a:lnTo>
                    <a:pt x="124587" y="56197"/>
                  </a:lnTo>
                  <a:lnTo>
                    <a:pt x="123825" y="39338"/>
                  </a:lnTo>
                  <a:lnTo>
                    <a:pt x="122301" y="38576"/>
                  </a:lnTo>
                  <a:lnTo>
                    <a:pt x="89440" y="21717"/>
                  </a:lnTo>
                  <a:lnTo>
                    <a:pt x="104775" y="0"/>
                  </a:lnTo>
                  <a:lnTo>
                    <a:pt x="216217" y="8096"/>
                  </a:lnTo>
                  <a:lnTo>
                    <a:pt x="232220" y="609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5" name="서울특별시 동작구 노량진1동">
              <a:extLst>
                <a:ext uri="{FF2B5EF4-FFF2-40B4-BE49-F238E27FC236}">
                  <a16:creationId xmlns:a16="http://schemas.microsoft.com/office/drawing/2014/main" id="{87E35D05-1159-2C02-1320-68228380A43A}"/>
                </a:ext>
              </a:extLst>
            </p:cNvPr>
            <p:cNvSpPr/>
            <p:nvPr/>
          </p:nvSpPr>
          <p:spPr>
            <a:xfrm>
              <a:off x="5453633" y="4244340"/>
              <a:ext cx="433673" cy="254698"/>
            </a:xfrm>
            <a:custGeom>
              <a:avLst/>
              <a:gdLst>
                <a:gd name="connsiteX0" fmla="*/ 339280 w 433673"/>
                <a:gd name="connsiteY0" fmla="*/ 83629 h 254698"/>
                <a:gd name="connsiteX1" fmla="*/ 433673 w 433673"/>
                <a:gd name="connsiteY1" fmla="*/ 120872 h 254698"/>
                <a:gd name="connsiteX2" fmla="*/ 386905 w 433673"/>
                <a:gd name="connsiteY2" fmla="*/ 151352 h 254698"/>
                <a:gd name="connsiteX3" fmla="*/ 337280 w 433673"/>
                <a:gd name="connsiteY3" fmla="*/ 184023 h 254698"/>
                <a:gd name="connsiteX4" fmla="*/ 286607 w 433673"/>
                <a:gd name="connsiteY4" fmla="*/ 224219 h 254698"/>
                <a:gd name="connsiteX5" fmla="*/ 280892 w 433673"/>
                <a:gd name="connsiteY5" fmla="*/ 223647 h 254698"/>
                <a:gd name="connsiteX6" fmla="*/ 276606 w 433673"/>
                <a:gd name="connsiteY6" fmla="*/ 219361 h 254698"/>
                <a:gd name="connsiteX7" fmla="*/ 214503 w 433673"/>
                <a:gd name="connsiteY7" fmla="*/ 221742 h 254698"/>
                <a:gd name="connsiteX8" fmla="*/ 204788 w 433673"/>
                <a:gd name="connsiteY8" fmla="*/ 233458 h 254698"/>
                <a:gd name="connsiteX9" fmla="*/ 182689 w 433673"/>
                <a:gd name="connsiteY9" fmla="*/ 238030 h 254698"/>
                <a:gd name="connsiteX10" fmla="*/ 160306 w 433673"/>
                <a:gd name="connsiteY10" fmla="*/ 242316 h 254698"/>
                <a:gd name="connsiteX11" fmla="*/ 72580 w 433673"/>
                <a:gd name="connsiteY11" fmla="*/ 248317 h 254698"/>
                <a:gd name="connsiteX12" fmla="*/ 38290 w 433673"/>
                <a:gd name="connsiteY12" fmla="*/ 254698 h 254698"/>
                <a:gd name="connsiteX13" fmla="*/ 33052 w 433673"/>
                <a:gd name="connsiteY13" fmla="*/ 251555 h 254698"/>
                <a:gd name="connsiteX14" fmla="*/ 43910 w 433673"/>
                <a:gd name="connsiteY14" fmla="*/ 239935 h 254698"/>
                <a:gd name="connsiteX15" fmla="*/ 57626 w 433673"/>
                <a:gd name="connsiteY15" fmla="*/ 239363 h 254698"/>
                <a:gd name="connsiteX16" fmla="*/ 69247 w 433673"/>
                <a:gd name="connsiteY16" fmla="*/ 239649 h 254698"/>
                <a:gd name="connsiteX17" fmla="*/ 71628 w 433673"/>
                <a:gd name="connsiteY17" fmla="*/ 237934 h 254698"/>
                <a:gd name="connsiteX18" fmla="*/ 75914 w 433673"/>
                <a:gd name="connsiteY18" fmla="*/ 233839 h 254698"/>
                <a:gd name="connsiteX19" fmla="*/ 100679 w 433673"/>
                <a:gd name="connsiteY19" fmla="*/ 202406 h 254698"/>
                <a:gd name="connsiteX20" fmla="*/ 96393 w 433673"/>
                <a:gd name="connsiteY20" fmla="*/ 190881 h 254698"/>
                <a:gd name="connsiteX21" fmla="*/ 78391 w 433673"/>
                <a:gd name="connsiteY21" fmla="*/ 184404 h 254698"/>
                <a:gd name="connsiteX22" fmla="*/ 58579 w 433673"/>
                <a:gd name="connsiteY22" fmla="*/ 192786 h 254698"/>
                <a:gd name="connsiteX23" fmla="*/ 31909 w 433673"/>
                <a:gd name="connsiteY23" fmla="*/ 122968 h 254698"/>
                <a:gd name="connsiteX24" fmla="*/ 11811 w 433673"/>
                <a:gd name="connsiteY24" fmla="*/ 105728 h 254698"/>
                <a:gd name="connsiteX25" fmla="*/ 0 w 433673"/>
                <a:gd name="connsiteY25" fmla="*/ 58674 h 254698"/>
                <a:gd name="connsiteX26" fmla="*/ 20860 w 433673"/>
                <a:gd name="connsiteY26" fmla="*/ 54673 h 254698"/>
                <a:gd name="connsiteX27" fmla="*/ 81248 w 433673"/>
                <a:gd name="connsiteY27" fmla="*/ 40957 h 254698"/>
                <a:gd name="connsiteX28" fmla="*/ 129635 w 433673"/>
                <a:gd name="connsiteY28" fmla="*/ 24670 h 254698"/>
                <a:gd name="connsiteX29" fmla="*/ 216122 w 433673"/>
                <a:gd name="connsiteY29" fmla="*/ 0 h 254698"/>
                <a:gd name="connsiteX30" fmla="*/ 234601 w 433673"/>
                <a:gd name="connsiteY30" fmla="*/ 15240 h 254698"/>
                <a:gd name="connsiteX31" fmla="*/ 270796 w 433673"/>
                <a:gd name="connsiteY31" fmla="*/ 45053 h 254698"/>
                <a:gd name="connsiteX32" fmla="*/ 339280 w 433673"/>
                <a:gd name="connsiteY32" fmla="*/ 83629 h 25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33673" h="254698">
                  <a:moveTo>
                    <a:pt x="339280" y="83629"/>
                  </a:moveTo>
                  <a:lnTo>
                    <a:pt x="433673" y="120872"/>
                  </a:lnTo>
                  <a:lnTo>
                    <a:pt x="386905" y="151352"/>
                  </a:lnTo>
                  <a:lnTo>
                    <a:pt x="337280" y="184023"/>
                  </a:lnTo>
                  <a:lnTo>
                    <a:pt x="286607" y="224219"/>
                  </a:lnTo>
                  <a:lnTo>
                    <a:pt x="280892" y="223647"/>
                  </a:lnTo>
                  <a:lnTo>
                    <a:pt x="276606" y="219361"/>
                  </a:lnTo>
                  <a:lnTo>
                    <a:pt x="214503" y="221742"/>
                  </a:lnTo>
                  <a:lnTo>
                    <a:pt x="204788" y="233458"/>
                  </a:lnTo>
                  <a:lnTo>
                    <a:pt x="182689" y="238030"/>
                  </a:lnTo>
                  <a:lnTo>
                    <a:pt x="160306" y="242316"/>
                  </a:lnTo>
                  <a:lnTo>
                    <a:pt x="72580" y="248317"/>
                  </a:lnTo>
                  <a:lnTo>
                    <a:pt x="38290" y="254698"/>
                  </a:lnTo>
                  <a:lnTo>
                    <a:pt x="33052" y="251555"/>
                  </a:lnTo>
                  <a:lnTo>
                    <a:pt x="43910" y="239935"/>
                  </a:lnTo>
                  <a:lnTo>
                    <a:pt x="57626" y="239363"/>
                  </a:lnTo>
                  <a:lnTo>
                    <a:pt x="69247" y="239649"/>
                  </a:lnTo>
                  <a:lnTo>
                    <a:pt x="71628" y="237934"/>
                  </a:lnTo>
                  <a:lnTo>
                    <a:pt x="75914" y="233839"/>
                  </a:lnTo>
                  <a:lnTo>
                    <a:pt x="100679" y="202406"/>
                  </a:lnTo>
                  <a:lnTo>
                    <a:pt x="96393" y="190881"/>
                  </a:lnTo>
                  <a:lnTo>
                    <a:pt x="78391" y="184404"/>
                  </a:lnTo>
                  <a:lnTo>
                    <a:pt x="58579" y="192786"/>
                  </a:lnTo>
                  <a:lnTo>
                    <a:pt x="31909" y="122968"/>
                  </a:lnTo>
                  <a:lnTo>
                    <a:pt x="11811" y="105728"/>
                  </a:lnTo>
                  <a:lnTo>
                    <a:pt x="0" y="58674"/>
                  </a:lnTo>
                  <a:lnTo>
                    <a:pt x="20860" y="54673"/>
                  </a:lnTo>
                  <a:lnTo>
                    <a:pt x="81248" y="40957"/>
                  </a:lnTo>
                  <a:lnTo>
                    <a:pt x="129635" y="24670"/>
                  </a:lnTo>
                  <a:lnTo>
                    <a:pt x="216122" y="0"/>
                  </a:lnTo>
                  <a:lnTo>
                    <a:pt x="234601" y="15240"/>
                  </a:lnTo>
                  <a:lnTo>
                    <a:pt x="270796" y="45053"/>
                  </a:lnTo>
                  <a:lnTo>
                    <a:pt x="339280" y="836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6" name="서울특별시 동작구 노량진2동">
              <a:extLst>
                <a:ext uri="{FF2B5EF4-FFF2-40B4-BE49-F238E27FC236}">
                  <a16:creationId xmlns:a16="http://schemas.microsoft.com/office/drawing/2014/main" id="{BA218B49-95ED-DB01-7754-9F6B6CC0B0A6}"/>
                </a:ext>
              </a:extLst>
            </p:cNvPr>
            <p:cNvSpPr/>
            <p:nvPr/>
          </p:nvSpPr>
          <p:spPr>
            <a:xfrm>
              <a:off x="5354955" y="4303014"/>
              <a:ext cx="199358" cy="206501"/>
            </a:xfrm>
            <a:custGeom>
              <a:avLst/>
              <a:gdLst>
                <a:gd name="connsiteX0" fmla="*/ 136969 w 199358"/>
                <a:gd name="connsiteY0" fmla="*/ 196024 h 206501"/>
                <a:gd name="connsiteX1" fmla="*/ 136207 w 199358"/>
                <a:gd name="connsiteY1" fmla="*/ 197072 h 206501"/>
                <a:gd name="connsiteX2" fmla="*/ 112490 w 199358"/>
                <a:gd name="connsiteY2" fmla="*/ 206502 h 206501"/>
                <a:gd name="connsiteX3" fmla="*/ 101727 w 199358"/>
                <a:gd name="connsiteY3" fmla="*/ 206312 h 206501"/>
                <a:gd name="connsiteX4" fmla="*/ 96202 w 199358"/>
                <a:gd name="connsiteY4" fmla="*/ 205264 h 206501"/>
                <a:gd name="connsiteX5" fmla="*/ 94012 w 199358"/>
                <a:gd name="connsiteY5" fmla="*/ 204406 h 206501"/>
                <a:gd name="connsiteX6" fmla="*/ 93821 w 199358"/>
                <a:gd name="connsiteY6" fmla="*/ 200025 h 206501"/>
                <a:gd name="connsiteX7" fmla="*/ 86868 w 199358"/>
                <a:gd name="connsiteY7" fmla="*/ 193548 h 206501"/>
                <a:gd name="connsiteX8" fmla="*/ 58864 w 199358"/>
                <a:gd name="connsiteY8" fmla="*/ 176593 h 206501"/>
                <a:gd name="connsiteX9" fmla="*/ 56102 w 199358"/>
                <a:gd name="connsiteY9" fmla="*/ 175927 h 206501"/>
                <a:gd name="connsiteX10" fmla="*/ 51911 w 199358"/>
                <a:gd name="connsiteY10" fmla="*/ 175260 h 206501"/>
                <a:gd name="connsiteX11" fmla="*/ 40196 w 199358"/>
                <a:gd name="connsiteY11" fmla="*/ 176689 h 206501"/>
                <a:gd name="connsiteX12" fmla="*/ 32861 w 199358"/>
                <a:gd name="connsiteY12" fmla="*/ 140970 h 206501"/>
                <a:gd name="connsiteX13" fmla="*/ 32861 w 199358"/>
                <a:gd name="connsiteY13" fmla="*/ 112871 h 206501"/>
                <a:gd name="connsiteX14" fmla="*/ 24289 w 199358"/>
                <a:gd name="connsiteY14" fmla="*/ 67151 h 206501"/>
                <a:gd name="connsiteX15" fmla="*/ 0 w 199358"/>
                <a:gd name="connsiteY15" fmla="*/ 40957 h 206501"/>
                <a:gd name="connsiteX16" fmla="*/ 0 w 199358"/>
                <a:gd name="connsiteY16" fmla="*/ 36862 h 206501"/>
                <a:gd name="connsiteX17" fmla="*/ 0 w 199358"/>
                <a:gd name="connsiteY17" fmla="*/ 36290 h 206501"/>
                <a:gd name="connsiteX18" fmla="*/ 0 w 199358"/>
                <a:gd name="connsiteY18" fmla="*/ 18574 h 206501"/>
                <a:gd name="connsiteX19" fmla="*/ 98679 w 199358"/>
                <a:gd name="connsiteY19" fmla="*/ 0 h 206501"/>
                <a:gd name="connsiteX20" fmla="*/ 110490 w 199358"/>
                <a:gd name="connsiteY20" fmla="*/ 47054 h 206501"/>
                <a:gd name="connsiteX21" fmla="*/ 130588 w 199358"/>
                <a:gd name="connsiteY21" fmla="*/ 64294 h 206501"/>
                <a:gd name="connsiteX22" fmla="*/ 157258 w 199358"/>
                <a:gd name="connsiteY22" fmla="*/ 134112 h 206501"/>
                <a:gd name="connsiteX23" fmla="*/ 177070 w 199358"/>
                <a:gd name="connsiteY23" fmla="*/ 125730 h 206501"/>
                <a:gd name="connsiteX24" fmla="*/ 195072 w 199358"/>
                <a:gd name="connsiteY24" fmla="*/ 132207 h 206501"/>
                <a:gd name="connsiteX25" fmla="*/ 199358 w 199358"/>
                <a:gd name="connsiteY25" fmla="*/ 143732 h 206501"/>
                <a:gd name="connsiteX26" fmla="*/ 174593 w 199358"/>
                <a:gd name="connsiteY26" fmla="*/ 175165 h 206501"/>
                <a:gd name="connsiteX27" fmla="*/ 170307 w 199358"/>
                <a:gd name="connsiteY27" fmla="*/ 179260 h 206501"/>
                <a:gd name="connsiteX28" fmla="*/ 167926 w 199358"/>
                <a:gd name="connsiteY28" fmla="*/ 180975 h 206501"/>
                <a:gd name="connsiteX29" fmla="*/ 156305 w 199358"/>
                <a:gd name="connsiteY29" fmla="*/ 180689 h 206501"/>
                <a:gd name="connsiteX30" fmla="*/ 142589 w 199358"/>
                <a:gd name="connsiteY30" fmla="*/ 181261 h 206501"/>
                <a:gd name="connsiteX31" fmla="*/ 131731 w 199358"/>
                <a:gd name="connsiteY31" fmla="*/ 192881 h 206501"/>
                <a:gd name="connsiteX32" fmla="*/ 136969 w 199358"/>
                <a:gd name="connsiteY32" fmla="*/ 196024 h 20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9358" h="206501">
                  <a:moveTo>
                    <a:pt x="136969" y="196024"/>
                  </a:moveTo>
                  <a:lnTo>
                    <a:pt x="136207" y="197072"/>
                  </a:lnTo>
                  <a:lnTo>
                    <a:pt x="112490" y="206502"/>
                  </a:lnTo>
                  <a:lnTo>
                    <a:pt x="101727" y="206312"/>
                  </a:lnTo>
                  <a:lnTo>
                    <a:pt x="96202" y="205264"/>
                  </a:lnTo>
                  <a:lnTo>
                    <a:pt x="94012" y="204406"/>
                  </a:lnTo>
                  <a:lnTo>
                    <a:pt x="93821" y="200025"/>
                  </a:lnTo>
                  <a:lnTo>
                    <a:pt x="86868" y="193548"/>
                  </a:lnTo>
                  <a:lnTo>
                    <a:pt x="58864" y="176593"/>
                  </a:lnTo>
                  <a:lnTo>
                    <a:pt x="56102" y="175927"/>
                  </a:lnTo>
                  <a:lnTo>
                    <a:pt x="51911" y="175260"/>
                  </a:lnTo>
                  <a:lnTo>
                    <a:pt x="40196" y="176689"/>
                  </a:lnTo>
                  <a:lnTo>
                    <a:pt x="32861" y="140970"/>
                  </a:lnTo>
                  <a:lnTo>
                    <a:pt x="32861" y="112871"/>
                  </a:lnTo>
                  <a:lnTo>
                    <a:pt x="24289" y="67151"/>
                  </a:lnTo>
                  <a:lnTo>
                    <a:pt x="0" y="40957"/>
                  </a:lnTo>
                  <a:lnTo>
                    <a:pt x="0" y="36862"/>
                  </a:lnTo>
                  <a:lnTo>
                    <a:pt x="0" y="36290"/>
                  </a:lnTo>
                  <a:lnTo>
                    <a:pt x="0" y="18574"/>
                  </a:lnTo>
                  <a:lnTo>
                    <a:pt x="98679" y="0"/>
                  </a:lnTo>
                  <a:lnTo>
                    <a:pt x="110490" y="47054"/>
                  </a:lnTo>
                  <a:lnTo>
                    <a:pt x="130588" y="64294"/>
                  </a:lnTo>
                  <a:lnTo>
                    <a:pt x="157258" y="134112"/>
                  </a:lnTo>
                  <a:lnTo>
                    <a:pt x="177070" y="125730"/>
                  </a:lnTo>
                  <a:lnTo>
                    <a:pt x="195072" y="132207"/>
                  </a:lnTo>
                  <a:lnTo>
                    <a:pt x="199358" y="143732"/>
                  </a:lnTo>
                  <a:lnTo>
                    <a:pt x="174593" y="175165"/>
                  </a:lnTo>
                  <a:lnTo>
                    <a:pt x="170307" y="179260"/>
                  </a:lnTo>
                  <a:lnTo>
                    <a:pt x="167926" y="180975"/>
                  </a:lnTo>
                  <a:lnTo>
                    <a:pt x="156305" y="180689"/>
                  </a:lnTo>
                  <a:lnTo>
                    <a:pt x="142589" y="181261"/>
                  </a:lnTo>
                  <a:lnTo>
                    <a:pt x="131731" y="192881"/>
                  </a:lnTo>
                  <a:lnTo>
                    <a:pt x="136969" y="19602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7" name="서울특별시 동작구 상도1동">
              <a:extLst>
                <a:ext uri="{FF2B5EF4-FFF2-40B4-BE49-F238E27FC236}">
                  <a16:creationId xmlns:a16="http://schemas.microsoft.com/office/drawing/2014/main" id="{EE9B451E-6792-FB25-B851-95FAD0496E8E}"/>
                </a:ext>
              </a:extLst>
            </p:cNvPr>
            <p:cNvSpPr/>
            <p:nvPr/>
          </p:nvSpPr>
          <p:spPr>
            <a:xfrm>
              <a:off x="5598128" y="4463700"/>
              <a:ext cx="299561" cy="306133"/>
            </a:xfrm>
            <a:custGeom>
              <a:avLst/>
              <a:gdLst>
                <a:gd name="connsiteX0" fmla="*/ 136398 w 299561"/>
                <a:gd name="connsiteY0" fmla="*/ 4286 h 306133"/>
                <a:gd name="connsiteX1" fmla="*/ 144589 w 299561"/>
                <a:gd name="connsiteY1" fmla="*/ 20764 h 306133"/>
                <a:gd name="connsiteX2" fmla="*/ 134588 w 299561"/>
                <a:gd name="connsiteY2" fmla="*/ 69437 h 306133"/>
                <a:gd name="connsiteX3" fmla="*/ 185356 w 299561"/>
                <a:gd name="connsiteY3" fmla="*/ 156305 h 306133"/>
                <a:gd name="connsiteX4" fmla="*/ 186785 w 299561"/>
                <a:gd name="connsiteY4" fmla="*/ 158020 h 306133"/>
                <a:gd name="connsiteX5" fmla="*/ 201168 w 299561"/>
                <a:gd name="connsiteY5" fmla="*/ 165925 h 306133"/>
                <a:gd name="connsiteX6" fmla="*/ 202978 w 299561"/>
                <a:gd name="connsiteY6" fmla="*/ 166402 h 306133"/>
                <a:gd name="connsiteX7" fmla="*/ 231172 w 299561"/>
                <a:gd name="connsiteY7" fmla="*/ 174212 h 306133"/>
                <a:gd name="connsiteX8" fmla="*/ 266795 w 299561"/>
                <a:gd name="connsiteY8" fmla="*/ 183928 h 306133"/>
                <a:gd name="connsiteX9" fmla="*/ 299561 w 299561"/>
                <a:gd name="connsiteY9" fmla="*/ 242411 h 306133"/>
                <a:gd name="connsiteX10" fmla="*/ 286036 w 299561"/>
                <a:gd name="connsiteY10" fmla="*/ 249650 h 306133"/>
                <a:gd name="connsiteX11" fmla="*/ 268033 w 299561"/>
                <a:gd name="connsiteY11" fmla="*/ 278606 h 306133"/>
                <a:gd name="connsiteX12" fmla="*/ 267652 w 299561"/>
                <a:gd name="connsiteY12" fmla="*/ 265366 h 306133"/>
                <a:gd name="connsiteX13" fmla="*/ 267367 w 299561"/>
                <a:gd name="connsiteY13" fmla="*/ 263557 h 306133"/>
                <a:gd name="connsiteX14" fmla="*/ 251936 w 299561"/>
                <a:gd name="connsiteY14" fmla="*/ 255175 h 306133"/>
                <a:gd name="connsiteX15" fmla="*/ 249746 w 299561"/>
                <a:gd name="connsiteY15" fmla="*/ 254508 h 306133"/>
                <a:gd name="connsiteX16" fmla="*/ 229743 w 299561"/>
                <a:gd name="connsiteY16" fmla="*/ 254889 h 306133"/>
                <a:gd name="connsiteX17" fmla="*/ 226600 w 299561"/>
                <a:gd name="connsiteY17" fmla="*/ 256222 h 306133"/>
                <a:gd name="connsiteX18" fmla="*/ 221647 w 299561"/>
                <a:gd name="connsiteY18" fmla="*/ 271844 h 306133"/>
                <a:gd name="connsiteX19" fmla="*/ 197929 w 299561"/>
                <a:gd name="connsiteY19" fmla="*/ 292132 h 306133"/>
                <a:gd name="connsiteX20" fmla="*/ 196977 w 299561"/>
                <a:gd name="connsiteY20" fmla="*/ 292608 h 306133"/>
                <a:gd name="connsiteX21" fmla="*/ 186023 w 299561"/>
                <a:gd name="connsiteY21" fmla="*/ 296799 h 306133"/>
                <a:gd name="connsiteX22" fmla="*/ 178213 w 299561"/>
                <a:gd name="connsiteY22" fmla="*/ 296418 h 306133"/>
                <a:gd name="connsiteX23" fmla="*/ 175069 w 299561"/>
                <a:gd name="connsiteY23" fmla="*/ 296228 h 306133"/>
                <a:gd name="connsiteX24" fmla="*/ 151447 w 299561"/>
                <a:gd name="connsiteY24" fmla="*/ 303657 h 306133"/>
                <a:gd name="connsiteX25" fmla="*/ 137541 w 299561"/>
                <a:gd name="connsiteY25" fmla="*/ 306133 h 306133"/>
                <a:gd name="connsiteX26" fmla="*/ 126968 w 299561"/>
                <a:gd name="connsiteY26" fmla="*/ 304419 h 306133"/>
                <a:gd name="connsiteX27" fmla="*/ 125921 w 299561"/>
                <a:gd name="connsiteY27" fmla="*/ 303943 h 306133"/>
                <a:gd name="connsiteX28" fmla="*/ 86963 w 299561"/>
                <a:gd name="connsiteY28" fmla="*/ 281273 h 306133"/>
                <a:gd name="connsiteX29" fmla="*/ 37433 w 299561"/>
                <a:gd name="connsiteY29" fmla="*/ 258318 h 306133"/>
                <a:gd name="connsiteX30" fmla="*/ 22288 w 299561"/>
                <a:gd name="connsiteY30" fmla="*/ 257175 h 306133"/>
                <a:gd name="connsiteX31" fmla="*/ 17050 w 299561"/>
                <a:gd name="connsiteY31" fmla="*/ 254127 h 306133"/>
                <a:gd name="connsiteX32" fmla="*/ 25337 w 299561"/>
                <a:gd name="connsiteY32" fmla="*/ 214789 h 306133"/>
                <a:gd name="connsiteX33" fmla="*/ 32956 w 299561"/>
                <a:gd name="connsiteY33" fmla="*/ 200692 h 306133"/>
                <a:gd name="connsiteX34" fmla="*/ 33052 w 299561"/>
                <a:gd name="connsiteY34" fmla="*/ 199644 h 306133"/>
                <a:gd name="connsiteX35" fmla="*/ 33147 w 299561"/>
                <a:gd name="connsiteY35" fmla="*/ 198596 h 306133"/>
                <a:gd name="connsiteX36" fmla="*/ 33147 w 299561"/>
                <a:gd name="connsiteY36" fmla="*/ 169450 h 306133"/>
                <a:gd name="connsiteX37" fmla="*/ 33147 w 299561"/>
                <a:gd name="connsiteY37" fmla="*/ 167164 h 306133"/>
                <a:gd name="connsiteX38" fmla="*/ 32671 w 299561"/>
                <a:gd name="connsiteY38" fmla="*/ 166402 h 306133"/>
                <a:gd name="connsiteX39" fmla="*/ 26956 w 299561"/>
                <a:gd name="connsiteY39" fmla="*/ 158210 h 306133"/>
                <a:gd name="connsiteX40" fmla="*/ 25813 w 299561"/>
                <a:gd name="connsiteY40" fmla="*/ 157163 h 306133"/>
                <a:gd name="connsiteX41" fmla="*/ 26765 w 299561"/>
                <a:gd name="connsiteY41" fmla="*/ 140779 h 306133"/>
                <a:gd name="connsiteX42" fmla="*/ 26384 w 299561"/>
                <a:gd name="connsiteY42" fmla="*/ 136493 h 306133"/>
                <a:gd name="connsiteX43" fmla="*/ 16288 w 299561"/>
                <a:gd name="connsiteY43" fmla="*/ 121634 h 306133"/>
                <a:gd name="connsiteX44" fmla="*/ 14668 w 299561"/>
                <a:gd name="connsiteY44" fmla="*/ 119444 h 306133"/>
                <a:gd name="connsiteX45" fmla="*/ 0 w 299561"/>
                <a:gd name="connsiteY45" fmla="*/ 102679 h 306133"/>
                <a:gd name="connsiteX46" fmla="*/ 27241 w 299561"/>
                <a:gd name="connsiteY46" fmla="*/ 68961 h 306133"/>
                <a:gd name="connsiteX47" fmla="*/ 31147 w 299561"/>
                <a:gd name="connsiteY47" fmla="*/ 67342 h 306133"/>
                <a:gd name="connsiteX48" fmla="*/ 51149 w 299561"/>
                <a:gd name="connsiteY48" fmla="*/ 54959 h 306133"/>
                <a:gd name="connsiteX49" fmla="*/ 60769 w 299561"/>
                <a:gd name="connsiteY49" fmla="*/ 42291 h 306133"/>
                <a:gd name="connsiteX50" fmla="*/ 70580 w 299561"/>
                <a:gd name="connsiteY50" fmla="*/ 26765 h 306133"/>
                <a:gd name="connsiteX51" fmla="*/ 67818 w 299561"/>
                <a:gd name="connsiteY51" fmla="*/ 20288 h 306133"/>
                <a:gd name="connsiteX52" fmla="*/ 70009 w 299561"/>
                <a:gd name="connsiteY52" fmla="*/ 2381 h 306133"/>
                <a:gd name="connsiteX53" fmla="*/ 132112 w 299561"/>
                <a:gd name="connsiteY53" fmla="*/ 0 h 306133"/>
                <a:gd name="connsiteX54" fmla="*/ 136398 w 299561"/>
                <a:gd name="connsiteY54" fmla="*/ 4286 h 30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99561" h="306133">
                  <a:moveTo>
                    <a:pt x="136398" y="4286"/>
                  </a:moveTo>
                  <a:lnTo>
                    <a:pt x="144589" y="20764"/>
                  </a:lnTo>
                  <a:lnTo>
                    <a:pt x="134588" y="69437"/>
                  </a:lnTo>
                  <a:lnTo>
                    <a:pt x="185356" y="156305"/>
                  </a:lnTo>
                  <a:lnTo>
                    <a:pt x="186785" y="158020"/>
                  </a:lnTo>
                  <a:lnTo>
                    <a:pt x="201168" y="165925"/>
                  </a:lnTo>
                  <a:lnTo>
                    <a:pt x="202978" y="166402"/>
                  </a:lnTo>
                  <a:lnTo>
                    <a:pt x="231172" y="174212"/>
                  </a:lnTo>
                  <a:lnTo>
                    <a:pt x="266795" y="183928"/>
                  </a:lnTo>
                  <a:lnTo>
                    <a:pt x="299561" y="242411"/>
                  </a:lnTo>
                  <a:lnTo>
                    <a:pt x="286036" y="249650"/>
                  </a:lnTo>
                  <a:lnTo>
                    <a:pt x="268033" y="278606"/>
                  </a:lnTo>
                  <a:lnTo>
                    <a:pt x="267652" y="265366"/>
                  </a:lnTo>
                  <a:lnTo>
                    <a:pt x="267367" y="263557"/>
                  </a:lnTo>
                  <a:lnTo>
                    <a:pt x="251936" y="255175"/>
                  </a:lnTo>
                  <a:lnTo>
                    <a:pt x="249746" y="254508"/>
                  </a:lnTo>
                  <a:lnTo>
                    <a:pt x="229743" y="254889"/>
                  </a:lnTo>
                  <a:lnTo>
                    <a:pt x="226600" y="256222"/>
                  </a:lnTo>
                  <a:lnTo>
                    <a:pt x="221647" y="271844"/>
                  </a:lnTo>
                  <a:lnTo>
                    <a:pt x="197929" y="292132"/>
                  </a:lnTo>
                  <a:lnTo>
                    <a:pt x="196977" y="292608"/>
                  </a:lnTo>
                  <a:lnTo>
                    <a:pt x="186023" y="296799"/>
                  </a:lnTo>
                  <a:lnTo>
                    <a:pt x="178213" y="296418"/>
                  </a:lnTo>
                  <a:lnTo>
                    <a:pt x="175069" y="296228"/>
                  </a:lnTo>
                  <a:lnTo>
                    <a:pt x="151447" y="303657"/>
                  </a:lnTo>
                  <a:lnTo>
                    <a:pt x="137541" y="306133"/>
                  </a:lnTo>
                  <a:lnTo>
                    <a:pt x="126968" y="304419"/>
                  </a:lnTo>
                  <a:lnTo>
                    <a:pt x="125921" y="303943"/>
                  </a:lnTo>
                  <a:lnTo>
                    <a:pt x="86963" y="281273"/>
                  </a:lnTo>
                  <a:lnTo>
                    <a:pt x="37433" y="258318"/>
                  </a:lnTo>
                  <a:lnTo>
                    <a:pt x="22288" y="257175"/>
                  </a:lnTo>
                  <a:lnTo>
                    <a:pt x="17050" y="254127"/>
                  </a:lnTo>
                  <a:lnTo>
                    <a:pt x="25337" y="214789"/>
                  </a:lnTo>
                  <a:lnTo>
                    <a:pt x="32956" y="200692"/>
                  </a:lnTo>
                  <a:lnTo>
                    <a:pt x="33052" y="199644"/>
                  </a:lnTo>
                  <a:lnTo>
                    <a:pt x="33147" y="198596"/>
                  </a:lnTo>
                  <a:lnTo>
                    <a:pt x="33147" y="169450"/>
                  </a:lnTo>
                  <a:lnTo>
                    <a:pt x="33147" y="167164"/>
                  </a:lnTo>
                  <a:lnTo>
                    <a:pt x="32671" y="166402"/>
                  </a:lnTo>
                  <a:lnTo>
                    <a:pt x="26956" y="158210"/>
                  </a:lnTo>
                  <a:lnTo>
                    <a:pt x="25813" y="157163"/>
                  </a:lnTo>
                  <a:lnTo>
                    <a:pt x="26765" y="140779"/>
                  </a:lnTo>
                  <a:lnTo>
                    <a:pt x="26384" y="136493"/>
                  </a:lnTo>
                  <a:lnTo>
                    <a:pt x="16288" y="121634"/>
                  </a:lnTo>
                  <a:lnTo>
                    <a:pt x="14668" y="119444"/>
                  </a:lnTo>
                  <a:lnTo>
                    <a:pt x="0" y="102679"/>
                  </a:lnTo>
                  <a:lnTo>
                    <a:pt x="27241" y="68961"/>
                  </a:lnTo>
                  <a:lnTo>
                    <a:pt x="31147" y="67342"/>
                  </a:lnTo>
                  <a:lnTo>
                    <a:pt x="51149" y="54959"/>
                  </a:lnTo>
                  <a:lnTo>
                    <a:pt x="60769" y="42291"/>
                  </a:lnTo>
                  <a:lnTo>
                    <a:pt x="70580" y="26765"/>
                  </a:lnTo>
                  <a:lnTo>
                    <a:pt x="67818" y="20288"/>
                  </a:lnTo>
                  <a:lnTo>
                    <a:pt x="70009" y="2381"/>
                  </a:lnTo>
                  <a:lnTo>
                    <a:pt x="132112" y="0"/>
                  </a:lnTo>
                  <a:lnTo>
                    <a:pt x="136398" y="42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8" name="서울특별시 동작구 상도2동">
              <a:extLst>
                <a:ext uri="{FF2B5EF4-FFF2-40B4-BE49-F238E27FC236}">
                  <a16:creationId xmlns:a16="http://schemas.microsoft.com/office/drawing/2014/main" id="{07389F70-2A75-8C43-F1BD-5CA7562310C0}"/>
                </a:ext>
              </a:extLst>
            </p:cNvPr>
            <p:cNvSpPr/>
            <p:nvPr/>
          </p:nvSpPr>
          <p:spPr>
            <a:xfrm>
              <a:off x="5346382" y="4466082"/>
              <a:ext cx="322326" cy="154781"/>
            </a:xfrm>
            <a:custGeom>
              <a:avLst/>
              <a:gdLst>
                <a:gd name="connsiteX0" fmla="*/ 277559 w 322326"/>
                <a:gd name="connsiteY0" fmla="*/ 154781 h 154781"/>
                <a:gd name="connsiteX1" fmla="*/ 130778 w 322326"/>
                <a:gd name="connsiteY1" fmla="*/ 132969 h 154781"/>
                <a:gd name="connsiteX2" fmla="*/ 68771 w 322326"/>
                <a:gd name="connsiteY2" fmla="*/ 82010 h 154781"/>
                <a:gd name="connsiteX3" fmla="*/ 11049 w 322326"/>
                <a:gd name="connsiteY3" fmla="*/ 75343 h 154781"/>
                <a:gd name="connsiteX4" fmla="*/ 1810 w 322326"/>
                <a:gd name="connsiteY4" fmla="*/ 67151 h 154781"/>
                <a:gd name="connsiteX5" fmla="*/ 1619 w 322326"/>
                <a:gd name="connsiteY5" fmla="*/ 66580 h 154781"/>
                <a:gd name="connsiteX6" fmla="*/ 381 w 322326"/>
                <a:gd name="connsiteY6" fmla="*/ 61531 h 154781"/>
                <a:gd name="connsiteX7" fmla="*/ 191 w 322326"/>
                <a:gd name="connsiteY7" fmla="*/ 60960 h 154781"/>
                <a:gd name="connsiteX8" fmla="*/ 0 w 322326"/>
                <a:gd name="connsiteY8" fmla="*/ 58007 h 154781"/>
                <a:gd name="connsiteX9" fmla="*/ 2477 w 322326"/>
                <a:gd name="connsiteY9" fmla="*/ 40481 h 154781"/>
                <a:gd name="connsiteX10" fmla="*/ 2667 w 322326"/>
                <a:gd name="connsiteY10" fmla="*/ 39338 h 154781"/>
                <a:gd name="connsiteX11" fmla="*/ 10001 w 322326"/>
                <a:gd name="connsiteY11" fmla="*/ 38957 h 154781"/>
                <a:gd name="connsiteX12" fmla="*/ 11144 w 322326"/>
                <a:gd name="connsiteY12" fmla="*/ 40196 h 154781"/>
                <a:gd name="connsiteX13" fmla="*/ 11906 w 322326"/>
                <a:gd name="connsiteY13" fmla="*/ 41243 h 154781"/>
                <a:gd name="connsiteX14" fmla="*/ 14192 w 322326"/>
                <a:gd name="connsiteY14" fmla="*/ 44005 h 154781"/>
                <a:gd name="connsiteX15" fmla="*/ 16383 w 322326"/>
                <a:gd name="connsiteY15" fmla="*/ 46291 h 154781"/>
                <a:gd name="connsiteX16" fmla="*/ 21050 w 322326"/>
                <a:gd name="connsiteY16" fmla="*/ 47149 h 154781"/>
                <a:gd name="connsiteX17" fmla="*/ 24956 w 322326"/>
                <a:gd name="connsiteY17" fmla="*/ 46863 h 154781"/>
                <a:gd name="connsiteX18" fmla="*/ 26194 w 322326"/>
                <a:gd name="connsiteY18" fmla="*/ 46196 h 154781"/>
                <a:gd name="connsiteX19" fmla="*/ 34481 w 322326"/>
                <a:gd name="connsiteY19" fmla="*/ 39624 h 154781"/>
                <a:gd name="connsiteX20" fmla="*/ 34862 w 322326"/>
                <a:gd name="connsiteY20" fmla="*/ 37338 h 154781"/>
                <a:gd name="connsiteX21" fmla="*/ 35433 w 322326"/>
                <a:gd name="connsiteY21" fmla="*/ 33528 h 154781"/>
                <a:gd name="connsiteX22" fmla="*/ 35814 w 322326"/>
                <a:gd name="connsiteY22" fmla="*/ 33147 h 154781"/>
                <a:gd name="connsiteX23" fmla="*/ 36481 w 322326"/>
                <a:gd name="connsiteY23" fmla="*/ 32195 h 154781"/>
                <a:gd name="connsiteX24" fmla="*/ 36576 w 322326"/>
                <a:gd name="connsiteY24" fmla="*/ 31432 h 154781"/>
                <a:gd name="connsiteX25" fmla="*/ 36767 w 322326"/>
                <a:gd name="connsiteY25" fmla="*/ 28765 h 154781"/>
                <a:gd name="connsiteX26" fmla="*/ 37433 w 322326"/>
                <a:gd name="connsiteY26" fmla="*/ 28289 h 154781"/>
                <a:gd name="connsiteX27" fmla="*/ 39053 w 322326"/>
                <a:gd name="connsiteY27" fmla="*/ 27146 h 154781"/>
                <a:gd name="connsiteX28" fmla="*/ 39624 w 322326"/>
                <a:gd name="connsiteY28" fmla="*/ 25241 h 154781"/>
                <a:gd name="connsiteX29" fmla="*/ 40767 w 322326"/>
                <a:gd name="connsiteY29" fmla="*/ 22288 h 154781"/>
                <a:gd name="connsiteX30" fmla="*/ 42291 w 322326"/>
                <a:gd name="connsiteY30" fmla="*/ 18669 h 154781"/>
                <a:gd name="connsiteX31" fmla="*/ 48768 w 322326"/>
                <a:gd name="connsiteY31" fmla="*/ 13621 h 154781"/>
                <a:gd name="connsiteX32" fmla="*/ 60484 w 322326"/>
                <a:gd name="connsiteY32" fmla="*/ 12192 h 154781"/>
                <a:gd name="connsiteX33" fmla="*/ 64675 w 322326"/>
                <a:gd name="connsiteY33" fmla="*/ 12859 h 154781"/>
                <a:gd name="connsiteX34" fmla="*/ 67437 w 322326"/>
                <a:gd name="connsiteY34" fmla="*/ 13525 h 154781"/>
                <a:gd name="connsiteX35" fmla="*/ 95441 w 322326"/>
                <a:gd name="connsiteY35" fmla="*/ 30480 h 154781"/>
                <a:gd name="connsiteX36" fmla="*/ 102394 w 322326"/>
                <a:gd name="connsiteY36" fmla="*/ 36957 h 154781"/>
                <a:gd name="connsiteX37" fmla="*/ 102584 w 322326"/>
                <a:gd name="connsiteY37" fmla="*/ 41338 h 154781"/>
                <a:gd name="connsiteX38" fmla="*/ 104775 w 322326"/>
                <a:gd name="connsiteY38" fmla="*/ 42196 h 154781"/>
                <a:gd name="connsiteX39" fmla="*/ 110300 w 322326"/>
                <a:gd name="connsiteY39" fmla="*/ 43244 h 154781"/>
                <a:gd name="connsiteX40" fmla="*/ 121063 w 322326"/>
                <a:gd name="connsiteY40" fmla="*/ 43434 h 154781"/>
                <a:gd name="connsiteX41" fmla="*/ 144780 w 322326"/>
                <a:gd name="connsiteY41" fmla="*/ 34004 h 154781"/>
                <a:gd name="connsiteX42" fmla="*/ 145542 w 322326"/>
                <a:gd name="connsiteY42" fmla="*/ 32956 h 154781"/>
                <a:gd name="connsiteX43" fmla="*/ 179832 w 322326"/>
                <a:gd name="connsiteY43" fmla="*/ 26575 h 154781"/>
                <a:gd name="connsiteX44" fmla="*/ 267558 w 322326"/>
                <a:gd name="connsiteY44" fmla="*/ 20574 h 154781"/>
                <a:gd name="connsiteX45" fmla="*/ 289941 w 322326"/>
                <a:gd name="connsiteY45" fmla="*/ 16288 h 154781"/>
                <a:gd name="connsiteX46" fmla="*/ 312039 w 322326"/>
                <a:gd name="connsiteY46" fmla="*/ 11716 h 154781"/>
                <a:gd name="connsiteX47" fmla="*/ 321755 w 322326"/>
                <a:gd name="connsiteY47" fmla="*/ 0 h 154781"/>
                <a:gd name="connsiteX48" fmla="*/ 319564 w 322326"/>
                <a:gd name="connsiteY48" fmla="*/ 17907 h 154781"/>
                <a:gd name="connsiteX49" fmla="*/ 322326 w 322326"/>
                <a:gd name="connsiteY49" fmla="*/ 24384 h 154781"/>
                <a:gd name="connsiteX50" fmla="*/ 312515 w 322326"/>
                <a:gd name="connsiteY50" fmla="*/ 39910 h 154781"/>
                <a:gd name="connsiteX51" fmla="*/ 302895 w 322326"/>
                <a:gd name="connsiteY51" fmla="*/ 52578 h 154781"/>
                <a:gd name="connsiteX52" fmla="*/ 282893 w 322326"/>
                <a:gd name="connsiteY52" fmla="*/ 64961 h 154781"/>
                <a:gd name="connsiteX53" fmla="*/ 278987 w 322326"/>
                <a:gd name="connsiteY53" fmla="*/ 66580 h 154781"/>
                <a:gd name="connsiteX54" fmla="*/ 251746 w 322326"/>
                <a:gd name="connsiteY54" fmla="*/ 100298 h 154781"/>
                <a:gd name="connsiteX55" fmla="*/ 266414 w 322326"/>
                <a:gd name="connsiteY55" fmla="*/ 117062 h 154781"/>
                <a:gd name="connsiteX56" fmla="*/ 268034 w 322326"/>
                <a:gd name="connsiteY56" fmla="*/ 119253 h 154781"/>
                <a:gd name="connsiteX57" fmla="*/ 278130 w 322326"/>
                <a:gd name="connsiteY57" fmla="*/ 134112 h 154781"/>
                <a:gd name="connsiteX58" fmla="*/ 278511 w 322326"/>
                <a:gd name="connsiteY58" fmla="*/ 138398 h 154781"/>
                <a:gd name="connsiteX59" fmla="*/ 277559 w 322326"/>
                <a:gd name="connsiteY59" fmla="*/ 154781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22326" h="154781">
                  <a:moveTo>
                    <a:pt x="277559" y="154781"/>
                  </a:moveTo>
                  <a:lnTo>
                    <a:pt x="130778" y="132969"/>
                  </a:lnTo>
                  <a:lnTo>
                    <a:pt x="68771" y="82010"/>
                  </a:lnTo>
                  <a:lnTo>
                    <a:pt x="11049" y="75343"/>
                  </a:lnTo>
                  <a:lnTo>
                    <a:pt x="1810" y="67151"/>
                  </a:lnTo>
                  <a:lnTo>
                    <a:pt x="1619" y="66580"/>
                  </a:lnTo>
                  <a:lnTo>
                    <a:pt x="381" y="61531"/>
                  </a:lnTo>
                  <a:lnTo>
                    <a:pt x="191" y="60960"/>
                  </a:lnTo>
                  <a:lnTo>
                    <a:pt x="0" y="58007"/>
                  </a:lnTo>
                  <a:lnTo>
                    <a:pt x="2477" y="40481"/>
                  </a:lnTo>
                  <a:lnTo>
                    <a:pt x="2667" y="39338"/>
                  </a:lnTo>
                  <a:lnTo>
                    <a:pt x="10001" y="38957"/>
                  </a:lnTo>
                  <a:lnTo>
                    <a:pt x="11144" y="40196"/>
                  </a:lnTo>
                  <a:lnTo>
                    <a:pt x="11906" y="41243"/>
                  </a:lnTo>
                  <a:lnTo>
                    <a:pt x="14192" y="44005"/>
                  </a:lnTo>
                  <a:lnTo>
                    <a:pt x="16383" y="46291"/>
                  </a:lnTo>
                  <a:lnTo>
                    <a:pt x="21050" y="47149"/>
                  </a:lnTo>
                  <a:lnTo>
                    <a:pt x="24956" y="46863"/>
                  </a:lnTo>
                  <a:lnTo>
                    <a:pt x="26194" y="46196"/>
                  </a:lnTo>
                  <a:lnTo>
                    <a:pt x="34481" y="39624"/>
                  </a:lnTo>
                  <a:lnTo>
                    <a:pt x="34862" y="37338"/>
                  </a:lnTo>
                  <a:lnTo>
                    <a:pt x="35433" y="33528"/>
                  </a:lnTo>
                  <a:lnTo>
                    <a:pt x="35814" y="33147"/>
                  </a:lnTo>
                  <a:lnTo>
                    <a:pt x="36481" y="32195"/>
                  </a:lnTo>
                  <a:lnTo>
                    <a:pt x="36576" y="31432"/>
                  </a:lnTo>
                  <a:lnTo>
                    <a:pt x="36767" y="28765"/>
                  </a:lnTo>
                  <a:lnTo>
                    <a:pt x="37433" y="28289"/>
                  </a:lnTo>
                  <a:lnTo>
                    <a:pt x="39053" y="27146"/>
                  </a:lnTo>
                  <a:lnTo>
                    <a:pt x="39624" y="25241"/>
                  </a:lnTo>
                  <a:lnTo>
                    <a:pt x="40767" y="22288"/>
                  </a:lnTo>
                  <a:lnTo>
                    <a:pt x="42291" y="18669"/>
                  </a:lnTo>
                  <a:lnTo>
                    <a:pt x="48768" y="13621"/>
                  </a:lnTo>
                  <a:lnTo>
                    <a:pt x="60484" y="12192"/>
                  </a:lnTo>
                  <a:lnTo>
                    <a:pt x="64675" y="12859"/>
                  </a:lnTo>
                  <a:lnTo>
                    <a:pt x="67437" y="13525"/>
                  </a:lnTo>
                  <a:lnTo>
                    <a:pt x="95441" y="30480"/>
                  </a:lnTo>
                  <a:lnTo>
                    <a:pt x="102394" y="36957"/>
                  </a:lnTo>
                  <a:lnTo>
                    <a:pt x="102584" y="41338"/>
                  </a:lnTo>
                  <a:lnTo>
                    <a:pt x="104775" y="42196"/>
                  </a:lnTo>
                  <a:lnTo>
                    <a:pt x="110300" y="43244"/>
                  </a:lnTo>
                  <a:lnTo>
                    <a:pt x="121063" y="43434"/>
                  </a:lnTo>
                  <a:lnTo>
                    <a:pt x="144780" y="34004"/>
                  </a:lnTo>
                  <a:lnTo>
                    <a:pt x="145542" y="32956"/>
                  </a:lnTo>
                  <a:lnTo>
                    <a:pt x="179832" y="26575"/>
                  </a:lnTo>
                  <a:lnTo>
                    <a:pt x="267558" y="20574"/>
                  </a:lnTo>
                  <a:lnTo>
                    <a:pt x="289941" y="16288"/>
                  </a:lnTo>
                  <a:lnTo>
                    <a:pt x="312039" y="11716"/>
                  </a:lnTo>
                  <a:lnTo>
                    <a:pt x="321755" y="0"/>
                  </a:lnTo>
                  <a:lnTo>
                    <a:pt x="319564" y="17907"/>
                  </a:lnTo>
                  <a:lnTo>
                    <a:pt x="322326" y="24384"/>
                  </a:lnTo>
                  <a:lnTo>
                    <a:pt x="312515" y="39910"/>
                  </a:lnTo>
                  <a:lnTo>
                    <a:pt x="302895" y="52578"/>
                  </a:lnTo>
                  <a:lnTo>
                    <a:pt x="282893" y="64961"/>
                  </a:lnTo>
                  <a:lnTo>
                    <a:pt x="278987" y="66580"/>
                  </a:lnTo>
                  <a:lnTo>
                    <a:pt x="251746" y="100298"/>
                  </a:lnTo>
                  <a:lnTo>
                    <a:pt x="266414" y="117062"/>
                  </a:lnTo>
                  <a:lnTo>
                    <a:pt x="268034" y="119253"/>
                  </a:lnTo>
                  <a:lnTo>
                    <a:pt x="278130" y="134112"/>
                  </a:lnTo>
                  <a:lnTo>
                    <a:pt x="278511" y="138398"/>
                  </a:lnTo>
                  <a:lnTo>
                    <a:pt x="277559" y="15478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9" name="서울특별시 동작구 상도3동">
              <a:extLst>
                <a:ext uri="{FF2B5EF4-FFF2-40B4-BE49-F238E27FC236}">
                  <a16:creationId xmlns:a16="http://schemas.microsoft.com/office/drawing/2014/main" id="{75C5CCBB-512C-AED8-171B-C0D1ABCA9035}"/>
                </a:ext>
              </a:extLst>
            </p:cNvPr>
            <p:cNvSpPr/>
            <p:nvPr/>
          </p:nvSpPr>
          <p:spPr>
            <a:xfrm>
              <a:off x="5269325" y="4533233"/>
              <a:ext cx="241649" cy="239553"/>
            </a:xfrm>
            <a:custGeom>
              <a:avLst/>
              <a:gdLst>
                <a:gd name="connsiteX0" fmla="*/ 145828 w 241649"/>
                <a:gd name="connsiteY0" fmla="*/ 14859 h 239553"/>
                <a:gd name="connsiteX1" fmla="*/ 65818 w 241649"/>
                <a:gd name="connsiteY1" fmla="*/ 64770 h 239553"/>
                <a:gd name="connsiteX2" fmla="*/ 67056 w 241649"/>
                <a:gd name="connsiteY2" fmla="*/ 66485 h 239553"/>
                <a:gd name="connsiteX3" fmla="*/ 133160 w 241649"/>
                <a:gd name="connsiteY3" fmla="*/ 137446 h 239553"/>
                <a:gd name="connsiteX4" fmla="*/ 149828 w 241649"/>
                <a:gd name="connsiteY4" fmla="*/ 150686 h 239553"/>
                <a:gd name="connsiteX5" fmla="*/ 191738 w 241649"/>
                <a:gd name="connsiteY5" fmla="*/ 183642 h 239553"/>
                <a:gd name="connsiteX6" fmla="*/ 206693 w 241649"/>
                <a:gd name="connsiteY6" fmla="*/ 194501 h 239553"/>
                <a:gd name="connsiteX7" fmla="*/ 241649 w 241649"/>
                <a:gd name="connsiteY7" fmla="*/ 214598 h 239553"/>
                <a:gd name="connsiteX8" fmla="*/ 202978 w 241649"/>
                <a:gd name="connsiteY8" fmla="*/ 239554 h 239553"/>
                <a:gd name="connsiteX9" fmla="*/ 196405 w 241649"/>
                <a:gd name="connsiteY9" fmla="*/ 226695 h 239553"/>
                <a:gd name="connsiteX10" fmla="*/ 141542 w 241649"/>
                <a:gd name="connsiteY10" fmla="*/ 211836 h 239553"/>
                <a:gd name="connsiteX11" fmla="*/ 93154 w 241649"/>
                <a:gd name="connsiteY11" fmla="*/ 200692 h 239553"/>
                <a:gd name="connsiteX12" fmla="*/ 50768 w 241649"/>
                <a:gd name="connsiteY12" fmla="*/ 193453 h 239553"/>
                <a:gd name="connsiteX13" fmla="*/ 28194 w 241649"/>
                <a:gd name="connsiteY13" fmla="*/ 182880 h 239553"/>
                <a:gd name="connsiteX14" fmla="*/ 19431 w 241649"/>
                <a:gd name="connsiteY14" fmla="*/ 158496 h 239553"/>
                <a:gd name="connsiteX15" fmla="*/ 19526 w 241649"/>
                <a:gd name="connsiteY15" fmla="*/ 153257 h 239553"/>
                <a:gd name="connsiteX16" fmla="*/ 20003 w 241649"/>
                <a:gd name="connsiteY16" fmla="*/ 149828 h 239553"/>
                <a:gd name="connsiteX17" fmla="*/ 25146 w 241649"/>
                <a:gd name="connsiteY17" fmla="*/ 128873 h 239553"/>
                <a:gd name="connsiteX18" fmla="*/ 29718 w 241649"/>
                <a:gd name="connsiteY18" fmla="*/ 120110 h 239553"/>
                <a:gd name="connsiteX19" fmla="*/ 33528 w 241649"/>
                <a:gd name="connsiteY19" fmla="*/ 113347 h 239553"/>
                <a:gd name="connsiteX20" fmla="*/ 31813 w 241649"/>
                <a:gd name="connsiteY20" fmla="*/ 113729 h 239553"/>
                <a:gd name="connsiteX21" fmla="*/ 30861 w 241649"/>
                <a:gd name="connsiteY21" fmla="*/ 114014 h 239553"/>
                <a:gd name="connsiteX22" fmla="*/ 28956 w 241649"/>
                <a:gd name="connsiteY22" fmla="*/ 114014 h 239553"/>
                <a:gd name="connsiteX23" fmla="*/ 28099 w 241649"/>
                <a:gd name="connsiteY23" fmla="*/ 114014 h 239553"/>
                <a:gd name="connsiteX24" fmla="*/ 26575 w 241649"/>
                <a:gd name="connsiteY24" fmla="*/ 114014 h 239553"/>
                <a:gd name="connsiteX25" fmla="*/ 25622 w 241649"/>
                <a:gd name="connsiteY25" fmla="*/ 113919 h 239553"/>
                <a:gd name="connsiteX26" fmla="*/ 25337 w 241649"/>
                <a:gd name="connsiteY26" fmla="*/ 113443 h 239553"/>
                <a:gd name="connsiteX27" fmla="*/ 24479 w 241649"/>
                <a:gd name="connsiteY27" fmla="*/ 112871 h 239553"/>
                <a:gd name="connsiteX28" fmla="*/ 23622 w 241649"/>
                <a:gd name="connsiteY28" fmla="*/ 112300 h 239553"/>
                <a:gd name="connsiteX29" fmla="*/ 22288 w 241649"/>
                <a:gd name="connsiteY29" fmla="*/ 111347 h 239553"/>
                <a:gd name="connsiteX30" fmla="*/ 4858 w 241649"/>
                <a:gd name="connsiteY30" fmla="*/ 94679 h 239553"/>
                <a:gd name="connsiteX31" fmla="*/ 13335 w 241649"/>
                <a:gd name="connsiteY31" fmla="*/ 92583 h 239553"/>
                <a:gd name="connsiteX32" fmla="*/ 32861 w 241649"/>
                <a:gd name="connsiteY32" fmla="*/ 83725 h 239553"/>
                <a:gd name="connsiteX33" fmla="*/ 35909 w 241649"/>
                <a:gd name="connsiteY33" fmla="*/ 82201 h 239553"/>
                <a:gd name="connsiteX34" fmla="*/ 37433 w 241649"/>
                <a:gd name="connsiteY34" fmla="*/ 78962 h 239553"/>
                <a:gd name="connsiteX35" fmla="*/ 37147 w 241649"/>
                <a:gd name="connsiteY35" fmla="*/ 77819 h 239553"/>
                <a:gd name="connsiteX36" fmla="*/ 36100 w 241649"/>
                <a:gd name="connsiteY36" fmla="*/ 74771 h 239553"/>
                <a:gd name="connsiteX37" fmla="*/ 32576 w 241649"/>
                <a:gd name="connsiteY37" fmla="*/ 66961 h 239553"/>
                <a:gd name="connsiteX38" fmla="*/ 29146 w 241649"/>
                <a:gd name="connsiteY38" fmla="*/ 64103 h 239553"/>
                <a:gd name="connsiteX39" fmla="*/ 28194 w 241649"/>
                <a:gd name="connsiteY39" fmla="*/ 63341 h 239553"/>
                <a:gd name="connsiteX40" fmla="*/ 18860 w 241649"/>
                <a:gd name="connsiteY40" fmla="*/ 60579 h 239553"/>
                <a:gd name="connsiteX41" fmla="*/ 10478 w 241649"/>
                <a:gd name="connsiteY41" fmla="*/ 59722 h 239553"/>
                <a:gd name="connsiteX42" fmla="*/ 8192 w 241649"/>
                <a:gd name="connsiteY42" fmla="*/ 53245 h 239553"/>
                <a:gd name="connsiteX43" fmla="*/ 191 w 241649"/>
                <a:gd name="connsiteY43" fmla="*/ 20574 h 239553"/>
                <a:gd name="connsiteX44" fmla="*/ 0 w 241649"/>
                <a:gd name="connsiteY44" fmla="*/ 17145 h 239553"/>
                <a:gd name="connsiteX45" fmla="*/ 191 w 241649"/>
                <a:gd name="connsiteY45" fmla="*/ 16097 h 239553"/>
                <a:gd name="connsiteX46" fmla="*/ 476 w 241649"/>
                <a:gd name="connsiteY46" fmla="*/ 14954 h 239553"/>
                <a:gd name="connsiteX47" fmla="*/ 953 w 241649"/>
                <a:gd name="connsiteY47" fmla="*/ 14002 h 239553"/>
                <a:gd name="connsiteX48" fmla="*/ 2286 w 241649"/>
                <a:gd name="connsiteY48" fmla="*/ 12954 h 239553"/>
                <a:gd name="connsiteX49" fmla="*/ 3620 w 241649"/>
                <a:gd name="connsiteY49" fmla="*/ 12287 h 239553"/>
                <a:gd name="connsiteX50" fmla="*/ 5715 w 241649"/>
                <a:gd name="connsiteY50" fmla="*/ 11525 h 239553"/>
                <a:gd name="connsiteX51" fmla="*/ 6477 w 241649"/>
                <a:gd name="connsiteY51" fmla="*/ 11430 h 239553"/>
                <a:gd name="connsiteX52" fmla="*/ 14764 w 241649"/>
                <a:gd name="connsiteY52" fmla="*/ 10478 h 239553"/>
                <a:gd name="connsiteX53" fmla="*/ 20669 w 241649"/>
                <a:gd name="connsiteY53" fmla="*/ 10096 h 239553"/>
                <a:gd name="connsiteX54" fmla="*/ 36100 w 241649"/>
                <a:gd name="connsiteY54" fmla="*/ 9239 h 239553"/>
                <a:gd name="connsiteX55" fmla="*/ 50483 w 241649"/>
                <a:gd name="connsiteY55" fmla="*/ 8287 h 239553"/>
                <a:gd name="connsiteX56" fmla="*/ 67818 w 241649"/>
                <a:gd name="connsiteY56" fmla="*/ 5620 h 239553"/>
                <a:gd name="connsiteX57" fmla="*/ 69913 w 241649"/>
                <a:gd name="connsiteY57" fmla="*/ 4667 h 239553"/>
                <a:gd name="connsiteX58" fmla="*/ 78867 w 241649"/>
                <a:gd name="connsiteY58" fmla="*/ 0 h 239553"/>
                <a:gd name="connsiteX59" fmla="*/ 88106 w 241649"/>
                <a:gd name="connsiteY59" fmla="*/ 8192 h 239553"/>
                <a:gd name="connsiteX60" fmla="*/ 145828 w 241649"/>
                <a:gd name="connsiteY60" fmla="*/ 14859 h 23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649" h="239553">
                  <a:moveTo>
                    <a:pt x="145828" y="14859"/>
                  </a:moveTo>
                  <a:lnTo>
                    <a:pt x="65818" y="64770"/>
                  </a:lnTo>
                  <a:lnTo>
                    <a:pt x="67056" y="66485"/>
                  </a:lnTo>
                  <a:lnTo>
                    <a:pt x="133160" y="137446"/>
                  </a:lnTo>
                  <a:lnTo>
                    <a:pt x="149828" y="150686"/>
                  </a:lnTo>
                  <a:lnTo>
                    <a:pt x="191738" y="183642"/>
                  </a:lnTo>
                  <a:lnTo>
                    <a:pt x="206693" y="194501"/>
                  </a:lnTo>
                  <a:lnTo>
                    <a:pt x="241649" y="214598"/>
                  </a:lnTo>
                  <a:lnTo>
                    <a:pt x="202978" y="239554"/>
                  </a:lnTo>
                  <a:lnTo>
                    <a:pt x="196405" y="226695"/>
                  </a:lnTo>
                  <a:lnTo>
                    <a:pt x="141542" y="211836"/>
                  </a:lnTo>
                  <a:lnTo>
                    <a:pt x="93154" y="200692"/>
                  </a:lnTo>
                  <a:lnTo>
                    <a:pt x="50768" y="193453"/>
                  </a:lnTo>
                  <a:lnTo>
                    <a:pt x="28194" y="182880"/>
                  </a:lnTo>
                  <a:lnTo>
                    <a:pt x="19431" y="158496"/>
                  </a:lnTo>
                  <a:lnTo>
                    <a:pt x="19526" y="153257"/>
                  </a:lnTo>
                  <a:lnTo>
                    <a:pt x="20003" y="149828"/>
                  </a:lnTo>
                  <a:lnTo>
                    <a:pt x="25146" y="128873"/>
                  </a:lnTo>
                  <a:lnTo>
                    <a:pt x="29718" y="120110"/>
                  </a:lnTo>
                  <a:lnTo>
                    <a:pt x="33528" y="113347"/>
                  </a:lnTo>
                  <a:lnTo>
                    <a:pt x="31813" y="113729"/>
                  </a:lnTo>
                  <a:lnTo>
                    <a:pt x="30861" y="114014"/>
                  </a:lnTo>
                  <a:lnTo>
                    <a:pt x="28956" y="114014"/>
                  </a:lnTo>
                  <a:lnTo>
                    <a:pt x="28099" y="114014"/>
                  </a:lnTo>
                  <a:lnTo>
                    <a:pt x="26575" y="114014"/>
                  </a:lnTo>
                  <a:lnTo>
                    <a:pt x="25622" y="113919"/>
                  </a:lnTo>
                  <a:lnTo>
                    <a:pt x="25337" y="113443"/>
                  </a:lnTo>
                  <a:lnTo>
                    <a:pt x="24479" y="112871"/>
                  </a:lnTo>
                  <a:lnTo>
                    <a:pt x="23622" y="112300"/>
                  </a:lnTo>
                  <a:lnTo>
                    <a:pt x="22288" y="111347"/>
                  </a:lnTo>
                  <a:lnTo>
                    <a:pt x="4858" y="94679"/>
                  </a:lnTo>
                  <a:lnTo>
                    <a:pt x="13335" y="92583"/>
                  </a:lnTo>
                  <a:lnTo>
                    <a:pt x="32861" y="83725"/>
                  </a:lnTo>
                  <a:lnTo>
                    <a:pt x="35909" y="82201"/>
                  </a:lnTo>
                  <a:lnTo>
                    <a:pt x="37433" y="78962"/>
                  </a:lnTo>
                  <a:lnTo>
                    <a:pt x="37147" y="77819"/>
                  </a:lnTo>
                  <a:lnTo>
                    <a:pt x="36100" y="74771"/>
                  </a:lnTo>
                  <a:lnTo>
                    <a:pt x="32576" y="66961"/>
                  </a:lnTo>
                  <a:lnTo>
                    <a:pt x="29146" y="64103"/>
                  </a:lnTo>
                  <a:lnTo>
                    <a:pt x="28194" y="63341"/>
                  </a:lnTo>
                  <a:lnTo>
                    <a:pt x="18860" y="60579"/>
                  </a:lnTo>
                  <a:lnTo>
                    <a:pt x="10478" y="59722"/>
                  </a:lnTo>
                  <a:lnTo>
                    <a:pt x="8192" y="53245"/>
                  </a:lnTo>
                  <a:lnTo>
                    <a:pt x="191" y="20574"/>
                  </a:lnTo>
                  <a:lnTo>
                    <a:pt x="0" y="17145"/>
                  </a:lnTo>
                  <a:lnTo>
                    <a:pt x="191" y="16097"/>
                  </a:lnTo>
                  <a:lnTo>
                    <a:pt x="476" y="14954"/>
                  </a:lnTo>
                  <a:lnTo>
                    <a:pt x="953" y="14002"/>
                  </a:lnTo>
                  <a:lnTo>
                    <a:pt x="2286" y="12954"/>
                  </a:lnTo>
                  <a:lnTo>
                    <a:pt x="3620" y="12287"/>
                  </a:lnTo>
                  <a:lnTo>
                    <a:pt x="5715" y="11525"/>
                  </a:lnTo>
                  <a:lnTo>
                    <a:pt x="6477" y="11430"/>
                  </a:lnTo>
                  <a:lnTo>
                    <a:pt x="14764" y="10478"/>
                  </a:lnTo>
                  <a:lnTo>
                    <a:pt x="20669" y="10096"/>
                  </a:lnTo>
                  <a:lnTo>
                    <a:pt x="36100" y="9239"/>
                  </a:lnTo>
                  <a:lnTo>
                    <a:pt x="50483" y="8287"/>
                  </a:lnTo>
                  <a:lnTo>
                    <a:pt x="67818" y="5620"/>
                  </a:lnTo>
                  <a:lnTo>
                    <a:pt x="69913" y="4667"/>
                  </a:lnTo>
                  <a:lnTo>
                    <a:pt x="78867" y="0"/>
                  </a:lnTo>
                  <a:lnTo>
                    <a:pt x="88106" y="8192"/>
                  </a:lnTo>
                  <a:lnTo>
                    <a:pt x="145828" y="148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0" name="서울특별시 동작구 상도4동">
              <a:extLst>
                <a:ext uri="{FF2B5EF4-FFF2-40B4-BE49-F238E27FC236}">
                  <a16:creationId xmlns:a16="http://schemas.microsoft.com/office/drawing/2014/main" id="{6B199758-4804-A904-2442-5F52B6E0733D}"/>
                </a:ext>
              </a:extLst>
            </p:cNvPr>
            <p:cNvSpPr/>
            <p:nvPr/>
          </p:nvSpPr>
          <p:spPr>
            <a:xfrm>
              <a:off x="5335142" y="4548092"/>
              <a:ext cx="296132" cy="202787"/>
            </a:xfrm>
            <a:custGeom>
              <a:avLst/>
              <a:gdLst>
                <a:gd name="connsiteX0" fmla="*/ 288798 w 296132"/>
                <a:gd name="connsiteY0" fmla="*/ 72771 h 202787"/>
                <a:gd name="connsiteX1" fmla="*/ 289941 w 296132"/>
                <a:gd name="connsiteY1" fmla="*/ 73819 h 202787"/>
                <a:gd name="connsiteX2" fmla="*/ 295656 w 296132"/>
                <a:gd name="connsiteY2" fmla="*/ 82010 h 202787"/>
                <a:gd name="connsiteX3" fmla="*/ 296132 w 296132"/>
                <a:gd name="connsiteY3" fmla="*/ 82772 h 202787"/>
                <a:gd name="connsiteX4" fmla="*/ 296132 w 296132"/>
                <a:gd name="connsiteY4" fmla="*/ 85058 h 202787"/>
                <a:gd name="connsiteX5" fmla="*/ 296132 w 296132"/>
                <a:gd name="connsiteY5" fmla="*/ 114205 h 202787"/>
                <a:gd name="connsiteX6" fmla="*/ 296037 w 296132"/>
                <a:gd name="connsiteY6" fmla="*/ 115253 h 202787"/>
                <a:gd name="connsiteX7" fmla="*/ 295942 w 296132"/>
                <a:gd name="connsiteY7" fmla="*/ 116300 h 202787"/>
                <a:gd name="connsiteX8" fmla="*/ 288322 w 296132"/>
                <a:gd name="connsiteY8" fmla="*/ 130397 h 202787"/>
                <a:gd name="connsiteX9" fmla="*/ 280035 w 296132"/>
                <a:gd name="connsiteY9" fmla="*/ 169736 h 202787"/>
                <a:gd name="connsiteX10" fmla="*/ 207454 w 296132"/>
                <a:gd name="connsiteY10" fmla="*/ 202787 h 202787"/>
                <a:gd name="connsiteX11" fmla="*/ 197263 w 296132"/>
                <a:gd name="connsiteY11" fmla="*/ 200025 h 202787"/>
                <a:gd name="connsiteX12" fmla="*/ 175831 w 296132"/>
                <a:gd name="connsiteY12" fmla="*/ 199739 h 202787"/>
                <a:gd name="connsiteX13" fmla="*/ 140875 w 296132"/>
                <a:gd name="connsiteY13" fmla="*/ 179642 h 202787"/>
                <a:gd name="connsiteX14" fmla="*/ 125921 w 296132"/>
                <a:gd name="connsiteY14" fmla="*/ 168783 h 202787"/>
                <a:gd name="connsiteX15" fmla="*/ 84011 w 296132"/>
                <a:gd name="connsiteY15" fmla="*/ 135827 h 202787"/>
                <a:gd name="connsiteX16" fmla="*/ 67342 w 296132"/>
                <a:gd name="connsiteY16" fmla="*/ 122587 h 202787"/>
                <a:gd name="connsiteX17" fmla="*/ 1238 w 296132"/>
                <a:gd name="connsiteY17" fmla="*/ 51626 h 202787"/>
                <a:gd name="connsiteX18" fmla="*/ 0 w 296132"/>
                <a:gd name="connsiteY18" fmla="*/ 49911 h 202787"/>
                <a:gd name="connsiteX19" fmla="*/ 80010 w 296132"/>
                <a:gd name="connsiteY19" fmla="*/ 0 h 202787"/>
                <a:gd name="connsiteX20" fmla="*/ 142018 w 296132"/>
                <a:gd name="connsiteY20" fmla="*/ 50959 h 202787"/>
                <a:gd name="connsiteX21" fmla="*/ 288798 w 296132"/>
                <a:gd name="connsiteY21" fmla="*/ 72771 h 20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6132" h="202787">
                  <a:moveTo>
                    <a:pt x="288798" y="72771"/>
                  </a:moveTo>
                  <a:lnTo>
                    <a:pt x="289941" y="73819"/>
                  </a:lnTo>
                  <a:lnTo>
                    <a:pt x="295656" y="82010"/>
                  </a:lnTo>
                  <a:lnTo>
                    <a:pt x="296132" y="82772"/>
                  </a:lnTo>
                  <a:lnTo>
                    <a:pt x="296132" y="85058"/>
                  </a:lnTo>
                  <a:lnTo>
                    <a:pt x="296132" y="114205"/>
                  </a:lnTo>
                  <a:lnTo>
                    <a:pt x="296037" y="115253"/>
                  </a:lnTo>
                  <a:lnTo>
                    <a:pt x="295942" y="116300"/>
                  </a:lnTo>
                  <a:lnTo>
                    <a:pt x="288322" y="130397"/>
                  </a:lnTo>
                  <a:lnTo>
                    <a:pt x="280035" y="169736"/>
                  </a:lnTo>
                  <a:lnTo>
                    <a:pt x="207454" y="202787"/>
                  </a:lnTo>
                  <a:lnTo>
                    <a:pt x="197263" y="200025"/>
                  </a:lnTo>
                  <a:lnTo>
                    <a:pt x="175831" y="199739"/>
                  </a:lnTo>
                  <a:lnTo>
                    <a:pt x="140875" y="179642"/>
                  </a:lnTo>
                  <a:lnTo>
                    <a:pt x="125921" y="168783"/>
                  </a:lnTo>
                  <a:lnTo>
                    <a:pt x="84011" y="135827"/>
                  </a:lnTo>
                  <a:lnTo>
                    <a:pt x="67342" y="122587"/>
                  </a:lnTo>
                  <a:lnTo>
                    <a:pt x="1238" y="51626"/>
                  </a:lnTo>
                  <a:lnTo>
                    <a:pt x="0" y="49911"/>
                  </a:lnTo>
                  <a:lnTo>
                    <a:pt x="80010" y="0"/>
                  </a:lnTo>
                  <a:lnTo>
                    <a:pt x="142018" y="50959"/>
                  </a:lnTo>
                  <a:lnTo>
                    <a:pt x="288798" y="7277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1" name="서울특별시 동작구 사당1동">
              <a:extLst>
                <a:ext uri="{FF2B5EF4-FFF2-40B4-BE49-F238E27FC236}">
                  <a16:creationId xmlns:a16="http://schemas.microsoft.com/office/drawing/2014/main" id="{AB9B10FE-2580-F0A0-6204-A7D26C7FCC10}"/>
                </a:ext>
              </a:extLst>
            </p:cNvPr>
            <p:cNvSpPr/>
            <p:nvPr/>
          </p:nvSpPr>
          <p:spPr>
            <a:xfrm>
              <a:off x="6028372" y="4881943"/>
              <a:ext cx="215455" cy="172021"/>
            </a:xfrm>
            <a:custGeom>
              <a:avLst/>
              <a:gdLst>
                <a:gd name="connsiteX0" fmla="*/ 215455 w 215455"/>
                <a:gd name="connsiteY0" fmla="*/ 857 h 172021"/>
                <a:gd name="connsiteX1" fmla="*/ 210693 w 215455"/>
                <a:gd name="connsiteY1" fmla="*/ 77343 h 172021"/>
                <a:gd name="connsiteX2" fmla="*/ 207169 w 215455"/>
                <a:gd name="connsiteY2" fmla="*/ 139637 h 172021"/>
                <a:gd name="connsiteX3" fmla="*/ 209169 w 215455"/>
                <a:gd name="connsiteY3" fmla="*/ 153924 h 172021"/>
                <a:gd name="connsiteX4" fmla="*/ 166878 w 215455"/>
                <a:gd name="connsiteY4" fmla="*/ 149257 h 172021"/>
                <a:gd name="connsiteX5" fmla="*/ 128492 w 215455"/>
                <a:gd name="connsiteY5" fmla="*/ 150019 h 172021"/>
                <a:gd name="connsiteX6" fmla="*/ 122111 w 215455"/>
                <a:gd name="connsiteY6" fmla="*/ 150114 h 172021"/>
                <a:gd name="connsiteX7" fmla="*/ 90011 w 215455"/>
                <a:gd name="connsiteY7" fmla="*/ 154972 h 172021"/>
                <a:gd name="connsiteX8" fmla="*/ 86201 w 215455"/>
                <a:gd name="connsiteY8" fmla="*/ 155543 h 172021"/>
                <a:gd name="connsiteX9" fmla="*/ 84201 w 215455"/>
                <a:gd name="connsiteY9" fmla="*/ 155924 h 172021"/>
                <a:gd name="connsiteX10" fmla="*/ 59150 w 215455"/>
                <a:gd name="connsiteY10" fmla="*/ 160401 h 172021"/>
                <a:gd name="connsiteX11" fmla="*/ 45625 w 215455"/>
                <a:gd name="connsiteY11" fmla="*/ 162782 h 172021"/>
                <a:gd name="connsiteX12" fmla="*/ 39529 w 215455"/>
                <a:gd name="connsiteY12" fmla="*/ 163925 h 172021"/>
                <a:gd name="connsiteX13" fmla="*/ 32290 w 215455"/>
                <a:gd name="connsiteY13" fmla="*/ 165640 h 172021"/>
                <a:gd name="connsiteX14" fmla="*/ 24194 w 215455"/>
                <a:gd name="connsiteY14" fmla="*/ 167545 h 172021"/>
                <a:gd name="connsiteX15" fmla="*/ 13811 w 215455"/>
                <a:gd name="connsiteY15" fmla="*/ 170021 h 172021"/>
                <a:gd name="connsiteX16" fmla="*/ 5525 w 215455"/>
                <a:gd name="connsiteY16" fmla="*/ 172021 h 172021"/>
                <a:gd name="connsiteX17" fmla="*/ 0 w 215455"/>
                <a:gd name="connsiteY17" fmla="*/ 149162 h 172021"/>
                <a:gd name="connsiteX18" fmla="*/ 13906 w 215455"/>
                <a:gd name="connsiteY18" fmla="*/ 136207 h 172021"/>
                <a:gd name="connsiteX19" fmla="*/ 75152 w 215455"/>
                <a:gd name="connsiteY19" fmla="*/ 80105 h 172021"/>
                <a:gd name="connsiteX20" fmla="*/ 82105 w 215455"/>
                <a:gd name="connsiteY20" fmla="*/ 80486 h 172021"/>
                <a:gd name="connsiteX21" fmla="*/ 98012 w 215455"/>
                <a:gd name="connsiteY21" fmla="*/ 60770 h 172021"/>
                <a:gd name="connsiteX22" fmla="*/ 99441 w 215455"/>
                <a:gd name="connsiteY22" fmla="*/ 48387 h 172021"/>
                <a:gd name="connsiteX23" fmla="*/ 99727 w 215455"/>
                <a:gd name="connsiteY23" fmla="*/ 28384 h 172021"/>
                <a:gd name="connsiteX24" fmla="*/ 162973 w 215455"/>
                <a:gd name="connsiteY24" fmla="*/ 8382 h 172021"/>
                <a:gd name="connsiteX25" fmla="*/ 210407 w 215455"/>
                <a:gd name="connsiteY25" fmla="*/ 0 h 172021"/>
                <a:gd name="connsiteX26" fmla="*/ 215455 w 215455"/>
                <a:gd name="connsiteY26" fmla="*/ 857 h 17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5455" h="172021">
                  <a:moveTo>
                    <a:pt x="215455" y="857"/>
                  </a:moveTo>
                  <a:lnTo>
                    <a:pt x="210693" y="77343"/>
                  </a:lnTo>
                  <a:lnTo>
                    <a:pt x="207169" y="139637"/>
                  </a:lnTo>
                  <a:lnTo>
                    <a:pt x="209169" y="153924"/>
                  </a:lnTo>
                  <a:lnTo>
                    <a:pt x="166878" y="149257"/>
                  </a:lnTo>
                  <a:lnTo>
                    <a:pt x="128492" y="150019"/>
                  </a:lnTo>
                  <a:lnTo>
                    <a:pt x="122111" y="150114"/>
                  </a:lnTo>
                  <a:lnTo>
                    <a:pt x="90011" y="154972"/>
                  </a:lnTo>
                  <a:lnTo>
                    <a:pt x="86201" y="155543"/>
                  </a:lnTo>
                  <a:lnTo>
                    <a:pt x="84201" y="155924"/>
                  </a:lnTo>
                  <a:lnTo>
                    <a:pt x="59150" y="160401"/>
                  </a:lnTo>
                  <a:lnTo>
                    <a:pt x="45625" y="162782"/>
                  </a:lnTo>
                  <a:lnTo>
                    <a:pt x="39529" y="163925"/>
                  </a:lnTo>
                  <a:lnTo>
                    <a:pt x="32290" y="165640"/>
                  </a:lnTo>
                  <a:lnTo>
                    <a:pt x="24194" y="167545"/>
                  </a:lnTo>
                  <a:lnTo>
                    <a:pt x="13811" y="170021"/>
                  </a:lnTo>
                  <a:lnTo>
                    <a:pt x="5525" y="172021"/>
                  </a:lnTo>
                  <a:lnTo>
                    <a:pt x="0" y="149162"/>
                  </a:lnTo>
                  <a:lnTo>
                    <a:pt x="13906" y="136207"/>
                  </a:lnTo>
                  <a:lnTo>
                    <a:pt x="75152" y="80105"/>
                  </a:lnTo>
                  <a:lnTo>
                    <a:pt x="82105" y="80486"/>
                  </a:lnTo>
                  <a:lnTo>
                    <a:pt x="98012" y="60770"/>
                  </a:lnTo>
                  <a:lnTo>
                    <a:pt x="99441" y="48387"/>
                  </a:lnTo>
                  <a:lnTo>
                    <a:pt x="99727" y="28384"/>
                  </a:lnTo>
                  <a:lnTo>
                    <a:pt x="162973" y="8382"/>
                  </a:lnTo>
                  <a:lnTo>
                    <a:pt x="210407" y="0"/>
                  </a:lnTo>
                  <a:lnTo>
                    <a:pt x="215455" y="85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2" name="서울특별시 동작구 사당3동">
              <a:extLst>
                <a:ext uri="{FF2B5EF4-FFF2-40B4-BE49-F238E27FC236}">
                  <a16:creationId xmlns:a16="http://schemas.microsoft.com/office/drawing/2014/main" id="{BE9BAA14-E7EF-6A3B-B15C-F0517BC8B209}"/>
                </a:ext>
              </a:extLst>
            </p:cNvPr>
            <p:cNvSpPr/>
            <p:nvPr/>
          </p:nvSpPr>
          <p:spPr>
            <a:xfrm>
              <a:off x="5884164" y="4706111"/>
              <a:ext cx="307181" cy="204216"/>
            </a:xfrm>
            <a:custGeom>
              <a:avLst/>
              <a:gdLst>
                <a:gd name="connsiteX0" fmla="*/ 307181 w 307181"/>
                <a:gd name="connsiteY0" fmla="*/ 184214 h 204216"/>
                <a:gd name="connsiteX1" fmla="*/ 243935 w 307181"/>
                <a:gd name="connsiteY1" fmla="*/ 204216 h 204216"/>
                <a:gd name="connsiteX2" fmla="*/ 223552 w 307181"/>
                <a:gd name="connsiteY2" fmla="*/ 204216 h 204216"/>
                <a:gd name="connsiteX3" fmla="*/ 156115 w 307181"/>
                <a:gd name="connsiteY3" fmla="*/ 177165 h 204216"/>
                <a:gd name="connsiteX4" fmla="*/ 141541 w 307181"/>
                <a:gd name="connsiteY4" fmla="*/ 171736 h 204216"/>
                <a:gd name="connsiteX5" fmla="*/ 140875 w 307181"/>
                <a:gd name="connsiteY5" fmla="*/ 171260 h 204216"/>
                <a:gd name="connsiteX6" fmla="*/ 140398 w 307181"/>
                <a:gd name="connsiteY6" fmla="*/ 170879 h 204216"/>
                <a:gd name="connsiteX7" fmla="*/ 130683 w 307181"/>
                <a:gd name="connsiteY7" fmla="*/ 163925 h 204216"/>
                <a:gd name="connsiteX8" fmla="*/ 89059 w 307181"/>
                <a:gd name="connsiteY8" fmla="*/ 130302 h 204216"/>
                <a:gd name="connsiteX9" fmla="*/ 82487 w 307181"/>
                <a:gd name="connsiteY9" fmla="*/ 124968 h 204216"/>
                <a:gd name="connsiteX10" fmla="*/ 74962 w 307181"/>
                <a:gd name="connsiteY10" fmla="*/ 118682 h 204216"/>
                <a:gd name="connsiteX11" fmla="*/ 20574 w 307181"/>
                <a:gd name="connsiteY11" fmla="*/ 41243 h 204216"/>
                <a:gd name="connsiteX12" fmla="*/ 0 w 307181"/>
                <a:gd name="connsiteY12" fmla="*/ 7239 h 204216"/>
                <a:gd name="connsiteX13" fmla="*/ 13525 w 307181"/>
                <a:gd name="connsiteY13" fmla="*/ 0 h 204216"/>
                <a:gd name="connsiteX14" fmla="*/ 50863 w 307181"/>
                <a:gd name="connsiteY14" fmla="*/ 24384 h 204216"/>
                <a:gd name="connsiteX15" fmla="*/ 65627 w 307181"/>
                <a:gd name="connsiteY15" fmla="*/ 19336 h 204216"/>
                <a:gd name="connsiteX16" fmla="*/ 66675 w 307181"/>
                <a:gd name="connsiteY16" fmla="*/ 19050 h 204216"/>
                <a:gd name="connsiteX17" fmla="*/ 68675 w 307181"/>
                <a:gd name="connsiteY17" fmla="*/ 18479 h 204216"/>
                <a:gd name="connsiteX18" fmla="*/ 85154 w 307181"/>
                <a:gd name="connsiteY18" fmla="*/ 14669 h 204216"/>
                <a:gd name="connsiteX19" fmla="*/ 97822 w 307181"/>
                <a:gd name="connsiteY19" fmla="*/ 12097 h 204216"/>
                <a:gd name="connsiteX20" fmla="*/ 105632 w 307181"/>
                <a:gd name="connsiteY20" fmla="*/ 10763 h 204216"/>
                <a:gd name="connsiteX21" fmla="*/ 184499 w 307181"/>
                <a:gd name="connsiteY21" fmla="*/ 23336 h 204216"/>
                <a:gd name="connsiteX22" fmla="*/ 188500 w 307181"/>
                <a:gd name="connsiteY22" fmla="*/ 32480 h 204216"/>
                <a:gd name="connsiteX23" fmla="*/ 189833 w 307181"/>
                <a:gd name="connsiteY23" fmla="*/ 52292 h 204216"/>
                <a:gd name="connsiteX24" fmla="*/ 206502 w 307181"/>
                <a:gd name="connsiteY24" fmla="*/ 76200 h 204216"/>
                <a:gd name="connsiteX25" fmla="*/ 244507 w 307181"/>
                <a:gd name="connsiteY25" fmla="*/ 118015 h 204216"/>
                <a:gd name="connsiteX26" fmla="*/ 258604 w 307181"/>
                <a:gd name="connsiteY26" fmla="*/ 132588 h 204216"/>
                <a:gd name="connsiteX27" fmla="*/ 260890 w 307181"/>
                <a:gd name="connsiteY27" fmla="*/ 134398 h 204216"/>
                <a:gd name="connsiteX28" fmla="*/ 262604 w 307181"/>
                <a:gd name="connsiteY28" fmla="*/ 135350 h 204216"/>
                <a:gd name="connsiteX29" fmla="*/ 286131 w 307181"/>
                <a:gd name="connsiteY29" fmla="*/ 141161 h 204216"/>
                <a:gd name="connsiteX30" fmla="*/ 296418 w 307181"/>
                <a:gd name="connsiteY30" fmla="*/ 141256 h 204216"/>
                <a:gd name="connsiteX31" fmla="*/ 307181 w 307181"/>
                <a:gd name="connsiteY31" fmla="*/ 184214 h 20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7181" h="204216">
                  <a:moveTo>
                    <a:pt x="307181" y="184214"/>
                  </a:moveTo>
                  <a:lnTo>
                    <a:pt x="243935" y="204216"/>
                  </a:lnTo>
                  <a:lnTo>
                    <a:pt x="223552" y="204216"/>
                  </a:lnTo>
                  <a:lnTo>
                    <a:pt x="156115" y="177165"/>
                  </a:lnTo>
                  <a:lnTo>
                    <a:pt x="141541" y="171736"/>
                  </a:lnTo>
                  <a:lnTo>
                    <a:pt x="140875" y="171260"/>
                  </a:lnTo>
                  <a:lnTo>
                    <a:pt x="140398" y="170879"/>
                  </a:lnTo>
                  <a:lnTo>
                    <a:pt x="130683" y="163925"/>
                  </a:lnTo>
                  <a:lnTo>
                    <a:pt x="89059" y="130302"/>
                  </a:lnTo>
                  <a:lnTo>
                    <a:pt x="82487" y="124968"/>
                  </a:lnTo>
                  <a:lnTo>
                    <a:pt x="74962" y="118682"/>
                  </a:lnTo>
                  <a:lnTo>
                    <a:pt x="20574" y="41243"/>
                  </a:lnTo>
                  <a:lnTo>
                    <a:pt x="0" y="7239"/>
                  </a:lnTo>
                  <a:lnTo>
                    <a:pt x="13525" y="0"/>
                  </a:lnTo>
                  <a:lnTo>
                    <a:pt x="50863" y="24384"/>
                  </a:lnTo>
                  <a:lnTo>
                    <a:pt x="65627" y="19336"/>
                  </a:lnTo>
                  <a:lnTo>
                    <a:pt x="66675" y="19050"/>
                  </a:lnTo>
                  <a:lnTo>
                    <a:pt x="68675" y="18479"/>
                  </a:lnTo>
                  <a:lnTo>
                    <a:pt x="85154" y="14669"/>
                  </a:lnTo>
                  <a:lnTo>
                    <a:pt x="97822" y="12097"/>
                  </a:lnTo>
                  <a:lnTo>
                    <a:pt x="105632" y="10763"/>
                  </a:lnTo>
                  <a:lnTo>
                    <a:pt x="184499" y="23336"/>
                  </a:lnTo>
                  <a:lnTo>
                    <a:pt x="188500" y="32480"/>
                  </a:lnTo>
                  <a:lnTo>
                    <a:pt x="189833" y="52292"/>
                  </a:lnTo>
                  <a:lnTo>
                    <a:pt x="206502" y="76200"/>
                  </a:lnTo>
                  <a:lnTo>
                    <a:pt x="244507" y="118015"/>
                  </a:lnTo>
                  <a:lnTo>
                    <a:pt x="258604" y="132588"/>
                  </a:lnTo>
                  <a:lnTo>
                    <a:pt x="260890" y="134398"/>
                  </a:lnTo>
                  <a:lnTo>
                    <a:pt x="262604" y="135350"/>
                  </a:lnTo>
                  <a:lnTo>
                    <a:pt x="286131" y="141161"/>
                  </a:lnTo>
                  <a:lnTo>
                    <a:pt x="296418" y="141256"/>
                  </a:lnTo>
                  <a:lnTo>
                    <a:pt x="307181" y="18421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3" name="서울특별시 동작구 사당4동">
              <a:extLst>
                <a:ext uri="{FF2B5EF4-FFF2-40B4-BE49-F238E27FC236}">
                  <a16:creationId xmlns:a16="http://schemas.microsoft.com/office/drawing/2014/main" id="{47383BD1-C997-E4F1-53B0-7A983F130369}"/>
                </a:ext>
              </a:extLst>
            </p:cNvPr>
            <p:cNvSpPr/>
            <p:nvPr/>
          </p:nvSpPr>
          <p:spPr>
            <a:xfrm>
              <a:off x="5940171" y="4883276"/>
              <a:ext cx="187928" cy="147828"/>
            </a:xfrm>
            <a:custGeom>
              <a:avLst/>
              <a:gdLst>
                <a:gd name="connsiteX0" fmla="*/ 187928 w 187928"/>
                <a:gd name="connsiteY0" fmla="*/ 27051 h 147828"/>
                <a:gd name="connsiteX1" fmla="*/ 187642 w 187928"/>
                <a:gd name="connsiteY1" fmla="*/ 47054 h 147828"/>
                <a:gd name="connsiteX2" fmla="*/ 186214 w 187928"/>
                <a:gd name="connsiteY2" fmla="*/ 59436 h 147828"/>
                <a:gd name="connsiteX3" fmla="*/ 170307 w 187928"/>
                <a:gd name="connsiteY3" fmla="*/ 79153 h 147828"/>
                <a:gd name="connsiteX4" fmla="*/ 163354 w 187928"/>
                <a:gd name="connsiteY4" fmla="*/ 78772 h 147828"/>
                <a:gd name="connsiteX5" fmla="*/ 102108 w 187928"/>
                <a:gd name="connsiteY5" fmla="*/ 134874 h 147828"/>
                <a:gd name="connsiteX6" fmla="*/ 88201 w 187928"/>
                <a:gd name="connsiteY6" fmla="*/ 147828 h 147828"/>
                <a:gd name="connsiteX7" fmla="*/ 80581 w 187928"/>
                <a:gd name="connsiteY7" fmla="*/ 147733 h 147828"/>
                <a:gd name="connsiteX8" fmla="*/ 77438 w 187928"/>
                <a:gd name="connsiteY8" fmla="*/ 147638 h 147828"/>
                <a:gd name="connsiteX9" fmla="*/ 63151 w 187928"/>
                <a:gd name="connsiteY9" fmla="*/ 147352 h 147828"/>
                <a:gd name="connsiteX10" fmla="*/ 52483 w 187928"/>
                <a:gd name="connsiteY10" fmla="*/ 135541 h 147828"/>
                <a:gd name="connsiteX11" fmla="*/ 45244 w 187928"/>
                <a:gd name="connsiteY11" fmla="*/ 126683 h 147828"/>
                <a:gd name="connsiteX12" fmla="*/ 27241 w 187928"/>
                <a:gd name="connsiteY12" fmla="*/ 112395 h 147828"/>
                <a:gd name="connsiteX13" fmla="*/ 10382 w 187928"/>
                <a:gd name="connsiteY13" fmla="*/ 100775 h 147828"/>
                <a:gd name="connsiteX14" fmla="*/ 0 w 187928"/>
                <a:gd name="connsiteY14" fmla="*/ 94583 h 147828"/>
                <a:gd name="connsiteX15" fmla="*/ 1143 w 187928"/>
                <a:gd name="connsiteY15" fmla="*/ 92869 h 147828"/>
                <a:gd name="connsiteX16" fmla="*/ 3238 w 187928"/>
                <a:gd name="connsiteY16" fmla="*/ 89726 h 147828"/>
                <a:gd name="connsiteX17" fmla="*/ 31337 w 187928"/>
                <a:gd name="connsiteY17" fmla="*/ 61913 h 147828"/>
                <a:gd name="connsiteX18" fmla="*/ 56388 w 187928"/>
                <a:gd name="connsiteY18" fmla="*/ 50197 h 147828"/>
                <a:gd name="connsiteX19" fmla="*/ 58293 w 187928"/>
                <a:gd name="connsiteY19" fmla="*/ 49816 h 147828"/>
                <a:gd name="connsiteX20" fmla="*/ 66865 w 187928"/>
                <a:gd name="connsiteY20" fmla="*/ 48578 h 147828"/>
                <a:gd name="connsiteX21" fmla="*/ 78676 w 187928"/>
                <a:gd name="connsiteY21" fmla="*/ 48196 h 147828"/>
                <a:gd name="connsiteX22" fmla="*/ 104299 w 187928"/>
                <a:gd name="connsiteY22" fmla="*/ 5525 h 147828"/>
                <a:gd name="connsiteX23" fmla="*/ 100108 w 187928"/>
                <a:gd name="connsiteY23" fmla="*/ 0 h 147828"/>
                <a:gd name="connsiteX24" fmla="*/ 167545 w 187928"/>
                <a:gd name="connsiteY24" fmla="*/ 27051 h 147828"/>
                <a:gd name="connsiteX25" fmla="*/ 187928 w 187928"/>
                <a:gd name="connsiteY25" fmla="*/ 27051 h 147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928" h="147828">
                  <a:moveTo>
                    <a:pt x="187928" y="27051"/>
                  </a:moveTo>
                  <a:lnTo>
                    <a:pt x="187642" y="47054"/>
                  </a:lnTo>
                  <a:lnTo>
                    <a:pt x="186214" y="59436"/>
                  </a:lnTo>
                  <a:lnTo>
                    <a:pt x="170307" y="79153"/>
                  </a:lnTo>
                  <a:lnTo>
                    <a:pt x="163354" y="78772"/>
                  </a:lnTo>
                  <a:lnTo>
                    <a:pt x="102108" y="134874"/>
                  </a:lnTo>
                  <a:lnTo>
                    <a:pt x="88201" y="147828"/>
                  </a:lnTo>
                  <a:lnTo>
                    <a:pt x="80581" y="147733"/>
                  </a:lnTo>
                  <a:lnTo>
                    <a:pt x="77438" y="147638"/>
                  </a:lnTo>
                  <a:lnTo>
                    <a:pt x="63151" y="147352"/>
                  </a:lnTo>
                  <a:lnTo>
                    <a:pt x="52483" y="135541"/>
                  </a:lnTo>
                  <a:lnTo>
                    <a:pt x="45244" y="126683"/>
                  </a:lnTo>
                  <a:lnTo>
                    <a:pt x="27241" y="112395"/>
                  </a:lnTo>
                  <a:lnTo>
                    <a:pt x="10382" y="100775"/>
                  </a:lnTo>
                  <a:lnTo>
                    <a:pt x="0" y="94583"/>
                  </a:lnTo>
                  <a:lnTo>
                    <a:pt x="1143" y="92869"/>
                  </a:lnTo>
                  <a:lnTo>
                    <a:pt x="3238" y="89726"/>
                  </a:lnTo>
                  <a:lnTo>
                    <a:pt x="31337" y="61913"/>
                  </a:lnTo>
                  <a:lnTo>
                    <a:pt x="56388" y="50197"/>
                  </a:lnTo>
                  <a:lnTo>
                    <a:pt x="58293" y="49816"/>
                  </a:lnTo>
                  <a:lnTo>
                    <a:pt x="66865" y="48578"/>
                  </a:lnTo>
                  <a:lnTo>
                    <a:pt x="78676" y="48196"/>
                  </a:lnTo>
                  <a:lnTo>
                    <a:pt x="104299" y="5525"/>
                  </a:lnTo>
                  <a:lnTo>
                    <a:pt x="100108" y="0"/>
                  </a:lnTo>
                  <a:lnTo>
                    <a:pt x="167545" y="27051"/>
                  </a:lnTo>
                  <a:lnTo>
                    <a:pt x="187928" y="2705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634" name="서울특별시 동작구 사당5동">
              <a:extLst>
                <a:ext uri="{FF2B5EF4-FFF2-40B4-BE49-F238E27FC236}">
                  <a16:creationId xmlns:a16="http://schemas.microsoft.com/office/drawing/2014/main" id="{92BEEBCE-C4ED-6603-80C9-22D85EAD35EB}"/>
                </a:ext>
              </a:extLst>
            </p:cNvPr>
            <p:cNvSpPr/>
            <p:nvPr/>
          </p:nvSpPr>
          <p:spPr>
            <a:xfrm>
              <a:off x="5863113" y="4713350"/>
              <a:ext cx="181356" cy="264509"/>
            </a:xfrm>
            <a:custGeom>
              <a:avLst/>
              <a:gdLst>
                <a:gd name="connsiteX0" fmla="*/ 177165 w 181356"/>
                <a:gd name="connsiteY0" fmla="*/ 169926 h 264509"/>
                <a:gd name="connsiteX1" fmla="*/ 181356 w 181356"/>
                <a:gd name="connsiteY1" fmla="*/ 175451 h 264509"/>
                <a:gd name="connsiteX2" fmla="*/ 155734 w 181356"/>
                <a:gd name="connsiteY2" fmla="*/ 218122 h 264509"/>
                <a:gd name="connsiteX3" fmla="*/ 143923 w 181356"/>
                <a:gd name="connsiteY3" fmla="*/ 218504 h 264509"/>
                <a:gd name="connsiteX4" fmla="*/ 135350 w 181356"/>
                <a:gd name="connsiteY4" fmla="*/ 219742 h 264509"/>
                <a:gd name="connsiteX5" fmla="*/ 133445 w 181356"/>
                <a:gd name="connsiteY5" fmla="*/ 220123 h 264509"/>
                <a:gd name="connsiteX6" fmla="*/ 108395 w 181356"/>
                <a:gd name="connsiteY6" fmla="*/ 231838 h 264509"/>
                <a:gd name="connsiteX7" fmla="*/ 80296 w 181356"/>
                <a:gd name="connsiteY7" fmla="*/ 259652 h 264509"/>
                <a:gd name="connsiteX8" fmla="*/ 78200 w 181356"/>
                <a:gd name="connsiteY8" fmla="*/ 262795 h 264509"/>
                <a:gd name="connsiteX9" fmla="*/ 77058 w 181356"/>
                <a:gd name="connsiteY9" fmla="*/ 264509 h 264509"/>
                <a:gd name="connsiteX10" fmla="*/ 61151 w 181356"/>
                <a:gd name="connsiteY10" fmla="*/ 252698 h 264509"/>
                <a:gd name="connsiteX11" fmla="*/ 5048 w 181356"/>
                <a:gd name="connsiteY11" fmla="*/ 193453 h 264509"/>
                <a:gd name="connsiteX12" fmla="*/ 5620 w 181356"/>
                <a:gd name="connsiteY12" fmla="*/ 189357 h 264509"/>
                <a:gd name="connsiteX13" fmla="*/ 5715 w 181356"/>
                <a:gd name="connsiteY13" fmla="*/ 188404 h 264509"/>
                <a:gd name="connsiteX14" fmla="*/ 5906 w 181356"/>
                <a:gd name="connsiteY14" fmla="*/ 187928 h 264509"/>
                <a:gd name="connsiteX15" fmla="*/ 6096 w 181356"/>
                <a:gd name="connsiteY15" fmla="*/ 187357 h 264509"/>
                <a:gd name="connsiteX16" fmla="*/ 19526 w 181356"/>
                <a:gd name="connsiteY16" fmla="*/ 161639 h 264509"/>
                <a:gd name="connsiteX17" fmla="*/ 19431 w 181356"/>
                <a:gd name="connsiteY17" fmla="*/ 139255 h 264509"/>
                <a:gd name="connsiteX18" fmla="*/ 18098 w 181356"/>
                <a:gd name="connsiteY18" fmla="*/ 124396 h 264509"/>
                <a:gd name="connsiteX19" fmla="*/ 0 w 181356"/>
                <a:gd name="connsiteY19" fmla="*/ 54864 h 264509"/>
                <a:gd name="connsiteX20" fmla="*/ 3239 w 181356"/>
                <a:gd name="connsiteY20" fmla="*/ 31242 h 264509"/>
                <a:gd name="connsiteX21" fmla="*/ 3048 w 181356"/>
                <a:gd name="connsiteY21" fmla="*/ 28956 h 264509"/>
                <a:gd name="connsiteX22" fmla="*/ 21050 w 181356"/>
                <a:gd name="connsiteY22" fmla="*/ 0 h 264509"/>
                <a:gd name="connsiteX23" fmla="*/ 41624 w 181356"/>
                <a:gd name="connsiteY23" fmla="*/ 34004 h 264509"/>
                <a:gd name="connsiteX24" fmla="*/ 96012 w 181356"/>
                <a:gd name="connsiteY24" fmla="*/ 111443 h 264509"/>
                <a:gd name="connsiteX25" fmla="*/ 103537 w 181356"/>
                <a:gd name="connsiteY25" fmla="*/ 117729 h 264509"/>
                <a:gd name="connsiteX26" fmla="*/ 110109 w 181356"/>
                <a:gd name="connsiteY26" fmla="*/ 123063 h 264509"/>
                <a:gd name="connsiteX27" fmla="*/ 151733 w 181356"/>
                <a:gd name="connsiteY27" fmla="*/ 156686 h 264509"/>
                <a:gd name="connsiteX28" fmla="*/ 161449 w 181356"/>
                <a:gd name="connsiteY28" fmla="*/ 163639 h 264509"/>
                <a:gd name="connsiteX29" fmla="*/ 161925 w 181356"/>
                <a:gd name="connsiteY29" fmla="*/ 164021 h 264509"/>
                <a:gd name="connsiteX30" fmla="*/ 162592 w 181356"/>
                <a:gd name="connsiteY30" fmla="*/ 164497 h 264509"/>
                <a:gd name="connsiteX31" fmla="*/ 177165 w 181356"/>
                <a:gd name="connsiteY31" fmla="*/ 169926 h 26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1356" h="264509">
                  <a:moveTo>
                    <a:pt x="177165" y="169926"/>
                  </a:moveTo>
                  <a:lnTo>
                    <a:pt x="181356" y="175451"/>
                  </a:lnTo>
                  <a:lnTo>
                    <a:pt x="155734" y="218122"/>
                  </a:lnTo>
                  <a:lnTo>
                    <a:pt x="143923" y="218504"/>
                  </a:lnTo>
                  <a:lnTo>
                    <a:pt x="135350" y="219742"/>
                  </a:lnTo>
                  <a:lnTo>
                    <a:pt x="133445" y="220123"/>
                  </a:lnTo>
                  <a:lnTo>
                    <a:pt x="108395" y="231838"/>
                  </a:lnTo>
                  <a:lnTo>
                    <a:pt x="80296" y="259652"/>
                  </a:lnTo>
                  <a:lnTo>
                    <a:pt x="78200" y="262795"/>
                  </a:lnTo>
                  <a:lnTo>
                    <a:pt x="77058" y="264509"/>
                  </a:lnTo>
                  <a:lnTo>
                    <a:pt x="61151" y="252698"/>
                  </a:lnTo>
                  <a:lnTo>
                    <a:pt x="5048" y="193453"/>
                  </a:lnTo>
                  <a:lnTo>
                    <a:pt x="5620" y="189357"/>
                  </a:lnTo>
                  <a:lnTo>
                    <a:pt x="5715" y="188404"/>
                  </a:lnTo>
                  <a:lnTo>
                    <a:pt x="5906" y="187928"/>
                  </a:lnTo>
                  <a:lnTo>
                    <a:pt x="6096" y="187357"/>
                  </a:lnTo>
                  <a:lnTo>
                    <a:pt x="19526" y="161639"/>
                  </a:lnTo>
                  <a:lnTo>
                    <a:pt x="19431" y="139255"/>
                  </a:lnTo>
                  <a:lnTo>
                    <a:pt x="18098" y="124396"/>
                  </a:lnTo>
                  <a:lnTo>
                    <a:pt x="0" y="54864"/>
                  </a:lnTo>
                  <a:lnTo>
                    <a:pt x="3239" y="31242"/>
                  </a:lnTo>
                  <a:lnTo>
                    <a:pt x="3048" y="28956"/>
                  </a:lnTo>
                  <a:lnTo>
                    <a:pt x="21050" y="0"/>
                  </a:lnTo>
                  <a:lnTo>
                    <a:pt x="41624" y="34004"/>
                  </a:lnTo>
                  <a:lnTo>
                    <a:pt x="96012" y="111443"/>
                  </a:lnTo>
                  <a:lnTo>
                    <a:pt x="103537" y="117729"/>
                  </a:lnTo>
                  <a:lnTo>
                    <a:pt x="110109" y="123063"/>
                  </a:lnTo>
                  <a:lnTo>
                    <a:pt x="151733" y="156686"/>
                  </a:lnTo>
                  <a:lnTo>
                    <a:pt x="161449" y="163639"/>
                  </a:lnTo>
                  <a:lnTo>
                    <a:pt x="161925" y="164021"/>
                  </a:lnTo>
                  <a:lnTo>
                    <a:pt x="162592" y="164497"/>
                  </a:lnTo>
                  <a:lnTo>
                    <a:pt x="177165" y="16992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5" name="서울특별시 동작구 신대방1동">
              <a:extLst>
                <a:ext uri="{FF2B5EF4-FFF2-40B4-BE49-F238E27FC236}">
                  <a16:creationId xmlns:a16="http://schemas.microsoft.com/office/drawing/2014/main" id="{6FFABE51-8569-F805-060D-6747ED628B97}"/>
                </a:ext>
              </a:extLst>
            </p:cNvPr>
            <p:cNvSpPr/>
            <p:nvPr/>
          </p:nvSpPr>
          <p:spPr>
            <a:xfrm>
              <a:off x="4814506" y="4669250"/>
              <a:ext cx="230981" cy="210692"/>
            </a:xfrm>
            <a:custGeom>
              <a:avLst/>
              <a:gdLst>
                <a:gd name="connsiteX0" fmla="*/ 230981 w 230981"/>
                <a:gd name="connsiteY0" fmla="*/ 141827 h 210692"/>
                <a:gd name="connsiteX1" fmla="*/ 191929 w 230981"/>
                <a:gd name="connsiteY1" fmla="*/ 164211 h 210692"/>
                <a:gd name="connsiteX2" fmla="*/ 183071 w 230981"/>
                <a:gd name="connsiteY2" fmla="*/ 169354 h 210692"/>
                <a:gd name="connsiteX3" fmla="*/ 181546 w 230981"/>
                <a:gd name="connsiteY3" fmla="*/ 170117 h 210692"/>
                <a:gd name="connsiteX4" fmla="*/ 143732 w 230981"/>
                <a:gd name="connsiteY4" fmla="*/ 183452 h 210692"/>
                <a:gd name="connsiteX5" fmla="*/ 130302 w 230981"/>
                <a:gd name="connsiteY5" fmla="*/ 187643 h 210692"/>
                <a:gd name="connsiteX6" fmla="*/ 129635 w 230981"/>
                <a:gd name="connsiteY6" fmla="*/ 187833 h 210692"/>
                <a:gd name="connsiteX7" fmla="*/ 108776 w 230981"/>
                <a:gd name="connsiteY7" fmla="*/ 194310 h 210692"/>
                <a:gd name="connsiteX8" fmla="*/ 106109 w 230981"/>
                <a:gd name="connsiteY8" fmla="*/ 195167 h 210692"/>
                <a:gd name="connsiteX9" fmla="*/ 104489 w 230981"/>
                <a:gd name="connsiteY9" fmla="*/ 195644 h 210692"/>
                <a:gd name="connsiteX10" fmla="*/ 99536 w 230981"/>
                <a:gd name="connsiteY10" fmla="*/ 197168 h 210692"/>
                <a:gd name="connsiteX11" fmla="*/ 82296 w 230981"/>
                <a:gd name="connsiteY11" fmla="*/ 202406 h 210692"/>
                <a:gd name="connsiteX12" fmla="*/ 76771 w 230981"/>
                <a:gd name="connsiteY12" fmla="*/ 203740 h 210692"/>
                <a:gd name="connsiteX13" fmla="*/ 63055 w 230981"/>
                <a:gd name="connsiteY13" fmla="*/ 207074 h 210692"/>
                <a:gd name="connsiteX14" fmla="*/ 49625 w 230981"/>
                <a:gd name="connsiteY14" fmla="*/ 210217 h 210692"/>
                <a:gd name="connsiteX15" fmla="*/ 43244 w 230981"/>
                <a:gd name="connsiteY15" fmla="*/ 210407 h 210692"/>
                <a:gd name="connsiteX16" fmla="*/ 34576 w 230981"/>
                <a:gd name="connsiteY16" fmla="*/ 210693 h 210692"/>
                <a:gd name="connsiteX17" fmla="*/ 0 w 230981"/>
                <a:gd name="connsiteY17" fmla="*/ 210312 h 210692"/>
                <a:gd name="connsiteX18" fmla="*/ 56293 w 230981"/>
                <a:gd name="connsiteY18" fmla="*/ 138875 h 210692"/>
                <a:gd name="connsiteX19" fmla="*/ 112871 w 230981"/>
                <a:gd name="connsiteY19" fmla="*/ 72485 h 210692"/>
                <a:gd name="connsiteX20" fmla="*/ 122968 w 230981"/>
                <a:gd name="connsiteY20" fmla="*/ 61151 h 210692"/>
                <a:gd name="connsiteX21" fmla="*/ 128016 w 230981"/>
                <a:gd name="connsiteY21" fmla="*/ 55054 h 210692"/>
                <a:gd name="connsiteX22" fmla="*/ 145637 w 230981"/>
                <a:gd name="connsiteY22" fmla="*/ 27908 h 210692"/>
                <a:gd name="connsiteX23" fmla="*/ 153829 w 230981"/>
                <a:gd name="connsiteY23" fmla="*/ 15335 h 210692"/>
                <a:gd name="connsiteX24" fmla="*/ 155734 w 230981"/>
                <a:gd name="connsiteY24" fmla="*/ 12383 h 210692"/>
                <a:gd name="connsiteX25" fmla="*/ 159353 w 230981"/>
                <a:gd name="connsiteY25" fmla="*/ 9906 h 210692"/>
                <a:gd name="connsiteX26" fmla="*/ 168593 w 230981"/>
                <a:gd name="connsiteY26" fmla="*/ 3620 h 210692"/>
                <a:gd name="connsiteX27" fmla="*/ 172974 w 230981"/>
                <a:gd name="connsiteY27" fmla="*/ 3143 h 210692"/>
                <a:gd name="connsiteX28" fmla="*/ 191262 w 230981"/>
                <a:gd name="connsiteY28" fmla="*/ 953 h 210692"/>
                <a:gd name="connsiteX29" fmla="*/ 199644 w 230981"/>
                <a:gd name="connsiteY29" fmla="*/ 0 h 210692"/>
                <a:gd name="connsiteX30" fmla="*/ 206121 w 230981"/>
                <a:gd name="connsiteY30" fmla="*/ 64103 h 210692"/>
                <a:gd name="connsiteX31" fmla="*/ 223361 w 230981"/>
                <a:gd name="connsiteY31" fmla="*/ 110300 h 210692"/>
                <a:gd name="connsiteX32" fmla="*/ 230981 w 230981"/>
                <a:gd name="connsiteY32" fmla="*/ 141827 h 21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0981" h="210692">
                  <a:moveTo>
                    <a:pt x="230981" y="141827"/>
                  </a:moveTo>
                  <a:lnTo>
                    <a:pt x="191929" y="164211"/>
                  </a:lnTo>
                  <a:lnTo>
                    <a:pt x="183071" y="169354"/>
                  </a:lnTo>
                  <a:lnTo>
                    <a:pt x="181546" y="170117"/>
                  </a:lnTo>
                  <a:lnTo>
                    <a:pt x="143732" y="183452"/>
                  </a:lnTo>
                  <a:lnTo>
                    <a:pt x="130302" y="187643"/>
                  </a:lnTo>
                  <a:lnTo>
                    <a:pt x="129635" y="187833"/>
                  </a:lnTo>
                  <a:lnTo>
                    <a:pt x="108776" y="194310"/>
                  </a:lnTo>
                  <a:lnTo>
                    <a:pt x="106109" y="195167"/>
                  </a:lnTo>
                  <a:lnTo>
                    <a:pt x="104489" y="195644"/>
                  </a:lnTo>
                  <a:lnTo>
                    <a:pt x="99536" y="197168"/>
                  </a:lnTo>
                  <a:lnTo>
                    <a:pt x="82296" y="202406"/>
                  </a:lnTo>
                  <a:lnTo>
                    <a:pt x="76771" y="203740"/>
                  </a:lnTo>
                  <a:lnTo>
                    <a:pt x="63055" y="207074"/>
                  </a:lnTo>
                  <a:lnTo>
                    <a:pt x="49625" y="210217"/>
                  </a:lnTo>
                  <a:lnTo>
                    <a:pt x="43244" y="210407"/>
                  </a:lnTo>
                  <a:lnTo>
                    <a:pt x="34576" y="210693"/>
                  </a:lnTo>
                  <a:lnTo>
                    <a:pt x="0" y="210312"/>
                  </a:lnTo>
                  <a:lnTo>
                    <a:pt x="56293" y="138875"/>
                  </a:lnTo>
                  <a:lnTo>
                    <a:pt x="112871" y="72485"/>
                  </a:lnTo>
                  <a:lnTo>
                    <a:pt x="122968" y="61151"/>
                  </a:lnTo>
                  <a:lnTo>
                    <a:pt x="128016" y="55054"/>
                  </a:lnTo>
                  <a:lnTo>
                    <a:pt x="145637" y="27908"/>
                  </a:lnTo>
                  <a:lnTo>
                    <a:pt x="153829" y="15335"/>
                  </a:lnTo>
                  <a:lnTo>
                    <a:pt x="155734" y="12383"/>
                  </a:lnTo>
                  <a:lnTo>
                    <a:pt x="159353" y="9906"/>
                  </a:lnTo>
                  <a:lnTo>
                    <a:pt x="168593" y="3620"/>
                  </a:lnTo>
                  <a:lnTo>
                    <a:pt x="172974" y="3143"/>
                  </a:lnTo>
                  <a:lnTo>
                    <a:pt x="191262" y="953"/>
                  </a:lnTo>
                  <a:lnTo>
                    <a:pt x="199644" y="0"/>
                  </a:lnTo>
                  <a:lnTo>
                    <a:pt x="206121" y="64103"/>
                  </a:lnTo>
                  <a:lnTo>
                    <a:pt x="223361" y="110300"/>
                  </a:lnTo>
                  <a:lnTo>
                    <a:pt x="230981" y="14182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6" name="서울특별시 동작구 신대방2동">
              <a:extLst>
                <a:ext uri="{FF2B5EF4-FFF2-40B4-BE49-F238E27FC236}">
                  <a16:creationId xmlns:a16="http://schemas.microsoft.com/office/drawing/2014/main" id="{B1AA3863-D935-3104-EF98-4A37CF0A7F55}"/>
                </a:ext>
              </a:extLst>
            </p:cNvPr>
            <p:cNvSpPr/>
            <p:nvPr/>
          </p:nvSpPr>
          <p:spPr>
            <a:xfrm>
              <a:off x="5014150" y="4621339"/>
              <a:ext cx="288702" cy="189738"/>
            </a:xfrm>
            <a:custGeom>
              <a:avLst/>
              <a:gdLst>
                <a:gd name="connsiteX0" fmla="*/ 260032 w 288702"/>
                <a:gd name="connsiteY0" fmla="*/ 6572 h 189738"/>
                <a:gd name="connsiteX1" fmla="*/ 277463 w 288702"/>
                <a:gd name="connsiteY1" fmla="*/ 23241 h 189738"/>
                <a:gd name="connsiteX2" fmla="*/ 278797 w 288702"/>
                <a:gd name="connsiteY2" fmla="*/ 24194 h 189738"/>
                <a:gd name="connsiteX3" fmla="*/ 279654 w 288702"/>
                <a:gd name="connsiteY3" fmla="*/ 24765 h 189738"/>
                <a:gd name="connsiteX4" fmla="*/ 280511 w 288702"/>
                <a:gd name="connsiteY4" fmla="*/ 25337 h 189738"/>
                <a:gd name="connsiteX5" fmla="*/ 280797 w 288702"/>
                <a:gd name="connsiteY5" fmla="*/ 25813 h 189738"/>
                <a:gd name="connsiteX6" fmla="*/ 281749 w 288702"/>
                <a:gd name="connsiteY6" fmla="*/ 25908 h 189738"/>
                <a:gd name="connsiteX7" fmla="*/ 283273 w 288702"/>
                <a:gd name="connsiteY7" fmla="*/ 25908 h 189738"/>
                <a:gd name="connsiteX8" fmla="*/ 284131 w 288702"/>
                <a:gd name="connsiteY8" fmla="*/ 25908 h 189738"/>
                <a:gd name="connsiteX9" fmla="*/ 286036 w 288702"/>
                <a:gd name="connsiteY9" fmla="*/ 25908 h 189738"/>
                <a:gd name="connsiteX10" fmla="*/ 286988 w 288702"/>
                <a:gd name="connsiteY10" fmla="*/ 25622 h 189738"/>
                <a:gd name="connsiteX11" fmla="*/ 288703 w 288702"/>
                <a:gd name="connsiteY11" fmla="*/ 25241 h 189738"/>
                <a:gd name="connsiteX12" fmla="*/ 284893 w 288702"/>
                <a:gd name="connsiteY12" fmla="*/ 32004 h 189738"/>
                <a:gd name="connsiteX13" fmla="*/ 280321 w 288702"/>
                <a:gd name="connsiteY13" fmla="*/ 40767 h 189738"/>
                <a:gd name="connsiteX14" fmla="*/ 275177 w 288702"/>
                <a:gd name="connsiteY14" fmla="*/ 61722 h 189738"/>
                <a:gd name="connsiteX15" fmla="*/ 274701 w 288702"/>
                <a:gd name="connsiteY15" fmla="*/ 65151 h 189738"/>
                <a:gd name="connsiteX16" fmla="*/ 274606 w 288702"/>
                <a:gd name="connsiteY16" fmla="*/ 70390 h 189738"/>
                <a:gd name="connsiteX17" fmla="*/ 283369 w 288702"/>
                <a:gd name="connsiteY17" fmla="*/ 94774 h 189738"/>
                <a:gd name="connsiteX18" fmla="*/ 270891 w 288702"/>
                <a:gd name="connsiteY18" fmla="*/ 87725 h 189738"/>
                <a:gd name="connsiteX19" fmla="*/ 268319 w 288702"/>
                <a:gd name="connsiteY19" fmla="*/ 86201 h 189738"/>
                <a:gd name="connsiteX20" fmla="*/ 266128 w 288702"/>
                <a:gd name="connsiteY20" fmla="*/ 84963 h 189738"/>
                <a:gd name="connsiteX21" fmla="*/ 258794 w 288702"/>
                <a:gd name="connsiteY21" fmla="*/ 80867 h 189738"/>
                <a:gd name="connsiteX22" fmla="*/ 258127 w 288702"/>
                <a:gd name="connsiteY22" fmla="*/ 80486 h 189738"/>
                <a:gd name="connsiteX23" fmla="*/ 251269 w 288702"/>
                <a:gd name="connsiteY23" fmla="*/ 77819 h 189738"/>
                <a:gd name="connsiteX24" fmla="*/ 250126 w 288702"/>
                <a:gd name="connsiteY24" fmla="*/ 77629 h 189738"/>
                <a:gd name="connsiteX25" fmla="*/ 245935 w 288702"/>
                <a:gd name="connsiteY25" fmla="*/ 77057 h 189738"/>
                <a:gd name="connsiteX26" fmla="*/ 244411 w 288702"/>
                <a:gd name="connsiteY26" fmla="*/ 76867 h 189738"/>
                <a:gd name="connsiteX27" fmla="*/ 238601 w 288702"/>
                <a:gd name="connsiteY27" fmla="*/ 77629 h 189738"/>
                <a:gd name="connsiteX28" fmla="*/ 237934 w 288702"/>
                <a:gd name="connsiteY28" fmla="*/ 77914 h 189738"/>
                <a:gd name="connsiteX29" fmla="*/ 228219 w 288702"/>
                <a:gd name="connsiteY29" fmla="*/ 88011 h 189738"/>
                <a:gd name="connsiteX30" fmla="*/ 224123 w 288702"/>
                <a:gd name="connsiteY30" fmla="*/ 92488 h 189738"/>
                <a:gd name="connsiteX31" fmla="*/ 223552 w 288702"/>
                <a:gd name="connsiteY31" fmla="*/ 93726 h 189738"/>
                <a:gd name="connsiteX32" fmla="*/ 223171 w 288702"/>
                <a:gd name="connsiteY32" fmla="*/ 94679 h 189738"/>
                <a:gd name="connsiteX33" fmla="*/ 222694 w 288702"/>
                <a:gd name="connsiteY33" fmla="*/ 96012 h 189738"/>
                <a:gd name="connsiteX34" fmla="*/ 210121 w 288702"/>
                <a:gd name="connsiteY34" fmla="*/ 120110 h 189738"/>
                <a:gd name="connsiteX35" fmla="*/ 192881 w 288702"/>
                <a:gd name="connsiteY35" fmla="*/ 151067 h 189738"/>
                <a:gd name="connsiteX36" fmla="*/ 182404 w 288702"/>
                <a:gd name="connsiteY36" fmla="*/ 167926 h 189738"/>
                <a:gd name="connsiteX37" fmla="*/ 84296 w 288702"/>
                <a:gd name="connsiteY37" fmla="*/ 175260 h 189738"/>
                <a:gd name="connsiteX38" fmla="*/ 31337 w 288702"/>
                <a:gd name="connsiteY38" fmla="*/ 189738 h 189738"/>
                <a:gd name="connsiteX39" fmla="*/ 23717 w 288702"/>
                <a:gd name="connsiteY39" fmla="*/ 158210 h 189738"/>
                <a:gd name="connsiteX40" fmla="*/ 6477 w 288702"/>
                <a:gd name="connsiteY40" fmla="*/ 112014 h 189738"/>
                <a:gd name="connsiteX41" fmla="*/ 0 w 288702"/>
                <a:gd name="connsiteY41" fmla="*/ 47911 h 189738"/>
                <a:gd name="connsiteX42" fmla="*/ 5620 w 288702"/>
                <a:gd name="connsiteY42" fmla="*/ 47339 h 189738"/>
                <a:gd name="connsiteX43" fmla="*/ 14478 w 288702"/>
                <a:gd name="connsiteY43" fmla="*/ 46387 h 189738"/>
                <a:gd name="connsiteX44" fmla="*/ 15716 w 288702"/>
                <a:gd name="connsiteY44" fmla="*/ 46292 h 189738"/>
                <a:gd name="connsiteX45" fmla="*/ 18002 w 288702"/>
                <a:gd name="connsiteY45" fmla="*/ 45911 h 189738"/>
                <a:gd name="connsiteX46" fmla="*/ 28194 w 288702"/>
                <a:gd name="connsiteY46" fmla="*/ 43815 h 189738"/>
                <a:gd name="connsiteX47" fmla="*/ 32480 w 288702"/>
                <a:gd name="connsiteY47" fmla="*/ 43053 h 189738"/>
                <a:gd name="connsiteX48" fmla="*/ 41434 w 288702"/>
                <a:gd name="connsiteY48" fmla="*/ 41148 h 189738"/>
                <a:gd name="connsiteX49" fmla="*/ 74866 w 288702"/>
                <a:gd name="connsiteY49" fmla="*/ 34100 h 189738"/>
                <a:gd name="connsiteX50" fmla="*/ 75628 w 288702"/>
                <a:gd name="connsiteY50" fmla="*/ 33909 h 189738"/>
                <a:gd name="connsiteX51" fmla="*/ 92773 w 288702"/>
                <a:gd name="connsiteY51" fmla="*/ 29432 h 189738"/>
                <a:gd name="connsiteX52" fmla="*/ 95536 w 288702"/>
                <a:gd name="connsiteY52" fmla="*/ 28670 h 189738"/>
                <a:gd name="connsiteX53" fmla="*/ 98679 w 288702"/>
                <a:gd name="connsiteY53" fmla="*/ 27813 h 189738"/>
                <a:gd name="connsiteX54" fmla="*/ 99155 w 288702"/>
                <a:gd name="connsiteY54" fmla="*/ 27432 h 189738"/>
                <a:gd name="connsiteX55" fmla="*/ 99536 w 288702"/>
                <a:gd name="connsiteY55" fmla="*/ 27051 h 189738"/>
                <a:gd name="connsiteX56" fmla="*/ 101060 w 288702"/>
                <a:gd name="connsiteY56" fmla="*/ 25527 h 189738"/>
                <a:gd name="connsiteX57" fmla="*/ 107823 w 288702"/>
                <a:gd name="connsiteY57" fmla="*/ 18669 h 189738"/>
                <a:gd name="connsiteX58" fmla="*/ 108585 w 288702"/>
                <a:gd name="connsiteY58" fmla="*/ 13049 h 189738"/>
                <a:gd name="connsiteX59" fmla="*/ 120586 w 288702"/>
                <a:gd name="connsiteY59" fmla="*/ 17907 h 189738"/>
                <a:gd name="connsiteX60" fmla="*/ 125254 w 288702"/>
                <a:gd name="connsiteY60" fmla="*/ 19907 h 189738"/>
                <a:gd name="connsiteX61" fmla="*/ 140779 w 288702"/>
                <a:gd name="connsiteY61" fmla="*/ 24765 h 189738"/>
                <a:gd name="connsiteX62" fmla="*/ 144304 w 288702"/>
                <a:gd name="connsiteY62" fmla="*/ 24670 h 189738"/>
                <a:gd name="connsiteX63" fmla="*/ 149352 w 288702"/>
                <a:gd name="connsiteY63" fmla="*/ 23432 h 189738"/>
                <a:gd name="connsiteX64" fmla="*/ 157067 w 288702"/>
                <a:gd name="connsiteY64" fmla="*/ 21431 h 189738"/>
                <a:gd name="connsiteX65" fmla="*/ 158782 w 288702"/>
                <a:gd name="connsiteY65" fmla="*/ 20764 h 189738"/>
                <a:gd name="connsiteX66" fmla="*/ 161163 w 288702"/>
                <a:gd name="connsiteY66" fmla="*/ 19907 h 189738"/>
                <a:gd name="connsiteX67" fmla="*/ 176879 w 288702"/>
                <a:gd name="connsiteY67" fmla="*/ 14383 h 189738"/>
                <a:gd name="connsiteX68" fmla="*/ 177546 w 288702"/>
                <a:gd name="connsiteY68" fmla="*/ 14192 h 189738"/>
                <a:gd name="connsiteX69" fmla="*/ 203835 w 288702"/>
                <a:gd name="connsiteY69" fmla="*/ 5620 h 189738"/>
                <a:gd name="connsiteX70" fmla="*/ 211931 w 288702"/>
                <a:gd name="connsiteY70" fmla="*/ 2953 h 189738"/>
                <a:gd name="connsiteX71" fmla="*/ 212979 w 288702"/>
                <a:gd name="connsiteY71" fmla="*/ 2667 h 189738"/>
                <a:gd name="connsiteX72" fmla="*/ 214313 w 288702"/>
                <a:gd name="connsiteY72" fmla="*/ 2381 h 189738"/>
                <a:gd name="connsiteX73" fmla="*/ 223361 w 288702"/>
                <a:gd name="connsiteY73" fmla="*/ 0 h 189738"/>
                <a:gd name="connsiteX74" fmla="*/ 224409 w 288702"/>
                <a:gd name="connsiteY74" fmla="*/ 0 h 189738"/>
                <a:gd name="connsiteX75" fmla="*/ 233743 w 288702"/>
                <a:gd name="connsiteY75" fmla="*/ 0 h 189738"/>
                <a:gd name="connsiteX76" fmla="*/ 237839 w 288702"/>
                <a:gd name="connsiteY76" fmla="*/ 953 h 189738"/>
                <a:gd name="connsiteX77" fmla="*/ 252603 w 288702"/>
                <a:gd name="connsiteY77" fmla="*/ 4382 h 189738"/>
                <a:gd name="connsiteX78" fmla="*/ 253651 w 288702"/>
                <a:gd name="connsiteY78" fmla="*/ 4667 h 189738"/>
                <a:gd name="connsiteX79" fmla="*/ 260032 w 288702"/>
                <a:gd name="connsiteY79" fmla="*/ 6572 h 18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88702" h="189738">
                  <a:moveTo>
                    <a:pt x="260032" y="6572"/>
                  </a:moveTo>
                  <a:lnTo>
                    <a:pt x="277463" y="23241"/>
                  </a:lnTo>
                  <a:lnTo>
                    <a:pt x="278797" y="24194"/>
                  </a:lnTo>
                  <a:lnTo>
                    <a:pt x="279654" y="24765"/>
                  </a:lnTo>
                  <a:lnTo>
                    <a:pt x="280511" y="25337"/>
                  </a:lnTo>
                  <a:lnTo>
                    <a:pt x="280797" y="25813"/>
                  </a:lnTo>
                  <a:lnTo>
                    <a:pt x="281749" y="25908"/>
                  </a:lnTo>
                  <a:lnTo>
                    <a:pt x="283273" y="25908"/>
                  </a:lnTo>
                  <a:lnTo>
                    <a:pt x="284131" y="25908"/>
                  </a:lnTo>
                  <a:lnTo>
                    <a:pt x="286036" y="25908"/>
                  </a:lnTo>
                  <a:lnTo>
                    <a:pt x="286988" y="25622"/>
                  </a:lnTo>
                  <a:lnTo>
                    <a:pt x="288703" y="25241"/>
                  </a:lnTo>
                  <a:lnTo>
                    <a:pt x="284893" y="32004"/>
                  </a:lnTo>
                  <a:lnTo>
                    <a:pt x="280321" y="40767"/>
                  </a:lnTo>
                  <a:lnTo>
                    <a:pt x="275177" y="61722"/>
                  </a:lnTo>
                  <a:lnTo>
                    <a:pt x="274701" y="65151"/>
                  </a:lnTo>
                  <a:lnTo>
                    <a:pt x="274606" y="70390"/>
                  </a:lnTo>
                  <a:lnTo>
                    <a:pt x="283369" y="94774"/>
                  </a:lnTo>
                  <a:lnTo>
                    <a:pt x="270891" y="87725"/>
                  </a:lnTo>
                  <a:lnTo>
                    <a:pt x="268319" y="86201"/>
                  </a:lnTo>
                  <a:lnTo>
                    <a:pt x="266128" y="84963"/>
                  </a:lnTo>
                  <a:lnTo>
                    <a:pt x="258794" y="80867"/>
                  </a:lnTo>
                  <a:lnTo>
                    <a:pt x="258127" y="80486"/>
                  </a:lnTo>
                  <a:lnTo>
                    <a:pt x="251269" y="77819"/>
                  </a:lnTo>
                  <a:lnTo>
                    <a:pt x="250126" y="77629"/>
                  </a:lnTo>
                  <a:lnTo>
                    <a:pt x="245935" y="77057"/>
                  </a:lnTo>
                  <a:lnTo>
                    <a:pt x="244411" y="76867"/>
                  </a:lnTo>
                  <a:lnTo>
                    <a:pt x="238601" y="77629"/>
                  </a:lnTo>
                  <a:lnTo>
                    <a:pt x="237934" y="77914"/>
                  </a:lnTo>
                  <a:lnTo>
                    <a:pt x="228219" y="88011"/>
                  </a:lnTo>
                  <a:lnTo>
                    <a:pt x="224123" y="92488"/>
                  </a:lnTo>
                  <a:lnTo>
                    <a:pt x="223552" y="93726"/>
                  </a:lnTo>
                  <a:lnTo>
                    <a:pt x="223171" y="94679"/>
                  </a:lnTo>
                  <a:lnTo>
                    <a:pt x="222694" y="96012"/>
                  </a:lnTo>
                  <a:lnTo>
                    <a:pt x="210121" y="120110"/>
                  </a:lnTo>
                  <a:lnTo>
                    <a:pt x="192881" y="151067"/>
                  </a:lnTo>
                  <a:lnTo>
                    <a:pt x="182404" y="167926"/>
                  </a:lnTo>
                  <a:lnTo>
                    <a:pt x="84296" y="175260"/>
                  </a:lnTo>
                  <a:lnTo>
                    <a:pt x="31337" y="189738"/>
                  </a:lnTo>
                  <a:lnTo>
                    <a:pt x="23717" y="158210"/>
                  </a:lnTo>
                  <a:lnTo>
                    <a:pt x="6477" y="112014"/>
                  </a:lnTo>
                  <a:lnTo>
                    <a:pt x="0" y="47911"/>
                  </a:lnTo>
                  <a:lnTo>
                    <a:pt x="5620" y="47339"/>
                  </a:lnTo>
                  <a:lnTo>
                    <a:pt x="14478" y="46387"/>
                  </a:lnTo>
                  <a:lnTo>
                    <a:pt x="15716" y="46292"/>
                  </a:lnTo>
                  <a:lnTo>
                    <a:pt x="18002" y="45911"/>
                  </a:lnTo>
                  <a:lnTo>
                    <a:pt x="28194" y="43815"/>
                  </a:lnTo>
                  <a:lnTo>
                    <a:pt x="32480" y="43053"/>
                  </a:lnTo>
                  <a:lnTo>
                    <a:pt x="41434" y="41148"/>
                  </a:lnTo>
                  <a:lnTo>
                    <a:pt x="74866" y="34100"/>
                  </a:lnTo>
                  <a:lnTo>
                    <a:pt x="75628" y="33909"/>
                  </a:lnTo>
                  <a:lnTo>
                    <a:pt x="92773" y="29432"/>
                  </a:lnTo>
                  <a:lnTo>
                    <a:pt x="95536" y="28670"/>
                  </a:lnTo>
                  <a:lnTo>
                    <a:pt x="98679" y="27813"/>
                  </a:lnTo>
                  <a:lnTo>
                    <a:pt x="99155" y="27432"/>
                  </a:lnTo>
                  <a:lnTo>
                    <a:pt x="99536" y="27051"/>
                  </a:lnTo>
                  <a:lnTo>
                    <a:pt x="101060" y="25527"/>
                  </a:lnTo>
                  <a:lnTo>
                    <a:pt x="107823" y="18669"/>
                  </a:lnTo>
                  <a:lnTo>
                    <a:pt x="108585" y="13049"/>
                  </a:lnTo>
                  <a:lnTo>
                    <a:pt x="120586" y="17907"/>
                  </a:lnTo>
                  <a:lnTo>
                    <a:pt x="125254" y="19907"/>
                  </a:lnTo>
                  <a:lnTo>
                    <a:pt x="140779" y="24765"/>
                  </a:lnTo>
                  <a:lnTo>
                    <a:pt x="144304" y="24670"/>
                  </a:lnTo>
                  <a:lnTo>
                    <a:pt x="149352" y="23432"/>
                  </a:lnTo>
                  <a:lnTo>
                    <a:pt x="157067" y="21431"/>
                  </a:lnTo>
                  <a:lnTo>
                    <a:pt x="158782" y="20764"/>
                  </a:lnTo>
                  <a:lnTo>
                    <a:pt x="161163" y="19907"/>
                  </a:lnTo>
                  <a:lnTo>
                    <a:pt x="176879" y="14383"/>
                  </a:lnTo>
                  <a:lnTo>
                    <a:pt x="177546" y="14192"/>
                  </a:lnTo>
                  <a:lnTo>
                    <a:pt x="203835" y="5620"/>
                  </a:lnTo>
                  <a:lnTo>
                    <a:pt x="211931" y="2953"/>
                  </a:lnTo>
                  <a:lnTo>
                    <a:pt x="212979" y="2667"/>
                  </a:lnTo>
                  <a:lnTo>
                    <a:pt x="214313" y="2381"/>
                  </a:lnTo>
                  <a:lnTo>
                    <a:pt x="223361" y="0"/>
                  </a:lnTo>
                  <a:lnTo>
                    <a:pt x="224409" y="0"/>
                  </a:lnTo>
                  <a:lnTo>
                    <a:pt x="233743" y="0"/>
                  </a:lnTo>
                  <a:lnTo>
                    <a:pt x="237839" y="953"/>
                  </a:lnTo>
                  <a:lnTo>
                    <a:pt x="252603" y="4382"/>
                  </a:lnTo>
                  <a:lnTo>
                    <a:pt x="253651" y="4667"/>
                  </a:lnTo>
                  <a:lnTo>
                    <a:pt x="260032" y="65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7" name="서울특별시 동작구 흑석동">
              <a:extLst>
                <a:ext uri="{FF2B5EF4-FFF2-40B4-BE49-F238E27FC236}">
                  <a16:creationId xmlns:a16="http://schemas.microsoft.com/office/drawing/2014/main" id="{B83FFDA0-B81C-7B94-2A1C-C59156BFE861}"/>
                </a:ext>
              </a:extLst>
            </p:cNvPr>
            <p:cNvSpPr/>
            <p:nvPr/>
          </p:nvSpPr>
          <p:spPr>
            <a:xfrm>
              <a:off x="5732716" y="4365212"/>
              <a:ext cx="393668" cy="288702"/>
            </a:xfrm>
            <a:custGeom>
              <a:avLst/>
              <a:gdLst>
                <a:gd name="connsiteX0" fmla="*/ 393668 w 393668"/>
                <a:gd name="connsiteY0" fmla="*/ 19240 h 288702"/>
                <a:gd name="connsiteX1" fmla="*/ 357474 w 393668"/>
                <a:gd name="connsiteY1" fmla="*/ 90011 h 288702"/>
                <a:gd name="connsiteX2" fmla="*/ 356235 w 393668"/>
                <a:gd name="connsiteY2" fmla="*/ 115824 h 288702"/>
                <a:gd name="connsiteX3" fmla="*/ 360521 w 393668"/>
                <a:gd name="connsiteY3" fmla="*/ 118110 h 288702"/>
                <a:gd name="connsiteX4" fmla="*/ 368713 w 393668"/>
                <a:gd name="connsiteY4" fmla="*/ 122301 h 288702"/>
                <a:gd name="connsiteX5" fmla="*/ 353283 w 393668"/>
                <a:gd name="connsiteY5" fmla="*/ 145066 h 288702"/>
                <a:gd name="connsiteX6" fmla="*/ 323183 w 393668"/>
                <a:gd name="connsiteY6" fmla="*/ 165068 h 288702"/>
                <a:gd name="connsiteX7" fmla="*/ 322802 w 393668"/>
                <a:gd name="connsiteY7" fmla="*/ 165354 h 288702"/>
                <a:gd name="connsiteX8" fmla="*/ 322231 w 393668"/>
                <a:gd name="connsiteY8" fmla="*/ 165640 h 288702"/>
                <a:gd name="connsiteX9" fmla="*/ 320040 w 393668"/>
                <a:gd name="connsiteY9" fmla="*/ 166688 h 288702"/>
                <a:gd name="connsiteX10" fmla="*/ 318135 w 393668"/>
                <a:gd name="connsiteY10" fmla="*/ 167735 h 288702"/>
                <a:gd name="connsiteX11" fmla="*/ 285464 w 393668"/>
                <a:gd name="connsiteY11" fmla="*/ 175355 h 288702"/>
                <a:gd name="connsiteX12" fmla="*/ 270129 w 393668"/>
                <a:gd name="connsiteY12" fmla="*/ 178498 h 288702"/>
                <a:gd name="connsiteX13" fmla="*/ 229267 w 393668"/>
                <a:gd name="connsiteY13" fmla="*/ 207550 h 288702"/>
                <a:gd name="connsiteX14" fmla="*/ 209455 w 393668"/>
                <a:gd name="connsiteY14" fmla="*/ 227647 h 288702"/>
                <a:gd name="connsiteX15" fmla="*/ 149638 w 393668"/>
                <a:gd name="connsiteY15" fmla="*/ 286703 h 288702"/>
                <a:gd name="connsiteX16" fmla="*/ 148876 w 393668"/>
                <a:gd name="connsiteY16" fmla="*/ 287274 h 288702"/>
                <a:gd name="connsiteX17" fmla="*/ 147161 w 393668"/>
                <a:gd name="connsiteY17" fmla="*/ 288703 h 288702"/>
                <a:gd name="connsiteX18" fmla="*/ 143733 w 393668"/>
                <a:gd name="connsiteY18" fmla="*/ 287274 h 288702"/>
                <a:gd name="connsiteX19" fmla="*/ 132207 w 393668"/>
                <a:gd name="connsiteY19" fmla="*/ 282416 h 288702"/>
                <a:gd name="connsiteX20" fmla="*/ 96584 w 393668"/>
                <a:gd name="connsiteY20" fmla="*/ 272701 h 288702"/>
                <a:gd name="connsiteX21" fmla="*/ 68390 w 393668"/>
                <a:gd name="connsiteY21" fmla="*/ 264890 h 288702"/>
                <a:gd name="connsiteX22" fmla="*/ 66580 w 393668"/>
                <a:gd name="connsiteY22" fmla="*/ 264414 h 288702"/>
                <a:gd name="connsiteX23" fmla="*/ 52197 w 393668"/>
                <a:gd name="connsiteY23" fmla="*/ 256508 h 288702"/>
                <a:gd name="connsiteX24" fmla="*/ 50768 w 393668"/>
                <a:gd name="connsiteY24" fmla="*/ 254794 h 288702"/>
                <a:gd name="connsiteX25" fmla="*/ 0 w 393668"/>
                <a:gd name="connsiteY25" fmla="*/ 167926 h 288702"/>
                <a:gd name="connsiteX26" fmla="*/ 10001 w 393668"/>
                <a:gd name="connsiteY26" fmla="*/ 119253 h 288702"/>
                <a:gd name="connsiteX27" fmla="*/ 1810 w 393668"/>
                <a:gd name="connsiteY27" fmla="*/ 102775 h 288702"/>
                <a:gd name="connsiteX28" fmla="*/ 7525 w 393668"/>
                <a:gd name="connsiteY28" fmla="*/ 103346 h 288702"/>
                <a:gd name="connsiteX29" fmla="*/ 58198 w 393668"/>
                <a:gd name="connsiteY29" fmla="*/ 63151 h 288702"/>
                <a:gd name="connsiteX30" fmla="*/ 107823 w 393668"/>
                <a:gd name="connsiteY30" fmla="*/ 30480 h 288702"/>
                <a:gd name="connsiteX31" fmla="*/ 154591 w 393668"/>
                <a:gd name="connsiteY31" fmla="*/ 0 h 288702"/>
                <a:gd name="connsiteX32" fmla="*/ 164592 w 393668"/>
                <a:gd name="connsiteY32" fmla="*/ 3620 h 288702"/>
                <a:gd name="connsiteX33" fmla="*/ 173165 w 393668"/>
                <a:gd name="connsiteY33" fmla="*/ 5620 h 288702"/>
                <a:gd name="connsiteX34" fmla="*/ 194501 w 393668"/>
                <a:gd name="connsiteY34" fmla="*/ 10478 h 288702"/>
                <a:gd name="connsiteX35" fmla="*/ 250127 w 393668"/>
                <a:gd name="connsiteY35" fmla="*/ 13621 h 288702"/>
                <a:gd name="connsiteX36" fmla="*/ 393668 w 393668"/>
                <a:gd name="connsiteY36" fmla="*/ 19240 h 28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93668" h="288702">
                  <a:moveTo>
                    <a:pt x="393668" y="19240"/>
                  </a:moveTo>
                  <a:lnTo>
                    <a:pt x="357474" y="90011"/>
                  </a:lnTo>
                  <a:lnTo>
                    <a:pt x="356235" y="115824"/>
                  </a:lnTo>
                  <a:lnTo>
                    <a:pt x="360521" y="118110"/>
                  </a:lnTo>
                  <a:lnTo>
                    <a:pt x="368713" y="122301"/>
                  </a:lnTo>
                  <a:lnTo>
                    <a:pt x="353283" y="145066"/>
                  </a:lnTo>
                  <a:lnTo>
                    <a:pt x="323183" y="165068"/>
                  </a:lnTo>
                  <a:lnTo>
                    <a:pt x="322802" y="165354"/>
                  </a:lnTo>
                  <a:lnTo>
                    <a:pt x="322231" y="165640"/>
                  </a:lnTo>
                  <a:lnTo>
                    <a:pt x="320040" y="166688"/>
                  </a:lnTo>
                  <a:lnTo>
                    <a:pt x="318135" y="167735"/>
                  </a:lnTo>
                  <a:lnTo>
                    <a:pt x="285464" y="175355"/>
                  </a:lnTo>
                  <a:lnTo>
                    <a:pt x="270129" y="178498"/>
                  </a:lnTo>
                  <a:lnTo>
                    <a:pt x="229267" y="207550"/>
                  </a:lnTo>
                  <a:lnTo>
                    <a:pt x="209455" y="227647"/>
                  </a:lnTo>
                  <a:lnTo>
                    <a:pt x="149638" y="286703"/>
                  </a:lnTo>
                  <a:lnTo>
                    <a:pt x="148876" y="287274"/>
                  </a:lnTo>
                  <a:lnTo>
                    <a:pt x="147161" y="288703"/>
                  </a:lnTo>
                  <a:lnTo>
                    <a:pt x="143733" y="287274"/>
                  </a:lnTo>
                  <a:lnTo>
                    <a:pt x="132207" y="282416"/>
                  </a:lnTo>
                  <a:lnTo>
                    <a:pt x="96584" y="272701"/>
                  </a:lnTo>
                  <a:lnTo>
                    <a:pt x="68390" y="264890"/>
                  </a:lnTo>
                  <a:lnTo>
                    <a:pt x="66580" y="264414"/>
                  </a:lnTo>
                  <a:lnTo>
                    <a:pt x="52197" y="256508"/>
                  </a:lnTo>
                  <a:lnTo>
                    <a:pt x="50768" y="254794"/>
                  </a:lnTo>
                  <a:lnTo>
                    <a:pt x="0" y="167926"/>
                  </a:lnTo>
                  <a:lnTo>
                    <a:pt x="10001" y="119253"/>
                  </a:lnTo>
                  <a:lnTo>
                    <a:pt x="1810" y="102775"/>
                  </a:lnTo>
                  <a:lnTo>
                    <a:pt x="7525" y="103346"/>
                  </a:lnTo>
                  <a:lnTo>
                    <a:pt x="58198" y="63151"/>
                  </a:lnTo>
                  <a:lnTo>
                    <a:pt x="107823" y="30480"/>
                  </a:lnTo>
                  <a:lnTo>
                    <a:pt x="154591" y="0"/>
                  </a:lnTo>
                  <a:lnTo>
                    <a:pt x="164592" y="3620"/>
                  </a:lnTo>
                  <a:lnTo>
                    <a:pt x="173165" y="5620"/>
                  </a:lnTo>
                  <a:lnTo>
                    <a:pt x="194501" y="10478"/>
                  </a:lnTo>
                  <a:lnTo>
                    <a:pt x="250127" y="13621"/>
                  </a:lnTo>
                  <a:lnTo>
                    <a:pt x="393668" y="1924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8" name="서울특별시 동작구 사당2동">
              <a:extLst>
                <a:ext uri="{FF2B5EF4-FFF2-40B4-BE49-F238E27FC236}">
                  <a16:creationId xmlns:a16="http://schemas.microsoft.com/office/drawing/2014/main" id="{24A47565-5B6C-F273-4804-43FBD88E419A}"/>
                </a:ext>
              </a:extLst>
            </p:cNvPr>
            <p:cNvSpPr/>
            <p:nvPr/>
          </p:nvSpPr>
          <p:spPr>
            <a:xfrm>
              <a:off x="5864923" y="4384452"/>
              <a:ext cx="483584" cy="505872"/>
            </a:xfrm>
            <a:custGeom>
              <a:avLst/>
              <a:gdLst>
                <a:gd name="connsiteX0" fmla="*/ 343853 w 483584"/>
                <a:gd name="connsiteY0" fmla="*/ 3238 h 505872"/>
                <a:gd name="connsiteX1" fmla="*/ 346805 w 483584"/>
                <a:gd name="connsiteY1" fmla="*/ 135160 h 505872"/>
                <a:gd name="connsiteX2" fmla="*/ 347091 w 483584"/>
                <a:gd name="connsiteY2" fmla="*/ 150304 h 505872"/>
                <a:gd name="connsiteX3" fmla="*/ 347282 w 483584"/>
                <a:gd name="connsiteY3" fmla="*/ 151352 h 505872"/>
                <a:gd name="connsiteX4" fmla="*/ 348520 w 483584"/>
                <a:gd name="connsiteY4" fmla="*/ 157734 h 505872"/>
                <a:gd name="connsiteX5" fmla="*/ 349472 w 483584"/>
                <a:gd name="connsiteY5" fmla="*/ 162878 h 505872"/>
                <a:gd name="connsiteX6" fmla="*/ 354140 w 483584"/>
                <a:gd name="connsiteY6" fmla="*/ 173164 h 505872"/>
                <a:gd name="connsiteX7" fmla="*/ 362236 w 483584"/>
                <a:gd name="connsiteY7" fmla="*/ 181451 h 505872"/>
                <a:gd name="connsiteX8" fmla="*/ 453771 w 483584"/>
                <a:gd name="connsiteY8" fmla="*/ 240411 h 505872"/>
                <a:gd name="connsiteX9" fmla="*/ 467296 w 483584"/>
                <a:gd name="connsiteY9" fmla="*/ 247745 h 505872"/>
                <a:gd name="connsiteX10" fmla="*/ 483584 w 483584"/>
                <a:gd name="connsiteY10" fmla="*/ 248126 h 505872"/>
                <a:gd name="connsiteX11" fmla="*/ 481870 w 483584"/>
                <a:gd name="connsiteY11" fmla="*/ 254889 h 505872"/>
                <a:gd name="connsiteX12" fmla="*/ 454724 w 483584"/>
                <a:gd name="connsiteY12" fmla="*/ 248698 h 505872"/>
                <a:gd name="connsiteX13" fmla="*/ 427768 w 483584"/>
                <a:gd name="connsiteY13" fmla="*/ 236029 h 505872"/>
                <a:gd name="connsiteX14" fmla="*/ 404622 w 483584"/>
                <a:gd name="connsiteY14" fmla="*/ 267367 h 505872"/>
                <a:gd name="connsiteX15" fmla="*/ 403765 w 483584"/>
                <a:gd name="connsiteY15" fmla="*/ 268891 h 505872"/>
                <a:gd name="connsiteX16" fmla="*/ 402336 w 483584"/>
                <a:gd name="connsiteY16" fmla="*/ 271367 h 505872"/>
                <a:gd name="connsiteX17" fmla="*/ 400241 w 483584"/>
                <a:gd name="connsiteY17" fmla="*/ 274987 h 505872"/>
                <a:gd name="connsiteX18" fmla="*/ 397193 w 483584"/>
                <a:gd name="connsiteY18" fmla="*/ 281654 h 505872"/>
                <a:gd name="connsiteX19" fmla="*/ 396526 w 483584"/>
                <a:gd name="connsiteY19" fmla="*/ 283178 h 505872"/>
                <a:gd name="connsiteX20" fmla="*/ 395097 w 483584"/>
                <a:gd name="connsiteY20" fmla="*/ 286321 h 505872"/>
                <a:gd name="connsiteX21" fmla="*/ 394240 w 483584"/>
                <a:gd name="connsiteY21" fmla="*/ 288036 h 505872"/>
                <a:gd name="connsiteX22" fmla="*/ 393954 w 483584"/>
                <a:gd name="connsiteY22" fmla="*/ 289084 h 505872"/>
                <a:gd name="connsiteX23" fmla="*/ 391763 w 483584"/>
                <a:gd name="connsiteY23" fmla="*/ 309181 h 505872"/>
                <a:gd name="connsiteX24" fmla="*/ 391668 w 483584"/>
                <a:gd name="connsiteY24" fmla="*/ 312801 h 505872"/>
                <a:gd name="connsiteX25" fmla="*/ 391478 w 483584"/>
                <a:gd name="connsiteY25" fmla="*/ 316421 h 505872"/>
                <a:gd name="connsiteX26" fmla="*/ 391192 w 483584"/>
                <a:gd name="connsiteY26" fmla="*/ 326517 h 505872"/>
                <a:gd name="connsiteX27" fmla="*/ 391192 w 483584"/>
                <a:gd name="connsiteY27" fmla="*/ 328136 h 505872"/>
                <a:gd name="connsiteX28" fmla="*/ 391001 w 483584"/>
                <a:gd name="connsiteY28" fmla="*/ 332042 h 505872"/>
                <a:gd name="connsiteX29" fmla="*/ 389477 w 483584"/>
                <a:gd name="connsiteY29" fmla="*/ 388048 h 505872"/>
                <a:gd name="connsiteX30" fmla="*/ 379190 w 483584"/>
                <a:gd name="connsiteY30" fmla="*/ 487871 h 505872"/>
                <a:gd name="connsiteX31" fmla="*/ 378905 w 483584"/>
                <a:gd name="connsiteY31" fmla="*/ 498348 h 505872"/>
                <a:gd name="connsiteX32" fmla="*/ 373856 w 483584"/>
                <a:gd name="connsiteY32" fmla="*/ 497491 h 505872"/>
                <a:gd name="connsiteX33" fmla="*/ 326422 w 483584"/>
                <a:gd name="connsiteY33" fmla="*/ 505873 h 505872"/>
                <a:gd name="connsiteX34" fmla="*/ 315659 w 483584"/>
                <a:gd name="connsiteY34" fmla="*/ 462915 h 505872"/>
                <a:gd name="connsiteX35" fmla="*/ 305371 w 483584"/>
                <a:gd name="connsiteY35" fmla="*/ 462820 h 505872"/>
                <a:gd name="connsiteX36" fmla="*/ 281845 w 483584"/>
                <a:gd name="connsiteY36" fmla="*/ 457010 h 505872"/>
                <a:gd name="connsiteX37" fmla="*/ 280130 w 483584"/>
                <a:gd name="connsiteY37" fmla="*/ 456057 h 505872"/>
                <a:gd name="connsiteX38" fmla="*/ 277844 w 483584"/>
                <a:gd name="connsiteY38" fmla="*/ 454247 h 505872"/>
                <a:gd name="connsiteX39" fmla="*/ 263747 w 483584"/>
                <a:gd name="connsiteY39" fmla="*/ 439674 h 505872"/>
                <a:gd name="connsiteX40" fmla="*/ 225743 w 483584"/>
                <a:gd name="connsiteY40" fmla="*/ 397859 h 505872"/>
                <a:gd name="connsiteX41" fmla="*/ 209074 w 483584"/>
                <a:gd name="connsiteY41" fmla="*/ 373952 h 505872"/>
                <a:gd name="connsiteX42" fmla="*/ 207740 w 483584"/>
                <a:gd name="connsiteY42" fmla="*/ 354139 h 505872"/>
                <a:gd name="connsiteX43" fmla="*/ 203740 w 483584"/>
                <a:gd name="connsiteY43" fmla="*/ 344996 h 505872"/>
                <a:gd name="connsiteX44" fmla="*/ 124873 w 483584"/>
                <a:gd name="connsiteY44" fmla="*/ 332422 h 505872"/>
                <a:gd name="connsiteX45" fmla="*/ 117062 w 483584"/>
                <a:gd name="connsiteY45" fmla="*/ 333756 h 505872"/>
                <a:gd name="connsiteX46" fmla="*/ 104394 w 483584"/>
                <a:gd name="connsiteY46" fmla="*/ 336328 h 505872"/>
                <a:gd name="connsiteX47" fmla="*/ 87916 w 483584"/>
                <a:gd name="connsiteY47" fmla="*/ 340138 h 505872"/>
                <a:gd name="connsiteX48" fmla="*/ 85916 w 483584"/>
                <a:gd name="connsiteY48" fmla="*/ 340709 h 505872"/>
                <a:gd name="connsiteX49" fmla="*/ 84868 w 483584"/>
                <a:gd name="connsiteY49" fmla="*/ 340995 h 505872"/>
                <a:gd name="connsiteX50" fmla="*/ 70104 w 483584"/>
                <a:gd name="connsiteY50" fmla="*/ 346043 h 505872"/>
                <a:gd name="connsiteX51" fmla="*/ 32766 w 483584"/>
                <a:gd name="connsiteY51" fmla="*/ 321659 h 505872"/>
                <a:gd name="connsiteX52" fmla="*/ 0 w 483584"/>
                <a:gd name="connsiteY52" fmla="*/ 263176 h 505872"/>
                <a:gd name="connsiteX53" fmla="*/ 11525 w 483584"/>
                <a:gd name="connsiteY53" fmla="*/ 268034 h 505872"/>
                <a:gd name="connsiteX54" fmla="*/ 14954 w 483584"/>
                <a:gd name="connsiteY54" fmla="*/ 269462 h 505872"/>
                <a:gd name="connsiteX55" fmla="*/ 16669 w 483584"/>
                <a:gd name="connsiteY55" fmla="*/ 268034 h 505872"/>
                <a:gd name="connsiteX56" fmla="*/ 17431 w 483584"/>
                <a:gd name="connsiteY56" fmla="*/ 267462 h 505872"/>
                <a:gd name="connsiteX57" fmla="*/ 77248 w 483584"/>
                <a:gd name="connsiteY57" fmla="*/ 208407 h 505872"/>
                <a:gd name="connsiteX58" fmla="*/ 97060 w 483584"/>
                <a:gd name="connsiteY58" fmla="*/ 188309 h 505872"/>
                <a:gd name="connsiteX59" fmla="*/ 137922 w 483584"/>
                <a:gd name="connsiteY59" fmla="*/ 159258 h 505872"/>
                <a:gd name="connsiteX60" fmla="*/ 153257 w 483584"/>
                <a:gd name="connsiteY60" fmla="*/ 156115 h 505872"/>
                <a:gd name="connsiteX61" fmla="*/ 185928 w 483584"/>
                <a:gd name="connsiteY61" fmla="*/ 148495 h 505872"/>
                <a:gd name="connsiteX62" fmla="*/ 187833 w 483584"/>
                <a:gd name="connsiteY62" fmla="*/ 147447 h 505872"/>
                <a:gd name="connsiteX63" fmla="*/ 190024 w 483584"/>
                <a:gd name="connsiteY63" fmla="*/ 146399 h 505872"/>
                <a:gd name="connsiteX64" fmla="*/ 190595 w 483584"/>
                <a:gd name="connsiteY64" fmla="*/ 146113 h 505872"/>
                <a:gd name="connsiteX65" fmla="*/ 190976 w 483584"/>
                <a:gd name="connsiteY65" fmla="*/ 145828 h 505872"/>
                <a:gd name="connsiteX66" fmla="*/ 221075 w 483584"/>
                <a:gd name="connsiteY66" fmla="*/ 125825 h 505872"/>
                <a:gd name="connsiteX67" fmla="*/ 236506 w 483584"/>
                <a:gd name="connsiteY67" fmla="*/ 103061 h 505872"/>
                <a:gd name="connsiteX68" fmla="*/ 228314 w 483584"/>
                <a:gd name="connsiteY68" fmla="*/ 98870 h 505872"/>
                <a:gd name="connsiteX69" fmla="*/ 224028 w 483584"/>
                <a:gd name="connsiteY69" fmla="*/ 96584 h 505872"/>
                <a:gd name="connsiteX70" fmla="*/ 225266 w 483584"/>
                <a:gd name="connsiteY70" fmla="*/ 70771 h 505872"/>
                <a:gd name="connsiteX71" fmla="*/ 261461 w 483584"/>
                <a:gd name="connsiteY71" fmla="*/ 0 h 505872"/>
                <a:gd name="connsiteX72" fmla="*/ 343853 w 483584"/>
                <a:gd name="connsiteY72" fmla="*/ 3238 h 505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83584" h="505872">
                  <a:moveTo>
                    <a:pt x="343853" y="3238"/>
                  </a:moveTo>
                  <a:lnTo>
                    <a:pt x="346805" y="135160"/>
                  </a:lnTo>
                  <a:lnTo>
                    <a:pt x="347091" y="150304"/>
                  </a:lnTo>
                  <a:lnTo>
                    <a:pt x="347282" y="151352"/>
                  </a:lnTo>
                  <a:lnTo>
                    <a:pt x="348520" y="157734"/>
                  </a:lnTo>
                  <a:lnTo>
                    <a:pt x="349472" y="162878"/>
                  </a:lnTo>
                  <a:lnTo>
                    <a:pt x="354140" y="173164"/>
                  </a:lnTo>
                  <a:lnTo>
                    <a:pt x="362236" y="181451"/>
                  </a:lnTo>
                  <a:lnTo>
                    <a:pt x="453771" y="240411"/>
                  </a:lnTo>
                  <a:lnTo>
                    <a:pt x="467296" y="247745"/>
                  </a:lnTo>
                  <a:lnTo>
                    <a:pt x="483584" y="248126"/>
                  </a:lnTo>
                  <a:lnTo>
                    <a:pt x="481870" y="254889"/>
                  </a:lnTo>
                  <a:lnTo>
                    <a:pt x="454724" y="248698"/>
                  </a:lnTo>
                  <a:lnTo>
                    <a:pt x="427768" y="236029"/>
                  </a:lnTo>
                  <a:lnTo>
                    <a:pt x="404622" y="267367"/>
                  </a:lnTo>
                  <a:lnTo>
                    <a:pt x="403765" y="268891"/>
                  </a:lnTo>
                  <a:lnTo>
                    <a:pt x="402336" y="271367"/>
                  </a:lnTo>
                  <a:lnTo>
                    <a:pt x="400241" y="274987"/>
                  </a:lnTo>
                  <a:lnTo>
                    <a:pt x="397193" y="281654"/>
                  </a:lnTo>
                  <a:lnTo>
                    <a:pt x="396526" y="283178"/>
                  </a:lnTo>
                  <a:lnTo>
                    <a:pt x="395097" y="286321"/>
                  </a:lnTo>
                  <a:lnTo>
                    <a:pt x="394240" y="288036"/>
                  </a:lnTo>
                  <a:lnTo>
                    <a:pt x="393954" y="289084"/>
                  </a:lnTo>
                  <a:lnTo>
                    <a:pt x="391763" y="309181"/>
                  </a:lnTo>
                  <a:lnTo>
                    <a:pt x="391668" y="312801"/>
                  </a:lnTo>
                  <a:lnTo>
                    <a:pt x="391478" y="316421"/>
                  </a:lnTo>
                  <a:lnTo>
                    <a:pt x="391192" y="326517"/>
                  </a:lnTo>
                  <a:lnTo>
                    <a:pt x="391192" y="328136"/>
                  </a:lnTo>
                  <a:lnTo>
                    <a:pt x="391001" y="332042"/>
                  </a:lnTo>
                  <a:lnTo>
                    <a:pt x="389477" y="388048"/>
                  </a:lnTo>
                  <a:lnTo>
                    <a:pt x="379190" y="487871"/>
                  </a:lnTo>
                  <a:lnTo>
                    <a:pt x="378905" y="498348"/>
                  </a:lnTo>
                  <a:lnTo>
                    <a:pt x="373856" y="497491"/>
                  </a:lnTo>
                  <a:lnTo>
                    <a:pt x="326422" y="505873"/>
                  </a:lnTo>
                  <a:lnTo>
                    <a:pt x="315659" y="462915"/>
                  </a:lnTo>
                  <a:lnTo>
                    <a:pt x="305371" y="462820"/>
                  </a:lnTo>
                  <a:lnTo>
                    <a:pt x="281845" y="457010"/>
                  </a:lnTo>
                  <a:lnTo>
                    <a:pt x="280130" y="456057"/>
                  </a:lnTo>
                  <a:lnTo>
                    <a:pt x="277844" y="454247"/>
                  </a:lnTo>
                  <a:lnTo>
                    <a:pt x="263747" y="439674"/>
                  </a:lnTo>
                  <a:lnTo>
                    <a:pt x="225743" y="397859"/>
                  </a:lnTo>
                  <a:lnTo>
                    <a:pt x="209074" y="373952"/>
                  </a:lnTo>
                  <a:lnTo>
                    <a:pt x="207740" y="354139"/>
                  </a:lnTo>
                  <a:lnTo>
                    <a:pt x="203740" y="344996"/>
                  </a:lnTo>
                  <a:lnTo>
                    <a:pt x="124873" y="332422"/>
                  </a:lnTo>
                  <a:lnTo>
                    <a:pt x="117062" y="333756"/>
                  </a:lnTo>
                  <a:lnTo>
                    <a:pt x="104394" y="336328"/>
                  </a:lnTo>
                  <a:lnTo>
                    <a:pt x="87916" y="340138"/>
                  </a:lnTo>
                  <a:lnTo>
                    <a:pt x="85916" y="340709"/>
                  </a:lnTo>
                  <a:lnTo>
                    <a:pt x="84868" y="340995"/>
                  </a:lnTo>
                  <a:lnTo>
                    <a:pt x="70104" y="346043"/>
                  </a:lnTo>
                  <a:lnTo>
                    <a:pt x="32766" y="321659"/>
                  </a:lnTo>
                  <a:lnTo>
                    <a:pt x="0" y="263176"/>
                  </a:lnTo>
                  <a:lnTo>
                    <a:pt x="11525" y="268034"/>
                  </a:lnTo>
                  <a:lnTo>
                    <a:pt x="14954" y="269462"/>
                  </a:lnTo>
                  <a:lnTo>
                    <a:pt x="16669" y="268034"/>
                  </a:lnTo>
                  <a:lnTo>
                    <a:pt x="17431" y="267462"/>
                  </a:lnTo>
                  <a:lnTo>
                    <a:pt x="77248" y="208407"/>
                  </a:lnTo>
                  <a:lnTo>
                    <a:pt x="97060" y="188309"/>
                  </a:lnTo>
                  <a:lnTo>
                    <a:pt x="137922" y="159258"/>
                  </a:lnTo>
                  <a:lnTo>
                    <a:pt x="153257" y="156115"/>
                  </a:lnTo>
                  <a:lnTo>
                    <a:pt x="185928" y="148495"/>
                  </a:lnTo>
                  <a:lnTo>
                    <a:pt x="187833" y="147447"/>
                  </a:lnTo>
                  <a:lnTo>
                    <a:pt x="190024" y="146399"/>
                  </a:lnTo>
                  <a:lnTo>
                    <a:pt x="190595" y="146113"/>
                  </a:lnTo>
                  <a:lnTo>
                    <a:pt x="190976" y="145828"/>
                  </a:lnTo>
                  <a:lnTo>
                    <a:pt x="221075" y="125825"/>
                  </a:lnTo>
                  <a:lnTo>
                    <a:pt x="236506" y="103061"/>
                  </a:lnTo>
                  <a:lnTo>
                    <a:pt x="228314" y="98870"/>
                  </a:lnTo>
                  <a:lnTo>
                    <a:pt x="224028" y="96584"/>
                  </a:lnTo>
                  <a:lnTo>
                    <a:pt x="225266" y="70771"/>
                  </a:lnTo>
                  <a:lnTo>
                    <a:pt x="261461" y="0"/>
                  </a:lnTo>
                  <a:lnTo>
                    <a:pt x="343853" y="32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2" name="서울특별시 관악구">
            <a:extLst>
              <a:ext uri="{FF2B5EF4-FFF2-40B4-BE49-F238E27FC236}">
                <a16:creationId xmlns:a16="http://schemas.microsoft.com/office/drawing/2014/main" id="{A474EE86-F6E4-4A82-6851-ECCCE90EB8AB}"/>
              </a:ext>
            </a:extLst>
          </p:cNvPr>
          <p:cNvGrpSpPr/>
          <p:nvPr/>
        </p:nvGrpSpPr>
        <p:grpSpPr>
          <a:xfrm>
            <a:off x="4632222" y="3936332"/>
            <a:ext cx="931739" cy="776302"/>
            <a:chOff x="4746402" y="4698206"/>
            <a:chExt cx="1616202" cy="1070228"/>
          </a:xfrm>
          <a:solidFill>
            <a:srgbClr val="DC3545"/>
          </a:solidFill>
        </p:grpSpPr>
        <p:sp>
          <p:nvSpPr>
            <p:cNvPr id="603" name="서울특별시 관악구 보라매동">
              <a:extLst>
                <a:ext uri="{FF2B5EF4-FFF2-40B4-BE49-F238E27FC236}">
                  <a16:creationId xmlns:a16="http://schemas.microsoft.com/office/drawing/2014/main" id="{308FECDB-8A5A-10FA-CC54-69FB3506DEDA}"/>
                </a:ext>
              </a:extLst>
            </p:cNvPr>
            <p:cNvSpPr/>
            <p:nvPr/>
          </p:nvSpPr>
          <p:spPr>
            <a:xfrm>
              <a:off x="5196554" y="4698206"/>
              <a:ext cx="287178" cy="159162"/>
            </a:xfrm>
            <a:custGeom>
              <a:avLst/>
              <a:gdLst>
                <a:gd name="connsiteX0" fmla="*/ 100965 w 287178"/>
                <a:gd name="connsiteY0" fmla="*/ 17907 h 159162"/>
                <a:gd name="connsiteX1" fmla="*/ 123539 w 287178"/>
                <a:gd name="connsiteY1" fmla="*/ 28480 h 159162"/>
                <a:gd name="connsiteX2" fmla="*/ 165925 w 287178"/>
                <a:gd name="connsiteY2" fmla="*/ 35719 h 159162"/>
                <a:gd name="connsiteX3" fmla="*/ 214313 w 287178"/>
                <a:gd name="connsiteY3" fmla="*/ 46863 h 159162"/>
                <a:gd name="connsiteX4" fmla="*/ 269176 w 287178"/>
                <a:gd name="connsiteY4" fmla="*/ 61722 h 159162"/>
                <a:gd name="connsiteX5" fmla="*/ 275749 w 287178"/>
                <a:gd name="connsiteY5" fmla="*/ 74581 h 159162"/>
                <a:gd name="connsiteX6" fmla="*/ 266319 w 287178"/>
                <a:gd name="connsiteY6" fmla="*/ 100394 h 159162"/>
                <a:gd name="connsiteX7" fmla="*/ 261556 w 287178"/>
                <a:gd name="connsiteY7" fmla="*/ 117348 h 159162"/>
                <a:gd name="connsiteX8" fmla="*/ 260890 w 287178"/>
                <a:gd name="connsiteY8" fmla="*/ 121634 h 159162"/>
                <a:gd name="connsiteX9" fmla="*/ 260699 w 287178"/>
                <a:gd name="connsiteY9" fmla="*/ 122206 h 159162"/>
                <a:gd name="connsiteX10" fmla="*/ 260699 w 287178"/>
                <a:gd name="connsiteY10" fmla="*/ 122777 h 159162"/>
                <a:gd name="connsiteX11" fmla="*/ 264986 w 287178"/>
                <a:gd name="connsiteY11" fmla="*/ 129826 h 159162"/>
                <a:gd name="connsiteX12" fmla="*/ 268319 w 287178"/>
                <a:gd name="connsiteY12" fmla="*/ 129159 h 159162"/>
                <a:gd name="connsiteX13" fmla="*/ 270034 w 287178"/>
                <a:gd name="connsiteY13" fmla="*/ 127635 h 159162"/>
                <a:gd name="connsiteX14" fmla="*/ 270796 w 287178"/>
                <a:gd name="connsiteY14" fmla="*/ 126968 h 159162"/>
                <a:gd name="connsiteX15" fmla="*/ 273272 w 287178"/>
                <a:gd name="connsiteY15" fmla="*/ 125063 h 159162"/>
                <a:gd name="connsiteX16" fmla="*/ 278035 w 287178"/>
                <a:gd name="connsiteY16" fmla="*/ 126111 h 159162"/>
                <a:gd name="connsiteX17" fmla="*/ 287179 w 287178"/>
                <a:gd name="connsiteY17" fmla="*/ 132016 h 159162"/>
                <a:gd name="connsiteX18" fmla="*/ 272415 w 287178"/>
                <a:gd name="connsiteY18" fmla="*/ 159163 h 159162"/>
                <a:gd name="connsiteX19" fmla="*/ 192310 w 287178"/>
                <a:gd name="connsiteY19" fmla="*/ 155734 h 159162"/>
                <a:gd name="connsiteX20" fmla="*/ 54959 w 287178"/>
                <a:gd name="connsiteY20" fmla="*/ 98870 h 159162"/>
                <a:gd name="connsiteX21" fmla="*/ 0 w 287178"/>
                <a:gd name="connsiteY21" fmla="*/ 91059 h 159162"/>
                <a:gd name="connsiteX22" fmla="*/ 10478 w 287178"/>
                <a:gd name="connsiteY22" fmla="*/ 74200 h 159162"/>
                <a:gd name="connsiteX23" fmla="*/ 27718 w 287178"/>
                <a:gd name="connsiteY23" fmla="*/ 43244 h 159162"/>
                <a:gd name="connsiteX24" fmla="*/ 40291 w 287178"/>
                <a:gd name="connsiteY24" fmla="*/ 19145 h 159162"/>
                <a:gd name="connsiteX25" fmla="*/ 40767 w 287178"/>
                <a:gd name="connsiteY25" fmla="*/ 17812 h 159162"/>
                <a:gd name="connsiteX26" fmla="*/ 41148 w 287178"/>
                <a:gd name="connsiteY26" fmla="*/ 16859 h 159162"/>
                <a:gd name="connsiteX27" fmla="*/ 41720 w 287178"/>
                <a:gd name="connsiteY27" fmla="*/ 15621 h 159162"/>
                <a:gd name="connsiteX28" fmla="*/ 45815 w 287178"/>
                <a:gd name="connsiteY28" fmla="*/ 11144 h 159162"/>
                <a:gd name="connsiteX29" fmla="*/ 55531 w 287178"/>
                <a:gd name="connsiteY29" fmla="*/ 1048 h 159162"/>
                <a:gd name="connsiteX30" fmla="*/ 56197 w 287178"/>
                <a:gd name="connsiteY30" fmla="*/ 762 h 159162"/>
                <a:gd name="connsiteX31" fmla="*/ 62008 w 287178"/>
                <a:gd name="connsiteY31" fmla="*/ 0 h 159162"/>
                <a:gd name="connsiteX32" fmla="*/ 63532 w 287178"/>
                <a:gd name="connsiteY32" fmla="*/ 190 h 159162"/>
                <a:gd name="connsiteX33" fmla="*/ 67723 w 287178"/>
                <a:gd name="connsiteY33" fmla="*/ 762 h 159162"/>
                <a:gd name="connsiteX34" fmla="*/ 68866 w 287178"/>
                <a:gd name="connsiteY34" fmla="*/ 953 h 159162"/>
                <a:gd name="connsiteX35" fmla="*/ 75724 w 287178"/>
                <a:gd name="connsiteY35" fmla="*/ 3620 h 159162"/>
                <a:gd name="connsiteX36" fmla="*/ 76390 w 287178"/>
                <a:gd name="connsiteY36" fmla="*/ 4001 h 159162"/>
                <a:gd name="connsiteX37" fmla="*/ 83725 w 287178"/>
                <a:gd name="connsiteY37" fmla="*/ 8096 h 159162"/>
                <a:gd name="connsiteX38" fmla="*/ 85915 w 287178"/>
                <a:gd name="connsiteY38" fmla="*/ 9335 h 159162"/>
                <a:gd name="connsiteX39" fmla="*/ 88487 w 287178"/>
                <a:gd name="connsiteY39" fmla="*/ 10859 h 159162"/>
                <a:gd name="connsiteX40" fmla="*/ 100965 w 287178"/>
                <a:gd name="connsiteY40" fmla="*/ 17907 h 1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7178" h="159162">
                  <a:moveTo>
                    <a:pt x="100965" y="17907"/>
                  </a:moveTo>
                  <a:lnTo>
                    <a:pt x="123539" y="28480"/>
                  </a:lnTo>
                  <a:lnTo>
                    <a:pt x="165925" y="35719"/>
                  </a:lnTo>
                  <a:lnTo>
                    <a:pt x="214313" y="46863"/>
                  </a:lnTo>
                  <a:lnTo>
                    <a:pt x="269176" y="61722"/>
                  </a:lnTo>
                  <a:lnTo>
                    <a:pt x="275749" y="74581"/>
                  </a:lnTo>
                  <a:lnTo>
                    <a:pt x="266319" y="100394"/>
                  </a:lnTo>
                  <a:lnTo>
                    <a:pt x="261556" y="117348"/>
                  </a:lnTo>
                  <a:lnTo>
                    <a:pt x="260890" y="121634"/>
                  </a:lnTo>
                  <a:lnTo>
                    <a:pt x="260699" y="122206"/>
                  </a:lnTo>
                  <a:lnTo>
                    <a:pt x="260699" y="122777"/>
                  </a:lnTo>
                  <a:lnTo>
                    <a:pt x="264986" y="129826"/>
                  </a:lnTo>
                  <a:lnTo>
                    <a:pt x="268319" y="129159"/>
                  </a:lnTo>
                  <a:lnTo>
                    <a:pt x="270034" y="127635"/>
                  </a:lnTo>
                  <a:lnTo>
                    <a:pt x="270796" y="126968"/>
                  </a:lnTo>
                  <a:lnTo>
                    <a:pt x="273272" y="125063"/>
                  </a:lnTo>
                  <a:lnTo>
                    <a:pt x="278035" y="126111"/>
                  </a:lnTo>
                  <a:lnTo>
                    <a:pt x="287179" y="132016"/>
                  </a:lnTo>
                  <a:lnTo>
                    <a:pt x="272415" y="159163"/>
                  </a:lnTo>
                  <a:lnTo>
                    <a:pt x="192310" y="155734"/>
                  </a:lnTo>
                  <a:lnTo>
                    <a:pt x="54959" y="98870"/>
                  </a:lnTo>
                  <a:lnTo>
                    <a:pt x="0" y="91059"/>
                  </a:lnTo>
                  <a:lnTo>
                    <a:pt x="10478" y="74200"/>
                  </a:lnTo>
                  <a:lnTo>
                    <a:pt x="27718" y="43244"/>
                  </a:lnTo>
                  <a:lnTo>
                    <a:pt x="40291" y="19145"/>
                  </a:lnTo>
                  <a:lnTo>
                    <a:pt x="40767" y="17812"/>
                  </a:lnTo>
                  <a:lnTo>
                    <a:pt x="41148" y="16859"/>
                  </a:lnTo>
                  <a:lnTo>
                    <a:pt x="41720" y="15621"/>
                  </a:lnTo>
                  <a:lnTo>
                    <a:pt x="45815" y="11144"/>
                  </a:lnTo>
                  <a:lnTo>
                    <a:pt x="55531" y="1048"/>
                  </a:lnTo>
                  <a:lnTo>
                    <a:pt x="56197" y="762"/>
                  </a:lnTo>
                  <a:lnTo>
                    <a:pt x="62008" y="0"/>
                  </a:lnTo>
                  <a:lnTo>
                    <a:pt x="63532" y="190"/>
                  </a:lnTo>
                  <a:lnTo>
                    <a:pt x="67723" y="762"/>
                  </a:lnTo>
                  <a:lnTo>
                    <a:pt x="68866" y="953"/>
                  </a:lnTo>
                  <a:lnTo>
                    <a:pt x="75724" y="3620"/>
                  </a:lnTo>
                  <a:lnTo>
                    <a:pt x="76390" y="4001"/>
                  </a:lnTo>
                  <a:lnTo>
                    <a:pt x="83725" y="8096"/>
                  </a:lnTo>
                  <a:lnTo>
                    <a:pt x="85915" y="9335"/>
                  </a:lnTo>
                  <a:lnTo>
                    <a:pt x="88487" y="10859"/>
                  </a:lnTo>
                  <a:lnTo>
                    <a:pt x="100965" y="1790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4" name="서울특별시 관악구 청림동">
              <a:extLst>
                <a:ext uri="{FF2B5EF4-FFF2-40B4-BE49-F238E27FC236}">
                  <a16:creationId xmlns:a16="http://schemas.microsoft.com/office/drawing/2014/main" id="{F7D09E3C-5AAA-430A-B767-3FF7D965F13A}"/>
                </a:ext>
              </a:extLst>
            </p:cNvPr>
            <p:cNvSpPr/>
            <p:nvPr/>
          </p:nvSpPr>
          <p:spPr>
            <a:xfrm>
              <a:off x="5773197" y="4718208"/>
              <a:ext cx="109442" cy="156781"/>
            </a:xfrm>
            <a:custGeom>
              <a:avLst/>
              <a:gdLst>
                <a:gd name="connsiteX0" fmla="*/ 92964 w 109442"/>
                <a:gd name="connsiteY0" fmla="*/ 24098 h 156781"/>
                <a:gd name="connsiteX1" fmla="*/ 93155 w 109442"/>
                <a:gd name="connsiteY1" fmla="*/ 26384 h 156781"/>
                <a:gd name="connsiteX2" fmla="*/ 89916 w 109442"/>
                <a:gd name="connsiteY2" fmla="*/ 50006 h 156781"/>
                <a:gd name="connsiteX3" fmla="*/ 108014 w 109442"/>
                <a:gd name="connsiteY3" fmla="*/ 119539 h 156781"/>
                <a:gd name="connsiteX4" fmla="*/ 109347 w 109442"/>
                <a:gd name="connsiteY4" fmla="*/ 134398 h 156781"/>
                <a:gd name="connsiteX5" fmla="*/ 109442 w 109442"/>
                <a:gd name="connsiteY5" fmla="*/ 156781 h 156781"/>
                <a:gd name="connsiteX6" fmla="*/ 97155 w 109442"/>
                <a:gd name="connsiteY6" fmla="*/ 155734 h 156781"/>
                <a:gd name="connsiteX7" fmla="*/ 14192 w 109442"/>
                <a:gd name="connsiteY7" fmla="*/ 136112 h 156781"/>
                <a:gd name="connsiteX8" fmla="*/ 28385 w 109442"/>
                <a:gd name="connsiteY8" fmla="*/ 119253 h 156781"/>
                <a:gd name="connsiteX9" fmla="*/ 28956 w 109442"/>
                <a:gd name="connsiteY9" fmla="*/ 118396 h 156781"/>
                <a:gd name="connsiteX10" fmla="*/ 33719 w 109442"/>
                <a:gd name="connsiteY10" fmla="*/ 112395 h 156781"/>
                <a:gd name="connsiteX11" fmla="*/ 34290 w 109442"/>
                <a:gd name="connsiteY11" fmla="*/ 110299 h 156781"/>
                <a:gd name="connsiteX12" fmla="*/ 35338 w 109442"/>
                <a:gd name="connsiteY12" fmla="*/ 103632 h 156781"/>
                <a:gd name="connsiteX13" fmla="*/ 35243 w 109442"/>
                <a:gd name="connsiteY13" fmla="*/ 99441 h 156781"/>
                <a:gd name="connsiteX14" fmla="*/ 35147 w 109442"/>
                <a:gd name="connsiteY14" fmla="*/ 98679 h 156781"/>
                <a:gd name="connsiteX15" fmla="*/ 34957 w 109442"/>
                <a:gd name="connsiteY15" fmla="*/ 97346 h 156781"/>
                <a:gd name="connsiteX16" fmla="*/ 34385 w 109442"/>
                <a:gd name="connsiteY16" fmla="*/ 95917 h 156781"/>
                <a:gd name="connsiteX17" fmla="*/ 33624 w 109442"/>
                <a:gd name="connsiteY17" fmla="*/ 94107 h 156781"/>
                <a:gd name="connsiteX18" fmla="*/ 18764 w 109442"/>
                <a:gd name="connsiteY18" fmla="*/ 74295 h 156781"/>
                <a:gd name="connsiteX19" fmla="*/ 0 w 109442"/>
                <a:gd name="connsiteY19" fmla="*/ 41720 h 156781"/>
                <a:gd name="connsiteX20" fmla="*/ 3143 w 109442"/>
                <a:gd name="connsiteY20" fmla="*/ 41910 h 156781"/>
                <a:gd name="connsiteX21" fmla="*/ 10954 w 109442"/>
                <a:gd name="connsiteY21" fmla="*/ 42291 h 156781"/>
                <a:gd name="connsiteX22" fmla="*/ 21908 w 109442"/>
                <a:gd name="connsiteY22" fmla="*/ 38100 h 156781"/>
                <a:gd name="connsiteX23" fmla="*/ 22860 w 109442"/>
                <a:gd name="connsiteY23" fmla="*/ 37624 h 156781"/>
                <a:gd name="connsiteX24" fmla="*/ 46577 w 109442"/>
                <a:gd name="connsiteY24" fmla="*/ 17336 h 156781"/>
                <a:gd name="connsiteX25" fmla="*/ 51530 w 109442"/>
                <a:gd name="connsiteY25" fmla="*/ 1714 h 156781"/>
                <a:gd name="connsiteX26" fmla="*/ 54674 w 109442"/>
                <a:gd name="connsiteY26" fmla="*/ 381 h 156781"/>
                <a:gd name="connsiteX27" fmla="*/ 74676 w 109442"/>
                <a:gd name="connsiteY27" fmla="*/ 0 h 156781"/>
                <a:gd name="connsiteX28" fmla="*/ 76867 w 109442"/>
                <a:gd name="connsiteY28" fmla="*/ 667 h 156781"/>
                <a:gd name="connsiteX29" fmla="*/ 92297 w 109442"/>
                <a:gd name="connsiteY29" fmla="*/ 9049 h 156781"/>
                <a:gd name="connsiteX30" fmla="*/ 92583 w 109442"/>
                <a:gd name="connsiteY30" fmla="*/ 10858 h 156781"/>
                <a:gd name="connsiteX31" fmla="*/ 92964 w 109442"/>
                <a:gd name="connsiteY31" fmla="*/ 24098 h 156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442" h="156781">
                  <a:moveTo>
                    <a:pt x="92964" y="24098"/>
                  </a:moveTo>
                  <a:lnTo>
                    <a:pt x="93155" y="26384"/>
                  </a:lnTo>
                  <a:lnTo>
                    <a:pt x="89916" y="50006"/>
                  </a:lnTo>
                  <a:lnTo>
                    <a:pt x="108014" y="119539"/>
                  </a:lnTo>
                  <a:lnTo>
                    <a:pt x="109347" y="134398"/>
                  </a:lnTo>
                  <a:lnTo>
                    <a:pt x="109442" y="156781"/>
                  </a:lnTo>
                  <a:lnTo>
                    <a:pt x="97155" y="155734"/>
                  </a:lnTo>
                  <a:lnTo>
                    <a:pt x="14192" y="136112"/>
                  </a:lnTo>
                  <a:lnTo>
                    <a:pt x="28385" y="119253"/>
                  </a:lnTo>
                  <a:lnTo>
                    <a:pt x="28956" y="118396"/>
                  </a:lnTo>
                  <a:lnTo>
                    <a:pt x="33719" y="112395"/>
                  </a:lnTo>
                  <a:lnTo>
                    <a:pt x="34290" y="110299"/>
                  </a:lnTo>
                  <a:lnTo>
                    <a:pt x="35338" y="103632"/>
                  </a:lnTo>
                  <a:lnTo>
                    <a:pt x="35243" y="99441"/>
                  </a:lnTo>
                  <a:lnTo>
                    <a:pt x="35147" y="98679"/>
                  </a:lnTo>
                  <a:lnTo>
                    <a:pt x="34957" y="97346"/>
                  </a:lnTo>
                  <a:lnTo>
                    <a:pt x="34385" y="95917"/>
                  </a:lnTo>
                  <a:lnTo>
                    <a:pt x="33624" y="94107"/>
                  </a:lnTo>
                  <a:lnTo>
                    <a:pt x="18764" y="74295"/>
                  </a:lnTo>
                  <a:lnTo>
                    <a:pt x="0" y="41720"/>
                  </a:lnTo>
                  <a:lnTo>
                    <a:pt x="3143" y="41910"/>
                  </a:lnTo>
                  <a:lnTo>
                    <a:pt x="10954" y="42291"/>
                  </a:lnTo>
                  <a:lnTo>
                    <a:pt x="21908" y="38100"/>
                  </a:lnTo>
                  <a:lnTo>
                    <a:pt x="22860" y="37624"/>
                  </a:lnTo>
                  <a:lnTo>
                    <a:pt x="46577" y="17336"/>
                  </a:lnTo>
                  <a:lnTo>
                    <a:pt x="51530" y="1714"/>
                  </a:lnTo>
                  <a:lnTo>
                    <a:pt x="54674" y="381"/>
                  </a:lnTo>
                  <a:lnTo>
                    <a:pt x="74676" y="0"/>
                  </a:lnTo>
                  <a:lnTo>
                    <a:pt x="76867" y="667"/>
                  </a:lnTo>
                  <a:lnTo>
                    <a:pt x="92297" y="9049"/>
                  </a:lnTo>
                  <a:lnTo>
                    <a:pt x="92583" y="10858"/>
                  </a:lnTo>
                  <a:lnTo>
                    <a:pt x="92964" y="2409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5" name="서울특별시 관악구 행운동">
              <a:extLst>
                <a:ext uri="{FF2B5EF4-FFF2-40B4-BE49-F238E27FC236}">
                  <a16:creationId xmlns:a16="http://schemas.microsoft.com/office/drawing/2014/main" id="{22FCF720-5E67-8F77-AEE4-43D8656B1757}"/>
                </a:ext>
              </a:extLst>
            </p:cNvPr>
            <p:cNvSpPr/>
            <p:nvPr/>
          </p:nvSpPr>
          <p:spPr>
            <a:xfrm>
              <a:off x="5712618" y="4854321"/>
              <a:ext cx="321278" cy="200977"/>
            </a:xfrm>
            <a:custGeom>
              <a:avLst/>
              <a:gdLst>
                <a:gd name="connsiteX0" fmla="*/ 170021 w 321278"/>
                <a:gd name="connsiteY0" fmla="*/ 20669 h 200977"/>
                <a:gd name="connsiteX1" fmla="*/ 156591 w 321278"/>
                <a:gd name="connsiteY1" fmla="*/ 46387 h 200977"/>
                <a:gd name="connsiteX2" fmla="*/ 156401 w 321278"/>
                <a:gd name="connsiteY2" fmla="*/ 46958 h 200977"/>
                <a:gd name="connsiteX3" fmla="*/ 156210 w 321278"/>
                <a:gd name="connsiteY3" fmla="*/ 47434 h 200977"/>
                <a:gd name="connsiteX4" fmla="*/ 156115 w 321278"/>
                <a:gd name="connsiteY4" fmla="*/ 48387 h 200977"/>
                <a:gd name="connsiteX5" fmla="*/ 155543 w 321278"/>
                <a:gd name="connsiteY5" fmla="*/ 52483 h 200977"/>
                <a:gd name="connsiteX6" fmla="*/ 211646 w 321278"/>
                <a:gd name="connsiteY6" fmla="*/ 111728 h 200977"/>
                <a:gd name="connsiteX7" fmla="*/ 227552 w 321278"/>
                <a:gd name="connsiteY7" fmla="*/ 123539 h 200977"/>
                <a:gd name="connsiteX8" fmla="*/ 237935 w 321278"/>
                <a:gd name="connsiteY8" fmla="*/ 129730 h 200977"/>
                <a:gd name="connsiteX9" fmla="*/ 254794 w 321278"/>
                <a:gd name="connsiteY9" fmla="*/ 141351 h 200977"/>
                <a:gd name="connsiteX10" fmla="*/ 272796 w 321278"/>
                <a:gd name="connsiteY10" fmla="*/ 155638 h 200977"/>
                <a:gd name="connsiteX11" fmla="*/ 280035 w 321278"/>
                <a:gd name="connsiteY11" fmla="*/ 164497 h 200977"/>
                <a:gd name="connsiteX12" fmla="*/ 290703 w 321278"/>
                <a:gd name="connsiteY12" fmla="*/ 176308 h 200977"/>
                <a:gd name="connsiteX13" fmla="*/ 304990 w 321278"/>
                <a:gd name="connsiteY13" fmla="*/ 176593 h 200977"/>
                <a:gd name="connsiteX14" fmla="*/ 308134 w 321278"/>
                <a:gd name="connsiteY14" fmla="*/ 176689 h 200977"/>
                <a:gd name="connsiteX15" fmla="*/ 315754 w 321278"/>
                <a:gd name="connsiteY15" fmla="*/ 176784 h 200977"/>
                <a:gd name="connsiteX16" fmla="*/ 321278 w 321278"/>
                <a:gd name="connsiteY16" fmla="*/ 199644 h 200977"/>
                <a:gd name="connsiteX17" fmla="*/ 320230 w 321278"/>
                <a:gd name="connsiteY17" fmla="*/ 199739 h 200977"/>
                <a:gd name="connsiteX18" fmla="*/ 317182 w 321278"/>
                <a:gd name="connsiteY18" fmla="*/ 200120 h 200977"/>
                <a:gd name="connsiteX19" fmla="*/ 313849 w 321278"/>
                <a:gd name="connsiteY19" fmla="*/ 200406 h 200977"/>
                <a:gd name="connsiteX20" fmla="*/ 310801 w 321278"/>
                <a:gd name="connsiteY20" fmla="*/ 200692 h 200977"/>
                <a:gd name="connsiteX21" fmla="*/ 306134 w 321278"/>
                <a:gd name="connsiteY21" fmla="*/ 200882 h 200977"/>
                <a:gd name="connsiteX22" fmla="*/ 301371 w 321278"/>
                <a:gd name="connsiteY22" fmla="*/ 200977 h 200977"/>
                <a:gd name="connsiteX23" fmla="*/ 297561 w 321278"/>
                <a:gd name="connsiteY23" fmla="*/ 200977 h 200977"/>
                <a:gd name="connsiteX24" fmla="*/ 292798 w 321278"/>
                <a:gd name="connsiteY24" fmla="*/ 200692 h 200977"/>
                <a:gd name="connsiteX25" fmla="*/ 292132 w 321278"/>
                <a:gd name="connsiteY25" fmla="*/ 200692 h 200977"/>
                <a:gd name="connsiteX26" fmla="*/ 288607 w 321278"/>
                <a:gd name="connsiteY26" fmla="*/ 200406 h 200977"/>
                <a:gd name="connsiteX27" fmla="*/ 286321 w 321278"/>
                <a:gd name="connsiteY27" fmla="*/ 200120 h 200977"/>
                <a:gd name="connsiteX28" fmla="*/ 282321 w 321278"/>
                <a:gd name="connsiteY28" fmla="*/ 199549 h 200977"/>
                <a:gd name="connsiteX29" fmla="*/ 280511 w 321278"/>
                <a:gd name="connsiteY29" fmla="*/ 199263 h 200977"/>
                <a:gd name="connsiteX30" fmla="*/ 277559 w 321278"/>
                <a:gd name="connsiteY30" fmla="*/ 198691 h 200977"/>
                <a:gd name="connsiteX31" fmla="*/ 276796 w 321278"/>
                <a:gd name="connsiteY31" fmla="*/ 198596 h 200977"/>
                <a:gd name="connsiteX32" fmla="*/ 274320 w 321278"/>
                <a:gd name="connsiteY32" fmla="*/ 198120 h 200977"/>
                <a:gd name="connsiteX33" fmla="*/ 263176 w 321278"/>
                <a:gd name="connsiteY33" fmla="*/ 195263 h 200977"/>
                <a:gd name="connsiteX34" fmla="*/ 262223 w 321278"/>
                <a:gd name="connsiteY34" fmla="*/ 194976 h 200977"/>
                <a:gd name="connsiteX35" fmla="*/ 257651 w 321278"/>
                <a:gd name="connsiteY35" fmla="*/ 193167 h 200977"/>
                <a:gd name="connsiteX36" fmla="*/ 253174 w 321278"/>
                <a:gd name="connsiteY36" fmla="*/ 191452 h 200977"/>
                <a:gd name="connsiteX37" fmla="*/ 241363 w 321278"/>
                <a:gd name="connsiteY37" fmla="*/ 186690 h 200977"/>
                <a:gd name="connsiteX38" fmla="*/ 234601 w 321278"/>
                <a:gd name="connsiteY38" fmla="*/ 183928 h 200977"/>
                <a:gd name="connsiteX39" fmla="*/ 206693 w 321278"/>
                <a:gd name="connsiteY39" fmla="*/ 172879 h 200977"/>
                <a:gd name="connsiteX40" fmla="*/ 197263 w 321278"/>
                <a:gd name="connsiteY40" fmla="*/ 169164 h 200977"/>
                <a:gd name="connsiteX41" fmla="*/ 194215 w 321278"/>
                <a:gd name="connsiteY41" fmla="*/ 170783 h 200977"/>
                <a:gd name="connsiteX42" fmla="*/ 172974 w 321278"/>
                <a:gd name="connsiteY42" fmla="*/ 159353 h 200977"/>
                <a:gd name="connsiteX43" fmla="*/ 0 w 321278"/>
                <a:gd name="connsiteY43" fmla="*/ 92202 h 200977"/>
                <a:gd name="connsiteX44" fmla="*/ 381 w 321278"/>
                <a:gd name="connsiteY44" fmla="*/ 90678 h 200977"/>
                <a:gd name="connsiteX45" fmla="*/ 64103 w 321278"/>
                <a:gd name="connsiteY45" fmla="*/ 12954 h 200977"/>
                <a:gd name="connsiteX46" fmla="*/ 74771 w 321278"/>
                <a:gd name="connsiteY46" fmla="*/ 0 h 200977"/>
                <a:gd name="connsiteX47" fmla="*/ 157734 w 321278"/>
                <a:gd name="connsiteY47" fmla="*/ 19621 h 200977"/>
                <a:gd name="connsiteX48" fmla="*/ 170021 w 321278"/>
                <a:gd name="connsiteY48" fmla="*/ 20669 h 20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21278" h="200977">
                  <a:moveTo>
                    <a:pt x="170021" y="20669"/>
                  </a:moveTo>
                  <a:lnTo>
                    <a:pt x="156591" y="46387"/>
                  </a:lnTo>
                  <a:lnTo>
                    <a:pt x="156401" y="46958"/>
                  </a:lnTo>
                  <a:lnTo>
                    <a:pt x="156210" y="47434"/>
                  </a:lnTo>
                  <a:lnTo>
                    <a:pt x="156115" y="48387"/>
                  </a:lnTo>
                  <a:lnTo>
                    <a:pt x="155543" y="52483"/>
                  </a:lnTo>
                  <a:lnTo>
                    <a:pt x="211646" y="111728"/>
                  </a:lnTo>
                  <a:lnTo>
                    <a:pt x="227552" y="123539"/>
                  </a:lnTo>
                  <a:lnTo>
                    <a:pt x="237935" y="129730"/>
                  </a:lnTo>
                  <a:lnTo>
                    <a:pt x="254794" y="141351"/>
                  </a:lnTo>
                  <a:lnTo>
                    <a:pt x="272796" y="155638"/>
                  </a:lnTo>
                  <a:lnTo>
                    <a:pt x="280035" y="164497"/>
                  </a:lnTo>
                  <a:lnTo>
                    <a:pt x="290703" y="176308"/>
                  </a:lnTo>
                  <a:lnTo>
                    <a:pt x="304990" y="176593"/>
                  </a:lnTo>
                  <a:lnTo>
                    <a:pt x="308134" y="176689"/>
                  </a:lnTo>
                  <a:lnTo>
                    <a:pt x="315754" y="176784"/>
                  </a:lnTo>
                  <a:lnTo>
                    <a:pt x="321278" y="199644"/>
                  </a:lnTo>
                  <a:lnTo>
                    <a:pt x="320230" y="199739"/>
                  </a:lnTo>
                  <a:lnTo>
                    <a:pt x="317182" y="200120"/>
                  </a:lnTo>
                  <a:lnTo>
                    <a:pt x="313849" y="200406"/>
                  </a:lnTo>
                  <a:lnTo>
                    <a:pt x="310801" y="200692"/>
                  </a:lnTo>
                  <a:lnTo>
                    <a:pt x="306134" y="200882"/>
                  </a:lnTo>
                  <a:lnTo>
                    <a:pt x="301371" y="200977"/>
                  </a:lnTo>
                  <a:lnTo>
                    <a:pt x="297561" y="200977"/>
                  </a:lnTo>
                  <a:lnTo>
                    <a:pt x="292798" y="200692"/>
                  </a:lnTo>
                  <a:lnTo>
                    <a:pt x="292132" y="200692"/>
                  </a:lnTo>
                  <a:lnTo>
                    <a:pt x="288607" y="200406"/>
                  </a:lnTo>
                  <a:lnTo>
                    <a:pt x="286321" y="200120"/>
                  </a:lnTo>
                  <a:lnTo>
                    <a:pt x="282321" y="199549"/>
                  </a:lnTo>
                  <a:lnTo>
                    <a:pt x="280511" y="199263"/>
                  </a:lnTo>
                  <a:lnTo>
                    <a:pt x="277559" y="198691"/>
                  </a:lnTo>
                  <a:lnTo>
                    <a:pt x="276796" y="198596"/>
                  </a:lnTo>
                  <a:lnTo>
                    <a:pt x="274320" y="198120"/>
                  </a:lnTo>
                  <a:lnTo>
                    <a:pt x="263176" y="195263"/>
                  </a:lnTo>
                  <a:lnTo>
                    <a:pt x="262223" y="194976"/>
                  </a:lnTo>
                  <a:lnTo>
                    <a:pt x="257651" y="193167"/>
                  </a:lnTo>
                  <a:lnTo>
                    <a:pt x="253174" y="191452"/>
                  </a:lnTo>
                  <a:lnTo>
                    <a:pt x="241363" y="186690"/>
                  </a:lnTo>
                  <a:lnTo>
                    <a:pt x="234601" y="183928"/>
                  </a:lnTo>
                  <a:lnTo>
                    <a:pt x="206693" y="172879"/>
                  </a:lnTo>
                  <a:lnTo>
                    <a:pt x="197263" y="169164"/>
                  </a:lnTo>
                  <a:lnTo>
                    <a:pt x="194215" y="170783"/>
                  </a:lnTo>
                  <a:lnTo>
                    <a:pt x="172974" y="159353"/>
                  </a:lnTo>
                  <a:lnTo>
                    <a:pt x="0" y="92202"/>
                  </a:lnTo>
                  <a:lnTo>
                    <a:pt x="381" y="90678"/>
                  </a:lnTo>
                  <a:lnTo>
                    <a:pt x="64103" y="12954"/>
                  </a:lnTo>
                  <a:lnTo>
                    <a:pt x="74771" y="0"/>
                  </a:lnTo>
                  <a:lnTo>
                    <a:pt x="157734" y="19621"/>
                  </a:lnTo>
                  <a:lnTo>
                    <a:pt x="170021" y="2066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6" name="서울특별시 관악구 낙성대동">
              <a:extLst>
                <a:ext uri="{FF2B5EF4-FFF2-40B4-BE49-F238E27FC236}">
                  <a16:creationId xmlns:a16="http://schemas.microsoft.com/office/drawing/2014/main" id="{B61BD53D-D50B-A5F0-B55F-0B6C05ADB1A6}"/>
                </a:ext>
              </a:extLst>
            </p:cNvPr>
            <p:cNvSpPr/>
            <p:nvPr/>
          </p:nvSpPr>
          <p:spPr>
            <a:xfrm>
              <a:off x="5703379" y="4945475"/>
              <a:ext cx="327088" cy="477107"/>
            </a:xfrm>
            <a:custGeom>
              <a:avLst/>
              <a:gdLst>
                <a:gd name="connsiteX0" fmla="*/ 9239 w 327088"/>
                <a:gd name="connsiteY0" fmla="*/ 1048 h 477107"/>
                <a:gd name="connsiteX1" fmla="*/ 182213 w 327088"/>
                <a:gd name="connsiteY1" fmla="*/ 68199 h 477107"/>
                <a:gd name="connsiteX2" fmla="*/ 176879 w 327088"/>
                <a:gd name="connsiteY2" fmla="*/ 77248 h 477107"/>
                <a:gd name="connsiteX3" fmla="*/ 167926 w 327088"/>
                <a:gd name="connsiteY3" fmla="*/ 92678 h 477107"/>
                <a:gd name="connsiteX4" fmla="*/ 165545 w 327088"/>
                <a:gd name="connsiteY4" fmla="*/ 108776 h 477107"/>
                <a:gd name="connsiteX5" fmla="*/ 170117 w 327088"/>
                <a:gd name="connsiteY5" fmla="*/ 118110 h 477107"/>
                <a:gd name="connsiteX6" fmla="*/ 174403 w 327088"/>
                <a:gd name="connsiteY6" fmla="*/ 123254 h 477107"/>
                <a:gd name="connsiteX7" fmla="*/ 184595 w 327088"/>
                <a:gd name="connsiteY7" fmla="*/ 138113 h 477107"/>
                <a:gd name="connsiteX8" fmla="*/ 200501 w 327088"/>
                <a:gd name="connsiteY8" fmla="*/ 172307 h 477107"/>
                <a:gd name="connsiteX9" fmla="*/ 201644 w 327088"/>
                <a:gd name="connsiteY9" fmla="*/ 175260 h 477107"/>
                <a:gd name="connsiteX10" fmla="*/ 201739 w 327088"/>
                <a:gd name="connsiteY10" fmla="*/ 179070 h 477107"/>
                <a:gd name="connsiteX11" fmla="*/ 200978 w 327088"/>
                <a:gd name="connsiteY11" fmla="*/ 183261 h 477107"/>
                <a:gd name="connsiteX12" fmla="*/ 199739 w 327088"/>
                <a:gd name="connsiteY12" fmla="*/ 187738 h 477107"/>
                <a:gd name="connsiteX13" fmla="*/ 192596 w 327088"/>
                <a:gd name="connsiteY13" fmla="*/ 203740 h 477107"/>
                <a:gd name="connsiteX14" fmla="*/ 191071 w 327088"/>
                <a:gd name="connsiteY14" fmla="*/ 206121 h 477107"/>
                <a:gd name="connsiteX15" fmla="*/ 189167 w 327088"/>
                <a:gd name="connsiteY15" fmla="*/ 209836 h 477107"/>
                <a:gd name="connsiteX16" fmla="*/ 188976 w 327088"/>
                <a:gd name="connsiteY16" fmla="*/ 210407 h 477107"/>
                <a:gd name="connsiteX17" fmla="*/ 188881 w 327088"/>
                <a:gd name="connsiteY17" fmla="*/ 210884 h 477107"/>
                <a:gd name="connsiteX18" fmla="*/ 189357 w 327088"/>
                <a:gd name="connsiteY18" fmla="*/ 211360 h 477107"/>
                <a:gd name="connsiteX19" fmla="*/ 190310 w 327088"/>
                <a:gd name="connsiteY19" fmla="*/ 211741 h 477107"/>
                <a:gd name="connsiteX20" fmla="*/ 190690 w 327088"/>
                <a:gd name="connsiteY20" fmla="*/ 212217 h 477107"/>
                <a:gd name="connsiteX21" fmla="*/ 191738 w 327088"/>
                <a:gd name="connsiteY21" fmla="*/ 214027 h 477107"/>
                <a:gd name="connsiteX22" fmla="*/ 192786 w 327088"/>
                <a:gd name="connsiteY22" fmla="*/ 215741 h 477107"/>
                <a:gd name="connsiteX23" fmla="*/ 194310 w 327088"/>
                <a:gd name="connsiteY23" fmla="*/ 217646 h 477107"/>
                <a:gd name="connsiteX24" fmla="*/ 194881 w 327088"/>
                <a:gd name="connsiteY24" fmla="*/ 218408 h 477107"/>
                <a:gd name="connsiteX25" fmla="*/ 195167 w 327088"/>
                <a:gd name="connsiteY25" fmla="*/ 219075 h 477107"/>
                <a:gd name="connsiteX26" fmla="*/ 195453 w 327088"/>
                <a:gd name="connsiteY26" fmla="*/ 219551 h 477107"/>
                <a:gd name="connsiteX27" fmla="*/ 195548 w 327088"/>
                <a:gd name="connsiteY27" fmla="*/ 220123 h 477107"/>
                <a:gd name="connsiteX28" fmla="*/ 195739 w 327088"/>
                <a:gd name="connsiteY28" fmla="*/ 220504 h 477107"/>
                <a:gd name="connsiteX29" fmla="*/ 195929 w 327088"/>
                <a:gd name="connsiteY29" fmla="*/ 220980 h 477107"/>
                <a:gd name="connsiteX30" fmla="*/ 196215 w 327088"/>
                <a:gd name="connsiteY30" fmla="*/ 221647 h 477107"/>
                <a:gd name="connsiteX31" fmla="*/ 196501 w 327088"/>
                <a:gd name="connsiteY31" fmla="*/ 222409 h 477107"/>
                <a:gd name="connsiteX32" fmla="*/ 196882 w 327088"/>
                <a:gd name="connsiteY32" fmla="*/ 223266 h 477107"/>
                <a:gd name="connsiteX33" fmla="*/ 197358 w 327088"/>
                <a:gd name="connsiteY33" fmla="*/ 224028 h 477107"/>
                <a:gd name="connsiteX34" fmla="*/ 198025 w 327088"/>
                <a:gd name="connsiteY34" fmla="*/ 225457 h 477107"/>
                <a:gd name="connsiteX35" fmla="*/ 198215 w 327088"/>
                <a:gd name="connsiteY35" fmla="*/ 225933 h 477107"/>
                <a:gd name="connsiteX36" fmla="*/ 198596 w 327088"/>
                <a:gd name="connsiteY36" fmla="*/ 226695 h 477107"/>
                <a:gd name="connsiteX37" fmla="*/ 198882 w 327088"/>
                <a:gd name="connsiteY37" fmla="*/ 227362 h 477107"/>
                <a:gd name="connsiteX38" fmla="*/ 199549 w 327088"/>
                <a:gd name="connsiteY38" fmla="*/ 228791 h 477107"/>
                <a:gd name="connsiteX39" fmla="*/ 199930 w 327088"/>
                <a:gd name="connsiteY39" fmla="*/ 229362 h 477107"/>
                <a:gd name="connsiteX40" fmla="*/ 200311 w 327088"/>
                <a:gd name="connsiteY40" fmla="*/ 229838 h 477107"/>
                <a:gd name="connsiteX41" fmla="*/ 200692 w 327088"/>
                <a:gd name="connsiteY41" fmla="*/ 230315 h 477107"/>
                <a:gd name="connsiteX42" fmla="*/ 201073 w 327088"/>
                <a:gd name="connsiteY42" fmla="*/ 230696 h 477107"/>
                <a:gd name="connsiteX43" fmla="*/ 201835 w 327088"/>
                <a:gd name="connsiteY43" fmla="*/ 231362 h 477107"/>
                <a:gd name="connsiteX44" fmla="*/ 202502 w 327088"/>
                <a:gd name="connsiteY44" fmla="*/ 231743 h 477107"/>
                <a:gd name="connsiteX45" fmla="*/ 204121 w 327088"/>
                <a:gd name="connsiteY45" fmla="*/ 232601 h 477107"/>
                <a:gd name="connsiteX46" fmla="*/ 205073 w 327088"/>
                <a:gd name="connsiteY46" fmla="*/ 232982 h 477107"/>
                <a:gd name="connsiteX47" fmla="*/ 206597 w 327088"/>
                <a:gd name="connsiteY47" fmla="*/ 234315 h 477107"/>
                <a:gd name="connsiteX48" fmla="*/ 207931 w 327088"/>
                <a:gd name="connsiteY48" fmla="*/ 235553 h 477107"/>
                <a:gd name="connsiteX49" fmla="*/ 214027 w 327088"/>
                <a:gd name="connsiteY49" fmla="*/ 243173 h 477107"/>
                <a:gd name="connsiteX50" fmla="*/ 215360 w 327088"/>
                <a:gd name="connsiteY50" fmla="*/ 244888 h 477107"/>
                <a:gd name="connsiteX51" fmla="*/ 221361 w 327088"/>
                <a:gd name="connsiteY51" fmla="*/ 249174 h 477107"/>
                <a:gd name="connsiteX52" fmla="*/ 222504 w 327088"/>
                <a:gd name="connsiteY52" fmla="*/ 250031 h 477107"/>
                <a:gd name="connsiteX53" fmla="*/ 236411 w 327088"/>
                <a:gd name="connsiteY53" fmla="*/ 290703 h 477107"/>
                <a:gd name="connsiteX54" fmla="*/ 244126 w 327088"/>
                <a:gd name="connsiteY54" fmla="*/ 308801 h 477107"/>
                <a:gd name="connsiteX55" fmla="*/ 263176 w 327088"/>
                <a:gd name="connsiteY55" fmla="*/ 323945 h 477107"/>
                <a:gd name="connsiteX56" fmla="*/ 272415 w 327088"/>
                <a:gd name="connsiteY56" fmla="*/ 328898 h 477107"/>
                <a:gd name="connsiteX57" fmla="*/ 281654 w 327088"/>
                <a:gd name="connsiteY57" fmla="*/ 333756 h 477107"/>
                <a:gd name="connsiteX58" fmla="*/ 324040 w 327088"/>
                <a:gd name="connsiteY58" fmla="*/ 364141 h 477107"/>
                <a:gd name="connsiteX59" fmla="*/ 327088 w 327088"/>
                <a:gd name="connsiteY59" fmla="*/ 369951 h 477107"/>
                <a:gd name="connsiteX60" fmla="*/ 318611 w 327088"/>
                <a:gd name="connsiteY60" fmla="*/ 387001 h 477107"/>
                <a:gd name="connsiteX61" fmla="*/ 314135 w 327088"/>
                <a:gd name="connsiteY61" fmla="*/ 395383 h 477107"/>
                <a:gd name="connsiteX62" fmla="*/ 311277 w 327088"/>
                <a:gd name="connsiteY62" fmla="*/ 399479 h 477107"/>
                <a:gd name="connsiteX63" fmla="*/ 309658 w 327088"/>
                <a:gd name="connsiteY63" fmla="*/ 400717 h 477107"/>
                <a:gd name="connsiteX64" fmla="*/ 308896 w 327088"/>
                <a:gd name="connsiteY64" fmla="*/ 401288 h 477107"/>
                <a:gd name="connsiteX65" fmla="*/ 302895 w 327088"/>
                <a:gd name="connsiteY65" fmla="*/ 404432 h 477107"/>
                <a:gd name="connsiteX66" fmla="*/ 300133 w 327088"/>
                <a:gd name="connsiteY66" fmla="*/ 405384 h 477107"/>
                <a:gd name="connsiteX67" fmla="*/ 298132 w 327088"/>
                <a:gd name="connsiteY67" fmla="*/ 406051 h 477107"/>
                <a:gd name="connsiteX68" fmla="*/ 256222 w 327088"/>
                <a:gd name="connsiteY68" fmla="*/ 452628 h 477107"/>
                <a:gd name="connsiteX69" fmla="*/ 255365 w 327088"/>
                <a:gd name="connsiteY69" fmla="*/ 454057 h 477107"/>
                <a:gd name="connsiteX70" fmla="*/ 244126 w 327088"/>
                <a:gd name="connsiteY70" fmla="*/ 477107 h 477107"/>
                <a:gd name="connsiteX71" fmla="*/ 200025 w 327088"/>
                <a:gd name="connsiteY71" fmla="*/ 474536 h 477107"/>
                <a:gd name="connsiteX72" fmla="*/ 168497 w 327088"/>
                <a:gd name="connsiteY72" fmla="*/ 467773 h 477107"/>
                <a:gd name="connsiteX73" fmla="*/ 133160 w 327088"/>
                <a:gd name="connsiteY73" fmla="*/ 444437 h 477107"/>
                <a:gd name="connsiteX74" fmla="*/ 108299 w 327088"/>
                <a:gd name="connsiteY74" fmla="*/ 426339 h 477107"/>
                <a:gd name="connsiteX75" fmla="*/ 98107 w 327088"/>
                <a:gd name="connsiteY75" fmla="*/ 413671 h 477107"/>
                <a:gd name="connsiteX76" fmla="*/ 94393 w 327088"/>
                <a:gd name="connsiteY76" fmla="*/ 407384 h 477107"/>
                <a:gd name="connsiteX77" fmla="*/ 61531 w 327088"/>
                <a:gd name="connsiteY77" fmla="*/ 348520 h 477107"/>
                <a:gd name="connsiteX78" fmla="*/ 58864 w 327088"/>
                <a:gd name="connsiteY78" fmla="*/ 340424 h 477107"/>
                <a:gd name="connsiteX79" fmla="*/ 62389 w 327088"/>
                <a:gd name="connsiteY79" fmla="*/ 308420 h 477107"/>
                <a:gd name="connsiteX80" fmla="*/ 67151 w 327088"/>
                <a:gd name="connsiteY80" fmla="*/ 291465 h 477107"/>
                <a:gd name="connsiteX81" fmla="*/ 61246 w 327088"/>
                <a:gd name="connsiteY81" fmla="*/ 276225 h 477107"/>
                <a:gd name="connsiteX82" fmla="*/ 22479 w 327088"/>
                <a:gd name="connsiteY82" fmla="*/ 191071 h 477107"/>
                <a:gd name="connsiteX83" fmla="*/ 21812 w 327088"/>
                <a:gd name="connsiteY83" fmla="*/ 190500 h 477107"/>
                <a:gd name="connsiteX84" fmla="*/ 19431 w 327088"/>
                <a:gd name="connsiteY84" fmla="*/ 188404 h 477107"/>
                <a:gd name="connsiteX85" fmla="*/ 16002 w 327088"/>
                <a:gd name="connsiteY85" fmla="*/ 187071 h 477107"/>
                <a:gd name="connsiteX86" fmla="*/ 5048 w 327088"/>
                <a:gd name="connsiteY86" fmla="*/ 185833 h 477107"/>
                <a:gd name="connsiteX87" fmla="*/ 12002 w 327088"/>
                <a:gd name="connsiteY87" fmla="*/ 167545 h 477107"/>
                <a:gd name="connsiteX88" fmla="*/ 12859 w 327088"/>
                <a:gd name="connsiteY88" fmla="*/ 164211 h 477107"/>
                <a:gd name="connsiteX89" fmla="*/ 15430 w 327088"/>
                <a:gd name="connsiteY89" fmla="*/ 154781 h 477107"/>
                <a:gd name="connsiteX90" fmla="*/ 15335 w 327088"/>
                <a:gd name="connsiteY90" fmla="*/ 146685 h 477107"/>
                <a:gd name="connsiteX91" fmla="*/ 15240 w 327088"/>
                <a:gd name="connsiteY91" fmla="*/ 142875 h 477107"/>
                <a:gd name="connsiteX92" fmla="*/ 15145 w 327088"/>
                <a:gd name="connsiteY92" fmla="*/ 141827 h 477107"/>
                <a:gd name="connsiteX93" fmla="*/ 5334 w 327088"/>
                <a:gd name="connsiteY93" fmla="*/ 16097 h 477107"/>
                <a:gd name="connsiteX94" fmla="*/ 0 w 327088"/>
                <a:gd name="connsiteY94" fmla="*/ 0 h 477107"/>
                <a:gd name="connsiteX95" fmla="*/ 9239 w 327088"/>
                <a:gd name="connsiteY95" fmla="*/ 1048 h 47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327088" h="477107">
                  <a:moveTo>
                    <a:pt x="9239" y="1048"/>
                  </a:moveTo>
                  <a:lnTo>
                    <a:pt x="182213" y="68199"/>
                  </a:lnTo>
                  <a:lnTo>
                    <a:pt x="176879" y="77248"/>
                  </a:lnTo>
                  <a:lnTo>
                    <a:pt x="167926" y="92678"/>
                  </a:lnTo>
                  <a:lnTo>
                    <a:pt x="165545" y="108776"/>
                  </a:lnTo>
                  <a:lnTo>
                    <a:pt x="170117" y="118110"/>
                  </a:lnTo>
                  <a:lnTo>
                    <a:pt x="174403" y="123254"/>
                  </a:lnTo>
                  <a:lnTo>
                    <a:pt x="184595" y="138113"/>
                  </a:lnTo>
                  <a:lnTo>
                    <a:pt x="200501" y="172307"/>
                  </a:lnTo>
                  <a:lnTo>
                    <a:pt x="201644" y="175260"/>
                  </a:lnTo>
                  <a:lnTo>
                    <a:pt x="201739" y="179070"/>
                  </a:lnTo>
                  <a:lnTo>
                    <a:pt x="200978" y="183261"/>
                  </a:lnTo>
                  <a:lnTo>
                    <a:pt x="199739" y="187738"/>
                  </a:lnTo>
                  <a:lnTo>
                    <a:pt x="192596" y="203740"/>
                  </a:lnTo>
                  <a:lnTo>
                    <a:pt x="191071" y="206121"/>
                  </a:lnTo>
                  <a:lnTo>
                    <a:pt x="189167" y="209836"/>
                  </a:lnTo>
                  <a:lnTo>
                    <a:pt x="188976" y="210407"/>
                  </a:lnTo>
                  <a:lnTo>
                    <a:pt x="188881" y="210884"/>
                  </a:lnTo>
                  <a:lnTo>
                    <a:pt x="189357" y="211360"/>
                  </a:lnTo>
                  <a:lnTo>
                    <a:pt x="190310" y="211741"/>
                  </a:lnTo>
                  <a:lnTo>
                    <a:pt x="190690" y="212217"/>
                  </a:lnTo>
                  <a:lnTo>
                    <a:pt x="191738" y="214027"/>
                  </a:lnTo>
                  <a:lnTo>
                    <a:pt x="192786" y="215741"/>
                  </a:lnTo>
                  <a:lnTo>
                    <a:pt x="194310" y="217646"/>
                  </a:lnTo>
                  <a:lnTo>
                    <a:pt x="194881" y="218408"/>
                  </a:lnTo>
                  <a:lnTo>
                    <a:pt x="195167" y="219075"/>
                  </a:lnTo>
                  <a:lnTo>
                    <a:pt x="195453" y="219551"/>
                  </a:lnTo>
                  <a:lnTo>
                    <a:pt x="195548" y="220123"/>
                  </a:lnTo>
                  <a:lnTo>
                    <a:pt x="195739" y="220504"/>
                  </a:lnTo>
                  <a:lnTo>
                    <a:pt x="195929" y="220980"/>
                  </a:lnTo>
                  <a:lnTo>
                    <a:pt x="196215" y="221647"/>
                  </a:lnTo>
                  <a:lnTo>
                    <a:pt x="196501" y="222409"/>
                  </a:lnTo>
                  <a:lnTo>
                    <a:pt x="196882" y="223266"/>
                  </a:lnTo>
                  <a:lnTo>
                    <a:pt x="197358" y="224028"/>
                  </a:lnTo>
                  <a:lnTo>
                    <a:pt x="198025" y="225457"/>
                  </a:lnTo>
                  <a:lnTo>
                    <a:pt x="198215" y="225933"/>
                  </a:lnTo>
                  <a:lnTo>
                    <a:pt x="198596" y="226695"/>
                  </a:lnTo>
                  <a:lnTo>
                    <a:pt x="198882" y="227362"/>
                  </a:lnTo>
                  <a:lnTo>
                    <a:pt x="199549" y="228791"/>
                  </a:lnTo>
                  <a:lnTo>
                    <a:pt x="199930" y="229362"/>
                  </a:lnTo>
                  <a:lnTo>
                    <a:pt x="200311" y="229838"/>
                  </a:lnTo>
                  <a:lnTo>
                    <a:pt x="200692" y="230315"/>
                  </a:lnTo>
                  <a:lnTo>
                    <a:pt x="201073" y="230696"/>
                  </a:lnTo>
                  <a:lnTo>
                    <a:pt x="201835" y="231362"/>
                  </a:lnTo>
                  <a:lnTo>
                    <a:pt x="202502" y="231743"/>
                  </a:lnTo>
                  <a:lnTo>
                    <a:pt x="204121" y="232601"/>
                  </a:lnTo>
                  <a:lnTo>
                    <a:pt x="205073" y="232982"/>
                  </a:lnTo>
                  <a:lnTo>
                    <a:pt x="206597" y="234315"/>
                  </a:lnTo>
                  <a:lnTo>
                    <a:pt x="207931" y="235553"/>
                  </a:lnTo>
                  <a:lnTo>
                    <a:pt x="214027" y="243173"/>
                  </a:lnTo>
                  <a:lnTo>
                    <a:pt x="215360" y="244888"/>
                  </a:lnTo>
                  <a:lnTo>
                    <a:pt x="221361" y="249174"/>
                  </a:lnTo>
                  <a:lnTo>
                    <a:pt x="222504" y="250031"/>
                  </a:lnTo>
                  <a:lnTo>
                    <a:pt x="236411" y="290703"/>
                  </a:lnTo>
                  <a:lnTo>
                    <a:pt x="244126" y="308801"/>
                  </a:lnTo>
                  <a:lnTo>
                    <a:pt x="263176" y="323945"/>
                  </a:lnTo>
                  <a:lnTo>
                    <a:pt x="272415" y="328898"/>
                  </a:lnTo>
                  <a:lnTo>
                    <a:pt x="281654" y="333756"/>
                  </a:lnTo>
                  <a:lnTo>
                    <a:pt x="324040" y="364141"/>
                  </a:lnTo>
                  <a:lnTo>
                    <a:pt x="327088" y="369951"/>
                  </a:lnTo>
                  <a:lnTo>
                    <a:pt x="318611" y="387001"/>
                  </a:lnTo>
                  <a:lnTo>
                    <a:pt x="314135" y="395383"/>
                  </a:lnTo>
                  <a:lnTo>
                    <a:pt x="311277" y="399479"/>
                  </a:lnTo>
                  <a:lnTo>
                    <a:pt x="309658" y="400717"/>
                  </a:lnTo>
                  <a:lnTo>
                    <a:pt x="308896" y="401288"/>
                  </a:lnTo>
                  <a:lnTo>
                    <a:pt x="302895" y="404432"/>
                  </a:lnTo>
                  <a:lnTo>
                    <a:pt x="300133" y="405384"/>
                  </a:lnTo>
                  <a:lnTo>
                    <a:pt x="298132" y="406051"/>
                  </a:lnTo>
                  <a:lnTo>
                    <a:pt x="256222" y="452628"/>
                  </a:lnTo>
                  <a:lnTo>
                    <a:pt x="255365" y="454057"/>
                  </a:lnTo>
                  <a:lnTo>
                    <a:pt x="244126" y="477107"/>
                  </a:lnTo>
                  <a:lnTo>
                    <a:pt x="200025" y="474536"/>
                  </a:lnTo>
                  <a:lnTo>
                    <a:pt x="168497" y="467773"/>
                  </a:lnTo>
                  <a:lnTo>
                    <a:pt x="133160" y="444437"/>
                  </a:lnTo>
                  <a:lnTo>
                    <a:pt x="108299" y="426339"/>
                  </a:lnTo>
                  <a:lnTo>
                    <a:pt x="98107" y="413671"/>
                  </a:lnTo>
                  <a:lnTo>
                    <a:pt x="94393" y="407384"/>
                  </a:lnTo>
                  <a:lnTo>
                    <a:pt x="61531" y="348520"/>
                  </a:lnTo>
                  <a:lnTo>
                    <a:pt x="58864" y="340424"/>
                  </a:lnTo>
                  <a:lnTo>
                    <a:pt x="62389" y="308420"/>
                  </a:lnTo>
                  <a:lnTo>
                    <a:pt x="67151" y="291465"/>
                  </a:lnTo>
                  <a:lnTo>
                    <a:pt x="61246" y="276225"/>
                  </a:lnTo>
                  <a:lnTo>
                    <a:pt x="22479" y="191071"/>
                  </a:lnTo>
                  <a:lnTo>
                    <a:pt x="21812" y="190500"/>
                  </a:lnTo>
                  <a:lnTo>
                    <a:pt x="19431" y="188404"/>
                  </a:lnTo>
                  <a:lnTo>
                    <a:pt x="16002" y="187071"/>
                  </a:lnTo>
                  <a:lnTo>
                    <a:pt x="5048" y="185833"/>
                  </a:lnTo>
                  <a:lnTo>
                    <a:pt x="12002" y="167545"/>
                  </a:lnTo>
                  <a:lnTo>
                    <a:pt x="12859" y="164211"/>
                  </a:lnTo>
                  <a:lnTo>
                    <a:pt x="15430" y="154781"/>
                  </a:lnTo>
                  <a:lnTo>
                    <a:pt x="15335" y="146685"/>
                  </a:lnTo>
                  <a:lnTo>
                    <a:pt x="15240" y="142875"/>
                  </a:lnTo>
                  <a:lnTo>
                    <a:pt x="15145" y="141827"/>
                  </a:lnTo>
                  <a:lnTo>
                    <a:pt x="5334" y="16097"/>
                  </a:lnTo>
                  <a:lnTo>
                    <a:pt x="0" y="0"/>
                  </a:lnTo>
                  <a:lnTo>
                    <a:pt x="9239" y="10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7" name="서울특별시 관악구 중앙동">
              <a:extLst>
                <a:ext uri="{FF2B5EF4-FFF2-40B4-BE49-F238E27FC236}">
                  <a16:creationId xmlns:a16="http://schemas.microsoft.com/office/drawing/2014/main" id="{2A287185-B06A-B90F-1E1F-B446D39A7049}"/>
                </a:ext>
              </a:extLst>
            </p:cNvPr>
            <p:cNvSpPr/>
            <p:nvPr/>
          </p:nvSpPr>
          <p:spPr>
            <a:xfrm>
              <a:off x="5596032" y="4844319"/>
              <a:ext cx="180689" cy="102203"/>
            </a:xfrm>
            <a:custGeom>
              <a:avLst/>
              <a:gdLst>
                <a:gd name="connsiteX0" fmla="*/ 180689 w 180689"/>
                <a:gd name="connsiteY0" fmla="*/ 22955 h 102203"/>
                <a:gd name="connsiteX1" fmla="*/ 116967 w 180689"/>
                <a:gd name="connsiteY1" fmla="*/ 100679 h 102203"/>
                <a:gd name="connsiteX2" fmla="*/ 116586 w 180689"/>
                <a:gd name="connsiteY2" fmla="*/ 102203 h 102203"/>
                <a:gd name="connsiteX3" fmla="*/ 107347 w 180689"/>
                <a:gd name="connsiteY3" fmla="*/ 101155 h 102203"/>
                <a:gd name="connsiteX4" fmla="*/ 0 w 180689"/>
                <a:gd name="connsiteY4" fmla="*/ 89821 h 102203"/>
                <a:gd name="connsiteX5" fmla="*/ 11144 w 180689"/>
                <a:gd name="connsiteY5" fmla="*/ 0 h 102203"/>
                <a:gd name="connsiteX6" fmla="*/ 180689 w 180689"/>
                <a:gd name="connsiteY6" fmla="*/ 22955 h 10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689" h="102203">
                  <a:moveTo>
                    <a:pt x="180689" y="22955"/>
                  </a:moveTo>
                  <a:lnTo>
                    <a:pt x="116967" y="100679"/>
                  </a:lnTo>
                  <a:lnTo>
                    <a:pt x="116586" y="102203"/>
                  </a:lnTo>
                  <a:lnTo>
                    <a:pt x="107347" y="101155"/>
                  </a:lnTo>
                  <a:lnTo>
                    <a:pt x="0" y="89821"/>
                  </a:lnTo>
                  <a:lnTo>
                    <a:pt x="11144" y="0"/>
                  </a:lnTo>
                  <a:lnTo>
                    <a:pt x="180689" y="2295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8" name="서울특별시 관악구 인헌동">
              <a:extLst>
                <a:ext uri="{FF2B5EF4-FFF2-40B4-BE49-F238E27FC236}">
                  <a16:creationId xmlns:a16="http://schemas.microsoft.com/office/drawing/2014/main" id="{A44038F8-AFEB-E86B-9360-0C22EDDF22B4}"/>
                </a:ext>
              </a:extLst>
            </p:cNvPr>
            <p:cNvSpPr/>
            <p:nvPr/>
          </p:nvSpPr>
          <p:spPr>
            <a:xfrm>
              <a:off x="5868924" y="5013674"/>
              <a:ext cx="184499" cy="195738"/>
            </a:xfrm>
            <a:custGeom>
              <a:avLst/>
              <a:gdLst>
                <a:gd name="connsiteX0" fmla="*/ 164973 w 184499"/>
                <a:gd name="connsiteY0" fmla="*/ 40291 h 195738"/>
                <a:gd name="connsiteX1" fmla="*/ 170402 w 184499"/>
                <a:gd name="connsiteY1" fmla="*/ 46863 h 195738"/>
                <a:gd name="connsiteX2" fmla="*/ 184499 w 184499"/>
                <a:gd name="connsiteY2" fmla="*/ 80867 h 195738"/>
                <a:gd name="connsiteX3" fmla="*/ 180022 w 184499"/>
                <a:gd name="connsiteY3" fmla="*/ 141065 h 195738"/>
                <a:gd name="connsiteX4" fmla="*/ 178879 w 184499"/>
                <a:gd name="connsiteY4" fmla="*/ 143256 h 195738"/>
                <a:gd name="connsiteX5" fmla="*/ 177546 w 184499"/>
                <a:gd name="connsiteY5" fmla="*/ 145828 h 195738"/>
                <a:gd name="connsiteX6" fmla="*/ 176784 w 184499"/>
                <a:gd name="connsiteY6" fmla="*/ 147256 h 195738"/>
                <a:gd name="connsiteX7" fmla="*/ 170783 w 184499"/>
                <a:gd name="connsiteY7" fmla="*/ 157163 h 195738"/>
                <a:gd name="connsiteX8" fmla="*/ 166878 w 184499"/>
                <a:gd name="connsiteY8" fmla="*/ 163639 h 195738"/>
                <a:gd name="connsiteX9" fmla="*/ 163068 w 184499"/>
                <a:gd name="connsiteY9" fmla="*/ 165545 h 195738"/>
                <a:gd name="connsiteX10" fmla="*/ 147638 w 184499"/>
                <a:gd name="connsiteY10" fmla="*/ 173069 h 195738"/>
                <a:gd name="connsiteX11" fmla="*/ 78296 w 184499"/>
                <a:gd name="connsiteY11" fmla="*/ 195739 h 195738"/>
                <a:gd name="connsiteX12" fmla="*/ 56960 w 184499"/>
                <a:gd name="connsiteY12" fmla="*/ 181832 h 195738"/>
                <a:gd name="connsiteX13" fmla="*/ 55816 w 184499"/>
                <a:gd name="connsiteY13" fmla="*/ 180975 h 195738"/>
                <a:gd name="connsiteX14" fmla="*/ 49816 w 184499"/>
                <a:gd name="connsiteY14" fmla="*/ 176689 h 195738"/>
                <a:gd name="connsiteX15" fmla="*/ 48482 w 184499"/>
                <a:gd name="connsiteY15" fmla="*/ 174974 h 195738"/>
                <a:gd name="connsiteX16" fmla="*/ 42386 w 184499"/>
                <a:gd name="connsiteY16" fmla="*/ 167354 h 195738"/>
                <a:gd name="connsiteX17" fmla="*/ 41053 w 184499"/>
                <a:gd name="connsiteY17" fmla="*/ 166116 h 195738"/>
                <a:gd name="connsiteX18" fmla="*/ 39529 w 184499"/>
                <a:gd name="connsiteY18" fmla="*/ 164783 h 195738"/>
                <a:gd name="connsiteX19" fmla="*/ 38576 w 184499"/>
                <a:gd name="connsiteY19" fmla="*/ 164402 h 195738"/>
                <a:gd name="connsiteX20" fmla="*/ 36957 w 184499"/>
                <a:gd name="connsiteY20" fmla="*/ 163544 h 195738"/>
                <a:gd name="connsiteX21" fmla="*/ 36290 w 184499"/>
                <a:gd name="connsiteY21" fmla="*/ 163163 h 195738"/>
                <a:gd name="connsiteX22" fmla="*/ 35528 w 184499"/>
                <a:gd name="connsiteY22" fmla="*/ 162496 h 195738"/>
                <a:gd name="connsiteX23" fmla="*/ 35147 w 184499"/>
                <a:gd name="connsiteY23" fmla="*/ 162116 h 195738"/>
                <a:gd name="connsiteX24" fmla="*/ 34766 w 184499"/>
                <a:gd name="connsiteY24" fmla="*/ 161639 h 195738"/>
                <a:gd name="connsiteX25" fmla="*/ 34385 w 184499"/>
                <a:gd name="connsiteY25" fmla="*/ 161163 h 195738"/>
                <a:gd name="connsiteX26" fmla="*/ 34004 w 184499"/>
                <a:gd name="connsiteY26" fmla="*/ 160592 h 195738"/>
                <a:gd name="connsiteX27" fmla="*/ 33338 w 184499"/>
                <a:gd name="connsiteY27" fmla="*/ 159163 h 195738"/>
                <a:gd name="connsiteX28" fmla="*/ 33052 w 184499"/>
                <a:gd name="connsiteY28" fmla="*/ 158496 h 195738"/>
                <a:gd name="connsiteX29" fmla="*/ 32671 w 184499"/>
                <a:gd name="connsiteY29" fmla="*/ 157734 h 195738"/>
                <a:gd name="connsiteX30" fmla="*/ 32480 w 184499"/>
                <a:gd name="connsiteY30" fmla="*/ 157258 h 195738"/>
                <a:gd name="connsiteX31" fmla="*/ 31813 w 184499"/>
                <a:gd name="connsiteY31" fmla="*/ 155829 h 195738"/>
                <a:gd name="connsiteX32" fmla="*/ 31337 w 184499"/>
                <a:gd name="connsiteY32" fmla="*/ 155067 h 195738"/>
                <a:gd name="connsiteX33" fmla="*/ 30956 w 184499"/>
                <a:gd name="connsiteY33" fmla="*/ 154210 h 195738"/>
                <a:gd name="connsiteX34" fmla="*/ 30671 w 184499"/>
                <a:gd name="connsiteY34" fmla="*/ 153448 h 195738"/>
                <a:gd name="connsiteX35" fmla="*/ 30385 w 184499"/>
                <a:gd name="connsiteY35" fmla="*/ 152781 h 195738"/>
                <a:gd name="connsiteX36" fmla="*/ 30194 w 184499"/>
                <a:gd name="connsiteY36" fmla="*/ 152305 h 195738"/>
                <a:gd name="connsiteX37" fmla="*/ 30004 w 184499"/>
                <a:gd name="connsiteY37" fmla="*/ 151924 h 195738"/>
                <a:gd name="connsiteX38" fmla="*/ 29908 w 184499"/>
                <a:gd name="connsiteY38" fmla="*/ 151352 h 195738"/>
                <a:gd name="connsiteX39" fmla="*/ 29623 w 184499"/>
                <a:gd name="connsiteY39" fmla="*/ 150876 h 195738"/>
                <a:gd name="connsiteX40" fmla="*/ 29337 w 184499"/>
                <a:gd name="connsiteY40" fmla="*/ 150209 h 195738"/>
                <a:gd name="connsiteX41" fmla="*/ 28765 w 184499"/>
                <a:gd name="connsiteY41" fmla="*/ 149447 h 195738"/>
                <a:gd name="connsiteX42" fmla="*/ 27241 w 184499"/>
                <a:gd name="connsiteY42" fmla="*/ 147542 h 195738"/>
                <a:gd name="connsiteX43" fmla="*/ 26194 w 184499"/>
                <a:gd name="connsiteY43" fmla="*/ 145828 h 195738"/>
                <a:gd name="connsiteX44" fmla="*/ 25146 w 184499"/>
                <a:gd name="connsiteY44" fmla="*/ 144018 h 195738"/>
                <a:gd name="connsiteX45" fmla="*/ 24765 w 184499"/>
                <a:gd name="connsiteY45" fmla="*/ 143542 h 195738"/>
                <a:gd name="connsiteX46" fmla="*/ 23813 w 184499"/>
                <a:gd name="connsiteY46" fmla="*/ 143161 h 195738"/>
                <a:gd name="connsiteX47" fmla="*/ 23336 w 184499"/>
                <a:gd name="connsiteY47" fmla="*/ 142685 h 195738"/>
                <a:gd name="connsiteX48" fmla="*/ 23431 w 184499"/>
                <a:gd name="connsiteY48" fmla="*/ 142208 h 195738"/>
                <a:gd name="connsiteX49" fmla="*/ 23622 w 184499"/>
                <a:gd name="connsiteY49" fmla="*/ 141637 h 195738"/>
                <a:gd name="connsiteX50" fmla="*/ 25527 w 184499"/>
                <a:gd name="connsiteY50" fmla="*/ 137922 h 195738"/>
                <a:gd name="connsiteX51" fmla="*/ 27051 w 184499"/>
                <a:gd name="connsiteY51" fmla="*/ 135541 h 195738"/>
                <a:gd name="connsiteX52" fmla="*/ 34195 w 184499"/>
                <a:gd name="connsiteY52" fmla="*/ 119539 h 195738"/>
                <a:gd name="connsiteX53" fmla="*/ 35433 w 184499"/>
                <a:gd name="connsiteY53" fmla="*/ 115062 h 195738"/>
                <a:gd name="connsiteX54" fmla="*/ 36195 w 184499"/>
                <a:gd name="connsiteY54" fmla="*/ 110871 h 195738"/>
                <a:gd name="connsiteX55" fmla="*/ 36100 w 184499"/>
                <a:gd name="connsiteY55" fmla="*/ 107061 h 195738"/>
                <a:gd name="connsiteX56" fmla="*/ 34957 w 184499"/>
                <a:gd name="connsiteY56" fmla="*/ 104108 h 195738"/>
                <a:gd name="connsiteX57" fmla="*/ 19050 w 184499"/>
                <a:gd name="connsiteY57" fmla="*/ 69913 h 195738"/>
                <a:gd name="connsiteX58" fmla="*/ 8858 w 184499"/>
                <a:gd name="connsiteY58" fmla="*/ 55054 h 195738"/>
                <a:gd name="connsiteX59" fmla="*/ 4572 w 184499"/>
                <a:gd name="connsiteY59" fmla="*/ 49911 h 195738"/>
                <a:gd name="connsiteX60" fmla="*/ 0 w 184499"/>
                <a:gd name="connsiteY60" fmla="*/ 40577 h 195738"/>
                <a:gd name="connsiteX61" fmla="*/ 2381 w 184499"/>
                <a:gd name="connsiteY61" fmla="*/ 24479 h 195738"/>
                <a:gd name="connsiteX62" fmla="*/ 11335 w 184499"/>
                <a:gd name="connsiteY62" fmla="*/ 9049 h 195738"/>
                <a:gd name="connsiteX63" fmla="*/ 16669 w 184499"/>
                <a:gd name="connsiteY63" fmla="*/ 0 h 195738"/>
                <a:gd name="connsiteX64" fmla="*/ 37910 w 184499"/>
                <a:gd name="connsiteY64" fmla="*/ 11430 h 195738"/>
                <a:gd name="connsiteX65" fmla="*/ 40957 w 184499"/>
                <a:gd name="connsiteY65" fmla="*/ 9811 h 195738"/>
                <a:gd name="connsiteX66" fmla="*/ 50387 w 184499"/>
                <a:gd name="connsiteY66" fmla="*/ 13526 h 195738"/>
                <a:gd name="connsiteX67" fmla="*/ 78296 w 184499"/>
                <a:gd name="connsiteY67" fmla="*/ 24575 h 195738"/>
                <a:gd name="connsiteX68" fmla="*/ 85058 w 184499"/>
                <a:gd name="connsiteY68" fmla="*/ 27337 h 195738"/>
                <a:gd name="connsiteX69" fmla="*/ 96869 w 184499"/>
                <a:gd name="connsiteY69" fmla="*/ 32099 h 195738"/>
                <a:gd name="connsiteX70" fmla="*/ 101346 w 184499"/>
                <a:gd name="connsiteY70" fmla="*/ 33814 h 195738"/>
                <a:gd name="connsiteX71" fmla="*/ 105918 w 184499"/>
                <a:gd name="connsiteY71" fmla="*/ 35623 h 195738"/>
                <a:gd name="connsiteX72" fmla="*/ 106871 w 184499"/>
                <a:gd name="connsiteY72" fmla="*/ 35909 h 195738"/>
                <a:gd name="connsiteX73" fmla="*/ 118015 w 184499"/>
                <a:gd name="connsiteY73" fmla="*/ 38767 h 195738"/>
                <a:gd name="connsiteX74" fmla="*/ 120491 w 184499"/>
                <a:gd name="connsiteY74" fmla="*/ 39243 h 195738"/>
                <a:gd name="connsiteX75" fmla="*/ 121253 w 184499"/>
                <a:gd name="connsiteY75" fmla="*/ 39338 h 195738"/>
                <a:gd name="connsiteX76" fmla="*/ 124206 w 184499"/>
                <a:gd name="connsiteY76" fmla="*/ 39910 h 195738"/>
                <a:gd name="connsiteX77" fmla="*/ 126016 w 184499"/>
                <a:gd name="connsiteY77" fmla="*/ 40196 h 195738"/>
                <a:gd name="connsiteX78" fmla="*/ 130016 w 184499"/>
                <a:gd name="connsiteY78" fmla="*/ 40767 h 195738"/>
                <a:gd name="connsiteX79" fmla="*/ 132302 w 184499"/>
                <a:gd name="connsiteY79" fmla="*/ 41053 h 195738"/>
                <a:gd name="connsiteX80" fmla="*/ 135827 w 184499"/>
                <a:gd name="connsiteY80" fmla="*/ 41338 h 195738"/>
                <a:gd name="connsiteX81" fmla="*/ 136493 w 184499"/>
                <a:gd name="connsiteY81" fmla="*/ 41338 h 195738"/>
                <a:gd name="connsiteX82" fmla="*/ 141256 w 184499"/>
                <a:gd name="connsiteY82" fmla="*/ 41624 h 195738"/>
                <a:gd name="connsiteX83" fmla="*/ 145066 w 184499"/>
                <a:gd name="connsiteY83" fmla="*/ 41624 h 195738"/>
                <a:gd name="connsiteX84" fmla="*/ 149828 w 184499"/>
                <a:gd name="connsiteY84" fmla="*/ 41529 h 195738"/>
                <a:gd name="connsiteX85" fmla="*/ 154496 w 184499"/>
                <a:gd name="connsiteY85" fmla="*/ 41338 h 195738"/>
                <a:gd name="connsiteX86" fmla="*/ 157544 w 184499"/>
                <a:gd name="connsiteY86" fmla="*/ 41053 h 195738"/>
                <a:gd name="connsiteX87" fmla="*/ 160877 w 184499"/>
                <a:gd name="connsiteY87" fmla="*/ 40767 h 195738"/>
                <a:gd name="connsiteX88" fmla="*/ 163925 w 184499"/>
                <a:gd name="connsiteY88" fmla="*/ 40386 h 195738"/>
                <a:gd name="connsiteX89" fmla="*/ 164973 w 184499"/>
                <a:gd name="connsiteY89" fmla="*/ 40291 h 195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84499" h="195738">
                  <a:moveTo>
                    <a:pt x="164973" y="40291"/>
                  </a:moveTo>
                  <a:lnTo>
                    <a:pt x="170402" y="46863"/>
                  </a:lnTo>
                  <a:lnTo>
                    <a:pt x="184499" y="80867"/>
                  </a:lnTo>
                  <a:lnTo>
                    <a:pt x="180022" y="141065"/>
                  </a:lnTo>
                  <a:lnTo>
                    <a:pt x="178879" y="143256"/>
                  </a:lnTo>
                  <a:lnTo>
                    <a:pt x="177546" y="145828"/>
                  </a:lnTo>
                  <a:lnTo>
                    <a:pt x="176784" y="147256"/>
                  </a:lnTo>
                  <a:lnTo>
                    <a:pt x="170783" y="157163"/>
                  </a:lnTo>
                  <a:lnTo>
                    <a:pt x="166878" y="163639"/>
                  </a:lnTo>
                  <a:lnTo>
                    <a:pt x="163068" y="165545"/>
                  </a:lnTo>
                  <a:lnTo>
                    <a:pt x="147638" y="173069"/>
                  </a:lnTo>
                  <a:lnTo>
                    <a:pt x="78296" y="195739"/>
                  </a:lnTo>
                  <a:lnTo>
                    <a:pt x="56960" y="181832"/>
                  </a:lnTo>
                  <a:lnTo>
                    <a:pt x="55816" y="180975"/>
                  </a:lnTo>
                  <a:lnTo>
                    <a:pt x="49816" y="176689"/>
                  </a:lnTo>
                  <a:lnTo>
                    <a:pt x="48482" y="174974"/>
                  </a:lnTo>
                  <a:lnTo>
                    <a:pt x="42386" y="167354"/>
                  </a:lnTo>
                  <a:lnTo>
                    <a:pt x="41053" y="166116"/>
                  </a:lnTo>
                  <a:lnTo>
                    <a:pt x="39529" y="164783"/>
                  </a:lnTo>
                  <a:lnTo>
                    <a:pt x="38576" y="164402"/>
                  </a:lnTo>
                  <a:lnTo>
                    <a:pt x="36957" y="163544"/>
                  </a:lnTo>
                  <a:lnTo>
                    <a:pt x="36290" y="163163"/>
                  </a:lnTo>
                  <a:lnTo>
                    <a:pt x="35528" y="162496"/>
                  </a:lnTo>
                  <a:lnTo>
                    <a:pt x="35147" y="162116"/>
                  </a:lnTo>
                  <a:lnTo>
                    <a:pt x="34766" y="161639"/>
                  </a:lnTo>
                  <a:lnTo>
                    <a:pt x="34385" y="161163"/>
                  </a:lnTo>
                  <a:lnTo>
                    <a:pt x="34004" y="160592"/>
                  </a:lnTo>
                  <a:lnTo>
                    <a:pt x="33338" y="159163"/>
                  </a:lnTo>
                  <a:lnTo>
                    <a:pt x="33052" y="158496"/>
                  </a:lnTo>
                  <a:lnTo>
                    <a:pt x="32671" y="157734"/>
                  </a:lnTo>
                  <a:lnTo>
                    <a:pt x="32480" y="157258"/>
                  </a:lnTo>
                  <a:lnTo>
                    <a:pt x="31813" y="155829"/>
                  </a:lnTo>
                  <a:lnTo>
                    <a:pt x="31337" y="155067"/>
                  </a:lnTo>
                  <a:lnTo>
                    <a:pt x="30956" y="154210"/>
                  </a:lnTo>
                  <a:lnTo>
                    <a:pt x="30671" y="153448"/>
                  </a:lnTo>
                  <a:lnTo>
                    <a:pt x="30385" y="152781"/>
                  </a:lnTo>
                  <a:lnTo>
                    <a:pt x="30194" y="152305"/>
                  </a:lnTo>
                  <a:lnTo>
                    <a:pt x="30004" y="151924"/>
                  </a:lnTo>
                  <a:lnTo>
                    <a:pt x="29908" y="151352"/>
                  </a:lnTo>
                  <a:lnTo>
                    <a:pt x="29623" y="150876"/>
                  </a:lnTo>
                  <a:lnTo>
                    <a:pt x="29337" y="150209"/>
                  </a:lnTo>
                  <a:lnTo>
                    <a:pt x="28765" y="149447"/>
                  </a:lnTo>
                  <a:lnTo>
                    <a:pt x="27241" y="147542"/>
                  </a:lnTo>
                  <a:lnTo>
                    <a:pt x="26194" y="145828"/>
                  </a:lnTo>
                  <a:lnTo>
                    <a:pt x="25146" y="144018"/>
                  </a:lnTo>
                  <a:lnTo>
                    <a:pt x="24765" y="143542"/>
                  </a:lnTo>
                  <a:lnTo>
                    <a:pt x="23813" y="143161"/>
                  </a:lnTo>
                  <a:lnTo>
                    <a:pt x="23336" y="142685"/>
                  </a:lnTo>
                  <a:lnTo>
                    <a:pt x="23431" y="142208"/>
                  </a:lnTo>
                  <a:lnTo>
                    <a:pt x="23622" y="141637"/>
                  </a:lnTo>
                  <a:lnTo>
                    <a:pt x="25527" y="137922"/>
                  </a:lnTo>
                  <a:lnTo>
                    <a:pt x="27051" y="135541"/>
                  </a:lnTo>
                  <a:lnTo>
                    <a:pt x="34195" y="119539"/>
                  </a:lnTo>
                  <a:lnTo>
                    <a:pt x="35433" y="115062"/>
                  </a:lnTo>
                  <a:lnTo>
                    <a:pt x="36195" y="110871"/>
                  </a:lnTo>
                  <a:lnTo>
                    <a:pt x="36100" y="107061"/>
                  </a:lnTo>
                  <a:lnTo>
                    <a:pt x="34957" y="104108"/>
                  </a:lnTo>
                  <a:lnTo>
                    <a:pt x="19050" y="69913"/>
                  </a:lnTo>
                  <a:lnTo>
                    <a:pt x="8858" y="55054"/>
                  </a:lnTo>
                  <a:lnTo>
                    <a:pt x="4572" y="49911"/>
                  </a:lnTo>
                  <a:lnTo>
                    <a:pt x="0" y="40577"/>
                  </a:lnTo>
                  <a:lnTo>
                    <a:pt x="2381" y="24479"/>
                  </a:lnTo>
                  <a:lnTo>
                    <a:pt x="11335" y="9049"/>
                  </a:lnTo>
                  <a:lnTo>
                    <a:pt x="16669" y="0"/>
                  </a:lnTo>
                  <a:lnTo>
                    <a:pt x="37910" y="11430"/>
                  </a:lnTo>
                  <a:lnTo>
                    <a:pt x="40957" y="9811"/>
                  </a:lnTo>
                  <a:lnTo>
                    <a:pt x="50387" y="13526"/>
                  </a:lnTo>
                  <a:lnTo>
                    <a:pt x="78296" y="24575"/>
                  </a:lnTo>
                  <a:lnTo>
                    <a:pt x="85058" y="27337"/>
                  </a:lnTo>
                  <a:lnTo>
                    <a:pt x="96869" y="32099"/>
                  </a:lnTo>
                  <a:lnTo>
                    <a:pt x="101346" y="33814"/>
                  </a:lnTo>
                  <a:lnTo>
                    <a:pt x="105918" y="35623"/>
                  </a:lnTo>
                  <a:lnTo>
                    <a:pt x="106871" y="35909"/>
                  </a:lnTo>
                  <a:lnTo>
                    <a:pt x="118015" y="38767"/>
                  </a:lnTo>
                  <a:lnTo>
                    <a:pt x="120491" y="39243"/>
                  </a:lnTo>
                  <a:lnTo>
                    <a:pt x="121253" y="39338"/>
                  </a:lnTo>
                  <a:lnTo>
                    <a:pt x="124206" y="39910"/>
                  </a:lnTo>
                  <a:lnTo>
                    <a:pt x="126016" y="40196"/>
                  </a:lnTo>
                  <a:lnTo>
                    <a:pt x="130016" y="40767"/>
                  </a:lnTo>
                  <a:lnTo>
                    <a:pt x="132302" y="41053"/>
                  </a:lnTo>
                  <a:lnTo>
                    <a:pt x="135827" y="41338"/>
                  </a:lnTo>
                  <a:lnTo>
                    <a:pt x="136493" y="41338"/>
                  </a:lnTo>
                  <a:lnTo>
                    <a:pt x="141256" y="41624"/>
                  </a:lnTo>
                  <a:lnTo>
                    <a:pt x="145066" y="41624"/>
                  </a:lnTo>
                  <a:lnTo>
                    <a:pt x="149828" y="41529"/>
                  </a:lnTo>
                  <a:lnTo>
                    <a:pt x="154496" y="41338"/>
                  </a:lnTo>
                  <a:lnTo>
                    <a:pt x="157544" y="41053"/>
                  </a:lnTo>
                  <a:lnTo>
                    <a:pt x="160877" y="40767"/>
                  </a:lnTo>
                  <a:lnTo>
                    <a:pt x="163925" y="40386"/>
                  </a:lnTo>
                  <a:lnTo>
                    <a:pt x="164973" y="4029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9" name="서울특별시 관악구 남현동">
              <a:extLst>
                <a:ext uri="{FF2B5EF4-FFF2-40B4-BE49-F238E27FC236}">
                  <a16:creationId xmlns:a16="http://schemas.microsoft.com/office/drawing/2014/main" id="{DEB4C828-84BB-051F-CB76-3F9F94D3AC19}"/>
                </a:ext>
              </a:extLst>
            </p:cNvPr>
            <p:cNvSpPr/>
            <p:nvPr/>
          </p:nvSpPr>
          <p:spPr>
            <a:xfrm>
              <a:off x="5925883" y="5031200"/>
              <a:ext cx="436721" cy="540829"/>
            </a:xfrm>
            <a:custGeom>
              <a:avLst/>
              <a:gdLst>
                <a:gd name="connsiteX0" fmla="*/ 311658 w 436721"/>
                <a:gd name="connsiteY0" fmla="*/ 4667 h 540829"/>
                <a:gd name="connsiteX1" fmla="*/ 312420 w 436721"/>
                <a:gd name="connsiteY1" fmla="*/ 14288 h 540829"/>
                <a:gd name="connsiteX2" fmla="*/ 314134 w 436721"/>
                <a:gd name="connsiteY2" fmla="*/ 34862 h 540829"/>
                <a:gd name="connsiteX3" fmla="*/ 315754 w 436721"/>
                <a:gd name="connsiteY3" fmla="*/ 39815 h 540829"/>
                <a:gd name="connsiteX4" fmla="*/ 326422 w 436721"/>
                <a:gd name="connsiteY4" fmla="*/ 69818 h 540829"/>
                <a:gd name="connsiteX5" fmla="*/ 326707 w 436721"/>
                <a:gd name="connsiteY5" fmla="*/ 70295 h 540829"/>
                <a:gd name="connsiteX6" fmla="*/ 328517 w 436721"/>
                <a:gd name="connsiteY6" fmla="*/ 73343 h 540829"/>
                <a:gd name="connsiteX7" fmla="*/ 339090 w 436721"/>
                <a:gd name="connsiteY7" fmla="*/ 91535 h 540829"/>
                <a:gd name="connsiteX8" fmla="*/ 348996 w 436721"/>
                <a:gd name="connsiteY8" fmla="*/ 105537 h 540829"/>
                <a:gd name="connsiteX9" fmla="*/ 362521 w 436721"/>
                <a:gd name="connsiteY9" fmla="*/ 124682 h 540829"/>
                <a:gd name="connsiteX10" fmla="*/ 378809 w 436721"/>
                <a:gd name="connsiteY10" fmla="*/ 138589 h 540829"/>
                <a:gd name="connsiteX11" fmla="*/ 401288 w 436721"/>
                <a:gd name="connsiteY11" fmla="*/ 156210 h 540829"/>
                <a:gd name="connsiteX12" fmla="*/ 402050 w 436721"/>
                <a:gd name="connsiteY12" fmla="*/ 156877 h 540829"/>
                <a:gd name="connsiteX13" fmla="*/ 404813 w 436721"/>
                <a:gd name="connsiteY13" fmla="*/ 158972 h 540829"/>
                <a:gd name="connsiteX14" fmla="*/ 409670 w 436721"/>
                <a:gd name="connsiteY14" fmla="*/ 165068 h 540829"/>
                <a:gd name="connsiteX15" fmla="*/ 414338 w 436721"/>
                <a:gd name="connsiteY15" fmla="*/ 170974 h 540829"/>
                <a:gd name="connsiteX16" fmla="*/ 418052 w 436721"/>
                <a:gd name="connsiteY16" fmla="*/ 175546 h 540829"/>
                <a:gd name="connsiteX17" fmla="*/ 421957 w 436721"/>
                <a:gd name="connsiteY17" fmla="*/ 185166 h 540829"/>
                <a:gd name="connsiteX18" fmla="*/ 428434 w 436721"/>
                <a:gd name="connsiteY18" fmla="*/ 201168 h 540829"/>
                <a:gd name="connsiteX19" fmla="*/ 429673 w 436721"/>
                <a:gd name="connsiteY19" fmla="*/ 231077 h 540829"/>
                <a:gd name="connsiteX20" fmla="*/ 425863 w 436721"/>
                <a:gd name="connsiteY20" fmla="*/ 251270 h 540829"/>
                <a:gd name="connsiteX21" fmla="*/ 424053 w 436721"/>
                <a:gd name="connsiteY21" fmla="*/ 260699 h 540829"/>
                <a:gd name="connsiteX22" fmla="*/ 418909 w 436721"/>
                <a:gd name="connsiteY22" fmla="*/ 277654 h 540829"/>
                <a:gd name="connsiteX23" fmla="*/ 415766 w 436721"/>
                <a:gd name="connsiteY23" fmla="*/ 293942 h 540829"/>
                <a:gd name="connsiteX24" fmla="*/ 418909 w 436721"/>
                <a:gd name="connsiteY24" fmla="*/ 312134 h 540829"/>
                <a:gd name="connsiteX25" fmla="*/ 436721 w 436721"/>
                <a:gd name="connsiteY25" fmla="*/ 335090 h 540829"/>
                <a:gd name="connsiteX26" fmla="*/ 404336 w 436721"/>
                <a:gd name="connsiteY26" fmla="*/ 348329 h 540829"/>
                <a:gd name="connsiteX27" fmla="*/ 323183 w 436721"/>
                <a:gd name="connsiteY27" fmla="*/ 389096 h 540829"/>
                <a:gd name="connsiteX28" fmla="*/ 256127 w 436721"/>
                <a:gd name="connsiteY28" fmla="*/ 448151 h 540829"/>
                <a:gd name="connsiteX29" fmla="*/ 172688 w 436721"/>
                <a:gd name="connsiteY29" fmla="*/ 525113 h 540829"/>
                <a:gd name="connsiteX30" fmla="*/ 171355 w 436721"/>
                <a:gd name="connsiteY30" fmla="*/ 526161 h 540829"/>
                <a:gd name="connsiteX31" fmla="*/ 113824 w 436721"/>
                <a:gd name="connsiteY31" fmla="*/ 528638 h 540829"/>
                <a:gd name="connsiteX32" fmla="*/ 75533 w 436721"/>
                <a:gd name="connsiteY32" fmla="*/ 540830 h 540829"/>
                <a:gd name="connsiteX33" fmla="*/ 77629 w 436721"/>
                <a:gd name="connsiteY33" fmla="*/ 539877 h 540829"/>
                <a:gd name="connsiteX34" fmla="*/ 89916 w 436721"/>
                <a:gd name="connsiteY34" fmla="*/ 529685 h 540829"/>
                <a:gd name="connsiteX35" fmla="*/ 94488 w 436721"/>
                <a:gd name="connsiteY35" fmla="*/ 521399 h 540829"/>
                <a:gd name="connsiteX36" fmla="*/ 96107 w 436721"/>
                <a:gd name="connsiteY36" fmla="*/ 505492 h 540829"/>
                <a:gd name="connsiteX37" fmla="*/ 96393 w 436721"/>
                <a:gd name="connsiteY37" fmla="*/ 499110 h 540829"/>
                <a:gd name="connsiteX38" fmla="*/ 95631 w 436721"/>
                <a:gd name="connsiteY38" fmla="*/ 495205 h 540829"/>
                <a:gd name="connsiteX39" fmla="*/ 94202 w 436721"/>
                <a:gd name="connsiteY39" fmla="*/ 491585 h 540829"/>
                <a:gd name="connsiteX40" fmla="*/ 57626 w 436721"/>
                <a:gd name="connsiteY40" fmla="*/ 440817 h 540829"/>
                <a:gd name="connsiteX41" fmla="*/ 21622 w 436721"/>
                <a:gd name="connsiteY41" fmla="*/ 391382 h 540829"/>
                <a:gd name="connsiteX42" fmla="*/ 32861 w 436721"/>
                <a:gd name="connsiteY42" fmla="*/ 368332 h 540829"/>
                <a:gd name="connsiteX43" fmla="*/ 33718 w 436721"/>
                <a:gd name="connsiteY43" fmla="*/ 366903 h 540829"/>
                <a:gd name="connsiteX44" fmla="*/ 75628 w 436721"/>
                <a:gd name="connsiteY44" fmla="*/ 320326 h 540829"/>
                <a:gd name="connsiteX45" fmla="*/ 77629 w 436721"/>
                <a:gd name="connsiteY45" fmla="*/ 319659 h 540829"/>
                <a:gd name="connsiteX46" fmla="*/ 80391 w 436721"/>
                <a:gd name="connsiteY46" fmla="*/ 318707 h 540829"/>
                <a:gd name="connsiteX47" fmla="*/ 86392 w 436721"/>
                <a:gd name="connsiteY47" fmla="*/ 315563 h 540829"/>
                <a:gd name="connsiteX48" fmla="*/ 87154 w 436721"/>
                <a:gd name="connsiteY48" fmla="*/ 314992 h 540829"/>
                <a:gd name="connsiteX49" fmla="*/ 88773 w 436721"/>
                <a:gd name="connsiteY49" fmla="*/ 313754 h 540829"/>
                <a:gd name="connsiteX50" fmla="*/ 91630 w 436721"/>
                <a:gd name="connsiteY50" fmla="*/ 309658 h 540829"/>
                <a:gd name="connsiteX51" fmla="*/ 96107 w 436721"/>
                <a:gd name="connsiteY51" fmla="*/ 301276 h 540829"/>
                <a:gd name="connsiteX52" fmla="*/ 104584 w 436721"/>
                <a:gd name="connsiteY52" fmla="*/ 284226 h 540829"/>
                <a:gd name="connsiteX53" fmla="*/ 101536 w 436721"/>
                <a:gd name="connsiteY53" fmla="*/ 278416 h 540829"/>
                <a:gd name="connsiteX54" fmla="*/ 59150 w 436721"/>
                <a:gd name="connsiteY54" fmla="*/ 248031 h 540829"/>
                <a:gd name="connsiteX55" fmla="*/ 49911 w 436721"/>
                <a:gd name="connsiteY55" fmla="*/ 243173 h 540829"/>
                <a:gd name="connsiteX56" fmla="*/ 40672 w 436721"/>
                <a:gd name="connsiteY56" fmla="*/ 238220 h 540829"/>
                <a:gd name="connsiteX57" fmla="*/ 21622 w 436721"/>
                <a:gd name="connsiteY57" fmla="*/ 223076 h 540829"/>
                <a:gd name="connsiteX58" fmla="*/ 13906 w 436721"/>
                <a:gd name="connsiteY58" fmla="*/ 204978 h 540829"/>
                <a:gd name="connsiteX59" fmla="*/ 0 w 436721"/>
                <a:gd name="connsiteY59" fmla="*/ 164306 h 540829"/>
                <a:gd name="connsiteX60" fmla="*/ 21336 w 436721"/>
                <a:gd name="connsiteY60" fmla="*/ 178213 h 540829"/>
                <a:gd name="connsiteX61" fmla="*/ 90678 w 436721"/>
                <a:gd name="connsiteY61" fmla="*/ 155543 h 540829"/>
                <a:gd name="connsiteX62" fmla="*/ 106108 w 436721"/>
                <a:gd name="connsiteY62" fmla="*/ 148019 h 540829"/>
                <a:gd name="connsiteX63" fmla="*/ 109918 w 436721"/>
                <a:gd name="connsiteY63" fmla="*/ 146113 h 540829"/>
                <a:gd name="connsiteX64" fmla="*/ 113824 w 436721"/>
                <a:gd name="connsiteY64" fmla="*/ 139637 h 540829"/>
                <a:gd name="connsiteX65" fmla="*/ 119824 w 436721"/>
                <a:gd name="connsiteY65" fmla="*/ 129730 h 540829"/>
                <a:gd name="connsiteX66" fmla="*/ 120586 w 436721"/>
                <a:gd name="connsiteY66" fmla="*/ 128302 h 540829"/>
                <a:gd name="connsiteX67" fmla="*/ 121920 w 436721"/>
                <a:gd name="connsiteY67" fmla="*/ 125730 h 540829"/>
                <a:gd name="connsiteX68" fmla="*/ 123063 w 436721"/>
                <a:gd name="connsiteY68" fmla="*/ 123539 h 540829"/>
                <a:gd name="connsiteX69" fmla="*/ 127540 w 436721"/>
                <a:gd name="connsiteY69" fmla="*/ 63341 h 540829"/>
                <a:gd name="connsiteX70" fmla="*/ 113442 w 436721"/>
                <a:gd name="connsiteY70" fmla="*/ 29337 h 540829"/>
                <a:gd name="connsiteX71" fmla="*/ 108013 w 436721"/>
                <a:gd name="connsiteY71" fmla="*/ 22765 h 540829"/>
                <a:gd name="connsiteX72" fmla="*/ 116300 w 436721"/>
                <a:gd name="connsiteY72" fmla="*/ 20765 h 540829"/>
                <a:gd name="connsiteX73" fmla="*/ 126682 w 436721"/>
                <a:gd name="connsiteY73" fmla="*/ 18288 h 540829"/>
                <a:gd name="connsiteX74" fmla="*/ 134779 w 436721"/>
                <a:gd name="connsiteY74" fmla="*/ 16383 h 540829"/>
                <a:gd name="connsiteX75" fmla="*/ 142018 w 436721"/>
                <a:gd name="connsiteY75" fmla="*/ 14669 h 540829"/>
                <a:gd name="connsiteX76" fmla="*/ 148114 w 436721"/>
                <a:gd name="connsiteY76" fmla="*/ 13526 h 540829"/>
                <a:gd name="connsiteX77" fmla="*/ 161639 w 436721"/>
                <a:gd name="connsiteY77" fmla="*/ 11144 h 540829"/>
                <a:gd name="connsiteX78" fmla="*/ 186690 w 436721"/>
                <a:gd name="connsiteY78" fmla="*/ 6668 h 540829"/>
                <a:gd name="connsiteX79" fmla="*/ 188690 w 436721"/>
                <a:gd name="connsiteY79" fmla="*/ 6287 h 540829"/>
                <a:gd name="connsiteX80" fmla="*/ 192500 w 436721"/>
                <a:gd name="connsiteY80" fmla="*/ 5715 h 540829"/>
                <a:gd name="connsiteX81" fmla="*/ 224599 w 436721"/>
                <a:gd name="connsiteY81" fmla="*/ 857 h 540829"/>
                <a:gd name="connsiteX82" fmla="*/ 230981 w 436721"/>
                <a:gd name="connsiteY82" fmla="*/ 762 h 540829"/>
                <a:gd name="connsiteX83" fmla="*/ 269367 w 436721"/>
                <a:gd name="connsiteY83" fmla="*/ 0 h 540829"/>
                <a:gd name="connsiteX84" fmla="*/ 311658 w 436721"/>
                <a:gd name="connsiteY84" fmla="*/ 4667 h 5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36721" h="540829">
                  <a:moveTo>
                    <a:pt x="311658" y="4667"/>
                  </a:moveTo>
                  <a:lnTo>
                    <a:pt x="312420" y="14288"/>
                  </a:lnTo>
                  <a:lnTo>
                    <a:pt x="314134" y="34862"/>
                  </a:lnTo>
                  <a:lnTo>
                    <a:pt x="315754" y="39815"/>
                  </a:lnTo>
                  <a:lnTo>
                    <a:pt x="326422" y="69818"/>
                  </a:lnTo>
                  <a:lnTo>
                    <a:pt x="326707" y="70295"/>
                  </a:lnTo>
                  <a:lnTo>
                    <a:pt x="328517" y="73343"/>
                  </a:lnTo>
                  <a:lnTo>
                    <a:pt x="339090" y="91535"/>
                  </a:lnTo>
                  <a:lnTo>
                    <a:pt x="348996" y="105537"/>
                  </a:lnTo>
                  <a:lnTo>
                    <a:pt x="362521" y="124682"/>
                  </a:lnTo>
                  <a:lnTo>
                    <a:pt x="378809" y="138589"/>
                  </a:lnTo>
                  <a:lnTo>
                    <a:pt x="401288" y="156210"/>
                  </a:lnTo>
                  <a:lnTo>
                    <a:pt x="402050" y="156877"/>
                  </a:lnTo>
                  <a:lnTo>
                    <a:pt x="404813" y="158972"/>
                  </a:lnTo>
                  <a:lnTo>
                    <a:pt x="409670" y="165068"/>
                  </a:lnTo>
                  <a:lnTo>
                    <a:pt x="414338" y="170974"/>
                  </a:lnTo>
                  <a:lnTo>
                    <a:pt x="418052" y="175546"/>
                  </a:lnTo>
                  <a:lnTo>
                    <a:pt x="421957" y="185166"/>
                  </a:lnTo>
                  <a:lnTo>
                    <a:pt x="428434" y="201168"/>
                  </a:lnTo>
                  <a:lnTo>
                    <a:pt x="429673" y="231077"/>
                  </a:lnTo>
                  <a:lnTo>
                    <a:pt x="425863" y="251270"/>
                  </a:lnTo>
                  <a:lnTo>
                    <a:pt x="424053" y="260699"/>
                  </a:lnTo>
                  <a:lnTo>
                    <a:pt x="418909" y="277654"/>
                  </a:lnTo>
                  <a:lnTo>
                    <a:pt x="415766" y="293942"/>
                  </a:lnTo>
                  <a:lnTo>
                    <a:pt x="418909" y="312134"/>
                  </a:lnTo>
                  <a:lnTo>
                    <a:pt x="436721" y="335090"/>
                  </a:lnTo>
                  <a:lnTo>
                    <a:pt x="404336" y="348329"/>
                  </a:lnTo>
                  <a:lnTo>
                    <a:pt x="323183" y="389096"/>
                  </a:lnTo>
                  <a:lnTo>
                    <a:pt x="256127" y="448151"/>
                  </a:lnTo>
                  <a:lnTo>
                    <a:pt x="172688" y="525113"/>
                  </a:lnTo>
                  <a:lnTo>
                    <a:pt x="171355" y="526161"/>
                  </a:lnTo>
                  <a:lnTo>
                    <a:pt x="113824" y="528638"/>
                  </a:lnTo>
                  <a:lnTo>
                    <a:pt x="75533" y="540830"/>
                  </a:lnTo>
                  <a:lnTo>
                    <a:pt x="77629" y="539877"/>
                  </a:lnTo>
                  <a:lnTo>
                    <a:pt x="89916" y="529685"/>
                  </a:lnTo>
                  <a:lnTo>
                    <a:pt x="94488" y="521399"/>
                  </a:lnTo>
                  <a:lnTo>
                    <a:pt x="96107" y="505492"/>
                  </a:lnTo>
                  <a:lnTo>
                    <a:pt x="96393" y="499110"/>
                  </a:lnTo>
                  <a:lnTo>
                    <a:pt x="95631" y="495205"/>
                  </a:lnTo>
                  <a:lnTo>
                    <a:pt x="94202" y="491585"/>
                  </a:lnTo>
                  <a:lnTo>
                    <a:pt x="57626" y="440817"/>
                  </a:lnTo>
                  <a:lnTo>
                    <a:pt x="21622" y="391382"/>
                  </a:lnTo>
                  <a:lnTo>
                    <a:pt x="32861" y="368332"/>
                  </a:lnTo>
                  <a:lnTo>
                    <a:pt x="33718" y="366903"/>
                  </a:lnTo>
                  <a:lnTo>
                    <a:pt x="75628" y="320326"/>
                  </a:lnTo>
                  <a:lnTo>
                    <a:pt x="77629" y="319659"/>
                  </a:lnTo>
                  <a:lnTo>
                    <a:pt x="80391" y="318707"/>
                  </a:lnTo>
                  <a:lnTo>
                    <a:pt x="86392" y="315563"/>
                  </a:lnTo>
                  <a:lnTo>
                    <a:pt x="87154" y="314992"/>
                  </a:lnTo>
                  <a:lnTo>
                    <a:pt x="88773" y="313754"/>
                  </a:lnTo>
                  <a:lnTo>
                    <a:pt x="91630" y="309658"/>
                  </a:lnTo>
                  <a:lnTo>
                    <a:pt x="96107" y="301276"/>
                  </a:lnTo>
                  <a:lnTo>
                    <a:pt x="104584" y="284226"/>
                  </a:lnTo>
                  <a:lnTo>
                    <a:pt x="101536" y="278416"/>
                  </a:lnTo>
                  <a:lnTo>
                    <a:pt x="59150" y="248031"/>
                  </a:lnTo>
                  <a:lnTo>
                    <a:pt x="49911" y="243173"/>
                  </a:lnTo>
                  <a:lnTo>
                    <a:pt x="40672" y="238220"/>
                  </a:lnTo>
                  <a:lnTo>
                    <a:pt x="21622" y="223076"/>
                  </a:lnTo>
                  <a:lnTo>
                    <a:pt x="13906" y="204978"/>
                  </a:lnTo>
                  <a:lnTo>
                    <a:pt x="0" y="164306"/>
                  </a:lnTo>
                  <a:lnTo>
                    <a:pt x="21336" y="178213"/>
                  </a:lnTo>
                  <a:lnTo>
                    <a:pt x="90678" y="155543"/>
                  </a:lnTo>
                  <a:lnTo>
                    <a:pt x="106108" y="148019"/>
                  </a:lnTo>
                  <a:lnTo>
                    <a:pt x="109918" y="146113"/>
                  </a:lnTo>
                  <a:lnTo>
                    <a:pt x="113824" y="139637"/>
                  </a:lnTo>
                  <a:lnTo>
                    <a:pt x="119824" y="129730"/>
                  </a:lnTo>
                  <a:lnTo>
                    <a:pt x="120586" y="128302"/>
                  </a:lnTo>
                  <a:lnTo>
                    <a:pt x="121920" y="125730"/>
                  </a:lnTo>
                  <a:lnTo>
                    <a:pt x="123063" y="123539"/>
                  </a:lnTo>
                  <a:lnTo>
                    <a:pt x="127540" y="63341"/>
                  </a:lnTo>
                  <a:lnTo>
                    <a:pt x="113442" y="29337"/>
                  </a:lnTo>
                  <a:lnTo>
                    <a:pt x="108013" y="22765"/>
                  </a:lnTo>
                  <a:lnTo>
                    <a:pt x="116300" y="20765"/>
                  </a:lnTo>
                  <a:lnTo>
                    <a:pt x="126682" y="18288"/>
                  </a:lnTo>
                  <a:lnTo>
                    <a:pt x="134779" y="16383"/>
                  </a:lnTo>
                  <a:lnTo>
                    <a:pt x="142018" y="14669"/>
                  </a:lnTo>
                  <a:lnTo>
                    <a:pt x="148114" y="13526"/>
                  </a:lnTo>
                  <a:lnTo>
                    <a:pt x="161639" y="11144"/>
                  </a:lnTo>
                  <a:lnTo>
                    <a:pt x="186690" y="6668"/>
                  </a:lnTo>
                  <a:lnTo>
                    <a:pt x="188690" y="6287"/>
                  </a:lnTo>
                  <a:lnTo>
                    <a:pt x="192500" y="5715"/>
                  </a:lnTo>
                  <a:lnTo>
                    <a:pt x="224599" y="857"/>
                  </a:lnTo>
                  <a:lnTo>
                    <a:pt x="230981" y="762"/>
                  </a:lnTo>
                  <a:lnTo>
                    <a:pt x="269367" y="0"/>
                  </a:lnTo>
                  <a:lnTo>
                    <a:pt x="311658" y="46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0" name="서울특별시 관악구 서원동">
              <a:extLst>
                <a:ext uri="{FF2B5EF4-FFF2-40B4-BE49-F238E27FC236}">
                  <a16:creationId xmlns:a16="http://schemas.microsoft.com/office/drawing/2014/main" id="{3C764217-0DF2-8E95-45C3-AFEA2455CF2D}"/>
                </a:ext>
              </a:extLst>
            </p:cNvPr>
            <p:cNvSpPr/>
            <p:nvPr/>
          </p:nvSpPr>
          <p:spPr>
            <a:xfrm>
              <a:off x="5239321" y="4882229"/>
              <a:ext cx="232409" cy="172116"/>
            </a:xfrm>
            <a:custGeom>
              <a:avLst/>
              <a:gdLst>
                <a:gd name="connsiteX0" fmla="*/ 202978 w 232409"/>
                <a:gd name="connsiteY0" fmla="*/ 13240 h 172116"/>
                <a:gd name="connsiteX1" fmla="*/ 202978 w 232409"/>
                <a:gd name="connsiteY1" fmla="*/ 21717 h 172116"/>
                <a:gd name="connsiteX2" fmla="*/ 202882 w 232409"/>
                <a:gd name="connsiteY2" fmla="*/ 27527 h 172116"/>
                <a:gd name="connsiteX3" fmla="*/ 188595 w 232409"/>
                <a:gd name="connsiteY3" fmla="*/ 46577 h 172116"/>
                <a:gd name="connsiteX4" fmla="*/ 182880 w 232409"/>
                <a:gd name="connsiteY4" fmla="*/ 51816 h 172116"/>
                <a:gd name="connsiteX5" fmla="*/ 172784 w 232409"/>
                <a:gd name="connsiteY5" fmla="*/ 57912 h 172116"/>
                <a:gd name="connsiteX6" fmla="*/ 164497 w 232409"/>
                <a:gd name="connsiteY6" fmla="*/ 61817 h 172116"/>
                <a:gd name="connsiteX7" fmla="*/ 162973 w 232409"/>
                <a:gd name="connsiteY7" fmla="*/ 63817 h 172116"/>
                <a:gd name="connsiteX8" fmla="*/ 162878 w 232409"/>
                <a:gd name="connsiteY8" fmla="*/ 67723 h 172116"/>
                <a:gd name="connsiteX9" fmla="*/ 164497 w 232409"/>
                <a:gd name="connsiteY9" fmla="*/ 72771 h 172116"/>
                <a:gd name="connsiteX10" fmla="*/ 186595 w 232409"/>
                <a:gd name="connsiteY10" fmla="*/ 95440 h 172116"/>
                <a:gd name="connsiteX11" fmla="*/ 190119 w 232409"/>
                <a:gd name="connsiteY11" fmla="*/ 97631 h 172116"/>
                <a:gd name="connsiteX12" fmla="*/ 209074 w 232409"/>
                <a:gd name="connsiteY12" fmla="*/ 102298 h 172116"/>
                <a:gd name="connsiteX13" fmla="*/ 232410 w 232409"/>
                <a:gd name="connsiteY13" fmla="*/ 121920 h 172116"/>
                <a:gd name="connsiteX14" fmla="*/ 210217 w 232409"/>
                <a:gd name="connsiteY14" fmla="*/ 136970 h 172116"/>
                <a:gd name="connsiteX15" fmla="*/ 209740 w 232409"/>
                <a:gd name="connsiteY15" fmla="*/ 137255 h 172116"/>
                <a:gd name="connsiteX16" fmla="*/ 155162 w 232409"/>
                <a:gd name="connsiteY16" fmla="*/ 155162 h 172116"/>
                <a:gd name="connsiteX17" fmla="*/ 64389 w 232409"/>
                <a:gd name="connsiteY17" fmla="*/ 172117 h 172116"/>
                <a:gd name="connsiteX18" fmla="*/ 93345 w 232409"/>
                <a:gd name="connsiteY18" fmla="*/ 110299 h 172116"/>
                <a:gd name="connsiteX19" fmla="*/ 0 w 232409"/>
                <a:gd name="connsiteY19" fmla="*/ 18193 h 172116"/>
                <a:gd name="connsiteX20" fmla="*/ 136684 w 232409"/>
                <a:gd name="connsiteY20" fmla="*/ 0 h 172116"/>
                <a:gd name="connsiteX21" fmla="*/ 202978 w 232409"/>
                <a:gd name="connsiteY21" fmla="*/ 13240 h 17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2409" h="172116">
                  <a:moveTo>
                    <a:pt x="202978" y="13240"/>
                  </a:moveTo>
                  <a:lnTo>
                    <a:pt x="202978" y="21717"/>
                  </a:lnTo>
                  <a:lnTo>
                    <a:pt x="202882" y="27527"/>
                  </a:lnTo>
                  <a:lnTo>
                    <a:pt x="188595" y="46577"/>
                  </a:lnTo>
                  <a:lnTo>
                    <a:pt x="182880" y="51816"/>
                  </a:lnTo>
                  <a:lnTo>
                    <a:pt x="172784" y="57912"/>
                  </a:lnTo>
                  <a:lnTo>
                    <a:pt x="164497" y="61817"/>
                  </a:lnTo>
                  <a:lnTo>
                    <a:pt x="162973" y="63817"/>
                  </a:lnTo>
                  <a:lnTo>
                    <a:pt x="162878" y="67723"/>
                  </a:lnTo>
                  <a:lnTo>
                    <a:pt x="164497" y="72771"/>
                  </a:lnTo>
                  <a:lnTo>
                    <a:pt x="186595" y="95440"/>
                  </a:lnTo>
                  <a:lnTo>
                    <a:pt x="190119" y="97631"/>
                  </a:lnTo>
                  <a:lnTo>
                    <a:pt x="209074" y="102298"/>
                  </a:lnTo>
                  <a:lnTo>
                    <a:pt x="232410" y="121920"/>
                  </a:lnTo>
                  <a:lnTo>
                    <a:pt x="210217" y="136970"/>
                  </a:lnTo>
                  <a:lnTo>
                    <a:pt x="209740" y="137255"/>
                  </a:lnTo>
                  <a:lnTo>
                    <a:pt x="155162" y="155162"/>
                  </a:lnTo>
                  <a:lnTo>
                    <a:pt x="64389" y="172117"/>
                  </a:lnTo>
                  <a:lnTo>
                    <a:pt x="93345" y="110299"/>
                  </a:lnTo>
                  <a:lnTo>
                    <a:pt x="0" y="18193"/>
                  </a:lnTo>
                  <a:lnTo>
                    <a:pt x="136684" y="0"/>
                  </a:lnTo>
                  <a:lnTo>
                    <a:pt x="202978" y="1324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1" name="서울특별시 관악구 신원동">
              <a:extLst>
                <a:ext uri="{FF2B5EF4-FFF2-40B4-BE49-F238E27FC236}">
                  <a16:creationId xmlns:a16="http://schemas.microsoft.com/office/drawing/2014/main" id="{2DCCB5A9-9125-92E8-82A0-64EE8DF40591}"/>
                </a:ext>
              </a:extLst>
            </p:cNvPr>
            <p:cNvSpPr/>
            <p:nvPr/>
          </p:nvSpPr>
          <p:spPr>
            <a:xfrm>
              <a:off x="5147119" y="4900422"/>
              <a:ext cx="185546" cy="169925"/>
            </a:xfrm>
            <a:custGeom>
              <a:avLst/>
              <a:gdLst>
                <a:gd name="connsiteX0" fmla="*/ 156591 w 185546"/>
                <a:gd name="connsiteY0" fmla="*/ 153924 h 169925"/>
                <a:gd name="connsiteX1" fmla="*/ 142113 w 185546"/>
                <a:gd name="connsiteY1" fmla="*/ 159258 h 169925"/>
                <a:gd name="connsiteX2" fmla="*/ 90964 w 185546"/>
                <a:gd name="connsiteY2" fmla="*/ 169926 h 169925"/>
                <a:gd name="connsiteX3" fmla="*/ 47149 w 185546"/>
                <a:gd name="connsiteY3" fmla="*/ 120967 h 169925"/>
                <a:gd name="connsiteX4" fmla="*/ 26003 w 185546"/>
                <a:gd name="connsiteY4" fmla="*/ 90011 h 169925"/>
                <a:gd name="connsiteX5" fmla="*/ 0 w 185546"/>
                <a:gd name="connsiteY5" fmla="*/ 12954 h 169925"/>
                <a:gd name="connsiteX6" fmla="*/ 83534 w 185546"/>
                <a:gd name="connsiteY6" fmla="*/ 952 h 169925"/>
                <a:gd name="connsiteX7" fmla="*/ 92202 w 185546"/>
                <a:gd name="connsiteY7" fmla="*/ 0 h 169925"/>
                <a:gd name="connsiteX8" fmla="*/ 185547 w 185546"/>
                <a:gd name="connsiteY8" fmla="*/ 92107 h 169925"/>
                <a:gd name="connsiteX9" fmla="*/ 156591 w 185546"/>
                <a:gd name="connsiteY9" fmla="*/ 153924 h 169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546" h="169925">
                  <a:moveTo>
                    <a:pt x="156591" y="153924"/>
                  </a:moveTo>
                  <a:lnTo>
                    <a:pt x="142113" y="159258"/>
                  </a:lnTo>
                  <a:lnTo>
                    <a:pt x="90964" y="169926"/>
                  </a:lnTo>
                  <a:lnTo>
                    <a:pt x="47149" y="120967"/>
                  </a:lnTo>
                  <a:lnTo>
                    <a:pt x="26003" y="90011"/>
                  </a:lnTo>
                  <a:lnTo>
                    <a:pt x="0" y="12954"/>
                  </a:lnTo>
                  <a:lnTo>
                    <a:pt x="83534" y="952"/>
                  </a:lnTo>
                  <a:lnTo>
                    <a:pt x="92202" y="0"/>
                  </a:lnTo>
                  <a:lnTo>
                    <a:pt x="185547" y="92107"/>
                  </a:lnTo>
                  <a:lnTo>
                    <a:pt x="156591" y="15392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2" name="서울특별시 관악구 서림동">
              <a:extLst>
                <a:ext uri="{FF2B5EF4-FFF2-40B4-BE49-F238E27FC236}">
                  <a16:creationId xmlns:a16="http://schemas.microsoft.com/office/drawing/2014/main" id="{0DEFD79C-FC48-7006-4A1B-A080D4ABEF1A}"/>
                </a:ext>
              </a:extLst>
            </p:cNvPr>
            <p:cNvSpPr/>
            <p:nvPr/>
          </p:nvSpPr>
          <p:spPr>
            <a:xfrm>
              <a:off x="5289232" y="5004149"/>
              <a:ext cx="314991" cy="156876"/>
            </a:xfrm>
            <a:custGeom>
              <a:avLst/>
              <a:gdLst>
                <a:gd name="connsiteX0" fmla="*/ 310610 w 314991"/>
                <a:gd name="connsiteY0" fmla="*/ 97346 h 156876"/>
                <a:gd name="connsiteX1" fmla="*/ 314325 w 314991"/>
                <a:gd name="connsiteY1" fmla="*/ 103156 h 156876"/>
                <a:gd name="connsiteX2" fmla="*/ 314992 w 314991"/>
                <a:gd name="connsiteY2" fmla="*/ 146209 h 156876"/>
                <a:gd name="connsiteX3" fmla="*/ 297847 w 314991"/>
                <a:gd name="connsiteY3" fmla="*/ 154496 h 156876"/>
                <a:gd name="connsiteX4" fmla="*/ 290703 w 314991"/>
                <a:gd name="connsiteY4" fmla="*/ 156877 h 156876"/>
                <a:gd name="connsiteX5" fmla="*/ 286608 w 314991"/>
                <a:gd name="connsiteY5" fmla="*/ 153924 h 156876"/>
                <a:gd name="connsiteX6" fmla="*/ 281654 w 314991"/>
                <a:gd name="connsiteY6" fmla="*/ 150304 h 156876"/>
                <a:gd name="connsiteX7" fmla="*/ 277844 w 314991"/>
                <a:gd name="connsiteY7" fmla="*/ 147638 h 156876"/>
                <a:gd name="connsiteX8" fmla="*/ 134017 w 314991"/>
                <a:gd name="connsiteY8" fmla="*/ 127921 h 156876"/>
                <a:gd name="connsiteX9" fmla="*/ 126016 w 314991"/>
                <a:gd name="connsiteY9" fmla="*/ 126587 h 156876"/>
                <a:gd name="connsiteX10" fmla="*/ 124492 w 314991"/>
                <a:gd name="connsiteY10" fmla="*/ 126302 h 156876"/>
                <a:gd name="connsiteX11" fmla="*/ 123920 w 314991"/>
                <a:gd name="connsiteY11" fmla="*/ 126206 h 156876"/>
                <a:gd name="connsiteX12" fmla="*/ 101537 w 314991"/>
                <a:gd name="connsiteY12" fmla="*/ 121920 h 156876"/>
                <a:gd name="connsiteX13" fmla="*/ 85630 w 314991"/>
                <a:gd name="connsiteY13" fmla="*/ 114586 h 156876"/>
                <a:gd name="connsiteX14" fmla="*/ 74676 w 314991"/>
                <a:gd name="connsiteY14" fmla="*/ 91440 h 156876"/>
                <a:gd name="connsiteX15" fmla="*/ 571 w 314991"/>
                <a:gd name="connsiteY15" fmla="*/ 64103 h 156876"/>
                <a:gd name="connsiteX16" fmla="*/ 0 w 314991"/>
                <a:gd name="connsiteY16" fmla="*/ 55531 h 156876"/>
                <a:gd name="connsiteX17" fmla="*/ 14478 w 314991"/>
                <a:gd name="connsiteY17" fmla="*/ 50197 h 156876"/>
                <a:gd name="connsiteX18" fmla="*/ 105251 w 314991"/>
                <a:gd name="connsiteY18" fmla="*/ 33242 h 156876"/>
                <a:gd name="connsiteX19" fmla="*/ 159829 w 314991"/>
                <a:gd name="connsiteY19" fmla="*/ 15335 h 156876"/>
                <a:gd name="connsiteX20" fmla="*/ 160306 w 314991"/>
                <a:gd name="connsiteY20" fmla="*/ 15050 h 156876"/>
                <a:gd name="connsiteX21" fmla="*/ 182499 w 314991"/>
                <a:gd name="connsiteY21" fmla="*/ 0 h 156876"/>
                <a:gd name="connsiteX22" fmla="*/ 193834 w 314991"/>
                <a:gd name="connsiteY22" fmla="*/ 14859 h 156876"/>
                <a:gd name="connsiteX23" fmla="*/ 213075 w 314991"/>
                <a:gd name="connsiteY23" fmla="*/ 29337 h 156876"/>
                <a:gd name="connsiteX24" fmla="*/ 244602 w 314991"/>
                <a:gd name="connsiteY24" fmla="*/ 51435 h 156876"/>
                <a:gd name="connsiteX25" fmla="*/ 247936 w 314991"/>
                <a:gd name="connsiteY25" fmla="*/ 53721 h 156876"/>
                <a:gd name="connsiteX26" fmla="*/ 248793 w 314991"/>
                <a:gd name="connsiteY26" fmla="*/ 54293 h 156876"/>
                <a:gd name="connsiteX27" fmla="*/ 250889 w 314991"/>
                <a:gd name="connsiteY27" fmla="*/ 55340 h 156876"/>
                <a:gd name="connsiteX28" fmla="*/ 251651 w 314991"/>
                <a:gd name="connsiteY28" fmla="*/ 54864 h 156876"/>
                <a:gd name="connsiteX29" fmla="*/ 252413 w 314991"/>
                <a:gd name="connsiteY29" fmla="*/ 54197 h 156876"/>
                <a:gd name="connsiteX30" fmla="*/ 257270 w 314991"/>
                <a:gd name="connsiteY30" fmla="*/ 49054 h 156876"/>
                <a:gd name="connsiteX31" fmla="*/ 273368 w 314991"/>
                <a:gd name="connsiteY31" fmla="*/ 61341 h 156876"/>
                <a:gd name="connsiteX32" fmla="*/ 301466 w 314991"/>
                <a:gd name="connsiteY32" fmla="*/ 88297 h 156876"/>
                <a:gd name="connsiteX33" fmla="*/ 310610 w 314991"/>
                <a:gd name="connsiteY33" fmla="*/ 97346 h 1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4991" h="156876">
                  <a:moveTo>
                    <a:pt x="310610" y="97346"/>
                  </a:moveTo>
                  <a:lnTo>
                    <a:pt x="314325" y="103156"/>
                  </a:lnTo>
                  <a:lnTo>
                    <a:pt x="314992" y="146209"/>
                  </a:lnTo>
                  <a:lnTo>
                    <a:pt x="297847" y="154496"/>
                  </a:lnTo>
                  <a:lnTo>
                    <a:pt x="290703" y="156877"/>
                  </a:lnTo>
                  <a:lnTo>
                    <a:pt x="286608" y="153924"/>
                  </a:lnTo>
                  <a:lnTo>
                    <a:pt x="281654" y="150304"/>
                  </a:lnTo>
                  <a:lnTo>
                    <a:pt x="277844" y="147638"/>
                  </a:lnTo>
                  <a:lnTo>
                    <a:pt x="134017" y="127921"/>
                  </a:lnTo>
                  <a:lnTo>
                    <a:pt x="126016" y="126587"/>
                  </a:lnTo>
                  <a:lnTo>
                    <a:pt x="124492" y="126302"/>
                  </a:lnTo>
                  <a:lnTo>
                    <a:pt x="123920" y="126206"/>
                  </a:lnTo>
                  <a:lnTo>
                    <a:pt x="101537" y="121920"/>
                  </a:lnTo>
                  <a:lnTo>
                    <a:pt x="85630" y="114586"/>
                  </a:lnTo>
                  <a:lnTo>
                    <a:pt x="74676" y="91440"/>
                  </a:lnTo>
                  <a:lnTo>
                    <a:pt x="571" y="64103"/>
                  </a:lnTo>
                  <a:lnTo>
                    <a:pt x="0" y="55531"/>
                  </a:lnTo>
                  <a:lnTo>
                    <a:pt x="14478" y="50197"/>
                  </a:lnTo>
                  <a:lnTo>
                    <a:pt x="105251" y="33242"/>
                  </a:lnTo>
                  <a:lnTo>
                    <a:pt x="159829" y="15335"/>
                  </a:lnTo>
                  <a:lnTo>
                    <a:pt x="160306" y="15050"/>
                  </a:lnTo>
                  <a:lnTo>
                    <a:pt x="182499" y="0"/>
                  </a:lnTo>
                  <a:lnTo>
                    <a:pt x="193834" y="14859"/>
                  </a:lnTo>
                  <a:lnTo>
                    <a:pt x="213075" y="29337"/>
                  </a:lnTo>
                  <a:lnTo>
                    <a:pt x="244602" y="51435"/>
                  </a:lnTo>
                  <a:lnTo>
                    <a:pt x="247936" y="53721"/>
                  </a:lnTo>
                  <a:lnTo>
                    <a:pt x="248793" y="54293"/>
                  </a:lnTo>
                  <a:lnTo>
                    <a:pt x="250889" y="55340"/>
                  </a:lnTo>
                  <a:lnTo>
                    <a:pt x="251651" y="54864"/>
                  </a:lnTo>
                  <a:lnTo>
                    <a:pt x="252413" y="54197"/>
                  </a:lnTo>
                  <a:lnTo>
                    <a:pt x="257270" y="49054"/>
                  </a:lnTo>
                  <a:lnTo>
                    <a:pt x="273368" y="61341"/>
                  </a:lnTo>
                  <a:lnTo>
                    <a:pt x="301466" y="88297"/>
                  </a:lnTo>
                  <a:lnTo>
                    <a:pt x="310610" y="9734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3" name="서울특별시 관악구 신사동">
              <a:extLst>
                <a:ext uri="{FF2B5EF4-FFF2-40B4-BE49-F238E27FC236}">
                  <a16:creationId xmlns:a16="http://schemas.microsoft.com/office/drawing/2014/main" id="{9E59AD36-AE6E-22FC-5E89-6B03364967F1}"/>
                </a:ext>
              </a:extLst>
            </p:cNvPr>
            <p:cNvSpPr/>
            <p:nvPr/>
          </p:nvSpPr>
          <p:spPr>
            <a:xfrm>
              <a:off x="4997576" y="4796599"/>
              <a:ext cx="233076" cy="140493"/>
            </a:xfrm>
            <a:custGeom>
              <a:avLst/>
              <a:gdLst>
                <a:gd name="connsiteX0" fmla="*/ 233077 w 233076"/>
                <a:gd name="connsiteY0" fmla="*/ 104775 h 140493"/>
                <a:gd name="connsiteX1" fmla="*/ 149543 w 233076"/>
                <a:gd name="connsiteY1" fmla="*/ 116777 h 140493"/>
                <a:gd name="connsiteX2" fmla="*/ 22003 w 233076"/>
                <a:gd name="connsiteY2" fmla="*/ 140494 h 140493"/>
                <a:gd name="connsiteX3" fmla="*/ 0 w 233076"/>
                <a:gd name="connsiteY3" fmla="*/ 42005 h 140493"/>
                <a:gd name="connsiteX4" fmla="*/ 8858 w 233076"/>
                <a:gd name="connsiteY4" fmla="*/ 36862 h 140493"/>
                <a:gd name="connsiteX5" fmla="*/ 47911 w 233076"/>
                <a:gd name="connsiteY5" fmla="*/ 14478 h 140493"/>
                <a:gd name="connsiteX6" fmla="*/ 100870 w 233076"/>
                <a:gd name="connsiteY6" fmla="*/ 0 h 140493"/>
                <a:gd name="connsiteX7" fmla="*/ 117158 w 233076"/>
                <a:gd name="connsiteY7" fmla="*/ 2191 h 140493"/>
                <a:gd name="connsiteX8" fmla="*/ 121444 w 233076"/>
                <a:gd name="connsiteY8" fmla="*/ 3620 h 140493"/>
                <a:gd name="connsiteX9" fmla="*/ 138303 w 233076"/>
                <a:gd name="connsiteY9" fmla="*/ 9716 h 140493"/>
                <a:gd name="connsiteX10" fmla="*/ 150971 w 233076"/>
                <a:gd name="connsiteY10" fmla="*/ 18669 h 140493"/>
                <a:gd name="connsiteX11" fmla="*/ 160020 w 233076"/>
                <a:gd name="connsiteY11" fmla="*/ 26670 h 140493"/>
                <a:gd name="connsiteX12" fmla="*/ 163449 w 233076"/>
                <a:gd name="connsiteY12" fmla="*/ 31433 h 140493"/>
                <a:gd name="connsiteX13" fmla="*/ 174022 w 233076"/>
                <a:gd name="connsiteY13" fmla="*/ 46482 h 140493"/>
                <a:gd name="connsiteX14" fmla="*/ 179642 w 233076"/>
                <a:gd name="connsiteY14" fmla="*/ 54483 h 140493"/>
                <a:gd name="connsiteX15" fmla="*/ 180118 w 233076"/>
                <a:gd name="connsiteY15" fmla="*/ 55054 h 140493"/>
                <a:gd name="connsiteX16" fmla="*/ 180689 w 233076"/>
                <a:gd name="connsiteY16" fmla="*/ 55912 h 140493"/>
                <a:gd name="connsiteX17" fmla="*/ 214503 w 233076"/>
                <a:gd name="connsiteY17" fmla="*/ 89535 h 140493"/>
                <a:gd name="connsiteX18" fmla="*/ 233077 w 233076"/>
                <a:gd name="connsiteY18" fmla="*/ 104775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3076" h="140493">
                  <a:moveTo>
                    <a:pt x="233077" y="104775"/>
                  </a:moveTo>
                  <a:lnTo>
                    <a:pt x="149543" y="116777"/>
                  </a:lnTo>
                  <a:lnTo>
                    <a:pt x="22003" y="140494"/>
                  </a:lnTo>
                  <a:lnTo>
                    <a:pt x="0" y="42005"/>
                  </a:lnTo>
                  <a:lnTo>
                    <a:pt x="8858" y="36862"/>
                  </a:lnTo>
                  <a:lnTo>
                    <a:pt x="47911" y="14478"/>
                  </a:lnTo>
                  <a:lnTo>
                    <a:pt x="100870" y="0"/>
                  </a:lnTo>
                  <a:lnTo>
                    <a:pt x="117158" y="2191"/>
                  </a:lnTo>
                  <a:lnTo>
                    <a:pt x="121444" y="3620"/>
                  </a:lnTo>
                  <a:lnTo>
                    <a:pt x="138303" y="9716"/>
                  </a:lnTo>
                  <a:lnTo>
                    <a:pt x="150971" y="18669"/>
                  </a:lnTo>
                  <a:lnTo>
                    <a:pt x="160020" y="26670"/>
                  </a:lnTo>
                  <a:lnTo>
                    <a:pt x="163449" y="31433"/>
                  </a:lnTo>
                  <a:lnTo>
                    <a:pt x="174022" y="46482"/>
                  </a:lnTo>
                  <a:lnTo>
                    <a:pt x="179642" y="54483"/>
                  </a:lnTo>
                  <a:lnTo>
                    <a:pt x="180118" y="55054"/>
                  </a:lnTo>
                  <a:lnTo>
                    <a:pt x="180689" y="55912"/>
                  </a:lnTo>
                  <a:lnTo>
                    <a:pt x="214503" y="89535"/>
                  </a:lnTo>
                  <a:lnTo>
                    <a:pt x="233077" y="1047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4" name="서울특별시 관악구 신림동">
              <a:extLst>
                <a:ext uri="{FF2B5EF4-FFF2-40B4-BE49-F238E27FC236}">
                  <a16:creationId xmlns:a16="http://schemas.microsoft.com/office/drawing/2014/main" id="{5785F82A-5000-4A56-375E-13C54264BDDC}"/>
                </a:ext>
              </a:extLst>
            </p:cNvPr>
            <p:cNvSpPr/>
            <p:nvPr/>
          </p:nvSpPr>
          <p:spPr>
            <a:xfrm>
              <a:off x="5098446" y="4789265"/>
              <a:ext cx="290417" cy="112109"/>
            </a:xfrm>
            <a:custGeom>
              <a:avLst/>
              <a:gdLst>
                <a:gd name="connsiteX0" fmla="*/ 290417 w 290417"/>
                <a:gd name="connsiteY0" fmla="*/ 64675 h 112109"/>
                <a:gd name="connsiteX1" fmla="*/ 277559 w 290417"/>
                <a:gd name="connsiteY1" fmla="*/ 92964 h 112109"/>
                <a:gd name="connsiteX2" fmla="*/ 140875 w 290417"/>
                <a:gd name="connsiteY2" fmla="*/ 111157 h 112109"/>
                <a:gd name="connsiteX3" fmla="*/ 132207 w 290417"/>
                <a:gd name="connsiteY3" fmla="*/ 112109 h 112109"/>
                <a:gd name="connsiteX4" fmla="*/ 113633 w 290417"/>
                <a:gd name="connsiteY4" fmla="*/ 96869 h 112109"/>
                <a:gd name="connsiteX5" fmla="*/ 79820 w 290417"/>
                <a:gd name="connsiteY5" fmla="*/ 63246 h 112109"/>
                <a:gd name="connsiteX6" fmla="*/ 79248 w 290417"/>
                <a:gd name="connsiteY6" fmla="*/ 62389 h 112109"/>
                <a:gd name="connsiteX7" fmla="*/ 78772 w 290417"/>
                <a:gd name="connsiteY7" fmla="*/ 61817 h 112109"/>
                <a:gd name="connsiteX8" fmla="*/ 73152 w 290417"/>
                <a:gd name="connsiteY8" fmla="*/ 53816 h 112109"/>
                <a:gd name="connsiteX9" fmla="*/ 62579 w 290417"/>
                <a:gd name="connsiteY9" fmla="*/ 38767 h 112109"/>
                <a:gd name="connsiteX10" fmla="*/ 59150 w 290417"/>
                <a:gd name="connsiteY10" fmla="*/ 34004 h 112109"/>
                <a:gd name="connsiteX11" fmla="*/ 50102 w 290417"/>
                <a:gd name="connsiteY11" fmla="*/ 26003 h 112109"/>
                <a:gd name="connsiteX12" fmla="*/ 37433 w 290417"/>
                <a:gd name="connsiteY12" fmla="*/ 17050 h 112109"/>
                <a:gd name="connsiteX13" fmla="*/ 20574 w 290417"/>
                <a:gd name="connsiteY13" fmla="*/ 10954 h 112109"/>
                <a:gd name="connsiteX14" fmla="*/ 16288 w 290417"/>
                <a:gd name="connsiteY14" fmla="*/ 9525 h 112109"/>
                <a:gd name="connsiteX15" fmla="*/ 0 w 290417"/>
                <a:gd name="connsiteY15" fmla="*/ 7334 h 112109"/>
                <a:gd name="connsiteX16" fmla="*/ 98108 w 290417"/>
                <a:gd name="connsiteY16" fmla="*/ 0 h 112109"/>
                <a:gd name="connsiteX17" fmla="*/ 153067 w 290417"/>
                <a:gd name="connsiteY17" fmla="*/ 7811 h 112109"/>
                <a:gd name="connsiteX18" fmla="*/ 290417 w 290417"/>
                <a:gd name="connsiteY18" fmla="*/ 64675 h 11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0417" h="112109">
                  <a:moveTo>
                    <a:pt x="290417" y="64675"/>
                  </a:moveTo>
                  <a:lnTo>
                    <a:pt x="277559" y="92964"/>
                  </a:lnTo>
                  <a:lnTo>
                    <a:pt x="140875" y="111157"/>
                  </a:lnTo>
                  <a:lnTo>
                    <a:pt x="132207" y="112109"/>
                  </a:lnTo>
                  <a:lnTo>
                    <a:pt x="113633" y="96869"/>
                  </a:lnTo>
                  <a:lnTo>
                    <a:pt x="79820" y="63246"/>
                  </a:lnTo>
                  <a:lnTo>
                    <a:pt x="79248" y="62389"/>
                  </a:lnTo>
                  <a:lnTo>
                    <a:pt x="78772" y="61817"/>
                  </a:lnTo>
                  <a:lnTo>
                    <a:pt x="73152" y="53816"/>
                  </a:lnTo>
                  <a:lnTo>
                    <a:pt x="62579" y="38767"/>
                  </a:lnTo>
                  <a:lnTo>
                    <a:pt x="59150" y="34004"/>
                  </a:lnTo>
                  <a:lnTo>
                    <a:pt x="50102" y="26003"/>
                  </a:lnTo>
                  <a:lnTo>
                    <a:pt x="37433" y="17050"/>
                  </a:lnTo>
                  <a:lnTo>
                    <a:pt x="20574" y="10954"/>
                  </a:lnTo>
                  <a:lnTo>
                    <a:pt x="16288" y="9525"/>
                  </a:lnTo>
                  <a:lnTo>
                    <a:pt x="0" y="7334"/>
                  </a:lnTo>
                  <a:lnTo>
                    <a:pt x="98108" y="0"/>
                  </a:lnTo>
                  <a:lnTo>
                    <a:pt x="153067" y="7811"/>
                  </a:lnTo>
                  <a:lnTo>
                    <a:pt x="290417" y="646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5" name="서울특별시 관악구 난향동">
              <a:extLst>
                <a:ext uri="{FF2B5EF4-FFF2-40B4-BE49-F238E27FC236}">
                  <a16:creationId xmlns:a16="http://schemas.microsoft.com/office/drawing/2014/main" id="{61040733-D2E3-9F5C-EEA5-7296B6027D16}"/>
                </a:ext>
              </a:extLst>
            </p:cNvPr>
            <p:cNvSpPr/>
            <p:nvPr/>
          </p:nvSpPr>
          <p:spPr>
            <a:xfrm>
              <a:off x="4989099" y="5213318"/>
              <a:ext cx="203549" cy="170688"/>
            </a:xfrm>
            <a:custGeom>
              <a:avLst/>
              <a:gdLst>
                <a:gd name="connsiteX0" fmla="*/ 183451 w 203549"/>
                <a:gd name="connsiteY0" fmla="*/ 56483 h 170688"/>
                <a:gd name="connsiteX1" fmla="*/ 181070 w 203549"/>
                <a:gd name="connsiteY1" fmla="*/ 65056 h 170688"/>
                <a:gd name="connsiteX2" fmla="*/ 188214 w 203549"/>
                <a:gd name="connsiteY2" fmla="*/ 83725 h 170688"/>
                <a:gd name="connsiteX3" fmla="*/ 195263 w 203549"/>
                <a:gd name="connsiteY3" fmla="*/ 101441 h 170688"/>
                <a:gd name="connsiteX4" fmla="*/ 203168 w 203549"/>
                <a:gd name="connsiteY4" fmla="*/ 120968 h 170688"/>
                <a:gd name="connsiteX5" fmla="*/ 203549 w 203549"/>
                <a:gd name="connsiteY5" fmla="*/ 124492 h 170688"/>
                <a:gd name="connsiteX6" fmla="*/ 183166 w 203549"/>
                <a:gd name="connsiteY6" fmla="*/ 158496 h 170688"/>
                <a:gd name="connsiteX7" fmla="*/ 174212 w 203549"/>
                <a:gd name="connsiteY7" fmla="*/ 169069 h 170688"/>
                <a:gd name="connsiteX8" fmla="*/ 100679 w 203549"/>
                <a:gd name="connsiteY8" fmla="*/ 170688 h 170688"/>
                <a:gd name="connsiteX9" fmla="*/ 35814 w 203549"/>
                <a:gd name="connsiteY9" fmla="*/ 161449 h 170688"/>
                <a:gd name="connsiteX10" fmla="*/ 23431 w 203549"/>
                <a:gd name="connsiteY10" fmla="*/ 153829 h 170688"/>
                <a:gd name="connsiteX11" fmla="*/ 20003 w 203549"/>
                <a:gd name="connsiteY11" fmla="*/ 143733 h 170688"/>
                <a:gd name="connsiteX12" fmla="*/ 0 w 203549"/>
                <a:gd name="connsiteY12" fmla="*/ 47149 h 170688"/>
                <a:gd name="connsiteX13" fmla="*/ 3143 w 203549"/>
                <a:gd name="connsiteY13" fmla="*/ 39434 h 170688"/>
                <a:gd name="connsiteX14" fmla="*/ 11335 w 203549"/>
                <a:gd name="connsiteY14" fmla="*/ 29337 h 170688"/>
                <a:gd name="connsiteX15" fmla="*/ 16192 w 203549"/>
                <a:gd name="connsiteY15" fmla="*/ 23432 h 170688"/>
                <a:gd name="connsiteX16" fmla="*/ 40291 w 203549"/>
                <a:gd name="connsiteY16" fmla="*/ 7620 h 170688"/>
                <a:gd name="connsiteX17" fmla="*/ 111347 w 203549"/>
                <a:gd name="connsiteY17" fmla="*/ 0 h 170688"/>
                <a:gd name="connsiteX18" fmla="*/ 183451 w 203549"/>
                <a:gd name="connsiteY18" fmla="*/ 56483 h 17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549" h="170688">
                  <a:moveTo>
                    <a:pt x="183451" y="56483"/>
                  </a:moveTo>
                  <a:lnTo>
                    <a:pt x="181070" y="65056"/>
                  </a:lnTo>
                  <a:lnTo>
                    <a:pt x="188214" y="83725"/>
                  </a:lnTo>
                  <a:lnTo>
                    <a:pt x="195263" y="101441"/>
                  </a:lnTo>
                  <a:lnTo>
                    <a:pt x="203168" y="120968"/>
                  </a:lnTo>
                  <a:lnTo>
                    <a:pt x="203549" y="124492"/>
                  </a:lnTo>
                  <a:lnTo>
                    <a:pt x="183166" y="158496"/>
                  </a:lnTo>
                  <a:lnTo>
                    <a:pt x="174212" y="169069"/>
                  </a:lnTo>
                  <a:lnTo>
                    <a:pt x="100679" y="170688"/>
                  </a:lnTo>
                  <a:lnTo>
                    <a:pt x="35814" y="161449"/>
                  </a:lnTo>
                  <a:lnTo>
                    <a:pt x="23431" y="153829"/>
                  </a:lnTo>
                  <a:lnTo>
                    <a:pt x="20003" y="143733"/>
                  </a:lnTo>
                  <a:lnTo>
                    <a:pt x="0" y="47149"/>
                  </a:lnTo>
                  <a:lnTo>
                    <a:pt x="3143" y="39434"/>
                  </a:lnTo>
                  <a:lnTo>
                    <a:pt x="11335" y="29337"/>
                  </a:lnTo>
                  <a:lnTo>
                    <a:pt x="16192" y="23432"/>
                  </a:lnTo>
                  <a:lnTo>
                    <a:pt x="40291" y="7620"/>
                  </a:lnTo>
                  <a:lnTo>
                    <a:pt x="111347" y="0"/>
                  </a:lnTo>
                  <a:lnTo>
                    <a:pt x="183451" y="564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6" name="서울특별시 관악구 조원동">
              <a:extLst>
                <a:ext uri="{FF2B5EF4-FFF2-40B4-BE49-F238E27FC236}">
                  <a16:creationId xmlns:a16="http://schemas.microsoft.com/office/drawing/2014/main" id="{F6B9BE85-812C-D10E-AD25-EEE6DCA5065D}"/>
                </a:ext>
              </a:extLst>
            </p:cNvPr>
            <p:cNvSpPr/>
            <p:nvPr/>
          </p:nvSpPr>
          <p:spPr>
            <a:xfrm>
              <a:off x="4746402" y="4838604"/>
              <a:ext cx="273176" cy="143541"/>
            </a:xfrm>
            <a:custGeom>
              <a:avLst/>
              <a:gdLst>
                <a:gd name="connsiteX0" fmla="*/ 273177 w 273176"/>
                <a:gd name="connsiteY0" fmla="*/ 98488 h 143541"/>
                <a:gd name="connsiteX1" fmla="*/ 185928 w 273176"/>
                <a:gd name="connsiteY1" fmla="*/ 114110 h 143541"/>
                <a:gd name="connsiteX2" fmla="*/ 164497 w 273176"/>
                <a:gd name="connsiteY2" fmla="*/ 118205 h 143541"/>
                <a:gd name="connsiteX3" fmla="*/ 145542 w 273176"/>
                <a:gd name="connsiteY3" fmla="*/ 121729 h 143541"/>
                <a:gd name="connsiteX4" fmla="*/ 128397 w 273176"/>
                <a:gd name="connsiteY4" fmla="*/ 124873 h 143541"/>
                <a:gd name="connsiteX5" fmla="*/ 105823 w 273176"/>
                <a:gd name="connsiteY5" fmla="*/ 129064 h 143541"/>
                <a:gd name="connsiteX6" fmla="*/ 79629 w 273176"/>
                <a:gd name="connsiteY6" fmla="*/ 133826 h 143541"/>
                <a:gd name="connsiteX7" fmla="*/ 54388 w 273176"/>
                <a:gd name="connsiteY7" fmla="*/ 138494 h 143541"/>
                <a:gd name="connsiteX8" fmla="*/ 48006 w 273176"/>
                <a:gd name="connsiteY8" fmla="*/ 139637 h 143541"/>
                <a:gd name="connsiteX9" fmla="*/ 21812 w 273176"/>
                <a:gd name="connsiteY9" fmla="*/ 143542 h 143541"/>
                <a:gd name="connsiteX10" fmla="*/ 0 w 273176"/>
                <a:gd name="connsiteY10" fmla="*/ 125063 h 143541"/>
                <a:gd name="connsiteX11" fmla="*/ 68104 w 273176"/>
                <a:gd name="connsiteY11" fmla="*/ 40958 h 143541"/>
                <a:gd name="connsiteX12" fmla="*/ 102679 w 273176"/>
                <a:gd name="connsiteY12" fmla="*/ 41338 h 143541"/>
                <a:gd name="connsiteX13" fmla="*/ 111347 w 273176"/>
                <a:gd name="connsiteY13" fmla="*/ 41053 h 143541"/>
                <a:gd name="connsiteX14" fmla="*/ 117729 w 273176"/>
                <a:gd name="connsiteY14" fmla="*/ 40862 h 143541"/>
                <a:gd name="connsiteX15" fmla="*/ 131159 w 273176"/>
                <a:gd name="connsiteY15" fmla="*/ 37719 h 143541"/>
                <a:gd name="connsiteX16" fmla="*/ 144875 w 273176"/>
                <a:gd name="connsiteY16" fmla="*/ 34385 h 143541"/>
                <a:gd name="connsiteX17" fmla="*/ 150400 w 273176"/>
                <a:gd name="connsiteY17" fmla="*/ 33052 h 143541"/>
                <a:gd name="connsiteX18" fmla="*/ 167640 w 273176"/>
                <a:gd name="connsiteY18" fmla="*/ 27813 h 143541"/>
                <a:gd name="connsiteX19" fmla="*/ 172593 w 273176"/>
                <a:gd name="connsiteY19" fmla="*/ 26289 h 143541"/>
                <a:gd name="connsiteX20" fmla="*/ 174212 w 273176"/>
                <a:gd name="connsiteY20" fmla="*/ 25813 h 143541"/>
                <a:gd name="connsiteX21" fmla="*/ 176879 w 273176"/>
                <a:gd name="connsiteY21" fmla="*/ 24955 h 143541"/>
                <a:gd name="connsiteX22" fmla="*/ 197739 w 273176"/>
                <a:gd name="connsiteY22" fmla="*/ 18479 h 143541"/>
                <a:gd name="connsiteX23" fmla="*/ 198406 w 273176"/>
                <a:gd name="connsiteY23" fmla="*/ 18288 h 143541"/>
                <a:gd name="connsiteX24" fmla="*/ 211836 w 273176"/>
                <a:gd name="connsiteY24" fmla="*/ 14097 h 143541"/>
                <a:gd name="connsiteX25" fmla="*/ 249650 w 273176"/>
                <a:gd name="connsiteY25" fmla="*/ 762 h 143541"/>
                <a:gd name="connsiteX26" fmla="*/ 251174 w 273176"/>
                <a:gd name="connsiteY26" fmla="*/ 0 h 143541"/>
                <a:gd name="connsiteX27" fmla="*/ 273177 w 273176"/>
                <a:gd name="connsiteY27" fmla="*/ 98488 h 14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3176" h="143541">
                  <a:moveTo>
                    <a:pt x="273177" y="98488"/>
                  </a:moveTo>
                  <a:lnTo>
                    <a:pt x="185928" y="114110"/>
                  </a:lnTo>
                  <a:lnTo>
                    <a:pt x="164497" y="118205"/>
                  </a:lnTo>
                  <a:lnTo>
                    <a:pt x="145542" y="121729"/>
                  </a:lnTo>
                  <a:lnTo>
                    <a:pt x="128397" y="124873"/>
                  </a:lnTo>
                  <a:lnTo>
                    <a:pt x="105823" y="129064"/>
                  </a:lnTo>
                  <a:lnTo>
                    <a:pt x="79629" y="133826"/>
                  </a:lnTo>
                  <a:lnTo>
                    <a:pt x="54388" y="138494"/>
                  </a:lnTo>
                  <a:lnTo>
                    <a:pt x="48006" y="139637"/>
                  </a:lnTo>
                  <a:lnTo>
                    <a:pt x="21812" y="143542"/>
                  </a:lnTo>
                  <a:lnTo>
                    <a:pt x="0" y="125063"/>
                  </a:lnTo>
                  <a:lnTo>
                    <a:pt x="68104" y="40958"/>
                  </a:lnTo>
                  <a:lnTo>
                    <a:pt x="102679" y="41338"/>
                  </a:lnTo>
                  <a:lnTo>
                    <a:pt x="111347" y="41053"/>
                  </a:lnTo>
                  <a:lnTo>
                    <a:pt x="117729" y="40862"/>
                  </a:lnTo>
                  <a:lnTo>
                    <a:pt x="131159" y="37719"/>
                  </a:lnTo>
                  <a:lnTo>
                    <a:pt x="144875" y="34385"/>
                  </a:lnTo>
                  <a:lnTo>
                    <a:pt x="150400" y="33052"/>
                  </a:lnTo>
                  <a:lnTo>
                    <a:pt x="167640" y="27813"/>
                  </a:lnTo>
                  <a:lnTo>
                    <a:pt x="172593" y="26289"/>
                  </a:lnTo>
                  <a:lnTo>
                    <a:pt x="174212" y="25813"/>
                  </a:lnTo>
                  <a:lnTo>
                    <a:pt x="176879" y="24955"/>
                  </a:lnTo>
                  <a:lnTo>
                    <a:pt x="197739" y="18479"/>
                  </a:lnTo>
                  <a:lnTo>
                    <a:pt x="198406" y="18288"/>
                  </a:lnTo>
                  <a:lnTo>
                    <a:pt x="211836" y="14097"/>
                  </a:lnTo>
                  <a:lnTo>
                    <a:pt x="249650" y="762"/>
                  </a:lnTo>
                  <a:lnTo>
                    <a:pt x="251174" y="0"/>
                  </a:lnTo>
                  <a:lnTo>
                    <a:pt x="273177" y="984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7" name="서울특별시 관악구 대학동">
              <a:extLst>
                <a:ext uri="{FF2B5EF4-FFF2-40B4-BE49-F238E27FC236}">
                  <a16:creationId xmlns:a16="http://schemas.microsoft.com/office/drawing/2014/main" id="{E48663EB-F094-6C35-15DF-964CB2A5333E}"/>
                </a:ext>
              </a:extLst>
            </p:cNvPr>
            <p:cNvSpPr/>
            <p:nvPr/>
          </p:nvSpPr>
          <p:spPr>
            <a:xfrm>
              <a:off x="5315902" y="5101494"/>
              <a:ext cx="706374" cy="666940"/>
            </a:xfrm>
            <a:custGeom>
              <a:avLst/>
              <a:gdLst>
                <a:gd name="connsiteX0" fmla="*/ 392525 w 706374"/>
                <a:gd name="connsiteY0" fmla="*/ 29813 h 666940"/>
                <a:gd name="connsiteX1" fmla="*/ 403479 w 706374"/>
                <a:gd name="connsiteY1" fmla="*/ 31052 h 666940"/>
                <a:gd name="connsiteX2" fmla="*/ 406908 w 706374"/>
                <a:gd name="connsiteY2" fmla="*/ 32385 h 666940"/>
                <a:gd name="connsiteX3" fmla="*/ 409289 w 706374"/>
                <a:gd name="connsiteY3" fmla="*/ 34480 h 666940"/>
                <a:gd name="connsiteX4" fmla="*/ 409956 w 706374"/>
                <a:gd name="connsiteY4" fmla="*/ 35052 h 666940"/>
                <a:gd name="connsiteX5" fmla="*/ 448723 w 706374"/>
                <a:gd name="connsiteY5" fmla="*/ 120205 h 666940"/>
                <a:gd name="connsiteX6" fmla="*/ 454628 w 706374"/>
                <a:gd name="connsiteY6" fmla="*/ 135446 h 666940"/>
                <a:gd name="connsiteX7" fmla="*/ 449866 w 706374"/>
                <a:gd name="connsiteY7" fmla="*/ 152400 h 666940"/>
                <a:gd name="connsiteX8" fmla="*/ 446341 w 706374"/>
                <a:gd name="connsiteY8" fmla="*/ 184404 h 666940"/>
                <a:gd name="connsiteX9" fmla="*/ 449008 w 706374"/>
                <a:gd name="connsiteY9" fmla="*/ 192500 h 666940"/>
                <a:gd name="connsiteX10" fmla="*/ 481870 w 706374"/>
                <a:gd name="connsiteY10" fmla="*/ 251365 h 666940"/>
                <a:gd name="connsiteX11" fmla="*/ 485584 w 706374"/>
                <a:gd name="connsiteY11" fmla="*/ 257651 h 666940"/>
                <a:gd name="connsiteX12" fmla="*/ 495776 w 706374"/>
                <a:gd name="connsiteY12" fmla="*/ 270320 h 666940"/>
                <a:gd name="connsiteX13" fmla="*/ 520637 w 706374"/>
                <a:gd name="connsiteY13" fmla="*/ 288417 h 666940"/>
                <a:gd name="connsiteX14" fmla="*/ 555974 w 706374"/>
                <a:gd name="connsiteY14" fmla="*/ 311753 h 666940"/>
                <a:gd name="connsiteX15" fmla="*/ 587502 w 706374"/>
                <a:gd name="connsiteY15" fmla="*/ 318516 h 666940"/>
                <a:gd name="connsiteX16" fmla="*/ 631603 w 706374"/>
                <a:gd name="connsiteY16" fmla="*/ 321088 h 666940"/>
                <a:gd name="connsiteX17" fmla="*/ 667607 w 706374"/>
                <a:gd name="connsiteY17" fmla="*/ 370522 h 666940"/>
                <a:gd name="connsiteX18" fmla="*/ 704183 w 706374"/>
                <a:gd name="connsiteY18" fmla="*/ 421291 h 666940"/>
                <a:gd name="connsiteX19" fmla="*/ 705612 w 706374"/>
                <a:gd name="connsiteY19" fmla="*/ 424910 h 666940"/>
                <a:gd name="connsiteX20" fmla="*/ 706374 w 706374"/>
                <a:gd name="connsiteY20" fmla="*/ 428815 h 666940"/>
                <a:gd name="connsiteX21" fmla="*/ 706088 w 706374"/>
                <a:gd name="connsiteY21" fmla="*/ 435197 h 666940"/>
                <a:gd name="connsiteX22" fmla="*/ 704469 w 706374"/>
                <a:gd name="connsiteY22" fmla="*/ 451104 h 666940"/>
                <a:gd name="connsiteX23" fmla="*/ 699897 w 706374"/>
                <a:gd name="connsiteY23" fmla="*/ 459391 h 666940"/>
                <a:gd name="connsiteX24" fmla="*/ 687610 w 706374"/>
                <a:gd name="connsiteY24" fmla="*/ 469583 h 666940"/>
                <a:gd name="connsiteX25" fmla="*/ 685514 w 706374"/>
                <a:gd name="connsiteY25" fmla="*/ 470535 h 666940"/>
                <a:gd name="connsiteX26" fmla="*/ 683895 w 706374"/>
                <a:gd name="connsiteY26" fmla="*/ 470535 h 666940"/>
                <a:gd name="connsiteX27" fmla="*/ 681514 w 706374"/>
                <a:gd name="connsiteY27" fmla="*/ 470535 h 666940"/>
                <a:gd name="connsiteX28" fmla="*/ 677799 w 706374"/>
                <a:gd name="connsiteY28" fmla="*/ 470916 h 666940"/>
                <a:gd name="connsiteX29" fmla="*/ 674846 w 706374"/>
                <a:gd name="connsiteY29" fmla="*/ 471297 h 666940"/>
                <a:gd name="connsiteX30" fmla="*/ 628745 w 706374"/>
                <a:gd name="connsiteY30" fmla="*/ 483108 h 666940"/>
                <a:gd name="connsiteX31" fmla="*/ 625888 w 706374"/>
                <a:gd name="connsiteY31" fmla="*/ 484061 h 666940"/>
                <a:gd name="connsiteX32" fmla="*/ 610553 w 706374"/>
                <a:gd name="connsiteY32" fmla="*/ 490442 h 666940"/>
                <a:gd name="connsiteX33" fmla="*/ 609505 w 706374"/>
                <a:gd name="connsiteY33" fmla="*/ 491204 h 666940"/>
                <a:gd name="connsiteX34" fmla="*/ 607790 w 706374"/>
                <a:gd name="connsiteY34" fmla="*/ 492443 h 666940"/>
                <a:gd name="connsiteX35" fmla="*/ 606838 w 706374"/>
                <a:gd name="connsiteY35" fmla="*/ 494157 h 666940"/>
                <a:gd name="connsiteX36" fmla="*/ 606171 w 706374"/>
                <a:gd name="connsiteY36" fmla="*/ 495205 h 666940"/>
                <a:gd name="connsiteX37" fmla="*/ 600170 w 706374"/>
                <a:gd name="connsiteY37" fmla="*/ 505682 h 666940"/>
                <a:gd name="connsiteX38" fmla="*/ 597217 w 706374"/>
                <a:gd name="connsiteY38" fmla="*/ 517112 h 666940"/>
                <a:gd name="connsiteX39" fmla="*/ 597313 w 706374"/>
                <a:gd name="connsiteY39" fmla="*/ 521875 h 666940"/>
                <a:gd name="connsiteX40" fmla="*/ 597694 w 706374"/>
                <a:gd name="connsiteY40" fmla="*/ 523875 h 666940"/>
                <a:gd name="connsiteX41" fmla="*/ 597884 w 706374"/>
                <a:gd name="connsiteY41" fmla="*/ 525304 h 666940"/>
                <a:gd name="connsiteX42" fmla="*/ 598075 w 706374"/>
                <a:gd name="connsiteY42" fmla="*/ 525971 h 666940"/>
                <a:gd name="connsiteX43" fmla="*/ 598741 w 706374"/>
                <a:gd name="connsiteY43" fmla="*/ 528447 h 666940"/>
                <a:gd name="connsiteX44" fmla="*/ 599694 w 706374"/>
                <a:gd name="connsiteY44" fmla="*/ 531495 h 666940"/>
                <a:gd name="connsiteX45" fmla="*/ 601218 w 706374"/>
                <a:gd name="connsiteY45" fmla="*/ 538353 h 666940"/>
                <a:gd name="connsiteX46" fmla="*/ 601885 w 706374"/>
                <a:gd name="connsiteY46" fmla="*/ 542925 h 666940"/>
                <a:gd name="connsiteX47" fmla="*/ 602361 w 706374"/>
                <a:gd name="connsiteY47" fmla="*/ 548830 h 666940"/>
                <a:gd name="connsiteX48" fmla="*/ 602171 w 706374"/>
                <a:gd name="connsiteY48" fmla="*/ 551879 h 666940"/>
                <a:gd name="connsiteX49" fmla="*/ 601980 w 706374"/>
                <a:gd name="connsiteY49" fmla="*/ 553974 h 666940"/>
                <a:gd name="connsiteX50" fmla="*/ 600075 w 706374"/>
                <a:gd name="connsiteY50" fmla="*/ 556641 h 666940"/>
                <a:gd name="connsiteX51" fmla="*/ 584168 w 706374"/>
                <a:gd name="connsiteY51" fmla="*/ 574358 h 666940"/>
                <a:gd name="connsiteX52" fmla="*/ 582835 w 706374"/>
                <a:gd name="connsiteY52" fmla="*/ 575120 h 666940"/>
                <a:gd name="connsiteX53" fmla="*/ 577691 w 706374"/>
                <a:gd name="connsiteY53" fmla="*/ 577787 h 666940"/>
                <a:gd name="connsiteX54" fmla="*/ 568928 w 706374"/>
                <a:gd name="connsiteY54" fmla="*/ 581692 h 666940"/>
                <a:gd name="connsiteX55" fmla="*/ 498253 w 706374"/>
                <a:gd name="connsiteY55" fmla="*/ 602075 h 666940"/>
                <a:gd name="connsiteX56" fmla="*/ 495871 w 706374"/>
                <a:gd name="connsiteY56" fmla="*/ 602552 h 666940"/>
                <a:gd name="connsiteX57" fmla="*/ 460343 w 706374"/>
                <a:gd name="connsiteY57" fmla="*/ 608362 h 666940"/>
                <a:gd name="connsiteX58" fmla="*/ 451675 w 706374"/>
                <a:gd name="connsiteY58" fmla="*/ 609600 h 666940"/>
                <a:gd name="connsiteX59" fmla="*/ 443484 w 706374"/>
                <a:gd name="connsiteY59" fmla="*/ 609790 h 666940"/>
                <a:gd name="connsiteX60" fmla="*/ 436816 w 706374"/>
                <a:gd name="connsiteY60" fmla="*/ 609314 h 666940"/>
                <a:gd name="connsiteX61" fmla="*/ 435959 w 706374"/>
                <a:gd name="connsiteY61" fmla="*/ 609219 h 666940"/>
                <a:gd name="connsiteX62" fmla="*/ 429196 w 706374"/>
                <a:gd name="connsiteY62" fmla="*/ 607981 h 666940"/>
                <a:gd name="connsiteX63" fmla="*/ 423100 w 706374"/>
                <a:gd name="connsiteY63" fmla="*/ 606171 h 666940"/>
                <a:gd name="connsiteX64" fmla="*/ 421672 w 706374"/>
                <a:gd name="connsiteY64" fmla="*/ 605695 h 666940"/>
                <a:gd name="connsiteX65" fmla="*/ 419862 w 706374"/>
                <a:gd name="connsiteY65" fmla="*/ 605123 h 666940"/>
                <a:gd name="connsiteX66" fmla="*/ 414623 w 706374"/>
                <a:gd name="connsiteY66" fmla="*/ 603695 h 666940"/>
                <a:gd name="connsiteX67" fmla="*/ 409384 w 706374"/>
                <a:gd name="connsiteY67" fmla="*/ 602552 h 666940"/>
                <a:gd name="connsiteX68" fmla="*/ 407480 w 706374"/>
                <a:gd name="connsiteY68" fmla="*/ 602075 h 666940"/>
                <a:gd name="connsiteX69" fmla="*/ 404146 w 706374"/>
                <a:gd name="connsiteY69" fmla="*/ 601789 h 666940"/>
                <a:gd name="connsiteX70" fmla="*/ 396430 w 706374"/>
                <a:gd name="connsiteY70" fmla="*/ 602171 h 666940"/>
                <a:gd name="connsiteX71" fmla="*/ 377952 w 706374"/>
                <a:gd name="connsiteY71" fmla="*/ 603313 h 666940"/>
                <a:gd name="connsiteX72" fmla="*/ 316135 w 706374"/>
                <a:gd name="connsiteY72" fmla="*/ 610076 h 666940"/>
                <a:gd name="connsiteX73" fmla="*/ 308515 w 706374"/>
                <a:gd name="connsiteY73" fmla="*/ 612743 h 666940"/>
                <a:gd name="connsiteX74" fmla="*/ 289274 w 706374"/>
                <a:gd name="connsiteY74" fmla="*/ 619887 h 666940"/>
                <a:gd name="connsiteX75" fmla="*/ 189547 w 706374"/>
                <a:gd name="connsiteY75" fmla="*/ 657415 h 666940"/>
                <a:gd name="connsiteX76" fmla="*/ 181451 w 706374"/>
                <a:gd name="connsiteY76" fmla="*/ 661606 h 666940"/>
                <a:gd name="connsiteX77" fmla="*/ 176784 w 706374"/>
                <a:gd name="connsiteY77" fmla="*/ 663512 h 666940"/>
                <a:gd name="connsiteX78" fmla="*/ 156686 w 706374"/>
                <a:gd name="connsiteY78" fmla="*/ 666940 h 666940"/>
                <a:gd name="connsiteX79" fmla="*/ 156115 w 706374"/>
                <a:gd name="connsiteY79" fmla="*/ 666845 h 666940"/>
                <a:gd name="connsiteX80" fmla="*/ 154972 w 706374"/>
                <a:gd name="connsiteY80" fmla="*/ 666845 h 666940"/>
                <a:gd name="connsiteX81" fmla="*/ 153638 w 706374"/>
                <a:gd name="connsiteY81" fmla="*/ 665321 h 666940"/>
                <a:gd name="connsiteX82" fmla="*/ 134112 w 706374"/>
                <a:gd name="connsiteY82" fmla="*/ 638365 h 666940"/>
                <a:gd name="connsiteX83" fmla="*/ 127254 w 706374"/>
                <a:gd name="connsiteY83" fmla="*/ 619697 h 666940"/>
                <a:gd name="connsiteX84" fmla="*/ 126682 w 706374"/>
                <a:gd name="connsiteY84" fmla="*/ 613315 h 666940"/>
                <a:gd name="connsiteX85" fmla="*/ 126968 w 706374"/>
                <a:gd name="connsiteY85" fmla="*/ 602361 h 666940"/>
                <a:gd name="connsiteX86" fmla="*/ 127540 w 706374"/>
                <a:gd name="connsiteY86" fmla="*/ 601123 h 666940"/>
                <a:gd name="connsiteX87" fmla="*/ 127921 w 706374"/>
                <a:gd name="connsiteY87" fmla="*/ 600265 h 666940"/>
                <a:gd name="connsiteX88" fmla="*/ 128778 w 706374"/>
                <a:gd name="connsiteY88" fmla="*/ 599218 h 666940"/>
                <a:gd name="connsiteX89" fmla="*/ 129349 w 706374"/>
                <a:gd name="connsiteY89" fmla="*/ 598361 h 666940"/>
                <a:gd name="connsiteX90" fmla="*/ 130492 w 706374"/>
                <a:gd name="connsiteY90" fmla="*/ 597694 h 666940"/>
                <a:gd name="connsiteX91" fmla="*/ 132302 w 706374"/>
                <a:gd name="connsiteY91" fmla="*/ 596455 h 666940"/>
                <a:gd name="connsiteX92" fmla="*/ 134969 w 706374"/>
                <a:gd name="connsiteY92" fmla="*/ 594170 h 666940"/>
                <a:gd name="connsiteX93" fmla="*/ 136779 w 706374"/>
                <a:gd name="connsiteY93" fmla="*/ 590360 h 666940"/>
                <a:gd name="connsiteX94" fmla="*/ 137446 w 706374"/>
                <a:gd name="connsiteY94" fmla="*/ 587978 h 666940"/>
                <a:gd name="connsiteX95" fmla="*/ 135636 w 706374"/>
                <a:gd name="connsiteY95" fmla="*/ 584454 h 666940"/>
                <a:gd name="connsiteX96" fmla="*/ 117729 w 706374"/>
                <a:gd name="connsiteY96" fmla="*/ 561594 h 666940"/>
                <a:gd name="connsiteX97" fmla="*/ 115157 w 706374"/>
                <a:gd name="connsiteY97" fmla="*/ 558451 h 666940"/>
                <a:gd name="connsiteX98" fmla="*/ 85534 w 706374"/>
                <a:gd name="connsiteY98" fmla="*/ 535114 h 666940"/>
                <a:gd name="connsiteX99" fmla="*/ 50006 w 706374"/>
                <a:gd name="connsiteY99" fmla="*/ 515588 h 666940"/>
                <a:gd name="connsiteX100" fmla="*/ 18764 w 706374"/>
                <a:gd name="connsiteY100" fmla="*/ 498824 h 666940"/>
                <a:gd name="connsiteX101" fmla="*/ 18097 w 706374"/>
                <a:gd name="connsiteY101" fmla="*/ 498538 h 666940"/>
                <a:gd name="connsiteX102" fmla="*/ 14097 w 706374"/>
                <a:gd name="connsiteY102" fmla="*/ 497205 h 666940"/>
                <a:gd name="connsiteX103" fmla="*/ 12097 w 706374"/>
                <a:gd name="connsiteY103" fmla="*/ 496157 h 666940"/>
                <a:gd name="connsiteX104" fmla="*/ 5334 w 706374"/>
                <a:gd name="connsiteY104" fmla="*/ 492443 h 666940"/>
                <a:gd name="connsiteX105" fmla="*/ 2762 w 706374"/>
                <a:gd name="connsiteY105" fmla="*/ 490061 h 666940"/>
                <a:gd name="connsiteX106" fmla="*/ 2191 w 706374"/>
                <a:gd name="connsiteY106" fmla="*/ 488633 h 666940"/>
                <a:gd name="connsiteX107" fmla="*/ 0 w 706374"/>
                <a:gd name="connsiteY107" fmla="*/ 467678 h 666940"/>
                <a:gd name="connsiteX108" fmla="*/ 0 w 706374"/>
                <a:gd name="connsiteY108" fmla="*/ 456057 h 666940"/>
                <a:gd name="connsiteX109" fmla="*/ 571 w 706374"/>
                <a:gd name="connsiteY109" fmla="*/ 454152 h 666940"/>
                <a:gd name="connsiteX110" fmla="*/ 2572 w 706374"/>
                <a:gd name="connsiteY110" fmla="*/ 451866 h 666940"/>
                <a:gd name="connsiteX111" fmla="*/ 53435 w 706374"/>
                <a:gd name="connsiteY111" fmla="*/ 414719 h 666940"/>
                <a:gd name="connsiteX112" fmla="*/ 83915 w 706374"/>
                <a:gd name="connsiteY112" fmla="*/ 380429 h 666940"/>
                <a:gd name="connsiteX113" fmla="*/ 92869 w 706374"/>
                <a:gd name="connsiteY113" fmla="*/ 366522 h 666940"/>
                <a:gd name="connsiteX114" fmla="*/ 135541 w 706374"/>
                <a:gd name="connsiteY114" fmla="*/ 291655 h 666940"/>
                <a:gd name="connsiteX115" fmla="*/ 138589 w 706374"/>
                <a:gd name="connsiteY115" fmla="*/ 275654 h 666940"/>
                <a:gd name="connsiteX116" fmla="*/ 138779 w 706374"/>
                <a:gd name="connsiteY116" fmla="*/ 270986 h 666940"/>
                <a:gd name="connsiteX117" fmla="*/ 139827 w 706374"/>
                <a:gd name="connsiteY117" fmla="*/ 244126 h 666940"/>
                <a:gd name="connsiteX118" fmla="*/ 133921 w 706374"/>
                <a:gd name="connsiteY118" fmla="*/ 230124 h 666940"/>
                <a:gd name="connsiteX119" fmla="*/ 121729 w 706374"/>
                <a:gd name="connsiteY119" fmla="*/ 208026 h 666940"/>
                <a:gd name="connsiteX120" fmla="*/ 61722 w 706374"/>
                <a:gd name="connsiteY120" fmla="*/ 140494 h 666940"/>
                <a:gd name="connsiteX121" fmla="*/ 25051 w 706374"/>
                <a:gd name="connsiteY121" fmla="*/ 122968 h 666940"/>
                <a:gd name="connsiteX122" fmla="*/ 14669 w 706374"/>
                <a:gd name="connsiteY122" fmla="*/ 125825 h 666940"/>
                <a:gd name="connsiteX123" fmla="*/ 10001 w 706374"/>
                <a:gd name="connsiteY123" fmla="*/ 126397 h 666940"/>
                <a:gd name="connsiteX124" fmla="*/ 9430 w 706374"/>
                <a:gd name="connsiteY124" fmla="*/ 117253 h 666940"/>
                <a:gd name="connsiteX125" fmla="*/ 9334 w 706374"/>
                <a:gd name="connsiteY125" fmla="*/ 116396 h 666940"/>
                <a:gd name="connsiteX126" fmla="*/ 9430 w 706374"/>
                <a:gd name="connsiteY126" fmla="*/ 114586 h 666940"/>
                <a:gd name="connsiteX127" fmla="*/ 10573 w 706374"/>
                <a:gd name="connsiteY127" fmla="*/ 108013 h 666940"/>
                <a:gd name="connsiteX128" fmla="*/ 12478 w 706374"/>
                <a:gd name="connsiteY128" fmla="*/ 100870 h 666940"/>
                <a:gd name="connsiteX129" fmla="*/ 28289 w 706374"/>
                <a:gd name="connsiteY129" fmla="*/ 71628 h 666940"/>
                <a:gd name="connsiteX130" fmla="*/ 58960 w 706374"/>
                <a:gd name="connsiteY130" fmla="*/ 17240 h 666940"/>
                <a:gd name="connsiteX131" fmla="*/ 74866 w 706374"/>
                <a:gd name="connsiteY131" fmla="*/ 24575 h 666940"/>
                <a:gd name="connsiteX132" fmla="*/ 97250 w 706374"/>
                <a:gd name="connsiteY132" fmla="*/ 28861 h 666940"/>
                <a:gd name="connsiteX133" fmla="*/ 97822 w 706374"/>
                <a:gd name="connsiteY133" fmla="*/ 28956 h 666940"/>
                <a:gd name="connsiteX134" fmla="*/ 99346 w 706374"/>
                <a:gd name="connsiteY134" fmla="*/ 29242 h 666940"/>
                <a:gd name="connsiteX135" fmla="*/ 107347 w 706374"/>
                <a:gd name="connsiteY135" fmla="*/ 30575 h 666940"/>
                <a:gd name="connsiteX136" fmla="*/ 251174 w 706374"/>
                <a:gd name="connsiteY136" fmla="*/ 50292 h 666940"/>
                <a:gd name="connsiteX137" fmla="*/ 254984 w 706374"/>
                <a:gd name="connsiteY137" fmla="*/ 52959 h 666940"/>
                <a:gd name="connsiteX138" fmla="*/ 259937 w 706374"/>
                <a:gd name="connsiteY138" fmla="*/ 56579 h 666940"/>
                <a:gd name="connsiteX139" fmla="*/ 264033 w 706374"/>
                <a:gd name="connsiteY139" fmla="*/ 59531 h 666940"/>
                <a:gd name="connsiteX140" fmla="*/ 271177 w 706374"/>
                <a:gd name="connsiteY140" fmla="*/ 57150 h 666940"/>
                <a:gd name="connsiteX141" fmla="*/ 288322 w 706374"/>
                <a:gd name="connsiteY141" fmla="*/ 48863 h 666940"/>
                <a:gd name="connsiteX142" fmla="*/ 287655 w 706374"/>
                <a:gd name="connsiteY142" fmla="*/ 5810 h 666940"/>
                <a:gd name="connsiteX143" fmla="*/ 283940 w 706374"/>
                <a:gd name="connsiteY143" fmla="*/ 0 h 666940"/>
                <a:gd name="connsiteX144" fmla="*/ 302038 w 706374"/>
                <a:gd name="connsiteY144" fmla="*/ 4667 h 666940"/>
                <a:gd name="connsiteX145" fmla="*/ 317087 w 706374"/>
                <a:gd name="connsiteY145" fmla="*/ 4381 h 666940"/>
                <a:gd name="connsiteX146" fmla="*/ 318992 w 706374"/>
                <a:gd name="connsiteY146" fmla="*/ 4381 h 666940"/>
                <a:gd name="connsiteX147" fmla="*/ 331089 w 706374"/>
                <a:gd name="connsiteY147" fmla="*/ 4858 h 666940"/>
                <a:gd name="connsiteX148" fmla="*/ 340900 w 706374"/>
                <a:gd name="connsiteY148" fmla="*/ 9049 h 666940"/>
                <a:gd name="connsiteX149" fmla="*/ 344138 w 706374"/>
                <a:gd name="connsiteY149" fmla="*/ 10478 h 666940"/>
                <a:gd name="connsiteX150" fmla="*/ 345281 w 706374"/>
                <a:gd name="connsiteY150" fmla="*/ 11716 h 666940"/>
                <a:gd name="connsiteX151" fmla="*/ 351758 w 706374"/>
                <a:gd name="connsiteY151" fmla="*/ 19526 h 666940"/>
                <a:gd name="connsiteX152" fmla="*/ 354997 w 706374"/>
                <a:gd name="connsiteY152" fmla="*/ 21241 h 666940"/>
                <a:gd name="connsiteX153" fmla="*/ 357664 w 706374"/>
                <a:gd name="connsiteY153" fmla="*/ 22860 h 666940"/>
                <a:gd name="connsiteX154" fmla="*/ 364522 w 706374"/>
                <a:gd name="connsiteY154" fmla="*/ 26765 h 666940"/>
                <a:gd name="connsiteX155" fmla="*/ 392525 w 706374"/>
                <a:gd name="connsiteY155" fmla="*/ 29813 h 66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706374" h="666940">
                  <a:moveTo>
                    <a:pt x="392525" y="29813"/>
                  </a:moveTo>
                  <a:lnTo>
                    <a:pt x="403479" y="31052"/>
                  </a:lnTo>
                  <a:lnTo>
                    <a:pt x="406908" y="32385"/>
                  </a:lnTo>
                  <a:lnTo>
                    <a:pt x="409289" y="34480"/>
                  </a:lnTo>
                  <a:lnTo>
                    <a:pt x="409956" y="35052"/>
                  </a:lnTo>
                  <a:lnTo>
                    <a:pt x="448723" y="120205"/>
                  </a:lnTo>
                  <a:lnTo>
                    <a:pt x="454628" y="135446"/>
                  </a:lnTo>
                  <a:lnTo>
                    <a:pt x="449866" y="152400"/>
                  </a:lnTo>
                  <a:lnTo>
                    <a:pt x="446341" y="184404"/>
                  </a:lnTo>
                  <a:lnTo>
                    <a:pt x="449008" y="192500"/>
                  </a:lnTo>
                  <a:lnTo>
                    <a:pt x="481870" y="251365"/>
                  </a:lnTo>
                  <a:lnTo>
                    <a:pt x="485584" y="257651"/>
                  </a:lnTo>
                  <a:lnTo>
                    <a:pt x="495776" y="270320"/>
                  </a:lnTo>
                  <a:lnTo>
                    <a:pt x="520637" y="288417"/>
                  </a:lnTo>
                  <a:lnTo>
                    <a:pt x="555974" y="311753"/>
                  </a:lnTo>
                  <a:lnTo>
                    <a:pt x="587502" y="318516"/>
                  </a:lnTo>
                  <a:lnTo>
                    <a:pt x="631603" y="321088"/>
                  </a:lnTo>
                  <a:lnTo>
                    <a:pt x="667607" y="370522"/>
                  </a:lnTo>
                  <a:lnTo>
                    <a:pt x="704183" y="421291"/>
                  </a:lnTo>
                  <a:lnTo>
                    <a:pt x="705612" y="424910"/>
                  </a:lnTo>
                  <a:lnTo>
                    <a:pt x="706374" y="428815"/>
                  </a:lnTo>
                  <a:lnTo>
                    <a:pt x="706088" y="435197"/>
                  </a:lnTo>
                  <a:lnTo>
                    <a:pt x="704469" y="451104"/>
                  </a:lnTo>
                  <a:lnTo>
                    <a:pt x="699897" y="459391"/>
                  </a:lnTo>
                  <a:lnTo>
                    <a:pt x="687610" y="469583"/>
                  </a:lnTo>
                  <a:lnTo>
                    <a:pt x="685514" y="470535"/>
                  </a:lnTo>
                  <a:lnTo>
                    <a:pt x="683895" y="470535"/>
                  </a:lnTo>
                  <a:lnTo>
                    <a:pt x="681514" y="470535"/>
                  </a:lnTo>
                  <a:lnTo>
                    <a:pt x="677799" y="470916"/>
                  </a:lnTo>
                  <a:lnTo>
                    <a:pt x="674846" y="471297"/>
                  </a:lnTo>
                  <a:lnTo>
                    <a:pt x="628745" y="483108"/>
                  </a:lnTo>
                  <a:lnTo>
                    <a:pt x="625888" y="484061"/>
                  </a:lnTo>
                  <a:lnTo>
                    <a:pt x="610553" y="490442"/>
                  </a:lnTo>
                  <a:lnTo>
                    <a:pt x="609505" y="491204"/>
                  </a:lnTo>
                  <a:lnTo>
                    <a:pt x="607790" y="492443"/>
                  </a:lnTo>
                  <a:lnTo>
                    <a:pt x="606838" y="494157"/>
                  </a:lnTo>
                  <a:lnTo>
                    <a:pt x="606171" y="495205"/>
                  </a:lnTo>
                  <a:lnTo>
                    <a:pt x="600170" y="505682"/>
                  </a:lnTo>
                  <a:lnTo>
                    <a:pt x="597217" y="517112"/>
                  </a:lnTo>
                  <a:lnTo>
                    <a:pt x="597313" y="521875"/>
                  </a:lnTo>
                  <a:lnTo>
                    <a:pt x="597694" y="523875"/>
                  </a:lnTo>
                  <a:lnTo>
                    <a:pt x="597884" y="525304"/>
                  </a:lnTo>
                  <a:lnTo>
                    <a:pt x="598075" y="525971"/>
                  </a:lnTo>
                  <a:lnTo>
                    <a:pt x="598741" y="528447"/>
                  </a:lnTo>
                  <a:lnTo>
                    <a:pt x="599694" y="531495"/>
                  </a:lnTo>
                  <a:lnTo>
                    <a:pt x="601218" y="538353"/>
                  </a:lnTo>
                  <a:lnTo>
                    <a:pt x="601885" y="542925"/>
                  </a:lnTo>
                  <a:lnTo>
                    <a:pt x="602361" y="548830"/>
                  </a:lnTo>
                  <a:lnTo>
                    <a:pt x="602171" y="551879"/>
                  </a:lnTo>
                  <a:lnTo>
                    <a:pt x="601980" y="553974"/>
                  </a:lnTo>
                  <a:lnTo>
                    <a:pt x="600075" y="556641"/>
                  </a:lnTo>
                  <a:lnTo>
                    <a:pt x="584168" y="574358"/>
                  </a:lnTo>
                  <a:lnTo>
                    <a:pt x="582835" y="575120"/>
                  </a:lnTo>
                  <a:lnTo>
                    <a:pt x="577691" y="577787"/>
                  </a:lnTo>
                  <a:lnTo>
                    <a:pt x="568928" y="581692"/>
                  </a:lnTo>
                  <a:lnTo>
                    <a:pt x="498253" y="602075"/>
                  </a:lnTo>
                  <a:lnTo>
                    <a:pt x="495871" y="602552"/>
                  </a:lnTo>
                  <a:lnTo>
                    <a:pt x="460343" y="608362"/>
                  </a:lnTo>
                  <a:lnTo>
                    <a:pt x="451675" y="609600"/>
                  </a:lnTo>
                  <a:lnTo>
                    <a:pt x="443484" y="609790"/>
                  </a:lnTo>
                  <a:lnTo>
                    <a:pt x="436816" y="609314"/>
                  </a:lnTo>
                  <a:lnTo>
                    <a:pt x="435959" y="609219"/>
                  </a:lnTo>
                  <a:lnTo>
                    <a:pt x="429196" y="607981"/>
                  </a:lnTo>
                  <a:lnTo>
                    <a:pt x="423100" y="606171"/>
                  </a:lnTo>
                  <a:lnTo>
                    <a:pt x="421672" y="605695"/>
                  </a:lnTo>
                  <a:lnTo>
                    <a:pt x="419862" y="605123"/>
                  </a:lnTo>
                  <a:lnTo>
                    <a:pt x="414623" y="603695"/>
                  </a:lnTo>
                  <a:lnTo>
                    <a:pt x="409384" y="602552"/>
                  </a:lnTo>
                  <a:lnTo>
                    <a:pt x="407480" y="602075"/>
                  </a:lnTo>
                  <a:lnTo>
                    <a:pt x="404146" y="601789"/>
                  </a:lnTo>
                  <a:lnTo>
                    <a:pt x="396430" y="602171"/>
                  </a:lnTo>
                  <a:lnTo>
                    <a:pt x="377952" y="603313"/>
                  </a:lnTo>
                  <a:lnTo>
                    <a:pt x="316135" y="610076"/>
                  </a:lnTo>
                  <a:lnTo>
                    <a:pt x="308515" y="612743"/>
                  </a:lnTo>
                  <a:lnTo>
                    <a:pt x="289274" y="619887"/>
                  </a:lnTo>
                  <a:lnTo>
                    <a:pt x="189547" y="657415"/>
                  </a:lnTo>
                  <a:lnTo>
                    <a:pt x="181451" y="661606"/>
                  </a:lnTo>
                  <a:lnTo>
                    <a:pt x="176784" y="663512"/>
                  </a:lnTo>
                  <a:lnTo>
                    <a:pt x="156686" y="666940"/>
                  </a:lnTo>
                  <a:lnTo>
                    <a:pt x="156115" y="666845"/>
                  </a:lnTo>
                  <a:lnTo>
                    <a:pt x="154972" y="666845"/>
                  </a:lnTo>
                  <a:lnTo>
                    <a:pt x="153638" y="665321"/>
                  </a:lnTo>
                  <a:lnTo>
                    <a:pt x="134112" y="638365"/>
                  </a:lnTo>
                  <a:lnTo>
                    <a:pt x="127254" y="619697"/>
                  </a:lnTo>
                  <a:lnTo>
                    <a:pt x="126682" y="613315"/>
                  </a:lnTo>
                  <a:lnTo>
                    <a:pt x="126968" y="602361"/>
                  </a:lnTo>
                  <a:lnTo>
                    <a:pt x="127540" y="601123"/>
                  </a:lnTo>
                  <a:lnTo>
                    <a:pt x="127921" y="600265"/>
                  </a:lnTo>
                  <a:lnTo>
                    <a:pt x="128778" y="599218"/>
                  </a:lnTo>
                  <a:lnTo>
                    <a:pt x="129349" y="598361"/>
                  </a:lnTo>
                  <a:lnTo>
                    <a:pt x="130492" y="597694"/>
                  </a:lnTo>
                  <a:lnTo>
                    <a:pt x="132302" y="596455"/>
                  </a:lnTo>
                  <a:lnTo>
                    <a:pt x="134969" y="594170"/>
                  </a:lnTo>
                  <a:lnTo>
                    <a:pt x="136779" y="590360"/>
                  </a:lnTo>
                  <a:lnTo>
                    <a:pt x="137446" y="587978"/>
                  </a:lnTo>
                  <a:lnTo>
                    <a:pt x="135636" y="584454"/>
                  </a:lnTo>
                  <a:lnTo>
                    <a:pt x="117729" y="561594"/>
                  </a:lnTo>
                  <a:lnTo>
                    <a:pt x="115157" y="558451"/>
                  </a:lnTo>
                  <a:lnTo>
                    <a:pt x="85534" y="535114"/>
                  </a:lnTo>
                  <a:lnTo>
                    <a:pt x="50006" y="515588"/>
                  </a:lnTo>
                  <a:lnTo>
                    <a:pt x="18764" y="498824"/>
                  </a:lnTo>
                  <a:lnTo>
                    <a:pt x="18097" y="498538"/>
                  </a:lnTo>
                  <a:lnTo>
                    <a:pt x="14097" y="497205"/>
                  </a:lnTo>
                  <a:lnTo>
                    <a:pt x="12097" y="496157"/>
                  </a:lnTo>
                  <a:lnTo>
                    <a:pt x="5334" y="492443"/>
                  </a:lnTo>
                  <a:lnTo>
                    <a:pt x="2762" y="490061"/>
                  </a:lnTo>
                  <a:lnTo>
                    <a:pt x="2191" y="488633"/>
                  </a:lnTo>
                  <a:lnTo>
                    <a:pt x="0" y="467678"/>
                  </a:lnTo>
                  <a:lnTo>
                    <a:pt x="0" y="456057"/>
                  </a:lnTo>
                  <a:lnTo>
                    <a:pt x="571" y="454152"/>
                  </a:lnTo>
                  <a:lnTo>
                    <a:pt x="2572" y="451866"/>
                  </a:lnTo>
                  <a:lnTo>
                    <a:pt x="53435" y="414719"/>
                  </a:lnTo>
                  <a:lnTo>
                    <a:pt x="83915" y="380429"/>
                  </a:lnTo>
                  <a:lnTo>
                    <a:pt x="92869" y="366522"/>
                  </a:lnTo>
                  <a:lnTo>
                    <a:pt x="135541" y="291655"/>
                  </a:lnTo>
                  <a:lnTo>
                    <a:pt x="138589" y="275654"/>
                  </a:lnTo>
                  <a:lnTo>
                    <a:pt x="138779" y="270986"/>
                  </a:lnTo>
                  <a:lnTo>
                    <a:pt x="139827" y="244126"/>
                  </a:lnTo>
                  <a:lnTo>
                    <a:pt x="133921" y="230124"/>
                  </a:lnTo>
                  <a:lnTo>
                    <a:pt x="121729" y="208026"/>
                  </a:lnTo>
                  <a:lnTo>
                    <a:pt x="61722" y="140494"/>
                  </a:lnTo>
                  <a:lnTo>
                    <a:pt x="25051" y="122968"/>
                  </a:lnTo>
                  <a:lnTo>
                    <a:pt x="14669" y="125825"/>
                  </a:lnTo>
                  <a:lnTo>
                    <a:pt x="10001" y="126397"/>
                  </a:lnTo>
                  <a:lnTo>
                    <a:pt x="9430" y="117253"/>
                  </a:lnTo>
                  <a:lnTo>
                    <a:pt x="9334" y="116396"/>
                  </a:lnTo>
                  <a:lnTo>
                    <a:pt x="9430" y="114586"/>
                  </a:lnTo>
                  <a:lnTo>
                    <a:pt x="10573" y="108013"/>
                  </a:lnTo>
                  <a:lnTo>
                    <a:pt x="12478" y="100870"/>
                  </a:lnTo>
                  <a:lnTo>
                    <a:pt x="28289" y="71628"/>
                  </a:lnTo>
                  <a:lnTo>
                    <a:pt x="58960" y="17240"/>
                  </a:lnTo>
                  <a:lnTo>
                    <a:pt x="74866" y="24575"/>
                  </a:lnTo>
                  <a:lnTo>
                    <a:pt x="97250" y="28861"/>
                  </a:lnTo>
                  <a:lnTo>
                    <a:pt x="97822" y="28956"/>
                  </a:lnTo>
                  <a:lnTo>
                    <a:pt x="99346" y="29242"/>
                  </a:lnTo>
                  <a:lnTo>
                    <a:pt x="107347" y="30575"/>
                  </a:lnTo>
                  <a:lnTo>
                    <a:pt x="251174" y="50292"/>
                  </a:lnTo>
                  <a:lnTo>
                    <a:pt x="254984" y="52959"/>
                  </a:lnTo>
                  <a:lnTo>
                    <a:pt x="259937" y="56579"/>
                  </a:lnTo>
                  <a:lnTo>
                    <a:pt x="264033" y="59531"/>
                  </a:lnTo>
                  <a:lnTo>
                    <a:pt x="271177" y="57150"/>
                  </a:lnTo>
                  <a:lnTo>
                    <a:pt x="288322" y="48863"/>
                  </a:lnTo>
                  <a:lnTo>
                    <a:pt x="287655" y="5810"/>
                  </a:lnTo>
                  <a:lnTo>
                    <a:pt x="283940" y="0"/>
                  </a:lnTo>
                  <a:lnTo>
                    <a:pt x="302038" y="4667"/>
                  </a:lnTo>
                  <a:lnTo>
                    <a:pt x="317087" y="4381"/>
                  </a:lnTo>
                  <a:lnTo>
                    <a:pt x="318992" y="4381"/>
                  </a:lnTo>
                  <a:lnTo>
                    <a:pt x="331089" y="4858"/>
                  </a:lnTo>
                  <a:lnTo>
                    <a:pt x="340900" y="9049"/>
                  </a:lnTo>
                  <a:lnTo>
                    <a:pt x="344138" y="10478"/>
                  </a:lnTo>
                  <a:lnTo>
                    <a:pt x="345281" y="11716"/>
                  </a:lnTo>
                  <a:lnTo>
                    <a:pt x="351758" y="19526"/>
                  </a:lnTo>
                  <a:lnTo>
                    <a:pt x="354997" y="21241"/>
                  </a:lnTo>
                  <a:lnTo>
                    <a:pt x="357664" y="22860"/>
                  </a:lnTo>
                  <a:lnTo>
                    <a:pt x="364522" y="26765"/>
                  </a:lnTo>
                  <a:lnTo>
                    <a:pt x="392525" y="298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8" name="서울특별시 관악구 은천동">
              <a:extLst>
                <a:ext uri="{FF2B5EF4-FFF2-40B4-BE49-F238E27FC236}">
                  <a16:creationId xmlns:a16="http://schemas.microsoft.com/office/drawing/2014/main" id="{C0E3F100-61A3-7134-52E3-D36976E7466D}"/>
                </a:ext>
              </a:extLst>
            </p:cNvPr>
            <p:cNvSpPr/>
            <p:nvPr/>
          </p:nvSpPr>
          <p:spPr>
            <a:xfrm>
              <a:off x="5376005" y="4747831"/>
              <a:ext cx="231171" cy="186308"/>
            </a:xfrm>
            <a:custGeom>
              <a:avLst/>
              <a:gdLst>
                <a:gd name="connsiteX0" fmla="*/ 166592 w 231171"/>
                <a:gd name="connsiteY0" fmla="*/ 3048 h 186308"/>
                <a:gd name="connsiteX1" fmla="*/ 195358 w 231171"/>
                <a:gd name="connsiteY1" fmla="*/ 13049 h 186308"/>
                <a:gd name="connsiteX2" fmla="*/ 199739 w 231171"/>
                <a:gd name="connsiteY2" fmla="*/ 18383 h 186308"/>
                <a:gd name="connsiteX3" fmla="*/ 200692 w 231171"/>
                <a:gd name="connsiteY3" fmla="*/ 19431 h 186308"/>
                <a:gd name="connsiteX4" fmla="*/ 206788 w 231171"/>
                <a:gd name="connsiteY4" fmla="*/ 27146 h 186308"/>
                <a:gd name="connsiteX5" fmla="*/ 215741 w 231171"/>
                <a:gd name="connsiteY5" fmla="*/ 38386 h 186308"/>
                <a:gd name="connsiteX6" fmla="*/ 216408 w 231171"/>
                <a:gd name="connsiteY6" fmla="*/ 53816 h 186308"/>
                <a:gd name="connsiteX7" fmla="*/ 222980 w 231171"/>
                <a:gd name="connsiteY7" fmla="*/ 80296 h 186308"/>
                <a:gd name="connsiteX8" fmla="*/ 223742 w 231171"/>
                <a:gd name="connsiteY8" fmla="*/ 83058 h 186308"/>
                <a:gd name="connsiteX9" fmla="*/ 224219 w 231171"/>
                <a:gd name="connsiteY9" fmla="*/ 84868 h 186308"/>
                <a:gd name="connsiteX10" fmla="*/ 226504 w 231171"/>
                <a:gd name="connsiteY10" fmla="*/ 88773 h 186308"/>
                <a:gd name="connsiteX11" fmla="*/ 231172 w 231171"/>
                <a:gd name="connsiteY11" fmla="*/ 96488 h 186308"/>
                <a:gd name="connsiteX12" fmla="*/ 220028 w 231171"/>
                <a:gd name="connsiteY12" fmla="*/ 186309 h 186308"/>
                <a:gd name="connsiteX13" fmla="*/ 159639 w 231171"/>
                <a:gd name="connsiteY13" fmla="*/ 180118 h 186308"/>
                <a:gd name="connsiteX14" fmla="*/ 66294 w 231171"/>
                <a:gd name="connsiteY14" fmla="*/ 147638 h 186308"/>
                <a:gd name="connsiteX15" fmla="*/ 0 w 231171"/>
                <a:gd name="connsiteY15" fmla="*/ 134398 h 186308"/>
                <a:gd name="connsiteX16" fmla="*/ 12859 w 231171"/>
                <a:gd name="connsiteY16" fmla="*/ 106109 h 186308"/>
                <a:gd name="connsiteX17" fmla="*/ 92964 w 231171"/>
                <a:gd name="connsiteY17" fmla="*/ 109538 h 186308"/>
                <a:gd name="connsiteX18" fmla="*/ 107728 w 231171"/>
                <a:gd name="connsiteY18" fmla="*/ 82391 h 186308"/>
                <a:gd name="connsiteX19" fmla="*/ 98584 w 231171"/>
                <a:gd name="connsiteY19" fmla="*/ 76486 h 186308"/>
                <a:gd name="connsiteX20" fmla="*/ 93821 w 231171"/>
                <a:gd name="connsiteY20" fmla="*/ 75438 h 186308"/>
                <a:gd name="connsiteX21" fmla="*/ 91345 w 231171"/>
                <a:gd name="connsiteY21" fmla="*/ 77343 h 186308"/>
                <a:gd name="connsiteX22" fmla="*/ 90583 w 231171"/>
                <a:gd name="connsiteY22" fmla="*/ 78010 h 186308"/>
                <a:gd name="connsiteX23" fmla="*/ 88868 w 231171"/>
                <a:gd name="connsiteY23" fmla="*/ 79534 h 186308"/>
                <a:gd name="connsiteX24" fmla="*/ 85535 w 231171"/>
                <a:gd name="connsiteY24" fmla="*/ 80201 h 186308"/>
                <a:gd name="connsiteX25" fmla="*/ 81248 w 231171"/>
                <a:gd name="connsiteY25" fmla="*/ 73152 h 186308"/>
                <a:gd name="connsiteX26" fmla="*/ 81248 w 231171"/>
                <a:gd name="connsiteY26" fmla="*/ 72580 h 186308"/>
                <a:gd name="connsiteX27" fmla="*/ 81439 w 231171"/>
                <a:gd name="connsiteY27" fmla="*/ 72009 h 186308"/>
                <a:gd name="connsiteX28" fmla="*/ 82105 w 231171"/>
                <a:gd name="connsiteY28" fmla="*/ 67723 h 186308"/>
                <a:gd name="connsiteX29" fmla="*/ 86868 w 231171"/>
                <a:gd name="connsiteY29" fmla="*/ 50768 h 186308"/>
                <a:gd name="connsiteX30" fmla="*/ 96298 w 231171"/>
                <a:gd name="connsiteY30" fmla="*/ 24955 h 186308"/>
                <a:gd name="connsiteX31" fmla="*/ 134969 w 231171"/>
                <a:gd name="connsiteY31" fmla="*/ 0 h 186308"/>
                <a:gd name="connsiteX32" fmla="*/ 156400 w 231171"/>
                <a:gd name="connsiteY32" fmla="*/ 286 h 186308"/>
                <a:gd name="connsiteX33" fmla="*/ 166592 w 231171"/>
                <a:gd name="connsiteY33" fmla="*/ 3048 h 18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31171" h="186308">
                  <a:moveTo>
                    <a:pt x="166592" y="3048"/>
                  </a:moveTo>
                  <a:lnTo>
                    <a:pt x="195358" y="13049"/>
                  </a:lnTo>
                  <a:lnTo>
                    <a:pt x="199739" y="18383"/>
                  </a:lnTo>
                  <a:lnTo>
                    <a:pt x="200692" y="19431"/>
                  </a:lnTo>
                  <a:lnTo>
                    <a:pt x="206788" y="27146"/>
                  </a:lnTo>
                  <a:lnTo>
                    <a:pt x="215741" y="38386"/>
                  </a:lnTo>
                  <a:lnTo>
                    <a:pt x="216408" y="53816"/>
                  </a:lnTo>
                  <a:lnTo>
                    <a:pt x="222980" y="80296"/>
                  </a:lnTo>
                  <a:lnTo>
                    <a:pt x="223742" y="83058"/>
                  </a:lnTo>
                  <a:lnTo>
                    <a:pt x="224219" y="84868"/>
                  </a:lnTo>
                  <a:lnTo>
                    <a:pt x="226504" y="88773"/>
                  </a:lnTo>
                  <a:lnTo>
                    <a:pt x="231172" y="96488"/>
                  </a:lnTo>
                  <a:lnTo>
                    <a:pt x="220028" y="186309"/>
                  </a:lnTo>
                  <a:lnTo>
                    <a:pt x="159639" y="180118"/>
                  </a:lnTo>
                  <a:lnTo>
                    <a:pt x="66294" y="147638"/>
                  </a:lnTo>
                  <a:lnTo>
                    <a:pt x="0" y="134398"/>
                  </a:lnTo>
                  <a:lnTo>
                    <a:pt x="12859" y="106109"/>
                  </a:lnTo>
                  <a:lnTo>
                    <a:pt x="92964" y="109538"/>
                  </a:lnTo>
                  <a:lnTo>
                    <a:pt x="107728" y="82391"/>
                  </a:lnTo>
                  <a:lnTo>
                    <a:pt x="98584" y="76486"/>
                  </a:lnTo>
                  <a:lnTo>
                    <a:pt x="93821" y="75438"/>
                  </a:lnTo>
                  <a:lnTo>
                    <a:pt x="91345" y="77343"/>
                  </a:lnTo>
                  <a:lnTo>
                    <a:pt x="90583" y="78010"/>
                  </a:lnTo>
                  <a:lnTo>
                    <a:pt x="88868" y="79534"/>
                  </a:lnTo>
                  <a:lnTo>
                    <a:pt x="85535" y="80201"/>
                  </a:lnTo>
                  <a:lnTo>
                    <a:pt x="81248" y="73152"/>
                  </a:lnTo>
                  <a:lnTo>
                    <a:pt x="81248" y="72580"/>
                  </a:lnTo>
                  <a:lnTo>
                    <a:pt x="81439" y="72009"/>
                  </a:lnTo>
                  <a:lnTo>
                    <a:pt x="82105" y="67723"/>
                  </a:lnTo>
                  <a:lnTo>
                    <a:pt x="86868" y="50768"/>
                  </a:lnTo>
                  <a:lnTo>
                    <a:pt x="96298" y="24955"/>
                  </a:lnTo>
                  <a:lnTo>
                    <a:pt x="134969" y="0"/>
                  </a:lnTo>
                  <a:lnTo>
                    <a:pt x="156400" y="286"/>
                  </a:lnTo>
                  <a:lnTo>
                    <a:pt x="166592" y="30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9" name="서울특별시 관악구 성현동">
              <a:extLst>
                <a:ext uri="{FF2B5EF4-FFF2-40B4-BE49-F238E27FC236}">
                  <a16:creationId xmlns:a16="http://schemas.microsoft.com/office/drawing/2014/main" id="{4C08EBD7-B522-4CFF-B350-2C0BB6983C70}"/>
                </a:ext>
              </a:extLst>
            </p:cNvPr>
            <p:cNvSpPr/>
            <p:nvPr/>
          </p:nvSpPr>
          <p:spPr>
            <a:xfrm>
              <a:off x="5542597" y="4717827"/>
              <a:ext cx="265938" cy="149447"/>
            </a:xfrm>
            <a:custGeom>
              <a:avLst/>
              <a:gdLst>
                <a:gd name="connsiteX0" fmla="*/ 230600 w 265938"/>
                <a:gd name="connsiteY0" fmla="*/ 42101 h 149447"/>
                <a:gd name="connsiteX1" fmla="*/ 249364 w 265938"/>
                <a:gd name="connsiteY1" fmla="*/ 74676 h 149447"/>
                <a:gd name="connsiteX2" fmla="*/ 264224 w 265938"/>
                <a:gd name="connsiteY2" fmla="*/ 94488 h 149447"/>
                <a:gd name="connsiteX3" fmla="*/ 264986 w 265938"/>
                <a:gd name="connsiteY3" fmla="*/ 96298 h 149447"/>
                <a:gd name="connsiteX4" fmla="*/ 265557 w 265938"/>
                <a:gd name="connsiteY4" fmla="*/ 97727 h 149447"/>
                <a:gd name="connsiteX5" fmla="*/ 265747 w 265938"/>
                <a:gd name="connsiteY5" fmla="*/ 99060 h 149447"/>
                <a:gd name="connsiteX6" fmla="*/ 265843 w 265938"/>
                <a:gd name="connsiteY6" fmla="*/ 99822 h 149447"/>
                <a:gd name="connsiteX7" fmla="*/ 265938 w 265938"/>
                <a:gd name="connsiteY7" fmla="*/ 104013 h 149447"/>
                <a:gd name="connsiteX8" fmla="*/ 264890 w 265938"/>
                <a:gd name="connsiteY8" fmla="*/ 110680 h 149447"/>
                <a:gd name="connsiteX9" fmla="*/ 264319 w 265938"/>
                <a:gd name="connsiteY9" fmla="*/ 112776 h 149447"/>
                <a:gd name="connsiteX10" fmla="*/ 259556 w 265938"/>
                <a:gd name="connsiteY10" fmla="*/ 118777 h 149447"/>
                <a:gd name="connsiteX11" fmla="*/ 258985 w 265938"/>
                <a:gd name="connsiteY11" fmla="*/ 119634 h 149447"/>
                <a:gd name="connsiteX12" fmla="*/ 244793 w 265938"/>
                <a:gd name="connsiteY12" fmla="*/ 136493 h 149447"/>
                <a:gd name="connsiteX13" fmla="*/ 234125 w 265938"/>
                <a:gd name="connsiteY13" fmla="*/ 149447 h 149447"/>
                <a:gd name="connsiteX14" fmla="*/ 64579 w 265938"/>
                <a:gd name="connsiteY14" fmla="*/ 126492 h 149447"/>
                <a:gd name="connsiteX15" fmla="*/ 59912 w 265938"/>
                <a:gd name="connsiteY15" fmla="*/ 118777 h 149447"/>
                <a:gd name="connsiteX16" fmla="*/ 57626 w 265938"/>
                <a:gd name="connsiteY16" fmla="*/ 114871 h 149447"/>
                <a:gd name="connsiteX17" fmla="*/ 57150 w 265938"/>
                <a:gd name="connsiteY17" fmla="*/ 113062 h 149447"/>
                <a:gd name="connsiteX18" fmla="*/ 56388 w 265938"/>
                <a:gd name="connsiteY18" fmla="*/ 110300 h 149447"/>
                <a:gd name="connsiteX19" fmla="*/ 49816 w 265938"/>
                <a:gd name="connsiteY19" fmla="*/ 83820 h 149447"/>
                <a:gd name="connsiteX20" fmla="*/ 49149 w 265938"/>
                <a:gd name="connsiteY20" fmla="*/ 68389 h 149447"/>
                <a:gd name="connsiteX21" fmla="*/ 40196 w 265938"/>
                <a:gd name="connsiteY21" fmla="*/ 57150 h 149447"/>
                <a:gd name="connsiteX22" fmla="*/ 34100 w 265938"/>
                <a:gd name="connsiteY22" fmla="*/ 49435 h 149447"/>
                <a:gd name="connsiteX23" fmla="*/ 33147 w 265938"/>
                <a:gd name="connsiteY23" fmla="*/ 48387 h 149447"/>
                <a:gd name="connsiteX24" fmla="*/ 28766 w 265938"/>
                <a:gd name="connsiteY24" fmla="*/ 43053 h 149447"/>
                <a:gd name="connsiteX25" fmla="*/ 0 w 265938"/>
                <a:gd name="connsiteY25" fmla="*/ 33052 h 149447"/>
                <a:gd name="connsiteX26" fmla="*/ 72580 w 265938"/>
                <a:gd name="connsiteY26" fmla="*/ 0 h 149447"/>
                <a:gd name="connsiteX27" fmla="*/ 77819 w 265938"/>
                <a:gd name="connsiteY27" fmla="*/ 3048 h 149447"/>
                <a:gd name="connsiteX28" fmla="*/ 92964 w 265938"/>
                <a:gd name="connsiteY28" fmla="*/ 4191 h 149447"/>
                <a:gd name="connsiteX29" fmla="*/ 142494 w 265938"/>
                <a:gd name="connsiteY29" fmla="*/ 27146 h 149447"/>
                <a:gd name="connsiteX30" fmla="*/ 181451 w 265938"/>
                <a:gd name="connsiteY30" fmla="*/ 49816 h 149447"/>
                <a:gd name="connsiteX31" fmla="*/ 182499 w 265938"/>
                <a:gd name="connsiteY31" fmla="*/ 50292 h 149447"/>
                <a:gd name="connsiteX32" fmla="*/ 193072 w 265938"/>
                <a:gd name="connsiteY32" fmla="*/ 52006 h 149447"/>
                <a:gd name="connsiteX33" fmla="*/ 206978 w 265938"/>
                <a:gd name="connsiteY33" fmla="*/ 49530 h 149447"/>
                <a:gd name="connsiteX34" fmla="*/ 230600 w 265938"/>
                <a:gd name="connsiteY34" fmla="*/ 42101 h 14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65938" h="149447">
                  <a:moveTo>
                    <a:pt x="230600" y="42101"/>
                  </a:moveTo>
                  <a:lnTo>
                    <a:pt x="249364" y="74676"/>
                  </a:lnTo>
                  <a:lnTo>
                    <a:pt x="264224" y="94488"/>
                  </a:lnTo>
                  <a:lnTo>
                    <a:pt x="264986" y="96298"/>
                  </a:lnTo>
                  <a:lnTo>
                    <a:pt x="265557" y="97727"/>
                  </a:lnTo>
                  <a:lnTo>
                    <a:pt x="265747" y="99060"/>
                  </a:lnTo>
                  <a:lnTo>
                    <a:pt x="265843" y="99822"/>
                  </a:lnTo>
                  <a:lnTo>
                    <a:pt x="265938" y="104013"/>
                  </a:lnTo>
                  <a:lnTo>
                    <a:pt x="264890" y="110680"/>
                  </a:lnTo>
                  <a:lnTo>
                    <a:pt x="264319" y="112776"/>
                  </a:lnTo>
                  <a:lnTo>
                    <a:pt x="259556" y="118777"/>
                  </a:lnTo>
                  <a:lnTo>
                    <a:pt x="258985" y="119634"/>
                  </a:lnTo>
                  <a:lnTo>
                    <a:pt x="244793" y="136493"/>
                  </a:lnTo>
                  <a:lnTo>
                    <a:pt x="234125" y="149447"/>
                  </a:lnTo>
                  <a:lnTo>
                    <a:pt x="64579" y="126492"/>
                  </a:lnTo>
                  <a:lnTo>
                    <a:pt x="59912" y="118777"/>
                  </a:lnTo>
                  <a:lnTo>
                    <a:pt x="57626" y="114871"/>
                  </a:lnTo>
                  <a:lnTo>
                    <a:pt x="57150" y="113062"/>
                  </a:lnTo>
                  <a:lnTo>
                    <a:pt x="56388" y="110300"/>
                  </a:lnTo>
                  <a:lnTo>
                    <a:pt x="49816" y="83820"/>
                  </a:lnTo>
                  <a:lnTo>
                    <a:pt x="49149" y="68389"/>
                  </a:lnTo>
                  <a:lnTo>
                    <a:pt x="40196" y="57150"/>
                  </a:lnTo>
                  <a:lnTo>
                    <a:pt x="34100" y="49435"/>
                  </a:lnTo>
                  <a:lnTo>
                    <a:pt x="33147" y="48387"/>
                  </a:lnTo>
                  <a:lnTo>
                    <a:pt x="28766" y="43053"/>
                  </a:lnTo>
                  <a:lnTo>
                    <a:pt x="0" y="33052"/>
                  </a:lnTo>
                  <a:lnTo>
                    <a:pt x="72580" y="0"/>
                  </a:lnTo>
                  <a:lnTo>
                    <a:pt x="77819" y="3048"/>
                  </a:lnTo>
                  <a:lnTo>
                    <a:pt x="92964" y="4191"/>
                  </a:lnTo>
                  <a:lnTo>
                    <a:pt x="142494" y="27146"/>
                  </a:lnTo>
                  <a:lnTo>
                    <a:pt x="181451" y="49816"/>
                  </a:lnTo>
                  <a:lnTo>
                    <a:pt x="182499" y="50292"/>
                  </a:lnTo>
                  <a:lnTo>
                    <a:pt x="193072" y="52006"/>
                  </a:lnTo>
                  <a:lnTo>
                    <a:pt x="206978" y="49530"/>
                  </a:lnTo>
                  <a:lnTo>
                    <a:pt x="230600" y="4210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0" name="서울특별시 관악구 청룡동">
              <a:extLst>
                <a:ext uri="{FF2B5EF4-FFF2-40B4-BE49-F238E27FC236}">
                  <a16:creationId xmlns:a16="http://schemas.microsoft.com/office/drawing/2014/main" id="{EB033093-9C3C-0A43-9BF6-495E82E845F6}"/>
                </a:ext>
              </a:extLst>
            </p:cNvPr>
            <p:cNvSpPr/>
            <p:nvPr/>
          </p:nvSpPr>
          <p:spPr>
            <a:xfrm>
              <a:off x="5402199" y="4895468"/>
              <a:ext cx="316610" cy="235839"/>
            </a:xfrm>
            <a:custGeom>
              <a:avLst/>
              <a:gdLst>
                <a:gd name="connsiteX0" fmla="*/ 193834 w 316610"/>
                <a:gd name="connsiteY0" fmla="*/ 38671 h 235839"/>
                <a:gd name="connsiteX1" fmla="*/ 301180 w 316610"/>
                <a:gd name="connsiteY1" fmla="*/ 50006 h 235839"/>
                <a:gd name="connsiteX2" fmla="*/ 306514 w 316610"/>
                <a:gd name="connsiteY2" fmla="*/ 66104 h 235839"/>
                <a:gd name="connsiteX3" fmla="*/ 316325 w 316610"/>
                <a:gd name="connsiteY3" fmla="*/ 191834 h 235839"/>
                <a:gd name="connsiteX4" fmla="*/ 316421 w 316610"/>
                <a:gd name="connsiteY4" fmla="*/ 192881 h 235839"/>
                <a:gd name="connsiteX5" fmla="*/ 316516 w 316610"/>
                <a:gd name="connsiteY5" fmla="*/ 196691 h 235839"/>
                <a:gd name="connsiteX6" fmla="*/ 316611 w 316610"/>
                <a:gd name="connsiteY6" fmla="*/ 204788 h 235839"/>
                <a:gd name="connsiteX7" fmla="*/ 314039 w 316610"/>
                <a:gd name="connsiteY7" fmla="*/ 214217 h 235839"/>
                <a:gd name="connsiteX8" fmla="*/ 313182 w 316610"/>
                <a:gd name="connsiteY8" fmla="*/ 217551 h 235839"/>
                <a:gd name="connsiteX9" fmla="*/ 306229 w 316610"/>
                <a:gd name="connsiteY9" fmla="*/ 235839 h 235839"/>
                <a:gd name="connsiteX10" fmla="*/ 278225 w 316610"/>
                <a:gd name="connsiteY10" fmla="*/ 232791 h 235839"/>
                <a:gd name="connsiteX11" fmla="*/ 271367 w 316610"/>
                <a:gd name="connsiteY11" fmla="*/ 228886 h 235839"/>
                <a:gd name="connsiteX12" fmla="*/ 268700 w 316610"/>
                <a:gd name="connsiteY12" fmla="*/ 227267 h 235839"/>
                <a:gd name="connsiteX13" fmla="*/ 265462 w 316610"/>
                <a:gd name="connsiteY13" fmla="*/ 225552 h 235839"/>
                <a:gd name="connsiteX14" fmla="*/ 258985 w 316610"/>
                <a:gd name="connsiteY14" fmla="*/ 217742 h 235839"/>
                <a:gd name="connsiteX15" fmla="*/ 257842 w 316610"/>
                <a:gd name="connsiteY15" fmla="*/ 216503 h 235839"/>
                <a:gd name="connsiteX16" fmla="*/ 254603 w 316610"/>
                <a:gd name="connsiteY16" fmla="*/ 215075 h 235839"/>
                <a:gd name="connsiteX17" fmla="*/ 244792 w 316610"/>
                <a:gd name="connsiteY17" fmla="*/ 210884 h 235839"/>
                <a:gd name="connsiteX18" fmla="*/ 232696 w 316610"/>
                <a:gd name="connsiteY18" fmla="*/ 210407 h 235839"/>
                <a:gd name="connsiteX19" fmla="*/ 230791 w 316610"/>
                <a:gd name="connsiteY19" fmla="*/ 210407 h 235839"/>
                <a:gd name="connsiteX20" fmla="*/ 215741 w 316610"/>
                <a:gd name="connsiteY20" fmla="*/ 210693 h 235839"/>
                <a:gd name="connsiteX21" fmla="*/ 197644 w 316610"/>
                <a:gd name="connsiteY21" fmla="*/ 206026 h 235839"/>
                <a:gd name="connsiteX22" fmla="*/ 188500 w 316610"/>
                <a:gd name="connsiteY22" fmla="*/ 196977 h 235839"/>
                <a:gd name="connsiteX23" fmla="*/ 160401 w 316610"/>
                <a:gd name="connsiteY23" fmla="*/ 170021 h 235839"/>
                <a:gd name="connsiteX24" fmla="*/ 144304 w 316610"/>
                <a:gd name="connsiteY24" fmla="*/ 157734 h 235839"/>
                <a:gd name="connsiteX25" fmla="*/ 139446 w 316610"/>
                <a:gd name="connsiteY25" fmla="*/ 162878 h 235839"/>
                <a:gd name="connsiteX26" fmla="*/ 138684 w 316610"/>
                <a:gd name="connsiteY26" fmla="*/ 163544 h 235839"/>
                <a:gd name="connsiteX27" fmla="*/ 137922 w 316610"/>
                <a:gd name="connsiteY27" fmla="*/ 164021 h 235839"/>
                <a:gd name="connsiteX28" fmla="*/ 135827 w 316610"/>
                <a:gd name="connsiteY28" fmla="*/ 162973 h 235839"/>
                <a:gd name="connsiteX29" fmla="*/ 134969 w 316610"/>
                <a:gd name="connsiteY29" fmla="*/ 162401 h 235839"/>
                <a:gd name="connsiteX30" fmla="*/ 131636 w 316610"/>
                <a:gd name="connsiteY30" fmla="*/ 160115 h 235839"/>
                <a:gd name="connsiteX31" fmla="*/ 100108 w 316610"/>
                <a:gd name="connsiteY31" fmla="*/ 138017 h 235839"/>
                <a:gd name="connsiteX32" fmla="*/ 80867 w 316610"/>
                <a:gd name="connsiteY32" fmla="*/ 123539 h 235839"/>
                <a:gd name="connsiteX33" fmla="*/ 69532 w 316610"/>
                <a:gd name="connsiteY33" fmla="*/ 108680 h 235839"/>
                <a:gd name="connsiteX34" fmla="*/ 46196 w 316610"/>
                <a:gd name="connsiteY34" fmla="*/ 89059 h 235839"/>
                <a:gd name="connsiteX35" fmla="*/ 27241 w 316610"/>
                <a:gd name="connsiteY35" fmla="*/ 84392 h 235839"/>
                <a:gd name="connsiteX36" fmla="*/ 23717 w 316610"/>
                <a:gd name="connsiteY36" fmla="*/ 82201 h 235839"/>
                <a:gd name="connsiteX37" fmla="*/ 1619 w 316610"/>
                <a:gd name="connsiteY37" fmla="*/ 59531 h 235839"/>
                <a:gd name="connsiteX38" fmla="*/ 0 w 316610"/>
                <a:gd name="connsiteY38" fmla="*/ 54483 h 235839"/>
                <a:gd name="connsiteX39" fmla="*/ 95 w 316610"/>
                <a:gd name="connsiteY39" fmla="*/ 50578 h 235839"/>
                <a:gd name="connsiteX40" fmla="*/ 1619 w 316610"/>
                <a:gd name="connsiteY40" fmla="*/ 48578 h 235839"/>
                <a:gd name="connsiteX41" fmla="*/ 9906 w 316610"/>
                <a:gd name="connsiteY41" fmla="*/ 44672 h 235839"/>
                <a:gd name="connsiteX42" fmla="*/ 20003 w 316610"/>
                <a:gd name="connsiteY42" fmla="*/ 38576 h 235839"/>
                <a:gd name="connsiteX43" fmla="*/ 25717 w 316610"/>
                <a:gd name="connsiteY43" fmla="*/ 33338 h 235839"/>
                <a:gd name="connsiteX44" fmla="*/ 40005 w 316610"/>
                <a:gd name="connsiteY44" fmla="*/ 14288 h 235839"/>
                <a:gd name="connsiteX45" fmla="*/ 40100 w 316610"/>
                <a:gd name="connsiteY45" fmla="*/ 8477 h 235839"/>
                <a:gd name="connsiteX46" fmla="*/ 40100 w 316610"/>
                <a:gd name="connsiteY46" fmla="*/ 0 h 235839"/>
                <a:gd name="connsiteX47" fmla="*/ 133445 w 316610"/>
                <a:gd name="connsiteY47" fmla="*/ 32480 h 235839"/>
                <a:gd name="connsiteX48" fmla="*/ 193834 w 316610"/>
                <a:gd name="connsiteY48" fmla="*/ 38671 h 23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16610" h="235839">
                  <a:moveTo>
                    <a:pt x="193834" y="38671"/>
                  </a:moveTo>
                  <a:lnTo>
                    <a:pt x="301180" y="50006"/>
                  </a:lnTo>
                  <a:lnTo>
                    <a:pt x="306514" y="66104"/>
                  </a:lnTo>
                  <a:lnTo>
                    <a:pt x="316325" y="191834"/>
                  </a:lnTo>
                  <a:lnTo>
                    <a:pt x="316421" y="192881"/>
                  </a:lnTo>
                  <a:lnTo>
                    <a:pt x="316516" y="196691"/>
                  </a:lnTo>
                  <a:lnTo>
                    <a:pt x="316611" y="204788"/>
                  </a:lnTo>
                  <a:lnTo>
                    <a:pt x="314039" y="214217"/>
                  </a:lnTo>
                  <a:lnTo>
                    <a:pt x="313182" y="217551"/>
                  </a:lnTo>
                  <a:lnTo>
                    <a:pt x="306229" y="235839"/>
                  </a:lnTo>
                  <a:lnTo>
                    <a:pt x="278225" y="232791"/>
                  </a:lnTo>
                  <a:lnTo>
                    <a:pt x="271367" y="228886"/>
                  </a:lnTo>
                  <a:lnTo>
                    <a:pt x="268700" y="227267"/>
                  </a:lnTo>
                  <a:lnTo>
                    <a:pt x="265462" y="225552"/>
                  </a:lnTo>
                  <a:lnTo>
                    <a:pt x="258985" y="217742"/>
                  </a:lnTo>
                  <a:lnTo>
                    <a:pt x="257842" y="216503"/>
                  </a:lnTo>
                  <a:lnTo>
                    <a:pt x="254603" y="215075"/>
                  </a:lnTo>
                  <a:lnTo>
                    <a:pt x="244792" y="210884"/>
                  </a:lnTo>
                  <a:lnTo>
                    <a:pt x="232696" y="210407"/>
                  </a:lnTo>
                  <a:lnTo>
                    <a:pt x="230791" y="210407"/>
                  </a:lnTo>
                  <a:lnTo>
                    <a:pt x="215741" y="210693"/>
                  </a:lnTo>
                  <a:lnTo>
                    <a:pt x="197644" y="206026"/>
                  </a:lnTo>
                  <a:lnTo>
                    <a:pt x="188500" y="196977"/>
                  </a:lnTo>
                  <a:lnTo>
                    <a:pt x="160401" y="170021"/>
                  </a:lnTo>
                  <a:lnTo>
                    <a:pt x="144304" y="157734"/>
                  </a:lnTo>
                  <a:lnTo>
                    <a:pt x="139446" y="162878"/>
                  </a:lnTo>
                  <a:lnTo>
                    <a:pt x="138684" y="163544"/>
                  </a:lnTo>
                  <a:lnTo>
                    <a:pt x="137922" y="164021"/>
                  </a:lnTo>
                  <a:lnTo>
                    <a:pt x="135827" y="162973"/>
                  </a:lnTo>
                  <a:lnTo>
                    <a:pt x="134969" y="162401"/>
                  </a:lnTo>
                  <a:lnTo>
                    <a:pt x="131636" y="160115"/>
                  </a:lnTo>
                  <a:lnTo>
                    <a:pt x="100108" y="138017"/>
                  </a:lnTo>
                  <a:lnTo>
                    <a:pt x="80867" y="123539"/>
                  </a:lnTo>
                  <a:lnTo>
                    <a:pt x="69532" y="108680"/>
                  </a:lnTo>
                  <a:lnTo>
                    <a:pt x="46196" y="89059"/>
                  </a:lnTo>
                  <a:lnTo>
                    <a:pt x="27241" y="84392"/>
                  </a:lnTo>
                  <a:lnTo>
                    <a:pt x="23717" y="82201"/>
                  </a:lnTo>
                  <a:lnTo>
                    <a:pt x="1619" y="59531"/>
                  </a:lnTo>
                  <a:lnTo>
                    <a:pt x="0" y="54483"/>
                  </a:lnTo>
                  <a:lnTo>
                    <a:pt x="95" y="50578"/>
                  </a:lnTo>
                  <a:lnTo>
                    <a:pt x="1619" y="48578"/>
                  </a:lnTo>
                  <a:lnTo>
                    <a:pt x="9906" y="44672"/>
                  </a:lnTo>
                  <a:lnTo>
                    <a:pt x="20003" y="38576"/>
                  </a:lnTo>
                  <a:lnTo>
                    <a:pt x="25717" y="33338"/>
                  </a:lnTo>
                  <a:lnTo>
                    <a:pt x="40005" y="14288"/>
                  </a:lnTo>
                  <a:lnTo>
                    <a:pt x="40100" y="8477"/>
                  </a:lnTo>
                  <a:lnTo>
                    <a:pt x="40100" y="0"/>
                  </a:lnTo>
                  <a:lnTo>
                    <a:pt x="133445" y="32480"/>
                  </a:lnTo>
                  <a:lnTo>
                    <a:pt x="193834" y="3867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1" name="서울특별시 관악구 난곡동">
              <a:extLst>
                <a:ext uri="{FF2B5EF4-FFF2-40B4-BE49-F238E27FC236}">
                  <a16:creationId xmlns:a16="http://schemas.microsoft.com/office/drawing/2014/main" id="{A69EBC33-9E9C-AE2C-3958-6209A389BE94}"/>
                </a:ext>
              </a:extLst>
            </p:cNvPr>
            <p:cNvSpPr/>
            <p:nvPr/>
          </p:nvSpPr>
          <p:spPr>
            <a:xfrm>
              <a:off x="5014912" y="5021389"/>
              <a:ext cx="225171" cy="248412"/>
            </a:xfrm>
            <a:custGeom>
              <a:avLst/>
              <a:gdLst>
                <a:gd name="connsiteX0" fmla="*/ 223171 w 225171"/>
                <a:gd name="connsiteY0" fmla="*/ 48959 h 248412"/>
                <a:gd name="connsiteX1" fmla="*/ 225171 w 225171"/>
                <a:gd name="connsiteY1" fmla="*/ 76391 h 248412"/>
                <a:gd name="connsiteX2" fmla="*/ 221456 w 225171"/>
                <a:gd name="connsiteY2" fmla="*/ 95821 h 248412"/>
                <a:gd name="connsiteX3" fmla="*/ 212693 w 225171"/>
                <a:gd name="connsiteY3" fmla="*/ 166211 h 248412"/>
                <a:gd name="connsiteX4" fmla="*/ 188690 w 225171"/>
                <a:gd name="connsiteY4" fmla="*/ 192119 h 248412"/>
                <a:gd name="connsiteX5" fmla="*/ 178022 w 225171"/>
                <a:gd name="connsiteY5" fmla="*/ 199549 h 248412"/>
                <a:gd name="connsiteX6" fmla="*/ 174498 w 225171"/>
                <a:gd name="connsiteY6" fmla="*/ 202406 h 248412"/>
                <a:gd name="connsiteX7" fmla="*/ 165926 w 225171"/>
                <a:gd name="connsiteY7" fmla="*/ 209169 h 248412"/>
                <a:gd name="connsiteX8" fmla="*/ 164592 w 225171"/>
                <a:gd name="connsiteY8" fmla="*/ 212217 h 248412"/>
                <a:gd name="connsiteX9" fmla="*/ 162496 w 225171"/>
                <a:gd name="connsiteY9" fmla="*/ 216979 h 248412"/>
                <a:gd name="connsiteX10" fmla="*/ 157067 w 225171"/>
                <a:gd name="connsiteY10" fmla="*/ 229457 h 248412"/>
                <a:gd name="connsiteX11" fmla="*/ 157067 w 225171"/>
                <a:gd name="connsiteY11" fmla="*/ 231267 h 248412"/>
                <a:gd name="connsiteX12" fmla="*/ 156877 w 225171"/>
                <a:gd name="connsiteY12" fmla="*/ 235363 h 248412"/>
                <a:gd name="connsiteX13" fmla="*/ 157639 w 225171"/>
                <a:gd name="connsiteY13" fmla="*/ 248412 h 248412"/>
                <a:gd name="connsiteX14" fmla="*/ 85535 w 225171"/>
                <a:gd name="connsiteY14" fmla="*/ 191929 h 248412"/>
                <a:gd name="connsiteX15" fmla="*/ 14478 w 225171"/>
                <a:gd name="connsiteY15" fmla="*/ 199549 h 248412"/>
                <a:gd name="connsiteX16" fmla="*/ 0 w 225171"/>
                <a:gd name="connsiteY16" fmla="*/ 140494 h 248412"/>
                <a:gd name="connsiteX17" fmla="*/ 2857 w 225171"/>
                <a:gd name="connsiteY17" fmla="*/ 128492 h 248412"/>
                <a:gd name="connsiteX18" fmla="*/ 13049 w 225171"/>
                <a:gd name="connsiteY18" fmla="*/ 101918 h 248412"/>
                <a:gd name="connsiteX19" fmla="*/ 62484 w 225171"/>
                <a:gd name="connsiteY19" fmla="*/ 58388 h 248412"/>
                <a:gd name="connsiteX20" fmla="*/ 63722 w 225171"/>
                <a:gd name="connsiteY20" fmla="*/ 57341 h 248412"/>
                <a:gd name="connsiteX21" fmla="*/ 94869 w 225171"/>
                <a:gd name="connsiteY21" fmla="*/ 46863 h 248412"/>
                <a:gd name="connsiteX22" fmla="*/ 117253 w 225171"/>
                <a:gd name="connsiteY22" fmla="*/ 34576 h 248412"/>
                <a:gd name="connsiteX23" fmla="*/ 152305 w 225171"/>
                <a:gd name="connsiteY23" fmla="*/ 15240 h 248412"/>
                <a:gd name="connsiteX24" fmla="*/ 168878 w 225171"/>
                <a:gd name="connsiteY24" fmla="*/ 5905 h 248412"/>
                <a:gd name="connsiteX25" fmla="*/ 179356 w 225171"/>
                <a:gd name="connsiteY25" fmla="*/ 0 h 248412"/>
                <a:gd name="connsiteX26" fmla="*/ 223171 w 225171"/>
                <a:gd name="connsiteY26" fmla="*/ 48959 h 24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5171" h="248412">
                  <a:moveTo>
                    <a:pt x="223171" y="48959"/>
                  </a:moveTo>
                  <a:lnTo>
                    <a:pt x="225171" y="76391"/>
                  </a:lnTo>
                  <a:lnTo>
                    <a:pt x="221456" y="95821"/>
                  </a:lnTo>
                  <a:lnTo>
                    <a:pt x="212693" y="166211"/>
                  </a:lnTo>
                  <a:lnTo>
                    <a:pt x="188690" y="192119"/>
                  </a:lnTo>
                  <a:lnTo>
                    <a:pt x="178022" y="199549"/>
                  </a:lnTo>
                  <a:lnTo>
                    <a:pt x="174498" y="202406"/>
                  </a:lnTo>
                  <a:lnTo>
                    <a:pt x="165926" y="209169"/>
                  </a:lnTo>
                  <a:lnTo>
                    <a:pt x="164592" y="212217"/>
                  </a:lnTo>
                  <a:lnTo>
                    <a:pt x="162496" y="216979"/>
                  </a:lnTo>
                  <a:lnTo>
                    <a:pt x="157067" y="229457"/>
                  </a:lnTo>
                  <a:lnTo>
                    <a:pt x="157067" y="231267"/>
                  </a:lnTo>
                  <a:lnTo>
                    <a:pt x="156877" y="235363"/>
                  </a:lnTo>
                  <a:lnTo>
                    <a:pt x="157639" y="248412"/>
                  </a:lnTo>
                  <a:lnTo>
                    <a:pt x="85535" y="191929"/>
                  </a:lnTo>
                  <a:lnTo>
                    <a:pt x="14478" y="199549"/>
                  </a:lnTo>
                  <a:lnTo>
                    <a:pt x="0" y="140494"/>
                  </a:lnTo>
                  <a:lnTo>
                    <a:pt x="2857" y="128492"/>
                  </a:lnTo>
                  <a:lnTo>
                    <a:pt x="13049" y="101918"/>
                  </a:lnTo>
                  <a:lnTo>
                    <a:pt x="62484" y="58388"/>
                  </a:lnTo>
                  <a:lnTo>
                    <a:pt x="63722" y="57341"/>
                  </a:lnTo>
                  <a:lnTo>
                    <a:pt x="94869" y="46863"/>
                  </a:lnTo>
                  <a:lnTo>
                    <a:pt x="117253" y="34576"/>
                  </a:lnTo>
                  <a:lnTo>
                    <a:pt x="152305" y="15240"/>
                  </a:lnTo>
                  <a:lnTo>
                    <a:pt x="168878" y="5905"/>
                  </a:lnTo>
                  <a:lnTo>
                    <a:pt x="179356" y="0"/>
                  </a:lnTo>
                  <a:lnTo>
                    <a:pt x="223171" y="4895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2" name="서울특별시 관악구 삼성동">
              <a:extLst>
                <a:ext uri="{FF2B5EF4-FFF2-40B4-BE49-F238E27FC236}">
                  <a16:creationId xmlns:a16="http://schemas.microsoft.com/office/drawing/2014/main" id="{61E38DB5-0464-3706-4BD8-51E995A5B584}"/>
                </a:ext>
              </a:extLst>
            </p:cNvPr>
            <p:cNvSpPr/>
            <p:nvPr/>
          </p:nvSpPr>
          <p:spPr>
            <a:xfrm>
              <a:off x="5162645" y="5059680"/>
              <a:ext cx="293084" cy="493680"/>
            </a:xfrm>
            <a:custGeom>
              <a:avLst/>
              <a:gdLst>
                <a:gd name="connsiteX0" fmla="*/ 212217 w 293084"/>
                <a:gd name="connsiteY0" fmla="*/ 59055 h 493680"/>
                <a:gd name="connsiteX1" fmla="*/ 181546 w 293084"/>
                <a:gd name="connsiteY1" fmla="*/ 113442 h 493680"/>
                <a:gd name="connsiteX2" fmla="*/ 165735 w 293084"/>
                <a:gd name="connsiteY2" fmla="*/ 142684 h 493680"/>
                <a:gd name="connsiteX3" fmla="*/ 163830 w 293084"/>
                <a:gd name="connsiteY3" fmla="*/ 149828 h 493680"/>
                <a:gd name="connsiteX4" fmla="*/ 162687 w 293084"/>
                <a:gd name="connsiteY4" fmla="*/ 156400 h 493680"/>
                <a:gd name="connsiteX5" fmla="*/ 162592 w 293084"/>
                <a:gd name="connsiteY5" fmla="*/ 158210 h 493680"/>
                <a:gd name="connsiteX6" fmla="*/ 162687 w 293084"/>
                <a:gd name="connsiteY6" fmla="*/ 159067 h 493680"/>
                <a:gd name="connsiteX7" fmla="*/ 163258 w 293084"/>
                <a:gd name="connsiteY7" fmla="*/ 168211 h 493680"/>
                <a:gd name="connsiteX8" fmla="*/ 167926 w 293084"/>
                <a:gd name="connsiteY8" fmla="*/ 167640 h 493680"/>
                <a:gd name="connsiteX9" fmla="*/ 178308 w 293084"/>
                <a:gd name="connsiteY9" fmla="*/ 164782 h 493680"/>
                <a:gd name="connsiteX10" fmla="*/ 214979 w 293084"/>
                <a:gd name="connsiteY10" fmla="*/ 182308 h 493680"/>
                <a:gd name="connsiteX11" fmla="*/ 274987 w 293084"/>
                <a:gd name="connsiteY11" fmla="*/ 249841 h 493680"/>
                <a:gd name="connsiteX12" fmla="*/ 287179 w 293084"/>
                <a:gd name="connsiteY12" fmla="*/ 271939 h 493680"/>
                <a:gd name="connsiteX13" fmla="*/ 293084 w 293084"/>
                <a:gd name="connsiteY13" fmla="*/ 285940 h 493680"/>
                <a:gd name="connsiteX14" fmla="*/ 292037 w 293084"/>
                <a:gd name="connsiteY14" fmla="*/ 312801 h 493680"/>
                <a:gd name="connsiteX15" fmla="*/ 291846 w 293084"/>
                <a:gd name="connsiteY15" fmla="*/ 317468 h 493680"/>
                <a:gd name="connsiteX16" fmla="*/ 288798 w 293084"/>
                <a:gd name="connsiteY16" fmla="*/ 333470 h 493680"/>
                <a:gd name="connsiteX17" fmla="*/ 246126 w 293084"/>
                <a:gd name="connsiteY17" fmla="*/ 408337 h 493680"/>
                <a:gd name="connsiteX18" fmla="*/ 237172 w 293084"/>
                <a:gd name="connsiteY18" fmla="*/ 422243 h 493680"/>
                <a:gd name="connsiteX19" fmla="*/ 206692 w 293084"/>
                <a:gd name="connsiteY19" fmla="*/ 456533 h 493680"/>
                <a:gd name="connsiteX20" fmla="*/ 155829 w 293084"/>
                <a:gd name="connsiteY20" fmla="*/ 493681 h 493680"/>
                <a:gd name="connsiteX21" fmla="*/ 114586 w 293084"/>
                <a:gd name="connsiteY21" fmla="*/ 450628 h 493680"/>
                <a:gd name="connsiteX22" fmla="*/ 84106 w 293084"/>
                <a:gd name="connsiteY22" fmla="*/ 423481 h 493680"/>
                <a:gd name="connsiteX23" fmla="*/ 52006 w 293084"/>
                <a:gd name="connsiteY23" fmla="*/ 401955 h 493680"/>
                <a:gd name="connsiteX24" fmla="*/ 13621 w 293084"/>
                <a:gd name="connsiteY24" fmla="*/ 373856 h 493680"/>
                <a:gd name="connsiteX25" fmla="*/ 11335 w 293084"/>
                <a:gd name="connsiteY25" fmla="*/ 370141 h 493680"/>
                <a:gd name="connsiteX26" fmla="*/ 3810 w 293084"/>
                <a:gd name="connsiteY26" fmla="*/ 353663 h 493680"/>
                <a:gd name="connsiteX27" fmla="*/ 0 w 293084"/>
                <a:gd name="connsiteY27" fmla="*/ 332137 h 493680"/>
                <a:gd name="connsiteX28" fmla="*/ 1429 w 293084"/>
                <a:gd name="connsiteY28" fmla="*/ 328231 h 493680"/>
                <a:gd name="connsiteX29" fmla="*/ 667 w 293084"/>
                <a:gd name="connsiteY29" fmla="*/ 322707 h 493680"/>
                <a:gd name="connsiteX30" fmla="*/ 9620 w 293084"/>
                <a:gd name="connsiteY30" fmla="*/ 312134 h 493680"/>
                <a:gd name="connsiteX31" fmla="*/ 30004 w 293084"/>
                <a:gd name="connsiteY31" fmla="*/ 278130 h 493680"/>
                <a:gd name="connsiteX32" fmla="*/ 29623 w 293084"/>
                <a:gd name="connsiteY32" fmla="*/ 274606 h 493680"/>
                <a:gd name="connsiteX33" fmla="*/ 21717 w 293084"/>
                <a:gd name="connsiteY33" fmla="*/ 255079 h 493680"/>
                <a:gd name="connsiteX34" fmla="*/ 14668 w 293084"/>
                <a:gd name="connsiteY34" fmla="*/ 237363 h 493680"/>
                <a:gd name="connsiteX35" fmla="*/ 7525 w 293084"/>
                <a:gd name="connsiteY35" fmla="*/ 218694 h 493680"/>
                <a:gd name="connsiteX36" fmla="*/ 9906 w 293084"/>
                <a:gd name="connsiteY36" fmla="*/ 210121 h 493680"/>
                <a:gd name="connsiteX37" fmla="*/ 9144 w 293084"/>
                <a:gd name="connsiteY37" fmla="*/ 197072 h 493680"/>
                <a:gd name="connsiteX38" fmla="*/ 9334 w 293084"/>
                <a:gd name="connsiteY38" fmla="*/ 192976 h 493680"/>
                <a:gd name="connsiteX39" fmla="*/ 9334 w 293084"/>
                <a:gd name="connsiteY39" fmla="*/ 191167 h 493680"/>
                <a:gd name="connsiteX40" fmla="*/ 14764 w 293084"/>
                <a:gd name="connsiteY40" fmla="*/ 178689 h 493680"/>
                <a:gd name="connsiteX41" fmla="*/ 16859 w 293084"/>
                <a:gd name="connsiteY41" fmla="*/ 173926 h 493680"/>
                <a:gd name="connsiteX42" fmla="*/ 18193 w 293084"/>
                <a:gd name="connsiteY42" fmla="*/ 170879 h 493680"/>
                <a:gd name="connsiteX43" fmla="*/ 26765 w 293084"/>
                <a:gd name="connsiteY43" fmla="*/ 164116 h 493680"/>
                <a:gd name="connsiteX44" fmla="*/ 30289 w 293084"/>
                <a:gd name="connsiteY44" fmla="*/ 161258 h 493680"/>
                <a:gd name="connsiteX45" fmla="*/ 40957 w 293084"/>
                <a:gd name="connsiteY45" fmla="*/ 153829 h 493680"/>
                <a:gd name="connsiteX46" fmla="*/ 64960 w 293084"/>
                <a:gd name="connsiteY46" fmla="*/ 127921 h 493680"/>
                <a:gd name="connsiteX47" fmla="*/ 73723 w 293084"/>
                <a:gd name="connsiteY47" fmla="*/ 57531 h 493680"/>
                <a:gd name="connsiteX48" fmla="*/ 77438 w 293084"/>
                <a:gd name="connsiteY48" fmla="*/ 38100 h 493680"/>
                <a:gd name="connsiteX49" fmla="*/ 75438 w 293084"/>
                <a:gd name="connsiteY49" fmla="*/ 10668 h 493680"/>
                <a:gd name="connsiteX50" fmla="*/ 126587 w 293084"/>
                <a:gd name="connsiteY50" fmla="*/ 0 h 493680"/>
                <a:gd name="connsiteX51" fmla="*/ 127159 w 293084"/>
                <a:gd name="connsiteY51" fmla="*/ 8572 h 493680"/>
                <a:gd name="connsiteX52" fmla="*/ 201263 w 293084"/>
                <a:gd name="connsiteY52" fmla="*/ 35909 h 493680"/>
                <a:gd name="connsiteX53" fmla="*/ 212217 w 293084"/>
                <a:gd name="connsiteY53" fmla="*/ 59055 h 49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93084" h="493680">
                  <a:moveTo>
                    <a:pt x="212217" y="59055"/>
                  </a:moveTo>
                  <a:lnTo>
                    <a:pt x="181546" y="113442"/>
                  </a:lnTo>
                  <a:lnTo>
                    <a:pt x="165735" y="142684"/>
                  </a:lnTo>
                  <a:lnTo>
                    <a:pt x="163830" y="149828"/>
                  </a:lnTo>
                  <a:lnTo>
                    <a:pt x="162687" y="156400"/>
                  </a:lnTo>
                  <a:lnTo>
                    <a:pt x="162592" y="158210"/>
                  </a:lnTo>
                  <a:lnTo>
                    <a:pt x="162687" y="159067"/>
                  </a:lnTo>
                  <a:lnTo>
                    <a:pt x="163258" y="168211"/>
                  </a:lnTo>
                  <a:lnTo>
                    <a:pt x="167926" y="167640"/>
                  </a:lnTo>
                  <a:lnTo>
                    <a:pt x="178308" y="164782"/>
                  </a:lnTo>
                  <a:lnTo>
                    <a:pt x="214979" y="182308"/>
                  </a:lnTo>
                  <a:lnTo>
                    <a:pt x="274987" y="249841"/>
                  </a:lnTo>
                  <a:lnTo>
                    <a:pt x="287179" y="271939"/>
                  </a:lnTo>
                  <a:lnTo>
                    <a:pt x="293084" y="285940"/>
                  </a:lnTo>
                  <a:lnTo>
                    <a:pt x="292037" y="312801"/>
                  </a:lnTo>
                  <a:lnTo>
                    <a:pt x="291846" y="317468"/>
                  </a:lnTo>
                  <a:lnTo>
                    <a:pt x="288798" y="333470"/>
                  </a:lnTo>
                  <a:lnTo>
                    <a:pt x="246126" y="408337"/>
                  </a:lnTo>
                  <a:lnTo>
                    <a:pt x="237172" y="422243"/>
                  </a:lnTo>
                  <a:lnTo>
                    <a:pt x="206692" y="456533"/>
                  </a:lnTo>
                  <a:lnTo>
                    <a:pt x="155829" y="493681"/>
                  </a:lnTo>
                  <a:lnTo>
                    <a:pt x="114586" y="450628"/>
                  </a:lnTo>
                  <a:lnTo>
                    <a:pt x="84106" y="423481"/>
                  </a:lnTo>
                  <a:lnTo>
                    <a:pt x="52006" y="401955"/>
                  </a:lnTo>
                  <a:lnTo>
                    <a:pt x="13621" y="373856"/>
                  </a:lnTo>
                  <a:lnTo>
                    <a:pt x="11335" y="370141"/>
                  </a:lnTo>
                  <a:lnTo>
                    <a:pt x="3810" y="353663"/>
                  </a:lnTo>
                  <a:lnTo>
                    <a:pt x="0" y="332137"/>
                  </a:lnTo>
                  <a:lnTo>
                    <a:pt x="1429" y="328231"/>
                  </a:lnTo>
                  <a:lnTo>
                    <a:pt x="667" y="322707"/>
                  </a:lnTo>
                  <a:lnTo>
                    <a:pt x="9620" y="312134"/>
                  </a:lnTo>
                  <a:lnTo>
                    <a:pt x="30004" y="278130"/>
                  </a:lnTo>
                  <a:lnTo>
                    <a:pt x="29623" y="274606"/>
                  </a:lnTo>
                  <a:lnTo>
                    <a:pt x="21717" y="255079"/>
                  </a:lnTo>
                  <a:lnTo>
                    <a:pt x="14668" y="237363"/>
                  </a:lnTo>
                  <a:lnTo>
                    <a:pt x="7525" y="218694"/>
                  </a:lnTo>
                  <a:lnTo>
                    <a:pt x="9906" y="210121"/>
                  </a:lnTo>
                  <a:lnTo>
                    <a:pt x="9144" y="197072"/>
                  </a:lnTo>
                  <a:lnTo>
                    <a:pt x="9334" y="192976"/>
                  </a:lnTo>
                  <a:lnTo>
                    <a:pt x="9334" y="191167"/>
                  </a:lnTo>
                  <a:lnTo>
                    <a:pt x="14764" y="178689"/>
                  </a:lnTo>
                  <a:lnTo>
                    <a:pt x="16859" y="173926"/>
                  </a:lnTo>
                  <a:lnTo>
                    <a:pt x="18193" y="170879"/>
                  </a:lnTo>
                  <a:lnTo>
                    <a:pt x="26765" y="164116"/>
                  </a:lnTo>
                  <a:lnTo>
                    <a:pt x="30289" y="161258"/>
                  </a:lnTo>
                  <a:lnTo>
                    <a:pt x="40957" y="153829"/>
                  </a:lnTo>
                  <a:lnTo>
                    <a:pt x="64960" y="127921"/>
                  </a:lnTo>
                  <a:lnTo>
                    <a:pt x="73723" y="57531"/>
                  </a:lnTo>
                  <a:lnTo>
                    <a:pt x="77438" y="38100"/>
                  </a:lnTo>
                  <a:lnTo>
                    <a:pt x="75438" y="10668"/>
                  </a:lnTo>
                  <a:lnTo>
                    <a:pt x="126587" y="0"/>
                  </a:lnTo>
                  <a:lnTo>
                    <a:pt x="127159" y="8572"/>
                  </a:lnTo>
                  <a:lnTo>
                    <a:pt x="201263" y="35909"/>
                  </a:lnTo>
                  <a:lnTo>
                    <a:pt x="212217" y="5905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3" name="서울특별시 관악구 미성동">
              <a:extLst>
                <a:ext uri="{FF2B5EF4-FFF2-40B4-BE49-F238E27FC236}">
                  <a16:creationId xmlns:a16="http://schemas.microsoft.com/office/drawing/2014/main" id="{E942BA89-9C3E-65DE-E1C1-0AE2BB14AE35}"/>
                </a:ext>
              </a:extLst>
            </p:cNvPr>
            <p:cNvSpPr/>
            <p:nvPr/>
          </p:nvSpPr>
          <p:spPr>
            <a:xfrm>
              <a:off x="4905184" y="4913375"/>
              <a:ext cx="289083" cy="323373"/>
            </a:xfrm>
            <a:custGeom>
              <a:avLst/>
              <a:gdLst>
                <a:gd name="connsiteX0" fmla="*/ 289084 w 289083"/>
                <a:gd name="connsiteY0" fmla="*/ 108013 h 323373"/>
                <a:gd name="connsiteX1" fmla="*/ 278606 w 289083"/>
                <a:gd name="connsiteY1" fmla="*/ 113919 h 323373"/>
                <a:gd name="connsiteX2" fmla="*/ 262033 w 289083"/>
                <a:gd name="connsiteY2" fmla="*/ 123254 h 323373"/>
                <a:gd name="connsiteX3" fmla="*/ 226981 w 289083"/>
                <a:gd name="connsiteY3" fmla="*/ 142589 h 323373"/>
                <a:gd name="connsiteX4" fmla="*/ 204597 w 289083"/>
                <a:gd name="connsiteY4" fmla="*/ 154877 h 323373"/>
                <a:gd name="connsiteX5" fmla="*/ 173450 w 289083"/>
                <a:gd name="connsiteY5" fmla="*/ 165354 h 323373"/>
                <a:gd name="connsiteX6" fmla="*/ 172212 w 289083"/>
                <a:gd name="connsiteY6" fmla="*/ 166402 h 323373"/>
                <a:gd name="connsiteX7" fmla="*/ 122777 w 289083"/>
                <a:gd name="connsiteY7" fmla="*/ 209931 h 323373"/>
                <a:gd name="connsiteX8" fmla="*/ 112585 w 289083"/>
                <a:gd name="connsiteY8" fmla="*/ 236506 h 323373"/>
                <a:gd name="connsiteX9" fmla="*/ 109728 w 289083"/>
                <a:gd name="connsiteY9" fmla="*/ 248507 h 323373"/>
                <a:gd name="connsiteX10" fmla="*/ 124206 w 289083"/>
                <a:gd name="connsiteY10" fmla="*/ 307562 h 323373"/>
                <a:gd name="connsiteX11" fmla="*/ 100108 w 289083"/>
                <a:gd name="connsiteY11" fmla="*/ 323374 h 323373"/>
                <a:gd name="connsiteX12" fmla="*/ 76295 w 289083"/>
                <a:gd name="connsiteY12" fmla="*/ 316230 h 323373"/>
                <a:gd name="connsiteX13" fmla="*/ 75629 w 289083"/>
                <a:gd name="connsiteY13" fmla="*/ 310229 h 323373"/>
                <a:gd name="connsiteX14" fmla="*/ 65913 w 289083"/>
                <a:gd name="connsiteY14" fmla="*/ 302800 h 323373"/>
                <a:gd name="connsiteX15" fmla="*/ 61436 w 289083"/>
                <a:gd name="connsiteY15" fmla="*/ 298990 h 323373"/>
                <a:gd name="connsiteX16" fmla="*/ 34385 w 289083"/>
                <a:gd name="connsiteY16" fmla="*/ 254698 h 323373"/>
                <a:gd name="connsiteX17" fmla="*/ 14097 w 289083"/>
                <a:gd name="connsiteY17" fmla="*/ 215837 h 323373"/>
                <a:gd name="connsiteX18" fmla="*/ 7334 w 289083"/>
                <a:gd name="connsiteY18" fmla="*/ 200120 h 323373"/>
                <a:gd name="connsiteX19" fmla="*/ 0 w 289083"/>
                <a:gd name="connsiteY19" fmla="*/ 190310 h 323373"/>
                <a:gd name="connsiteX20" fmla="*/ 29242 w 289083"/>
                <a:gd name="connsiteY20" fmla="*/ 179070 h 323373"/>
                <a:gd name="connsiteX21" fmla="*/ 30004 w 289083"/>
                <a:gd name="connsiteY21" fmla="*/ 178784 h 323373"/>
                <a:gd name="connsiteX22" fmla="*/ 45148 w 289083"/>
                <a:gd name="connsiteY22" fmla="*/ 171831 h 323373"/>
                <a:gd name="connsiteX23" fmla="*/ 46768 w 289083"/>
                <a:gd name="connsiteY23" fmla="*/ 170783 h 323373"/>
                <a:gd name="connsiteX24" fmla="*/ 47530 w 289083"/>
                <a:gd name="connsiteY24" fmla="*/ 170212 h 323373"/>
                <a:gd name="connsiteX25" fmla="*/ 47911 w 289083"/>
                <a:gd name="connsiteY25" fmla="*/ 169831 h 323373"/>
                <a:gd name="connsiteX26" fmla="*/ 48577 w 289083"/>
                <a:gd name="connsiteY26" fmla="*/ 169164 h 323373"/>
                <a:gd name="connsiteX27" fmla="*/ 49054 w 289083"/>
                <a:gd name="connsiteY27" fmla="*/ 168593 h 323373"/>
                <a:gd name="connsiteX28" fmla="*/ 49435 w 289083"/>
                <a:gd name="connsiteY28" fmla="*/ 167926 h 323373"/>
                <a:gd name="connsiteX29" fmla="*/ 56483 w 289083"/>
                <a:gd name="connsiteY29" fmla="*/ 152019 h 323373"/>
                <a:gd name="connsiteX30" fmla="*/ 61817 w 289083"/>
                <a:gd name="connsiteY30" fmla="*/ 137827 h 323373"/>
                <a:gd name="connsiteX31" fmla="*/ 67246 w 289083"/>
                <a:gd name="connsiteY31" fmla="*/ 112681 h 323373"/>
                <a:gd name="connsiteX32" fmla="*/ 65913 w 289083"/>
                <a:gd name="connsiteY32" fmla="*/ 106204 h 323373"/>
                <a:gd name="connsiteX33" fmla="*/ 61531 w 289083"/>
                <a:gd name="connsiteY33" fmla="*/ 89821 h 323373"/>
                <a:gd name="connsiteX34" fmla="*/ 55531 w 289083"/>
                <a:gd name="connsiteY34" fmla="*/ 90106 h 323373"/>
                <a:gd name="connsiteX35" fmla="*/ 54959 w 289083"/>
                <a:gd name="connsiteY35" fmla="*/ 90202 h 323373"/>
                <a:gd name="connsiteX36" fmla="*/ 43910 w 289083"/>
                <a:gd name="connsiteY36" fmla="*/ 90964 h 323373"/>
                <a:gd name="connsiteX37" fmla="*/ 22765 w 289083"/>
                <a:gd name="connsiteY37" fmla="*/ 89154 h 323373"/>
                <a:gd name="connsiteX38" fmla="*/ 18288 w 289083"/>
                <a:gd name="connsiteY38" fmla="*/ 85630 h 323373"/>
                <a:gd name="connsiteX39" fmla="*/ 10763 w 289083"/>
                <a:gd name="connsiteY39" fmla="*/ 77153 h 323373"/>
                <a:gd name="connsiteX40" fmla="*/ 10763 w 289083"/>
                <a:gd name="connsiteY40" fmla="*/ 66675 h 323373"/>
                <a:gd name="connsiteX41" fmla="*/ 27146 w 289083"/>
                <a:gd name="connsiteY41" fmla="*/ 39338 h 323373"/>
                <a:gd name="connsiteX42" fmla="*/ 114395 w 289083"/>
                <a:gd name="connsiteY42" fmla="*/ 23717 h 323373"/>
                <a:gd name="connsiteX43" fmla="*/ 241935 w 289083"/>
                <a:gd name="connsiteY43" fmla="*/ 0 h 323373"/>
                <a:gd name="connsiteX44" fmla="*/ 267938 w 289083"/>
                <a:gd name="connsiteY44" fmla="*/ 77057 h 323373"/>
                <a:gd name="connsiteX45" fmla="*/ 289084 w 289083"/>
                <a:gd name="connsiteY45" fmla="*/ 108013 h 323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89083" h="323373">
                  <a:moveTo>
                    <a:pt x="289084" y="108013"/>
                  </a:moveTo>
                  <a:lnTo>
                    <a:pt x="278606" y="113919"/>
                  </a:lnTo>
                  <a:lnTo>
                    <a:pt x="262033" y="123254"/>
                  </a:lnTo>
                  <a:lnTo>
                    <a:pt x="226981" y="142589"/>
                  </a:lnTo>
                  <a:lnTo>
                    <a:pt x="204597" y="154877"/>
                  </a:lnTo>
                  <a:lnTo>
                    <a:pt x="173450" y="165354"/>
                  </a:lnTo>
                  <a:lnTo>
                    <a:pt x="172212" y="166402"/>
                  </a:lnTo>
                  <a:lnTo>
                    <a:pt x="122777" y="209931"/>
                  </a:lnTo>
                  <a:lnTo>
                    <a:pt x="112585" y="236506"/>
                  </a:lnTo>
                  <a:lnTo>
                    <a:pt x="109728" y="248507"/>
                  </a:lnTo>
                  <a:lnTo>
                    <a:pt x="124206" y="307562"/>
                  </a:lnTo>
                  <a:lnTo>
                    <a:pt x="100108" y="323374"/>
                  </a:lnTo>
                  <a:lnTo>
                    <a:pt x="76295" y="316230"/>
                  </a:lnTo>
                  <a:lnTo>
                    <a:pt x="75629" y="310229"/>
                  </a:lnTo>
                  <a:lnTo>
                    <a:pt x="65913" y="302800"/>
                  </a:lnTo>
                  <a:lnTo>
                    <a:pt x="61436" y="298990"/>
                  </a:lnTo>
                  <a:lnTo>
                    <a:pt x="34385" y="254698"/>
                  </a:lnTo>
                  <a:lnTo>
                    <a:pt x="14097" y="215837"/>
                  </a:lnTo>
                  <a:lnTo>
                    <a:pt x="7334" y="200120"/>
                  </a:lnTo>
                  <a:lnTo>
                    <a:pt x="0" y="190310"/>
                  </a:lnTo>
                  <a:lnTo>
                    <a:pt x="29242" y="179070"/>
                  </a:lnTo>
                  <a:lnTo>
                    <a:pt x="30004" y="178784"/>
                  </a:lnTo>
                  <a:lnTo>
                    <a:pt x="45148" y="171831"/>
                  </a:lnTo>
                  <a:lnTo>
                    <a:pt x="46768" y="170783"/>
                  </a:lnTo>
                  <a:lnTo>
                    <a:pt x="47530" y="170212"/>
                  </a:lnTo>
                  <a:lnTo>
                    <a:pt x="47911" y="169831"/>
                  </a:lnTo>
                  <a:lnTo>
                    <a:pt x="48577" y="169164"/>
                  </a:lnTo>
                  <a:lnTo>
                    <a:pt x="49054" y="168593"/>
                  </a:lnTo>
                  <a:lnTo>
                    <a:pt x="49435" y="167926"/>
                  </a:lnTo>
                  <a:lnTo>
                    <a:pt x="56483" y="152019"/>
                  </a:lnTo>
                  <a:lnTo>
                    <a:pt x="61817" y="137827"/>
                  </a:lnTo>
                  <a:lnTo>
                    <a:pt x="67246" y="112681"/>
                  </a:lnTo>
                  <a:lnTo>
                    <a:pt x="65913" y="106204"/>
                  </a:lnTo>
                  <a:lnTo>
                    <a:pt x="61531" y="89821"/>
                  </a:lnTo>
                  <a:lnTo>
                    <a:pt x="55531" y="90106"/>
                  </a:lnTo>
                  <a:lnTo>
                    <a:pt x="54959" y="90202"/>
                  </a:lnTo>
                  <a:lnTo>
                    <a:pt x="43910" y="90964"/>
                  </a:lnTo>
                  <a:lnTo>
                    <a:pt x="22765" y="89154"/>
                  </a:lnTo>
                  <a:lnTo>
                    <a:pt x="18288" y="85630"/>
                  </a:lnTo>
                  <a:lnTo>
                    <a:pt x="10763" y="77153"/>
                  </a:lnTo>
                  <a:lnTo>
                    <a:pt x="10763" y="66675"/>
                  </a:lnTo>
                  <a:lnTo>
                    <a:pt x="27146" y="39338"/>
                  </a:lnTo>
                  <a:lnTo>
                    <a:pt x="114395" y="23717"/>
                  </a:lnTo>
                  <a:lnTo>
                    <a:pt x="241935" y="0"/>
                  </a:lnTo>
                  <a:lnTo>
                    <a:pt x="267938" y="77057"/>
                  </a:lnTo>
                  <a:lnTo>
                    <a:pt x="289084" y="1080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3" name="서울특별시 서초구">
            <a:extLst>
              <a:ext uri="{FF2B5EF4-FFF2-40B4-BE49-F238E27FC236}">
                <a16:creationId xmlns:a16="http://schemas.microsoft.com/office/drawing/2014/main" id="{F2CC8570-720C-B8DC-B735-DDF2F1771477}"/>
              </a:ext>
            </a:extLst>
          </p:cNvPr>
          <p:cNvGrpSpPr/>
          <p:nvPr/>
        </p:nvGrpSpPr>
        <p:grpSpPr>
          <a:xfrm>
            <a:off x="5475279" y="3504308"/>
            <a:ext cx="1214259" cy="1299664"/>
            <a:chOff x="6208775" y="4102608"/>
            <a:chExt cx="2106263" cy="1791747"/>
          </a:xfrm>
          <a:solidFill>
            <a:srgbClr val="6C757D"/>
          </a:solidFill>
        </p:grpSpPr>
        <p:sp>
          <p:nvSpPr>
            <p:cNvPr id="585" name="서울특별시 서초구 서초1동">
              <a:extLst>
                <a:ext uri="{FF2B5EF4-FFF2-40B4-BE49-F238E27FC236}">
                  <a16:creationId xmlns:a16="http://schemas.microsoft.com/office/drawing/2014/main" id="{2208899F-95BC-297D-8611-B17191424C80}"/>
                </a:ext>
              </a:extLst>
            </p:cNvPr>
            <p:cNvSpPr/>
            <p:nvPr/>
          </p:nvSpPr>
          <p:spPr>
            <a:xfrm>
              <a:off x="6820947" y="4679727"/>
              <a:ext cx="237648" cy="346995"/>
            </a:xfrm>
            <a:custGeom>
              <a:avLst/>
              <a:gdLst>
                <a:gd name="connsiteX0" fmla="*/ 237649 w 237648"/>
                <a:gd name="connsiteY0" fmla="*/ 280988 h 346995"/>
                <a:gd name="connsiteX1" fmla="*/ 210503 w 237648"/>
                <a:gd name="connsiteY1" fmla="*/ 275749 h 346995"/>
                <a:gd name="connsiteX2" fmla="*/ 192596 w 237648"/>
                <a:gd name="connsiteY2" fmla="*/ 279463 h 346995"/>
                <a:gd name="connsiteX3" fmla="*/ 190976 w 237648"/>
                <a:gd name="connsiteY3" fmla="*/ 280511 h 346995"/>
                <a:gd name="connsiteX4" fmla="*/ 185166 w 237648"/>
                <a:gd name="connsiteY4" fmla="*/ 284226 h 346995"/>
                <a:gd name="connsiteX5" fmla="*/ 183737 w 237648"/>
                <a:gd name="connsiteY5" fmla="*/ 301847 h 346995"/>
                <a:gd name="connsiteX6" fmla="*/ 142780 w 237648"/>
                <a:gd name="connsiteY6" fmla="*/ 334994 h 346995"/>
                <a:gd name="connsiteX7" fmla="*/ 125730 w 237648"/>
                <a:gd name="connsiteY7" fmla="*/ 342519 h 346995"/>
                <a:gd name="connsiteX8" fmla="*/ 115538 w 237648"/>
                <a:gd name="connsiteY8" fmla="*/ 346996 h 346995"/>
                <a:gd name="connsiteX9" fmla="*/ 107442 w 237648"/>
                <a:gd name="connsiteY9" fmla="*/ 346901 h 346995"/>
                <a:gd name="connsiteX10" fmla="*/ 98393 w 237648"/>
                <a:gd name="connsiteY10" fmla="*/ 313944 h 346995"/>
                <a:gd name="connsiteX11" fmla="*/ 98679 w 237648"/>
                <a:gd name="connsiteY11" fmla="*/ 289274 h 346995"/>
                <a:gd name="connsiteX12" fmla="*/ 87535 w 237648"/>
                <a:gd name="connsiteY12" fmla="*/ 260890 h 346995"/>
                <a:gd name="connsiteX13" fmla="*/ 74105 w 237648"/>
                <a:gd name="connsiteY13" fmla="*/ 249841 h 346995"/>
                <a:gd name="connsiteX14" fmla="*/ 62199 w 237648"/>
                <a:gd name="connsiteY14" fmla="*/ 231077 h 346995"/>
                <a:gd name="connsiteX15" fmla="*/ 25241 w 237648"/>
                <a:gd name="connsiteY15" fmla="*/ 170497 h 346995"/>
                <a:gd name="connsiteX16" fmla="*/ 18669 w 237648"/>
                <a:gd name="connsiteY16" fmla="*/ 159544 h 346995"/>
                <a:gd name="connsiteX17" fmla="*/ 12287 w 237648"/>
                <a:gd name="connsiteY17" fmla="*/ 138398 h 346995"/>
                <a:gd name="connsiteX18" fmla="*/ 2286 w 237648"/>
                <a:gd name="connsiteY18" fmla="*/ 81344 h 346995"/>
                <a:gd name="connsiteX19" fmla="*/ 1048 w 237648"/>
                <a:gd name="connsiteY19" fmla="*/ 72962 h 346995"/>
                <a:gd name="connsiteX20" fmla="*/ 476 w 237648"/>
                <a:gd name="connsiteY20" fmla="*/ 69723 h 346995"/>
                <a:gd name="connsiteX21" fmla="*/ 0 w 237648"/>
                <a:gd name="connsiteY21" fmla="*/ 49530 h 346995"/>
                <a:gd name="connsiteX22" fmla="*/ 2096 w 237648"/>
                <a:gd name="connsiteY22" fmla="*/ 44005 h 346995"/>
                <a:gd name="connsiteX23" fmla="*/ 33719 w 237648"/>
                <a:gd name="connsiteY23" fmla="*/ 30671 h 346995"/>
                <a:gd name="connsiteX24" fmla="*/ 133636 w 237648"/>
                <a:gd name="connsiteY24" fmla="*/ 0 h 346995"/>
                <a:gd name="connsiteX25" fmla="*/ 155829 w 237648"/>
                <a:gd name="connsiteY25" fmla="*/ 60484 h 346995"/>
                <a:gd name="connsiteX26" fmla="*/ 200501 w 237648"/>
                <a:gd name="connsiteY26" fmla="*/ 175546 h 346995"/>
                <a:gd name="connsiteX27" fmla="*/ 214217 w 237648"/>
                <a:gd name="connsiteY27" fmla="*/ 214313 h 346995"/>
                <a:gd name="connsiteX28" fmla="*/ 237649 w 237648"/>
                <a:gd name="connsiteY28" fmla="*/ 280988 h 34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7648" h="346995">
                  <a:moveTo>
                    <a:pt x="237649" y="280988"/>
                  </a:moveTo>
                  <a:lnTo>
                    <a:pt x="210503" y="275749"/>
                  </a:lnTo>
                  <a:lnTo>
                    <a:pt x="192596" y="279463"/>
                  </a:lnTo>
                  <a:lnTo>
                    <a:pt x="190976" y="280511"/>
                  </a:lnTo>
                  <a:lnTo>
                    <a:pt x="185166" y="284226"/>
                  </a:lnTo>
                  <a:lnTo>
                    <a:pt x="183737" y="301847"/>
                  </a:lnTo>
                  <a:lnTo>
                    <a:pt x="142780" y="334994"/>
                  </a:lnTo>
                  <a:lnTo>
                    <a:pt x="125730" y="342519"/>
                  </a:lnTo>
                  <a:lnTo>
                    <a:pt x="115538" y="346996"/>
                  </a:lnTo>
                  <a:lnTo>
                    <a:pt x="107442" y="346901"/>
                  </a:lnTo>
                  <a:lnTo>
                    <a:pt x="98393" y="313944"/>
                  </a:lnTo>
                  <a:lnTo>
                    <a:pt x="98679" y="289274"/>
                  </a:lnTo>
                  <a:lnTo>
                    <a:pt x="87535" y="260890"/>
                  </a:lnTo>
                  <a:lnTo>
                    <a:pt x="74105" y="249841"/>
                  </a:lnTo>
                  <a:lnTo>
                    <a:pt x="62199" y="231077"/>
                  </a:lnTo>
                  <a:lnTo>
                    <a:pt x="25241" y="170497"/>
                  </a:lnTo>
                  <a:lnTo>
                    <a:pt x="18669" y="159544"/>
                  </a:lnTo>
                  <a:lnTo>
                    <a:pt x="12287" y="138398"/>
                  </a:lnTo>
                  <a:lnTo>
                    <a:pt x="2286" y="81344"/>
                  </a:lnTo>
                  <a:lnTo>
                    <a:pt x="1048" y="72962"/>
                  </a:lnTo>
                  <a:lnTo>
                    <a:pt x="476" y="69723"/>
                  </a:lnTo>
                  <a:lnTo>
                    <a:pt x="0" y="49530"/>
                  </a:lnTo>
                  <a:lnTo>
                    <a:pt x="2096" y="44005"/>
                  </a:lnTo>
                  <a:lnTo>
                    <a:pt x="33719" y="30671"/>
                  </a:lnTo>
                  <a:lnTo>
                    <a:pt x="133636" y="0"/>
                  </a:lnTo>
                  <a:lnTo>
                    <a:pt x="155829" y="60484"/>
                  </a:lnTo>
                  <a:lnTo>
                    <a:pt x="200501" y="175546"/>
                  </a:lnTo>
                  <a:lnTo>
                    <a:pt x="214217" y="214313"/>
                  </a:lnTo>
                  <a:lnTo>
                    <a:pt x="237649" y="2809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6" name="서울특별시 서초구 서초2동">
              <a:extLst>
                <a:ext uri="{FF2B5EF4-FFF2-40B4-BE49-F238E27FC236}">
                  <a16:creationId xmlns:a16="http://schemas.microsoft.com/office/drawing/2014/main" id="{3D199FBA-0676-FD6A-FAD2-188307298B84}"/>
                </a:ext>
              </a:extLst>
            </p:cNvPr>
            <p:cNvSpPr/>
            <p:nvPr/>
          </p:nvSpPr>
          <p:spPr>
            <a:xfrm>
              <a:off x="6954583" y="4644294"/>
              <a:ext cx="237267" cy="322040"/>
            </a:xfrm>
            <a:custGeom>
              <a:avLst/>
              <a:gdLst>
                <a:gd name="connsiteX0" fmla="*/ 187642 w 237267"/>
                <a:gd name="connsiteY0" fmla="*/ 152686 h 322040"/>
                <a:gd name="connsiteX1" fmla="*/ 226695 w 237267"/>
                <a:gd name="connsiteY1" fmla="*/ 233172 h 322040"/>
                <a:gd name="connsiteX2" fmla="*/ 230124 w 237267"/>
                <a:gd name="connsiteY2" fmla="*/ 238696 h 322040"/>
                <a:gd name="connsiteX3" fmla="*/ 223933 w 237267"/>
                <a:gd name="connsiteY3" fmla="*/ 252889 h 322040"/>
                <a:gd name="connsiteX4" fmla="*/ 237172 w 237267"/>
                <a:gd name="connsiteY4" fmla="*/ 273653 h 322040"/>
                <a:gd name="connsiteX5" fmla="*/ 237268 w 237267"/>
                <a:gd name="connsiteY5" fmla="*/ 274796 h 322040"/>
                <a:gd name="connsiteX6" fmla="*/ 237268 w 237267"/>
                <a:gd name="connsiteY6" fmla="*/ 275272 h 322040"/>
                <a:gd name="connsiteX7" fmla="*/ 233076 w 237267"/>
                <a:gd name="connsiteY7" fmla="*/ 281369 h 322040"/>
                <a:gd name="connsiteX8" fmla="*/ 229362 w 237267"/>
                <a:gd name="connsiteY8" fmla="*/ 285560 h 322040"/>
                <a:gd name="connsiteX9" fmla="*/ 203930 w 237267"/>
                <a:gd name="connsiteY9" fmla="*/ 307372 h 322040"/>
                <a:gd name="connsiteX10" fmla="*/ 165640 w 237267"/>
                <a:gd name="connsiteY10" fmla="*/ 322040 h 322040"/>
                <a:gd name="connsiteX11" fmla="*/ 147447 w 237267"/>
                <a:gd name="connsiteY11" fmla="*/ 317373 h 322040"/>
                <a:gd name="connsiteX12" fmla="*/ 133826 w 237267"/>
                <a:gd name="connsiteY12" fmla="*/ 306514 h 322040"/>
                <a:gd name="connsiteX13" fmla="*/ 120301 w 237267"/>
                <a:gd name="connsiteY13" fmla="*/ 310134 h 322040"/>
                <a:gd name="connsiteX14" fmla="*/ 104013 w 237267"/>
                <a:gd name="connsiteY14" fmla="*/ 316421 h 322040"/>
                <a:gd name="connsiteX15" fmla="*/ 80581 w 237267"/>
                <a:gd name="connsiteY15" fmla="*/ 249746 h 322040"/>
                <a:gd name="connsiteX16" fmla="*/ 66865 w 237267"/>
                <a:gd name="connsiteY16" fmla="*/ 210979 h 322040"/>
                <a:gd name="connsiteX17" fmla="*/ 22193 w 237267"/>
                <a:gd name="connsiteY17" fmla="*/ 95917 h 322040"/>
                <a:gd name="connsiteX18" fmla="*/ 0 w 237267"/>
                <a:gd name="connsiteY18" fmla="*/ 35433 h 322040"/>
                <a:gd name="connsiteX19" fmla="*/ 115252 w 237267"/>
                <a:gd name="connsiteY19" fmla="*/ 0 h 322040"/>
                <a:gd name="connsiteX20" fmla="*/ 187642 w 237267"/>
                <a:gd name="connsiteY20" fmla="*/ 152686 h 32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7267" h="322040">
                  <a:moveTo>
                    <a:pt x="187642" y="152686"/>
                  </a:moveTo>
                  <a:lnTo>
                    <a:pt x="226695" y="233172"/>
                  </a:lnTo>
                  <a:lnTo>
                    <a:pt x="230124" y="238696"/>
                  </a:lnTo>
                  <a:lnTo>
                    <a:pt x="223933" y="252889"/>
                  </a:lnTo>
                  <a:lnTo>
                    <a:pt x="237172" y="273653"/>
                  </a:lnTo>
                  <a:lnTo>
                    <a:pt x="237268" y="274796"/>
                  </a:lnTo>
                  <a:lnTo>
                    <a:pt x="237268" y="275272"/>
                  </a:lnTo>
                  <a:lnTo>
                    <a:pt x="233076" y="281369"/>
                  </a:lnTo>
                  <a:lnTo>
                    <a:pt x="229362" y="285560"/>
                  </a:lnTo>
                  <a:lnTo>
                    <a:pt x="203930" y="307372"/>
                  </a:lnTo>
                  <a:lnTo>
                    <a:pt x="165640" y="322040"/>
                  </a:lnTo>
                  <a:lnTo>
                    <a:pt x="147447" y="317373"/>
                  </a:lnTo>
                  <a:lnTo>
                    <a:pt x="133826" y="306514"/>
                  </a:lnTo>
                  <a:lnTo>
                    <a:pt x="120301" y="310134"/>
                  </a:lnTo>
                  <a:lnTo>
                    <a:pt x="104013" y="316421"/>
                  </a:lnTo>
                  <a:lnTo>
                    <a:pt x="80581" y="249746"/>
                  </a:lnTo>
                  <a:lnTo>
                    <a:pt x="66865" y="210979"/>
                  </a:lnTo>
                  <a:lnTo>
                    <a:pt x="22193" y="95917"/>
                  </a:lnTo>
                  <a:lnTo>
                    <a:pt x="0" y="35433"/>
                  </a:lnTo>
                  <a:lnTo>
                    <a:pt x="115252" y="0"/>
                  </a:lnTo>
                  <a:lnTo>
                    <a:pt x="187642" y="1526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7" name="서울특별시 서초구 서초3동">
              <a:extLst>
                <a:ext uri="{FF2B5EF4-FFF2-40B4-BE49-F238E27FC236}">
                  <a16:creationId xmlns:a16="http://schemas.microsoft.com/office/drawing/2014/main" id="{ACD41BD2-B1F6-475E-53C9-6BAA26602A56}"/>
                </a:ext>
              </a:extLst>
            </p:cNvPr>
            <p:cNvSpPr/>
            <p:nvPr/>
          </p:nvSpPr>
          <p:spPr>
            <a:xfrm>
              <a:off x="6573774" y="4624673"/>
              <a:ext cx="354615" cy="485584"/>
            </a:xfrm>
            <a:custGeom>
              <a:avLst/>
              <a:gdLst>
                <a:gd name="connsiteX0" fmla="*/ 280892 w 354615"/>
                <a:gd name="connsiteY0" fmla="*/ 85725 h 485584"/>
                <a:gd name="connsiteX1" fmla="*/ 249269 w 354615"/>
                <a:gd name="connsiteY1" fmla="*/ 99060 h 485584"/>
                <a:gd name="connsiteX2" fmla="*/ 247174 w 354615"/>
                <a:gd name="connsiteY2" fmla="*/ 104585 h 485584"/>
                <a:gd name="connsiteX3" fmla="*/ 247650 w 354615"/>
                <a:gd name="connsiteY3" fmla="*/ 124778 h 485584"/>
                <a:gd name="connsiteX4" fmla="*/ 248221 w 354615"/>
                <a:gd name="connsiteY4" fmla="*/ 128016 h 485584"/>
                <a:gd name="connsiteX5" fmla="*/ 249460 w 354615"/>
                <a:gd name="connsiteY5" fmla="*/ 136398 h 485584"/>
                <a:gd name="connsiteX6" fmla="*/ 259461 w 354615"/>
                <a:gd name="connsiteY6" fmla="*/ 193453 h 485584"/>
                <a:gd name="connsiteX7" fmla="*/ 265843 w 354615"/>
                <a:gd name="connsiteY7" fmla="*/ 214598 h 485584"/>
                <a:gd name="connsiteX8" fmla="*/ 272415 w 354615"/>
                <a:gd name="connsiteY8" fmla="*/ 225552 h 485584"/>
                <a:gd name="connsiteX9" fmla="*/ 309372 w 354615"/>
                <a:gd name="connsiteY9" fmla="*/ 286131 h 485584"/>
                <a:gd name="connsiteX10" fmla="*/ 321278 w 354615"/>
                <a:gd name="connsiteY10" fmla="*/ 304895 h 485584"/>
                <a:gd name="connsiteX11" fmla="*/ 334708 w 354615"/>
                <a:gd name="connsiteY11" fmla="*/ 315944 h 485584"/>
                <a:gd name="connsiteX12" fmla="*/ 345853 w 354615"/>
                <a:gd name="connsiteY12" fmla="*/ 344329 h 485584"/>
                <a:gd name="connsiteX13" fmla="*/ 345567 w 354615"/>
                <a:gd name="connsiteY13" fmla="*/ 368998 h 485584"/>
                <a:gd name="connsiteX14" fmla="*/ 354616 w 354615"/>
                <a:gd name="connsiteY14" fmla="*/ 401955 h 485584"/>
                <a:gd name="connsiteX15" fmla="*/ 322707 w 354615"/>
                <a:gd name="connsiteY15" fmla="*/ 406813 h 485584"/>
                <a:gd name="connsiteX16" fmla="*/ 300419 w 354615"/>
                <a:gd name="connsiteY16" fmla="*/ 418433 h 485584"/>
                <a:gd name="connsiteX17" fmla="*/ 276225 w 354615"/>
                <a:gd name="connsiteY17" fmla="*/ 440341 h 485584"/>
                <a:gd name="connsiteX18" fmla="*/ 267462 w 354615"/>
                <a:gd name="connsiteY18" fmla="*/ 449866 h 485584"/>
                <a:gd name="connsiteX19" fmla="*/ 266986 w 354615"/>
                <a:gd name="connsiteY19" fmla="*/ 450437 h 485584"/>
                <a:gd name="connsiteX20" fmla="*/ 241554 w 354615"/>
                <a:gd name="connsiteY20" fmla="*/ 469011 h 485584"/>
                <a:gd name="connsiteX21" fmla="*/ 182023 w 354615"/>
                <a:gd name="connsiteY21" fmla="*/ 485585 h 485584"/>
                <a:gd name="connsiteX22" fmla="*/ 159925 w 354615"/>
                <a:gd name="connsiteY22" fmla="*/ 438626 h 485584"/>
                <a:gd name="connsiteX23" fmla="*/ 115538 w 354615"/>
                <a:gd name="connsiteY23" fmla="*/ 377666 h 485584"/>
                <a:gd name="connsiteX24" fmla="*/ 93345 w 354615"/>
                <a:gd name="connsiteY24" fmla="*/ 363093 h 485584"/>
                <a:gd name="connsiteX25" fmla="*/ 69437 w 354615"/>
                <a:gd name="connsiteY25" fmla="*/ 371475 h 485584"/>
                <a:gd name="connsiteX26" fmla="*/ 66865 w 354615"/>
                <a:gd name="connsiteY26" fmla="*/ 367570 h 485584"/>
                <a:gd name="connsiteX27" fmla="*/ 64770 w 354615"/>
                <a:gd name="connsiteY27" fmla="*/ 364427 h 485584"/>
                <a:gd name="connsiteX28" fmla="*/ 60007 w 354615"/>
                <a:gd name="connsiteY28" fmla="*/ 357188 h 485584"/>
                <a:gd name="connsiteX29" fmla="*/ 55054 w 354615"/>
                <a:gd name="connsiteY29" fmla="*/ 349663 h 485584"/>
                <a:gd name="connsiteX30" fmla="*/ 52578 w 354615"/>
                <a:gd name="connsiteY30" fmla="*/ 345757 h 485584"/>
                <a:gd name="connsiteX31" fmla="*/ 48578 w 354615"/>
                <a:gd name="connsiteY31" fmla="*/ 339566 h 485584"/>
                <a:gd name="connsiteX32" fmla="*/ 43529 w 354615"/>
                <a:gd name="connsiteY32" fmla="*/ 329851 h 485584"/>
                <a:gd name="connsiteX33" fmla="*/ 48863 w 354615"/>
                <a:gd name="connsiteY33" fmla="*/ 322136 h 485584"/>
                <a:gd name="connsiteX34" fmla="*/ 34099 w 354615"/>
                <a:gd name="connsiteY34" fmla="*/ 303657 h 485584"/>
                <a:gd name="connsiteX35" fmla="*/ 29337 w 354615"/>
                <a:gd name="connsiteY35" fmla="*/ 294608 h 485584"/>
                <a:gd name="connsiteX36" fmla="*/ 10096 w 354615"/>
                <a:gd name="connsiteY36" fmla="*/ 278987 h 485584"/>
                <a:gd name="connsiteX37" fmla="*/ 10096 w 354615"/>
                <a:gd name="connsiteY37" fmla="*/ 269462 h 485584"/>
                <a:gd name="connsiteX38" fmla="*/ 10096 w 354615"/>
                <a:gd name="connsiteY38" fmla="*/ 268891 h 485584"/>
                <a:gd name="connsiteX39" fmla="*/ 10192 w 354615"/>
                <a:gd name="connsiteY39" fmla="*/ 266700 h 485584"/>
                <a:gd name="connsiteX40" fmla="*/ 10096 w 354615"/>
                <a:gd name="connsiteY40" fmla="*/ 264414 h 485584"/>
                <a:gd name="connsiteX41" fmla="*/ 6667 w 354615"/>
                <a:gd name="connsiteY41" fmla="*/ 254508 h 485584"/>
                <a:gd name="connsiteX42" fmla="*/ 5715 w 354615"/>
                <a:gd name="connsiteY42" fmla="*/ 251746 h 485584"/>
                <a:gd name="connsiteX43" fmla="*/ 95 w 354615"/>
                <a:gd name="connsiteY43" fmla="*/ 242888 h 485584"/>
                <a:gd name="connsiteX44" fmla="*/ 5239 w 354615"/>
                <a:gd name="connsiteY44" fmla="*/ 237363 h 485584"/>
                <a:gd name="connsiteX45" fmla="*/ 6572 w 354615"/>
                <a:gd name="connsiteY45" fmla="*/ 235268 h 485584"/>
                <a:gd name="connsiteX46" fmla="*/ 16573 w 354615"/>
                <a:gd name="connsiteY46" fmla="*/ 219170 h 485584"/>
                <a:gd name="connsiteX47" fmla="*/ 9620 w 354615"/>
                <a:gd name="connsiteY47" fmla="*/ 165449 h 485584"/>
                <a:gd name="connsiteX48" fmla="*/ 0 w 354615"/>
                <a:gd name="connsiteY48" fmla="*/ 128683 h 485584"/>
                <a:gd name="connsiteX49" fmla="*/ 12763 w 354615"/>
                <a:gd name="connsiteY49" fmla="*/ 119634 h 485584"/>
                <a:gd name="connsiteX50" fmla="*/ 13240 w 354615"/>
                <a:gd name="connsiteY50" fmla="*/ 119253 h 485584"/>
                <a:gd name="connsiteX51" fmla="*/ 23717 w 354615"/>
                <a:gd name="connsiteY51" fmla="*/ 111538 h 485584"/>
                <a:gd name="connsiteX52" fmla="*/ 32671 w 354615"/>
                <a:gd name="connsiteY52" fmla="*/ 104965 h 485584"/>
                <a:gd name="connsiteX53" fmla="*/ 34385 w 354615"/>
                <a:gd name="connsiteY53" fmla="*/ 103537 h 485584"/>
                <a:gd name="connsiteX54" fmla="*/ 47815 w 354615"/>
                <a:gd name="connsiteY54" fmla="*/ 92488 h 485584"/>
                <a:gd name="connsiteX55" fmla="*/ 60484 w 354615"/>
                <a:gd name="connsiteY55" fmla="*/ 76486 h 485584"/>
                <a:gd name="connsiteX56" fmla="*/ 170116 w 354615"/>
                <a:gd name="connsiteY56" fmla="*/ 11716 h 485584"/>
                <a:gd name="connsiteX57" fmla="*/ 178117 w 354615"/>
                <a:gd name="connsiteY57" fmla="*/ 7811 h 485584"/>
                <a:gd name="connsiteX58" fmla="*/ 186309 w 354615"/>
                <a:gd name="connsiteY58" fmla="*/ 5144 h 485584"/>
                <a:gd name="connsiteX59" fmla="*/ 220789 w 354615"/>
                <a:gd name="connsiteY59" fmla="*/ 0 h 485584"/>
                <a:gd name="connsiteX60" fmla="*/ 229076 w 354615"/>
                <a:gd name="connsiteY60" fmla="*/ 37529 h 485584"/>
                <a:gd name="connsiteX61" fmla="*/ 232600 w 354615"/>
                <a:gd name="connsiteY61" fmla="*/ 51911 h 485584"/>
                <a:gd name="connsiteX62" fmla="*/ 237458 w 354615"/>
                <a:gd name="connsiteY62" fmla="*/ 71438 h 485584"/>
                <a:gd name="connsiteX63" fmla="*/ 240887 w 354615"/>
                <a:gd name="connsiteY63" fmla="*/ 85249 h 485584"/>
                <a:gd name="connsiteX64" fmla="*/ 250888 w 354615"/>
                <a:gd name="connsiteY64" fmla="*/ 91154 h 485584"/>
                <a:gd name="connsiteX65" fmla="*/ 251555 w 354615"/>
                <a:gd name="connsiteY65" fmla="*/ 91154 h 485584"/>
                <a:gd name="connsiteX66" fmla="*/ 280892 w 354615"/>
                <a:gd name="connsiteY66" fmla="*/ 85725 h 48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54615" h="485584">
                  <a:moveTo>
                    <a:pt x="280892" y="85725"/>
                  </a:moveTo>
                  <a:lnTo>
                    <a:pt x="249269" y="99060"/>
                  </a:lnTo>
                  <a:lnTo>
                    <a:pt x="247174" y="104585"/>
                  </a:lnTo>
                  <a:lnTo>
                    <a:pt x="247650" y="124778"/>
                  </a:lnTo>
                  <a:lnTo>
                    <a:pt x="248221" y="128016"/>
                  </a:lnTo>
                  <a:lnTo>
                    <a:pt x="249460" y="136398"/>
                  </a:lnTo>
                  <a:lnTo>
                    <a:pt x="259461" y="193453"/>
                  </a:lnTo>
                  <a:lnTo>
                    <a:pt x="265843" y="214598"/>
                  </a:lnTo>
                  <a:lnTo>
                    <a:pt x="272415" y="225552"/>
                  </a:lnTo>
                  <a:lnTo>
                    <a:pt x="309372" y="286131"/>
                  </a:lnTo>
                  <a:lnTo>
                    <a:pt x="321278" y="304895"/>
                  </a:lnTo>
                  <a:lnTo>
                    <a:pt x="334708" y="315944"/>
                  </a:lnTo>
                  <a:lnTo>
                    <a:pt x="345853" y="344329"/>
                  </a:lnTo>
                  <a:lnTo>
                    <a:pt x="345567" y="368998"/>
                  </a:lnTo>
                  <a:lnTo>
                    <a:pt x="354616" y="401955"/>
                  </a:lnTo>
                  <a:lnTo>
                    <a:pt x="322707" y="406813"/>
                  </a:lnTo>
                  <a:lnTo>
                    <a:pt x="300419" y="418433"/>
                  </a:lnTo>
                  <a:lnTo>
                    <a:pt x="276225" y="440341"/>
                  </a:lnTo>
                  <a:lnTo>
                    <a:pt x="267462" y="449866"/>
                  </a:lnTo>
                  <a:lnTo>
                    <a:pt x="266986" y="450437"/>
                  </a:lnTo>
                  <a:lnTo>
                    <a:pt x="241554" y="469011"/>
                  </a:lnTo>
                  <a:lnTo>
                    <a:pt x="182023" y="485585"/>
                  </a:lnTo>
                  <a:lnTo>
                    <a:pt x="159925" y="438626"/>
                  </a:lnTo>
                  <a:lnTo>
                    <a:pt x="115538" y="377666"/>
                  </a:lnTo>
                  <a:lnTo>
                    <a:pt x="93345" y="363093"/>
                  </a:lnTo>
                  <a:lnTo>
                    <a:pt x="69437" y="371475"/>
                  </a:lnTo>
                  <a:lnTo>
                    <a:pt x="66865" y="367570"/>
                  </a:lnTo>
                  <a:lnTo>
                    <a:pt x="64770" y="364427"/>
                  </a:lnTo>
                  <a:lnTo>
                    <a:pt x="60007" y="357188"/>
                  </a:lnTo>
                  <a:lnTo>
                    <a:pt x="55054" y="349663"/>
                  </a:lnTo>
                  <a:lnTo>
                    <a:pt x="52578" y="345757"/>
                  </a:lnTo>
                  <a:lnTo>
                    <a:pt x="48578" y="339566"/>
                  </a:lnTo>
                  <a:lnTo>
                    <a:pt x="43529" y="329851"/>
                  </a:lnTo>
                  <a:lnTo>
                    <a:pt x="48863" y="322136"/>
                  </a:lnTo>
                  <a:lnTo>
                    <a:pt x="34099" y="303657"/>
                  </a:lnTo>
                  <a:lnTo>
                    <a:pt x="29337" y="294608"/>
                  </a:lnTo>
                  <a:lnTo>
                    <a:pt x="10096" y="278987"/>
                  </a:lnTo>
                  <a:lnTo>
                    <a:pt x="10096" y="269462"/>
                  </a:lnTo>
                  <a:lnTo>
                    <a:pt x="10096" y="268891"/>
                  </a:lnTo>
                  <a:lnTo>
                    <a:pt x="10192" y="266700"/>
                  </a:lnTo>
                  <a:lnTo>
                    <a:pt x="10096" y="264414"/>
                  </a:lnTo>
                  <a:lnTo>
                    <a:pt x="6667" y="254508"/>
                  </a:lnTo>
                  <a:lnTo>
                    <a:pt x="5715" y="251746"/>
                  </a:lnTo>
                  <a:lnTo>
                    <a:pt x="95" y="242888"/>
                  </a:lnTo>
                  <a:lnTo>
                    <a:pt x="5239" y="237363"/>
                  </a:lnTo>
                  <a:lnTo>
                    <a:pt x="6572" y="235268"/>
                  </a:lnTo>
                  <a:lnTo>
                    <a:pt x="16573" y="219170"/>
                  </a:lnTo>
                  <a:lnTo>
                    <a:pt x="9620" y="165449"/>
                  </a:lnTo>
                  <a:lnTo>
                    <a:pt x="0" y="128683"/>
                  </a:lnTo>
                  <a:lnTo>
                    <a:pt x="12763" y="119634"/>
                  </a:lnTo>
                  <a:lnTo>
                    <a:pt x="13240" y="119253"/>
                  </a:lnTo>
                  <a:lnTo>
                    <a:pt x="23717" y="111538"/>
                  </a:lnTo>
                  <a:lnTo>
                    <a:pt x="32671" y="104965"/>
                  </a:lnTo>
                  <a:lnTo>
                    <a:pt x="34385" y="103537"/>
                  </a:lnTo>
                  <a:lnTo>
                    <a:pt x="47815" y="92488"/>
                  </a:lnTo>
                  <a:lnTo>
                    <a:pt x="60484" y="76486"/>
                  </a:lnTo>
                  <a:lnTo>
                    <a:pt x="170116" y="11716"/>
                  </a:lnTo>
                  <a:lnTo>
                    <a:pt x="178117" y="7811"/>
                  </a:lnTo>
                  <a:lnTo>
                    <a:pt x="186309" y="5144"/>
                  </a:lnTo>
                  <a:lnTo>
                    <a:pt x="220789" y="0"/>
                  </a:lnTo>
                  <a:lnTo>
                    <a:pt x="229076" y="37529"/>
                  </a:lnTo>
                  <a:lnTo>
                    <a:pt x="232600" y="51911"/>
                  </a:lnTo>
                  <a:lnTo>
                    <a:pt x="237458" y="71438"/>
                  </a:lnTo>
                  <a:lnTo>
                    <a:pt x="240887" y="85249"/>
                  </a:lnTo>
                  <a:lnTo>
                    <a:pt x="250888" y="91154"/>
                  </a:lnTo>
                  <a:lnTo>
                    <a:pt x="251555" y="91154"/>
                  </a:lnTo>
                  <a:lnTo>
                    <a:pt x="280892" y="8572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8" name="서울특별시 서초구 서초4동">
              <a:extLst>
                <a:ext uri="{FF2B5EF4-FFF2-40B4-BE49-F238E27FC236}">
                  <a16:creationId xmlns:a16="http://schemas.microsoft.com/office/drawing/2014/main" id="{B34ED0FC-0DF3-EB77-68B0-2634A7E5F048}"/>
                </a:ext>
              </a:extLst>
            </p:cNvPr>
            <p:cNvSpPr/>
            <p:nvPr/>
          </p:nvSpPr>
          <p:spPr>
            <a:xfrm>
              <a:off x="6793325" y="4525422"/>
              <a:ext cx="276510" cy="190404"/>
            </a:xfrm>
            <a:custGeom>
              <a:avLst/>
              <a:gdLst>
                <a:gd name="connsiteX0" fmla="*/ 276511 w 276510"/>
                <a:gd name="connsiteY0" fmla="*/ 118872 h 190404"/>
                <a:gd name="connsiteX1" fmla="*/ 161258 w 276510"/>
                <a:gd name="connsiteY1" fmla="*/ 154305 h 190404"/>
                <a:gd name="connsiteX2" fmla="*/ 61341 w 276510"/>
                <a:gd name="connsiteY2" fmla="*/ 184976 h 190404"/>
                <a:gd name="connsiteX3" fmla="*/ 32004 w 276510"/>
                <a:gd name="connsiteY3" fmla="*/ 190405 h 190404"/>
                <a:gd name="connsiteX4" fmla="*/ 31337 w 276510"/>
                <a:gd name="connsiteY4" fmla="*/ 190405 h 190404"/>
                <a:gd name="connsiteX5" fmla="*/ 21336 w 276510"/>
                <a:gd name="connsiteY5" fmla="*/ 184500 h 190404"/>
                <a:gd name="connsiteX6" fmla="*/ 17907 w 276510"/>
                <a:gd name="connsiteY6" fmla="*/ 170688 h 190404"/>
                <a:gd name="connsiteX7" fmla="*/ 13049 w 276510"/>
                <a:gd name="connsiteY7" fmla="*/ 151162 h 190404"/>
                <a:gd name="connsiteX8" fmla="*/ 9525 w 276510"/>
                <a:gd name="connsiteY8" fmla="*/ 136779 h 190404"/>
                <a:gd name="connsiteX9" fmla="*/ 1238 w 276510"/>
                <a:gd name="connsiteY9" fmla="*/ 99251 h 190404"/>
                <a:gd name="connsiteX10" fmla="*/ 0 w 276510"/>
                <a:gd name="connsiteY10" fmla="*/ 93345 h 190404"/>
                <a:gd name="connsiteX11" fmla="*/ 22384 w 276510"/>
                <a:gd name="connsiteY11" fmla="*/ 88678 h 190404"/>
                <a:gd name="connsiteX12" fmla="*/ 99155 w 276510"/>
                <a:gd name="connsiteY12" fmla="*/ 67818 h 190404"/>
                <a:gd name="connsiteX13" fmla="*/ 114014 w 276510"/>
                <a:gd name="connsiteY13" fmla="*/ 30575 h 190404"/>
                <a:gd name="connsiteX14" fmla="*/ 157639 w 276510"/>
                <a:gd name="connsiteY14" fmla="*/ 19336 h 190404"/>
                <a:gd name="connsiteX15" fmla="*/ 203930 w 276510"/>
                <a:gd name="connsiteY15" fmla="*/ 4953 h 190404"/>
                <a:gd name="connsiteX16" fmla="*/ 219646 w 276510"/>
                <a:gd name="connsiteY16" fmla="*/ 0 h 190404"/>
                <a:gd name="connsiteX17" fmla="*/ 255746 w 276510"/>
                <a:gd name="connsiteY17" fmla="*/ 75248 h 190404"/>
                <a:gd name="connsiteX18" fmla="*/ 276511 w 276510"/>
                <a:gd name="connsiteY18" fmla="*/ 118872 h 19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6510" h="190404">
                  <a:moveTo>
                    <a:pt x="276511" y="118872"/>
                  </a:moveTo>
                  <a:lnTo>
                    <a:pt x="161258" y="154305"/>
                  </a:lnTo>
                  <a:lnTo>
                    <a:pt x="61341" y="184976"/>
                  </a:lnTo>
                  <a:lnTo>
                    <a:pt x="32004" y="190405"/>
                  </a:lnTo>
                  <a:lnTo>
                    <a:pt x="31337" y="190405"/>
                  </a:lnTo>
                  <a:lnTo>
                    <a:pt x="21336" y="184500"/>
                  </a:lnTo>
                  <a:lnTo>
                    <a:pt x="17907" y="170688"/>
                  </a:lnTo>
                  <a:lnTo>
                    <a:pt x="13049" y="151162"/>
                  </a:lnTo>
                  <a:lnTo>
                    <a:pt x="9525" y="136779"/>
                  </a:lnTo>
                  <a:lnTo>
                    <a:pt x="1238" y="99251"/>
                  </a:lnTo>
                  <a:lnTo>
                    <a:pt x="0" y="93345"/>
                  </a:lnTo>
                  <a:lnTo>
                    <a:pt x="22384" y="88678"/>
                  </a:lnTo>
                  <a:lnTo>
                    <a:pt x="99155" y="67818"/>
                  </a:lnTo>
                  <a:lnTo>
                    <a:pt x="114014" y="30575"/>
                  </a:lnTo>
                  <a:lnTo>
                    <a:pt x="157639" y="19336"/>
                  </a:lnTo>
                  <a:lnTo>
                    <a:pt x="203930" y="4953"/>
                  </a:lnTo>
                  <a:lnTo>
                    <a:pt x="219646" y="0"/>
                  </a:lnTo>
                  <a:lnTo>
                    <a:pt x="255746" y="75248"/>
                  </a:lnTo>
                  <a:lnTo>
                    <a:pt x="276511" y="11887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9" name="서울특별시 서초구 잠원동">
              <a:extLst>
                <a:ext uri="{FF2B5EF4-FFF2-40B4-BE49-F238E27FC236}">
                  <a16:creationId xmlns:a16="http://schemas.microsoft.com/office/drawing/2014/main" id="{9CF5443E-BAEF-131F-6B32-C3F29C4E3F3C}"/>
                </a:ext>
              </a:extLst>
            </p:cNvPr>
            <p:cNvSpPr/>
            <p:nvPr/>
          </p:nvSpPr>
          <p:spPr>
            <a:xfrm>
              <a:off x="6649116" y="4102608"/>
              <a:ext cx="306038" cy="354139"/>
            </a:xfrm>
            <a:custGeom>
              <a:avLst/>
              <a:gdLst>
                <a:gd name="connsiteX0" fmla="*/ 272224 w 306038"/>
                <a:gd name="connsiteY0" fmla="*/ 214979 h 354139"/>
                <a:gd name="connsiteX1" fmla="*/ 279749 w 306038"/>
                <a:gd name="connsiteY1" fmla="*/ 232124 h 354139"/>
                <a:gd name="connsiteX2" fmla="*/ 306038 w 306038"/>
                <a:gd name="connsiteY2" fmla="*/ 302323 h 354139"/>
                <a:gd name="connsiteX3" fmla="*/ 288703 w 306038"/>
                <a:gd name="connsiteY3" fmla="*/ 308896 h 354139"/>
                <a:gd name="connsiteX4" fmla="*/ 130492 w 306038"/>
                <a:gd name="connsiteY4" fmla="*/ 354139 h 354139"/>
                <a:gd name="connsiteX5" fmla="*/ 131159 w 306038"/>
                <a:gd name="connsiteY5" fmla="*/ 338709 h 354139"/>
                <a:gd name="connsiteX6" fmla="*/ 89535 w 306038"/>
                <a:gd name="connsiteY6" fmla="*/ 278035 h 354139"/>
                <a:gd name="connsiteX7" fmla="*/ 84106 w 306038"/>
                <a:gd name="connsiteY7" fmla="*/ 272415 h 354139"/>
                <a:gd name="connsiteX8" fmla="*/ 75914 w 306038"/>
                <a:gd name="connsiteY8" fmla="*/ 264128 h 354139"/>
                <a:gd name="connsiteX9" fmla="*/ 73914 w 306038"/>
                <a:gd name="connsiteY9" fmla="*/ 265081 h 354139"/>
                <a:gd name="connsiteX10" fmla="*/ 59436 w 306038"/>
                <a:gd name="connsiteY10" fmla="*/ 272224 h 354139"/>
                <a:gd name="connsiteX11" fmla="*/ 52578 w 306038"/>
                <a:gd name="connsiteY11" fmla="*/ 276701 h 354139"/>
                <a:gd name="connsiteX12" fmla="*/ 42291 w 306038"/>
                <a:gd name="connsiteY12" fmla="*/ 259461 h 354139"/>
                <a:gd name="connsiteX13" fmla="*/ 49911 w 306038"/>
                <a:gd name="connsiteY13" fmla="*/ 251746 h 354139"/>
                <a:gd name="connsiteX14" fmla="*/ 50387 w 306038"/>
                <a:gd name="connsiteY14" fmla="*/ 251270 h 354139"/>
                <a:gd name="connsiteX15" fmla="*/ 55054 w 306038"/>
                <a:gd name="connsiteY15" fmla="*/ 246793 h 354139"/>
                <a:gd name="connsiteX16" fmla="*/ 57436 w 306038"/>
                <a:gd name="connsiteY16" fmla="*/ 245650 h 354139"/>
                <a:gd name="connsiteX17" fmla="*/ 58483 w 306038"/>
                <a:gd name="connsiteY17" fmla="*/ 244888 h 354139"/>
                <a:gd name="connsiteX18" fmla="*/ 59341 w 306038"/>
                <a:gd name="connsiteY18" fmla="*/ 244030 h 354139"/>
                <a:gd name="connsiteX19" fmla="*/ 69056 w 306038"/>
                <a:gd name="connsiteY19" fmla="*/ 234315 h 354139"/>
                <a:gd name="connsiteX20" fmla="*/ 81058 w 306038"/>
                <a:gd name="connsiteY20" fmla="*/ 221171 h 354139"/>
                <a:gd name="connsiteX21" fmla="*/ 68199 w 306038"/>
                <a:gd name="connsiteY21" fmla="*/ 212312 h 354139"/>
                <a:gd name="connsiteX22" fmla="*/ 67056 w 306038"/>
                <a:gd name="connsiteY22" fmla="*/ 211455 h 354139"/>
                <a:gd name="connsiteX23" fmla="*/ 63246 w 306038"/>
                <a:gd name="connsiteY23" fmla="*/ 207931 h 354139"/>
                <a:gd name="connsiteX24" fmla="*/ 55436 w 306038"/>
                <a:gd name="connsiteY24" fmla="*/ 200596 h 354139"/>
                <a:gd name="connsiteX25" fmla="*/ 0 w 306038"/>
                <a:gd name="connsiteY25" fmla="*/ 137446 h 354139"/>
                <a:gd name="connsiteX26" fmla="*/ 64294 w 306038"/>
                <a:gd name="connsiteY26" fmla="*/ 58960 h 354139"/>
                <a:gd name="connsiteX27" fmla="*/ 134969 w 306038"/>
                <a:gd name="connsiteY27" fmla="*/ 0 h 354139"/>
                <a:gd name="connsiteX28" fmla="*/ 184499 w 306038"/>
                <a:gd name="connsiteY28" fmla="*/ 42291 h 354139"/>
                <a:gd name="connsiteX29" fmla="*/ 220980 w 306038"/>
                <a:gd name="connsiteY29" fmla="*/ 80963 h 354139"/>
                <a:gd name="connsiteX30" fmla="*/ 229267 w 306038"/>
                <a:gd name="connsiteY30" fmla="*/ 89821 h 354139"/>
                <a:gd name="connsiteX31" fmla="*/ 231648 w 306038"/>
                <a:gd name="connsiteY31" fmla="*/ 93250 h 354139"/>
                <a:gd name="connsiteX32" fmla="*/ 238982 w 306038"/>
                <a:gd name="connsiteY32" fmla="*/ 104299 h 354139"/>
                <a:gd name="connsiteX33" fmla="*/ 245745 w 306038"/>
                <a:gd name="connsiteY33" fmla="*/ 118586 h 354139"/>
                <a:gd name="connsiteX34" fmla="*/ 251270 w 306038"/>
                <a:gd name="connsiteY34" fmla="*/ 132779 h 354139"/>
                <a:gd name="connsiteX35" fmla="*/ 262699 w 306038"/>
                <a:gd name="connsiteY35" fmla="*/ 168021 h 354139"/>
                <a:gd name="connsiteX36" fmla="*/ 264700 w 306038"/>
                <a:gd name="connsiteY36" fmla="*/ 174117 h 354139"/>
                <a:gd name="connsiteX37" fmla="*/ 272891 w 306038"/>
                <a:gd name="connsiteY37" fmla="*/ 208502 h 354139"/>
                <a:gd name="connsiteX38" fmla="*/ 272224 w 306038"/>
                <a:gd name="connsiteY38" fmla="*/ 214979 h 35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06038" h="354139">
                  <a:moveTo>
                    <a:pt x="272224" y="214979"/>
                  </a:moveTo>
                  <a:lnTo>
                    <a:pt x="279749" y="232124"/>
                  </a:lnTo>
                  <a:lnTo>
                    <a:pt x="306038" y="302323"/>
                  </a:lnTo>
                  <a:lnTo>
                    <a:pt x="288703" y="308896"/>
                  </a:lnTo>
                  <a:lnTo>
                    <a:pt x="130492" y="354139"/>
                  </a:lnTo>
                  <a:lnTo>
                    <a:pt x="131159" y="338709"/>
                  </a:lnTo>
                  <a:lnTo>
                    <a:pt x="89535" y="278035"/>
                  </a:lnTo>
                  <a:lnTo>
                    <a:pt x="84106" y="272415"/>
                  </a:lnTo>
                  <a:lnTo>
                    <a:pt x="75914" y="264128"/>
                  </a:lnTo>
                  <a:lnTo>
                    <a:pt x="73914" y="265081"/>
                  </a:lnTo>
                  <a:lnTo>
                    <a:pt x="59436" y="272224"/>
                  </a:lnTo>
                  <a:lnTo>
                    <a:pt x="52578" y="276701"/>
                  </a:lnTo>
                  <a:lnTo>
                    <a:pt x="42291" y="259461"/>
                  </a:lnTo>
                  <a:lnTo>
                    <a:pt x="49911" y="251746"/>
                  </a:lnTo>
                  <a:lnTo>
                    <a:pt x="50387" y="251270"/>
                  </a:lnTo>
                  <a:lnTo>
                    <a:pt x="55054" y="246793"/>
                  </a:lnTo>
                  <a:lnTo>
                    <a:pt x="57436" y="245650"/>
                  </a:lnTo>
                  <a:lnTo>
                    <a:pt x="58483" y="244888"/>
                  </a:lnTo>
                  <a:lnTo>
                    <a:pt x="59341" y="244030"/>
                  </a:lnTo>
                  <a:lnTo>
                    <a:pt x="69056" y="234315"/>
                  </a:lnTo>
                  <a:lnTo>
                    <a:pt x="81058" y="221171"/>
                  </a:lnTo>
                  <a:lnTo>
                    <a:pt x="68199" y="212312"/>
                  </a:lnTo>
                  <a:lnTo>
                    <a:pt x="67056" y="211455"/>
                  </a:lnTo>
                  <a:lnTo>
                    <a:pt x="63246" y="207931"/>
                  </a:lnTo>
                  <a:lnTo>
                    <a:pt x="55436" y="200596"/>
                  </a:lnTo>
                  <a:lnTo>
                    <a:pt x="0" y="137446"/>
                  </a:lnTo>
                  <a:lnTo>
                    <a:pt x="64294" y="58960"/>
                  </a:lnTo>
                  <a:lnTo>
                    <a:pt x="134969" y="0"/>
                  </a:lnTo>
                  <a:lnTo>
                    <a:pt x="184499" y="42291"/>
                  </a:lnTo>
                  <a:lnTo>
                    <a:pt x="220980" y="80963"/>
                  </a:lnTo>
                  <a:lnTo>
                    <a:pt x="229267" y="89821"/>
                  </a:lnTo>
                  <a:lnTo>
                    <a:pt x="231648" y="93250"/>
                  </a:lnTo>
                  <a:lnTo>
                    <a:pt x="238982" y="104299"/>
                  </a:lnTo>
                  <a:lnTo>
                    <a:pt x="245745" y="118586"/>
                  </a:lnTo>
                  <a:lnTo>
                    <a:pt x="251270" y="132779"/>
                  </a:lnTo>
                  <a:lnTo>
                    <a:pt x="262699" y="168021"/>
                  </a:lnTo>
                  <a:lnTo>
                    <a:pt x="264700" y="174117"/>
                  </a:lnTo>
                  <a:lnTo>
                    <a:pt x="272891" y="208502"/>
                  </a:lnTo>
                  <a:lnTo>
                    <a:pt x="272224" y="21497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0" name="서울특별시 서초구 반포본동">
              <a:extLst>
                <a:ext uri="{FF2B5EF4-FFF2-40B4-BE49-F238E27FC236}">
                  <a16:creationId xmlns:a16="http://schemas.microsoft.com/office/drawing/2014/main" id="{7A65835A-4521-685A-38B9-4EA7FAD9FE40}"/>
                </a:ext>
              </a:extLst>
            </p:cNvPr>
            <p:cNvSpPr/>
            <p:nvPr/>
          </p:nvSpPr>
          <p:spPr>
            <a:xfrm>
              <a:off x="6208775" y="4351782"/>
              <a:ext cx="261080" cy="280796"/>
            </a:xfrm>
            <a:custGeom>
              <a:avLst/>
              <a:gdLst>
                <a:gd name="connsiteX0" fmla="*/ 167545 w 261080"/>
                <a:gd name="connsiteY0" fmla="*/ 25241 h 280796"/>
                <a:gd name="connsiteX1" fmla="*/ 183166 w 261080"/>
                <a:gd name="connsiteY1" fmla="*/ 51530 h 280796"/>
                <a:gd name="connsiteX2" fmla="*/ 225266 w 261080"/>
                <a:gd name="connsiteY2" fmla="*/ 124111 h 280796"/>
                <a:gd name="connsiteX3" fmla="*/ 226314 w 261080"/>
                <a:gd name="connsiteY3" fmla="*/ 125921 h 280796"/>
                <a:gd name="connsiteX4" fmla="*/ 219456 w 261080"/>
                <a:gd name="connsiteY4" fmla="*/ 140779 h 280796"/>
                <a:gd name="connsiteX5" fmla="*/ 215170 w 261080"/>
                <a:gd name="connsiteY5" fmla="*/ 149923 h 280796"/>
                <a:gd name="connsiteX6" fmla="*/ 212408 w 261080"/>
                <a:gd name="connsiteY6" fmla="*/ 153257 h 280796"/>
                <a:gd name="connsiteX7" fmla="*/ 211741 w 261080"/>
                <a:gd name="connsiteY7" fmla="*/ 157734 h 280796"/>
                <a:gd name="connsiteX8" fmla="*/ 211931 w 261080"/>
                <a:gd name="connsiteY8" fmla="*/ 158401 h 280796"/>
                <a:gd name="connsiteX9" fmla="*/ 213360 w 261080"/>
                <a:gd name="connsiteY9" fmla="*/ 163735 h 280796"/>
                <a:gd name="connsiteX10" fmla="*/ 231458 w 261080"/>
                <a:gd name="connsiteY10" fmla="*/ 203073 h 280796"/>
                <a:gd name="connsiteX11" fmla="*/ 249936 w 261080"/>
                <a:gd name="connsiteY11" fmla="*/ 203740 h 280796"/>
                <a:gd name="connsiteX12" fmla="*/ 250317 w 261080"/>
                <a:gd name="connsiteY12" fmla="*/ 204406 h 280796"/>
                <a:gd name="connsiteX13" fmla="*/ 253365 w 261080"/>
                <a:gd name="connsiteY13" fmla="*/ 208979 h 280796"/>
                <a:gd name="connsiteX14" fmla="*/ 254508 w 261080"/>
                <a:gd name="connsiteY14" fmla="*/ 210883 h 280796"/>
                <a:gd name="connsiteX15" fmla="*/ 254794 w 261080"/>
                <a:gd name="connsiteY15" fmla="*/ 211455 h 280796"/>
                <a:gd name="connsiteX16" fmla="*/ 258509 w 261080"/>
                <a:gd name="connsiteY16" fmla="*/ 220123 h 280796"/>
                <a:gd name="connsiteX17" fmla="*/ 258794 w 261080"/>
                <a:gd name="connsiteY17" fmla="*/ 220885 h 280796"/>
                <a:gd name="connsiteX18" fmla="*/ 260509 w 261080"/>
                <a:gd name="connsiteY18" fmla="*/ 224885 h 280796"/>
                <a:gd name="connsiteX19" fmla="*/ 260985 w 261080"/>
                <a:gd name="connsiteY19" fmla="*/ 226028 h 280796"/>
                <a:gd name="connsiteX20" fmla="*/ 261080 w 261080"/>
                <a:gd name="connsiteY20" fmla="*/ 226504 h 280796"/>
                <a:gd name="connsiteX21" fmla="*/ 260985 w 261080"/>
                <a:gd name="connsiteY21" fmla="*/ 227266 h 280796"/>
                <a:gd name="connsiteX22" fmla="*/ 260890 w 261080"/>
                <a:gd name="connsiteY22" fmla="*/ 228124 h 280796"/>
                <a:gd name="connsiteX23" fmla="*/ 260795 w 261080"/>
                <a:gd name="connsiteY23" fmla="*/ 228695 h 280796"/>
                <a:gd name="connsiteX24" fmla="*/ 198787 w 261080"/>
                <a:gd name="connsiteY24" fmla="*/ 264414 h 280796"/>
                <a:gd name="connsiteX25" fmla="*/ 180689 w 261080"/>
                <a:gd name="connsiteY25" fmla="*/ 270510 h 280796"/>
                <a:gd name="connsiteX26" fmla="*/ 179927 w 261080"/>
                <a:gd name="connsiteY26" fmla="*/ 270700 h 280796"/>
                <a:gd name="connsiteX27" fmla="*/ 170117 w 261080"/>
                <a:gd name="connsiteY27" fmla="*/ 273367 h 280796"/>
                <a:gd name="connsiteX28" fmla="*/ 160211 w 261080"/>
                <a:gd name="connsiteY28" fmla="*/ 276130 h 280796"/>
                <a:gd name="connsiteX29" fmla="*/ 146780 w 261080"/>
                <a:gd name="connsiteY29" fmla="*/ 279749 h 280796"/>
                <a:gd name="connsiteX30" fmla="*/ 139732 w 261080"/>
                <a:gd name="connsiteY30" fmla="*/ 280797 h 280796"/>
                <a:gd name="connsiteX31" fmla="*/ 123444 w 261080"/>
                <a:gd name="connsiteY31" fmla="*/ 280416 h 280796"/>
                <a:gd name="connsiteX32" fmla="*/ 109919 w 261080"/>
                <a:gd name="connsiteY32" fmla="*/ 273082 h 280796"/>
                <a:gd name="connsiteX33" fmla="*/ 18383 w 261080"/>
                <a:gd name="connsiteY33" fmla="*/ 214122 h 280796"/>
                <a:gd name="connsiteX34" fmla="*/ 10287 w 261080"/>
                <a:gd name="connsiteY34" fmla="*/ 205835 h 280796"/>
                <a:gd name="connsiteX35" fmla="*/ 5620 w 261080"/>
                <a:gd name="connsiteY35" fmla="*/ 195548 h 280796"/>
                <a:gd name="connsiteX36" fmla="*/ 4667 w 261080"/>
                <a:gd name="connsiteY36" fmla="*/ 190405 h 280796"/>
                <a:gd name="connsiteX37" fmla="*/ 3429 w 261080"/>
                <a:gd name="connsiteY37" fmla="*/ 184023 h 280796"/>
                <a:gd name="connsiteX38" fmla="*/ 3238 w 261080"/>
                <a:gd name="connsiteY38" fmla="*/ 182975 h 280796"/>
                <a:gd name="connsiteX39" fmla="*/ 2953 w 261080"/>
                <a:gd name="connsiteY39" fmla="*/ 167830 h 280796"/>
                <a:gd name="connsiteX40" fmla="*/ 0 w 261080"/>
                <a:gd name="connsiteY40" fmla="*/ 35909 h 280796"/>
                <a:gd name="connsiteX41" fmla="*/ 42577 w 261080"/>
                <a:gd name="connsiteY41" fmla="*/ 10763 h 280796"/>
                <a:gd name="connsiteX42" fmla="*/ 88011 w 261080"/>
                <a:gd name="connsiteY42" fmla="*/ 8477 h 280796"/>
                <a:gd name="connsiteX43" fmla="*/ 153829 w 261080"/>
                <a:gd name="connsiteY43" fmla="*/ 0 h 280796"/>
                <a:gd name="connsiteX44" fmla="*/ 167545 w 261080"/>
                <a:gd name="connsiteY44" fmla="*/ 25241 h 2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1080" h="280796">
                  <a:moveTo>
                    <a:pt x="167545" y="25241"/>
                  </a:moveTo>
                  <a:lnTo>
                    <a:pt x="183166" y="51530"/>
                  </a:lnTo>
                  <a:lnTo>
                    <a:pt x="225266" y="124111"/>
                  </a:lnTo>
                  <a:lnTo>
                    <a:pt x="226314" y="125921"/>
                  </a:lnTo>
                  <a:lnTo>
                    <a:pt x="219456" y="140779"/>
                  </a:lnTo>
                  <a:lnTo>
                    <a:pt x="215170" y="149923"/>
                  </a:lnTo>
                  <a:lnTo>
                    <a:pt x="212408" y="153257"/>
                  </a:lnTo>
                  <a:lnTo>
                    <a:pt x="211741" y="157734"/>
                  </a:lnTo>
                  <a:lnTo>
                    <a:pt x="211931" y="158401"/>
                  </a:lnTo>
                  <a:lnTo>
                    <a:pt x="213360" y="163735"/>
                  </a:lnTo>
                  <a:lnTo>
                    <a:pt x="231458" y="203073"/>
                  </a:lnTo>
                  <a:lnTo>
                    <a:pt x="249936" y="203740"/>
                  </a:lnTo>
                  <a:lnTo>
                    <a:pt x="250317" y="204406"/>
                  </a:lnTo>
                  <a:lnTo>
                    <a:pt x="253365" y="208979"/>
                  </a:lnTo>
                  <a:lnTo>
                    <a:pt x="254508" y="210883"/>
                  </a:lnTo>
                  <a:lnTo>
                    <a:pt x="254794" y="211455"/>
                  </a:lnTo>
                  <a:lnTo>
                    <a:pt x="258509" y="220123"/>
                  </a:lnTo>
                  <a:lnTo>
                    <a:pt x="258794" y="220885"/>
                  </a:lnTo>
                  <a:lnTo>
                    <a:pt x="260509" y="224885"/>
                  </a:lnTo>
                  <a:lnTo>
                    <a:pt x="260985" y="226028"/>
                  </a:lnTo>
                  <a:lnTo>
                    <a:pt x="261080" y="226504"/>
                  </a:lnTo>
                  <a:lnTo>
                    <a:pt x="260985" y="227266"/>
                  </a:lnTo>
                  <a:lnTo>
                    <a:pt x="260890" y="228124"/>
                  </a:lnTo>
                  <a:lnTo>
                    <a:pt x="260795" y="228695"/>
                  </a:lnTo>
                  <a:lnTo>
                    <a:pt x="198787" y="264414"/>
                  </a:lnTo>
                  <a:lnTo>
                    <a:pt x="180689" y="270510"/>
                  </a:lnTo>
                  <a:lnTo>
                    <a:pt x="179927" y="270700"/>
                  </a:lnTo>
                  <a:lnTo>
                    <a:pt x="170117" y="273367"/>
                  </a:lnTo>
                  <a:lnTo>
                    <a:pt x="160211" y="276130"/>
                  </a:lnTo>
                  <a:lnTo>
                    <a:pt x="146780" y="279749"/>
                  </a:lnTo>
                  <a:lnTo>
                    <a:pt x="139732" y="280797"/>
                  </a:lnTo>
                  <a:lnTo>
                    <a:pt x="123444" y="280416"/>
                  </a:lnTo>
                  <a:lnTo>
                    <a:pt x="109919" y="273082"/>
                  </a:lnTo>
                  <a:lnTo>
                    <a:pt x="18383" y="214122"/>
                  </a:lnTo>
                  <a:lnTo>
                    <a:pt x="10287" y="205835"/>
                  </a:lnTo>
                  <a:lnTo>
                    <a:pt x="5620" y="195548"/>
                  </a:lnTo>
                  <a:lnTo>
                    <a:pt x="4667" y="190405"/>
                  </a:lnTo>
                  <a:lnTo>
                    <a:pt x="3429" y="184023"/>
                  </a:lnTo>
                  <a:lnTo>
                    <a:pt x="3238" y="182975"/>
                  </a:lnTo>
                  <a:lnTo>
                    <a:pt x="2953" y="167830"/>
                  </a:lnTo>
                  <a:lnTo>
                    <a:pt x="0" y="35909"/>
                  </a:lnTo>
                  <a:lnTo>
                    <a:pt x="42577" y="10763"/>
                  </a:lnTo>
                  <a:lnTo>
                    <a:pt x="88011" y="8477"/>
                  </a:lnTo>
                  <a:lnTo>
                    <a:pt x="153829" y="0"/>
                  </a:lnTo>
                  <a:lnTo>
                    <a:pt x="167545" y="2524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1" name="서울특별시 서초구 반포1동">
              <a:extLst>
                <a:ext uri="{FF2B5EF4-FFF2-40B4-BE49-F238E27FC236}">
                  <a16:creationId xmlns:a16="http://schemas.microsoft.com/office/drawing/2014/main" id="{C9F68458-266C-053D-D767-339A0DB4978F}"/>
                </a:ext>
              </a:extLst>
            </p:cNvPr>
            <p:cNvSpPr/>
            <p:nvPr/>
          </p:nvSpPr>
          <p:spPr>
            <a:xfrm>
              <a:off x="6733984" y="4407408"/>
              <a:ext cx="278987" cy="211359"/>
            </a:xfrm>
            <a:custGeom>
              <a:avLst/>
              <a:gdLst>
                <a:gd name="connsiteX0" fmla="*/ 278511 w 278987"/>
                <a:gd name="connsiteY0" fmla="*/ 117062 h 211359"/>
                <a:gd name="connsiteX1" fmla="*/ 278987 w 278987"/>
                <a:gd name="connsiteY1" fmla="*/ 118015 h 211359"/>
                <a:gd name="connsiteX2" fmla="*/ 263271 w 278987"/>
                <a:gd name="connsiteY2" fmla="*/ 122968 h 211359"/>
                <a:gd name="connsiteX3" fmla="*/ 216979 w 278987"/>
                <a:gd name="connsiteY3" fmla="*/ 137351 h 211359"/>
                <a:gd name="connsiteX4" fmla="*/ 173355 w 278987"/>
                <a:gd name="connsiteY4" fmla="*/ 148590 h 211359"/>
                <a:gd name="connsiteX5" fmla="*/ 158496 w 278987"/>
                <a:gd name="connsiteY5" fmla="*/ 185833 h 211359"/>
                <a:gd name="connsiteX6" fmla="*/ 81724 w 278987"/>
                <a:gd name="connsiteY6" fmla="*/ 206693 h 211359"/>
                <a:gd name="connsiteX7" fmla="*/ 59341 w 278987"/>
                <a:gd name="connsiteY7" fmla="*/ 211360 h 211359"/>
                <a:gd name="connsiteX8" fmla="*/ 51244 w 278987"/>
                <a:gd name="connsiteY8" fmla="*/ 176974 h 211359"/>
                <a:gd name="connsiteX9" fmla="*/ 48863 w 278987"/>
                <a:gd name="connsiteY9" fmla="*/ 166592 h 211359"/>
                <a:gd name="connsiteX10" fmla="*/ 44863 w 278987"/>
                <a:gd name="connsiteY10" fmla="*/ 154877 h 211359"/>
                <a:gd name="connsiteX11" fmla="*/ 44482 w 278987"/>
                <a:gd name="connsiteY11" fmla="*/ 153543 h 211359"/>
                <a:gd name="connsiteX12" fmla="*/ 43720 w 278987"/>
                <a:gd name="connsiteY12" fmla="*/ 152114 h 211359"/>
                <a:gd name="connsiteX13" fmla="*/ 34480 w 278987"/>
                <a:gd name="connsiteY13" fmla="*/ 134303 h 211359"/>
                <a:gd name="connsiteX14" fmla="*/ 30766 w 278987"/>
                <a:gd name="connsiteY14" fmla="*/ 127159 h 211359"/>
                <a:gd name="connsiteX15" fmla="*/ 24574 w 278987"/>
                <a:gd name="connsiteY15" fmla="*/ 115157 h 211359"/>
                <a:gd name="connsiteX16" fmla="*/ 23813 w 278987"/>
                <a:gd name="connsiteY16" fmla="*/ 113729 h 211359"/>
                <a:gd name="connsiteX17" fmla="*/ 16669 w 278987"/>
                <a:gd name="connsiteY17" fmla="*/ 100108 h 211359"/>
                <a:gd name="connsiteX18" fmla="*/ 4763 w 278987"/>
                <a:gd name="connsiteY18" fmla="*/ 77438 h 211359"/>
                <a:gd name="connsiteX19" fmla="*/ 3810 w 278987"/>
                <a:gd name="connsiteY19" fmla="*/ 75533 h 211359"/>
                <a:gd name="connsiteX20" fmla="*/ 0 w 278987"/>
                <a:gd name="connsiteY20" fmla="*/ 68389 h 211359"/>
                <a:gd name="connsiteX21" fmla="*/ 11716 w 278987"/>
                <a:gd name="connsiteY21" fmla="*/ 58864 h 211359"/>
                <a:gd name="connsiteX22" fmla="*/ 45625 w 278987"/>
                <a:gd name="connsiteY22" fmla="*/ 49339 h 211359"/>
                <a:gd name="connsiteX23" fmla="*/ 203835 w 278987"/>
                <a:gd name="connsiteY23" fmla="*/ 4096 h 211359"/>
                <a:gd name="connsiteX24" fmla="*/ 222409 w 278987"/>
                <a:gd name="connsiteY24" fmla="*/ 0 h 211359"/>
                <a:gd name="connsiteX25" fmla="*/ 278511 w 278987"/>
                <a:gd name="connsiteY25" fmla="*/ 117062 h 21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8987" h="211359">
                  <a:moveTo>
                    <a:pt x="278511" y="117062"/>
                  </a:moveTo>
                  <a:lnTo>
                    <a:pt x="278987" y="118015"/>
                  </a:lnTo>
                  <a:lnTo>
                    <a:pt x="263271" y="122968"/>
                  </a:lnTo>
                  <a:lnTo>
                    <a:pt x="216979" y="137351"/>
                  </a:lnTo>
                  <a:lnTo>
                    <a:pt x="173355" y="148590"/>
                  </a:lnTo>
                  <a:lnTo>
                    <a:pt x="158496" y="185833"/>
                  </a:lnTo>
                  <a:lnTo>
                    <a:pt x="81724" y="206693"/>
                  </a:lnTo>
                  <a:lnTo>
                    <a:pt x="59341" y="211360"/>
                  </a:lnTo>
                  <a:lnTo>
                    <a:pt x="51244" y="176974"/>
                  </a:lnTo>
                  <a:lnTo>
                    <a:pt x="48863" y="166592"/>
                  </a:lnTo>
                  <a:lnTo>
                    <a:pt x="44863" y="154877"/>
                  </a:lnTo>
                  <a:lnTo>
                    <a:pt x="44482" y="153543"/>
                  </a:lnTo>
                  <a:lnTo>
                    <a:pt x="43720" y="152114"/>
                  </a:lnTo>
                  <a:lnTo>
                    <a:pt x="34480" y="134303"/>
                  </a:lnTo>
                  <a:lnTo>
                    <a:pt x="30766" y="127159"/>
                  </a:lnTo>
                  <a:lnTo>
                    <a:pt x="24574" y="115157"/>
                  </a:lnTo>
                  <a:lnTo>
                    <a:pt x="23813" y="113729"/>
                  </a:lnTo>
                  <a:lnTo>
                    <a:pt x="16669" y="100108"/>
                  </a:lnTo>
                  <a:lnTo>
                    <a:pt x="4763" y="77438"/>
                  </a:lnTo>
                  <a:lnTo>
                    <a:pt x="3810" y="75533"/>
                  </a:lnTo>
                  <a:lnTo>
                    <a:pt x="0" y="68389"/>
                  </a:lnTo>
                  <a:lnTo>
                    <a:pt x="11716" y="58864"/>
                  </a:lnTo>
                  <a:lnTo>
                    <a:pt x="45625" y="49339"/>
                  </a:lnTo>
                  <a:lnTo>
                    <a:pt x="203835" y="4096"/>
                  </a:lnTo>
                  <a:lnTo>
                    <a:pt x="222409" y="0"/>
                  </a:lnTo>
                  <a:lnTo>
                    <a:pt x="278511" y="11706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2" name="서울특별시 서초구 반포2동">
              <a:extLst>
                <a:ext uri="{FF2B5EF4-FFF2-40B4-BE49-F238E27FC236}">
                  <a16:creationId xmlns:a16="http://schemas.microsoft.com/office/drawing/2014/main" id="{C8C6AEA5-537C-7011-B711-BBF52638C6FF}"/>
                </a:ext>
              </a:extLst>
            </p:cNvPr>
            <p:cNvSpPr/>
            <p:nvPr/>
          </p:nvSpPr>
          <p:spPr>
            <a:xfrm>
              <a:off x="6346793" y="4321968"/>
              <a:ext cx="278511" cy="318801"/>
            </a:xfrm>
            <a:custGeom>
              <a:avLst/>
              <a:gdLst>
                <a:gd name="connsiteX0" fmla="*/ 238887 w 278511"/>
                <a:gd name="connsiteY0" fmla="*/ 189833 h 318801"/>
                <a:gd name="connsiteX1" fmla="*/ 274701 w 278511"/>
                <a:gd name="connsiteY1" fmla="*/ 235458 h 318801"/>
                <a:gd name="connsiteX2" fmla="*/ 277654 w 278511"/>
                <a:gd name="connsiteY2" fmla="*/ 240316 h 318801"/>
                <a:gd name="connsiteX3" fmla="*/ 278511 w 278511"/>
                <a:gd name="connsiteY3" fmla="*/ 246888 h 318801"/>
                <a:gd name="connsiteX4" fmla="*/ 275654 w 278511"/>
                <a:gd name="connsiteY4" fmla="*/ 250127 h 318801"/>
                <a:gd name="connsiteX5" fmla="*/ 246221 w 278511"/>
                <a:gd name="connsiteY5" fmla="*/ 262319 h 318801"/>
                <a:gd name="connsiteX6" fmla="*/ 128588 w 278511"/>
                <a:gd name="connsiteY6" fmla="*/ 309467 h 318801"/>
                <a:gd name="connsiteX7" fmla="*/ 113443 w 278511"/>
                <a:gd name="connsiteY7" fmla="*/ 314515 h 318801"/>
                <a:gd name="connsiteX8" fmla="*/ 100584 w 278511"/>
                <a:gd name="connsiteY8" fmla="*/ 317278 h 318801"/>
                <a:gd name="connsiteX9" fmla="*/ 92774 w 278511"/>
                <a:gd name="connsiteY9" fmla="*/ 318326 h 318801"/>
                <a:gd name="connsiteX10" fmla="*/ 80296 w 278511"/>
                <a:gd name="connsiteY10" fmla="*/ 318706 h 318801"/>
                <a:gd name="connsiteX11" fmla="*/ 53626 w 278511"/>
                <a:gd name="connsiteY11" fmla="*/ 318802 h 318801"/>
                <a:gd name="connsiteX12" fmla="*/ 0 w 278511"/>
                <a:gd name="connsiteY12" fmla="*/ 317373 h 318801"/>
                <a:gd name="connsiteX13" fmla="*/ 1715 w 278511"/>
                <a:gd name="connsiteY13" fmla="*/ 310610 h 318801"/>
                <a:gd name="connsiteX14" fmla="*/ 8763 w 278511"/>
                <a:gd name="connsiteY14" fmla="*/ 309563 h 318801"/>
                <a:gd name="connsiteX15" fmla="*/ 22193 w 278511"/>
                <a:gd name="connsiteY15" fmla="*/ 305943 h 318801"/>
                <a:gd name="connsiteX16" fmla="*/ 32099 w 278511"/>
                <a:gd name="connsiteY16" fmla="*/ 303181 h 318801"/>
                <a:gd name="connsiteX17" fmla="*/ 41910 w 278511"/>
                <a:gd name="connsiteY17" fmla="*/ 300514 h 318801"/>
                <a:gd name="connsiteX18" fmla="*/ 42672 w 278511"/>
                <a:gd name="connsiteY18" fmla="*/ 300323 h 318801"/>
                <a:gd name="connsiteX19" fmla="*/ 60770 w 278511"/>
                <a:gd name="connsiteY19" fmla="*/ 294227 h 318801"/>
                <a:gd name="connsiteX20" fmla="*/ 122777 w 278511"/>
                <a:gd name="connsiteY20" fmla="*/ 258509 h 318801"/>
                <a:gd name="connsiteX21" fmla="*/ 122873 w 278511"/>
                <a:gd name="connsiteY21" fmla="*/ 257937 h 318801"/>
                <a:gd name="connsiteX22" fmla="*/ 122968 w 278511"/>
                <a:gd name="connsiteY22" fmla="*/ 257080 h 318801"/>
                <a:gd name="connsiteX23" fmla="*/ 123063 w 278511"/>
                <a:gd name="connsiteY23" fmla="*/ 256318 h 318801"/>
                <a:gd name="connsiteX24" fmla="*/ 122968 w 278511"/>
                <a:gd name="connsiteY24" fmla="*/ 255841 h 318801"/>
                <a:gd name="connsiteX25" fmla="*/ 122492 w 278511"/>
                <a:gd name="connsiteY25" fmla="*/ 254698 h 318801"/>
                <a:gd name="connsiteX26" fmla="*/ 120777 w 278511"/>
                <a:gd name="connsiteY26" fmla="*/ 250698 h 318801"/>
                <a:gd name="connsiteX27" fmla="*/ 120491 w 278511"/>
                <a:gd name="connsiteY27" fmla="*/ 249936 h 318801"/>
                <a:gd name="connsiteX28" fmla="*/ 116777 w 278511"/>
                <a:gd name="connsiteY28" fmla="*/ 241268 h 318801"/>
                <a:gd name="connsiteX29" fmla="*/ 116491 w 278511"/>
                <a:gd name="connsiteY29" fmla="*/ 240697 h 318801"/>
                <a:gd name="connsiteX30" fmla="*/ 115348 w 278511"/>
                <a:gd name="connsiteY30" fmla="*/ 238792 h 318801"/>
                <a:gd name="connsiteX31" fmla="*/ 112300 w 278511"/>
                <a:gd name="connsiteY31" fmla="*/ 234220 h 318801"/>
                <a:gd name="connsiteX32" fmla="*/ 111919 w 278511"/>
                <a:gd name="connsiteY32" fmla="*/ 233553 h 318801"/>
                <a:gd name="connsiteX33" fmla="*/ 93441 w 278511"/>
                <a:gd name="connsiteY33" fmla="*/ 232886 h 318801"/>
                <a:gd name="connsiteX34" fmla="*/ 75343 w 278511"/>
                <a:gd name="connsiteY34" fmla="*/ 193548 h 318801"/>
                <a:gd name="connsiteX35" fmla="*/ 73914 w 278511"/>
                <a:gd name="connsiteY35" fmla="*/ 188214 h 318801"/>
                <a:gd name="connsiteX36" fmla="*/ 73724 w 278511"/>
                <a:gd name="connsiteY36" fmla="*/ 187547 h 318801"/>
                <a:gd name="connsiteX37" fmla="*/ 74391 w 278511"/>
                <a:gd name="connsiteY37" fmla="*/ 183071 h 318801"/>
                <a:gd name="connsiteX38" fmla="*/ 77153 w 278511"/>
                <a:gd name="connsiteY38" fmla="*/ 179737 h 318801"/>
                <a:gd name="connsiteX39" fmla="*/ 81439 w 278511"/>
                <a:gd name="connsiteY39" fmla="*/ 170593 h 318801"/>
                <a:gd name="connsiteX40" fmla="*/ 88297 w 278511"/>
                <a:gd name="connsiteY40" fmla="*/ 155734 h 318801"/>
                <a:gd name="connsiteX41" fmla="*/ 87249 w 278511"/>
                <a:gd name="connsiteY41" fmla="*/ 153924 h 318801"/>
                <a:gd name="connsiteX42" fmla="*/ 45149 w 278511"/>
                <a:gd name="connsiteY42" fmla="*/ 81344 h 318801"/>
                <a:gd name="connsiteX43" fmla="*/ 29528 w 278511"/>
                <a:gd name="connsiteY43" fmla="*/ 55054 h 318801"/>
                <a:gd name="connsiteX44" fmla="*/ 148495 w 278511"/>
                <a:gd name="connsiteY44" fmla="*/ 0 h 318801"/>
                <a:gd name="connsiteX45" fmla="*/ 193072 w 278511"/>
                <a:gd name="connsiteY45" fmla="*/ 92869 h 318801"/>
                <a:gd name="connsiteX46" fmla="*/ 214217 w 278511"/>
                <a:gd name="connsiteY46" fmla="*/ 135922 h 318801"/>
                <a:gd name="connsiteX47" fmla="*/ 227076 w 278511"/>
                <a:gd name="connsiteY47" fmla="*/ 163259 h 318801"/>
                <a:gd name="connsiteX48" fmla="*/ 231648 w 278511"/>
                <a:gd name="connsiteY48" fmla="*/ 173069 h 318801"/>
                <a:gd name="connsiteX49" fmla="*/ 238887 w 278511"/>
                <a:gd name="connsiteY49" fmla="*/ 189833 h 318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78511" h="318801">
                  <a:moveTo>
                    <a:pt x="238887" y="189833"/>
                  </a:moveTo>
                  <a:lnTo>
                    <a:pt x="274701" y="235458"/>
                  </a:lnTo>
                  <a:lnTo>
                    <a:pt x="277654" y="240316"/>
                  </a:lnTo>
                  <a:lnTo>
                    <a:pt x="278511" y="246888"/>
                  </a:lnTo>
                  <a:lnTo>
                    <a:pt x="275654" y="250127"/>
                  </a:lnTo>
                  <a:lnTo>
                    <a:pt x="246221" y="262319"/>
                  </a:lnTo>
                  <a:lnTo>
                    <a:pt x="128588" y="309467"/>
                  </a:lnTo>
                  <a:lnTo>
                    <a:pt x="113443" y="314515"/>
                  </a:lnTo>
                  <a:lnTo>
                    <a:pt x="100584" y="317278"/>
                  </a:lnTo>
                  <a:lnTo>
                    <a:pt x="92774" y="318326"/>
                  </a:lnTo>
                  <a:lnTo>
                    <a:pt x="80296" y="318706"/>
                  </a:lnTo>
                  <a:lnTo>
                    <a:pt x="53626" y="318802"/>
                  </a:lnTo>
                  <a:lnTo>
                    <a:pt x="0" y="317373"/>
                  </a:lnTo>
                  <a:lnTo>
                    <a:pt x="1715" y="310610"/>
                  </a:lnTo>
                  <a:lnTo>
                    <a:pt x="8763" y="309563"/>
                  </a:lnTo>
                  <a:lnTo>
                    <a:pt x="22193" y="305943"/>
                  </a:lnTo>
                  <a:lnTo>
                    <a:pt x="32099" y="303181"/>
                  </a:lnTo>
                  <a:lnTo>
                    <a:pt x="41910" y="300514"/>
                  </a:lnTo>
                  <a:lnTo>
                    <a:pt x="42672" y="300323"/>
                  </a:lnTo>
                  <a:lnTo>
                    <a:pt x="60770" y="294227"/>
                  </a:lnTo>
                  <a:lnTo>
                    <a:pt x="122777" y="258509"/>
                  </a:lnTo>
                  <a:lnTo>
                    <a:pt x="122873" y="257937"/>
                  </a:lnTo>
                  <a:lnTo>
                    <a:pt x="122968" y="257080"/>
                  </a:lnTo>
                  <a:lnTo>
                    <a:pt x="123063" y="256318"/>
                  </a:lnTo>
                  <a:lnTo>
                    <a:pt x="122968" y="255841"/>
                  </a:lnTo>
                  <a:lnTo>
                    <a:pt x="122492" y="254698"/>
                  </a:lnTo>
                  <a:lnTo>
                    <a:pt x="120777" y="250698"/>
                  </a:lnTo>
                  <a:lnTo>
                    <a:pt x="120491" y="249936"/>
                  </a:lnTo>
                  <a:lnTo>
                    <a:pt x="116777" y="241268"/>
                  </a:lnTo>
                  <a:lnTo>
                    <a:pt x="116491" y="240697"/>
                  </a:lnTo>
                  <a:lnTo>
                    <a:pt x="115348" y="238792"/>
                  </a:lnTo>
                  <a:lnTo>
                    <a:pt x="112300" y="234220"/>
                  </a:lnTo>
                  <a:lnTo>
                    <a:pt x="111919" y="233553"/>
                  </a:lnTo>
                  <a:lnTo>
                    <a:pt x="93441" y="232886"/>
                  </a:lnTo>
                  <a:lnTo>
                    <a:pt x="75343" y="193548"/>
                  </a:lnTo>
                  <a:lnTo>
                    <a:pt x="73914" y="188214"/>
                  </a:lnTo>
                  <a:lnTo>
                    <a:pt x="73724" y="187547"/>
                  </a:lnTo>
                  <a:lnTo>
                    <a:pt x="74391" y="183071"/>
                  </a:lnTo>
                  <a:lnTo>
                    <a:pt x="77153" y="179737"/>
                  </a:lnTo>
                  <a:lnTo>
                    <a:pt x="81439" y="170593"/>
                  </a:lnTo>
                  <a:lnTo>
                    <a:pt x="88297" y="155734"/>
                  </a:lnTo>
                  <a:lnTo>
                    <a:pt x="87249" y="153924"/>
                  </a:lnTo>
                  <a:lnTo>
                    <a:pt x="45149" y="81344"/>
                  </a:lnTo>
                  <a:lnTo>
                    <a:pt x="29528" y="55054"/>
                  </a:lnTo>
                  <a:lnTo>
                    <a:pt x="148495" y="0"/>
                  </a:lnTo>
                  <a:lnTo>
                    <a:pt x="193072" y="92869"/>
                  </a:lnTo>
                  <a:lnTo>
                    <a:pt x="214217" y="135922"/>
                  </a:lnTo>
                  <a:lnTo>
                    <a:pt x="227076" y="163259"/>
                  </a:lnTo>
                  <a:lnTo>
                    <a:pt x="231648" y="173069"/>
                  </a:lnTo>
                  <a:lnTo>
                    <a:pt x="238887" y="18983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93" name="서울특별시 서초구 반포3동">
              <a:extLst>
                <a:ext uri="{FF2B5EF4-FFF2-40B4-BE49-F238E27FC236}">
                  <a16:creationId xmlns:a16="http://schemas.microsoft.com/office/drawing/2014/main" id="{B1EF3AE0-F942-5394-8141-AE913116293D}"/>
                </a:ext>
              </a:extLst>
            </p:cNvPr>
            <p:cNvSpPr/>
            <p:nvPr/>
          </p:nvSpPr>
          <p:spPr>
            <a:xfrm>
              <a:off x="6495288" y="4240053"/>
              <a:ext cx="284987" cy="271748"/>
            </a:xfrm>
            <a:custGeom>
              <a:avLst/>
              <a:gdLst>
                <a:gd name="connsiteX0" fmla="*/ 284321 w 284987"/>
                <a:gd name="connsiteY0" fmla="*/ 216694 h 271748"/>
                <a:gd name="connsiteX1" fmla="*/ 250412 w 284987"/>
                <a:gd name="connsiteY1" fmla="*/ 226219 h 271748"/>
                <a:gd name="connsiteX2" fmla="*/ 90392 w 284987"/>
                <a:gd name="connsiteY2" fmla="*/ 271748 h 271748"/>
                <a:gd name="connsiteX3" fmla="*/ 83153 w 284987"/>
                <a:gd name="connsiteY3" fmla="*/ 254984 h 271748"/>
                <a:gd name="connsiteX4" fmla="*/ 78581 w 284987"/>
                <a:gd name="connsiteY4" fmla="*/ 245174 h 271748"/>
                <a:gd name="connsiteX5" fmla="*/ 65722 w 284987"/>
                <a:gd name="connsiteY5" fmla="*/ 217837 h 271748"/>
                <a:gd name="connsiteX6" fmla="*/ 44577 w 284987"/>
                <a:gd name="connsiteY6" fmla="*/ 174784 h 271748"/>
                <a:gd name="connsiteX7" fmla="*/ 0 w 284987"/>
                <a:gd name="connsiteY7" fmla="*/ 81915 h 271748"/>
                <a:gd name="connsiteX8" fmla="*/ 80581 w 284987"/>
                <a:gd name="connsiteY8" fmla="*/ 41910 h 271748"/>
                <a:gd name="connsiteX9" fmla="*/ 153829 w 284987"/>
                <a:gd name="connsiteY9" fmla="*/ 0 h 271748"/>
                <a:gd name="connsiteX10" fmla="*/ 209264 w 284987"/>
                <a:gd name="connsiteY10" fmla="*/ 63151 h 271748"/>
                <a:gd name="connsiteX11" fmla="*/ 217075 w 284987"/>
                <a:gd name="connsiteY11" fmla="*/ 70485 h 271748"/>
                <a:gd name="connsiteX12" fmla="*/ 220884 w 284987"/>
                <a:gd name="connsiteY12" fmla="*/ 74009 h 271748"/>
                <a:gd name="connsiteX13" fmla="*/ 222028 w 284987"/>
                <a:gd name="connsiteY13" fmla="*/ 74867 h 271748"/>
                <a:gd name="connsiteX14" fmla="*/ 234886 w 284987"/>
                <a:gd name="connsiteY14" fmla="*/ 83725 h 271748"/>
                <a:gd name="connsiteX15" fmla="*/ 222885 w 284987"/>
                <a:gd name="connsiteY15" fmla="*/ 96869 h 271748"/>
                <a:gd name="connsiteX16" fmla="*/ 213169 w 284987"/>
                <a:gd name="connsiteY16" fmla="*/ 106585 h 271748"/>
                <a:gd name="connsiteX17" fmla="*/ 212312 w 284987"/>
                <a:gd name="connsiteY17" fmla="*/ 107442 h 271748"/>
                <a:gd name="connsiteX18" fmla="*/ 211264 w 284987"/>
                <a:gd name="connsiteY18" fmla="*/ 108204 h 271748"/>
                <a:gd name="connsiteX19" fmla="*/ 208883 w 284987"/>
                <a:gd name="connsiteY19" fmla="*/ 109347 h 271748"/>
                <a:gd name="connsiteX20" fmla="*/ 204216 w 284987"/>
                <a:gd name="connsiteY20" fmla="*/ 113824 h 271748"/>
                <a:gd name="connsiteX21" fmla="*/ 203740 w 284987"/>
                <a:gd name="connsiteY21" fmla="*/ 114300 h 271748"/>
                <a:gd name="connsiteX22" fmla="*/ 196120 w 284987"/>
                <a:gd name="connsiteY22" fmla="*/ 122015 h 271748"/>
                <a:gd name="connsiteX23" fmla="*/ 206407 w 284987"/>
                <a:gd name="connsiteY23" fmla="*/ 139255 h 271748"/>
                <a:gd name="connsiteX24" fmla="*/ 213265 w 284987"/>
                <a:gd name="connsiteY24" fmla="*/ 134779 h 271748"/>
                <a:gd name="connsiteX25" fmla="*/ 227743 w 284987"/>
                <a:gd name="connsiteY25" fmla="*/ 127635 h 271748"/>
                <a:gd name="connsiteX26" fmla="*/ 229743 w 284987"/>
                <a:gd name="connsiteY26" fmla="*/ 126683 h 271748"/>
                <a:gd name="connsiteX27" fmla="*/ 237934 w 284987"/>
                <a:gd name="connsiteY27" fmla="*/ 134969 h 271748"/>
                <a:gd name="connsiteX28" fmla="*/ 243364 w 284987"/>
                <a:gd name="connsiteY28" fmla="*/ 140589 h 271748"/>
                <a:gd name="connsiteX29" fmla="*/ 284988 w 284987"/>
                <a:gd name="connsiteY29" fmla="*/ 201263 h 271748"/>
                <a:gd name="connsiteX30" fmla="*/ 284321 w 284987"/>
                <a:gd name="connsiteY30" fmla="*/ 216694 h 27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84987" h="271748">
                  <a:moveTo>
                    <a:pt x="284321" y="216694"/>
                  </a:moveTo>
                  <a:lnTo>
                    <a:pt x="250412" y="226219"/>
                  </a:lnTo>
                  <a:lnTo>
                    <a:pt x="90392" y="271748"/>
                  </a:lnTo>
                  <a:lnTo>
                    <a:pt x="83153" y="254984"/>
                  </a:lnTo>
                  <a:lnTo>
                    <a:pt x="78581" y="245174"/>
                  </a:lnTo>
                  <a:lnTo>
                    <a:pt x="65722" y="217837"/>
                  </a:lnTo>
                  <a:lnTo>
                    <a:pt x="44577" y="174784"/>
                  </a:lnTo>
                  <a:lnTo>
                    <a:pt x="0" y="81915"/>
                  </a:lnTo>
                  <a:lnTo>
                    <a:pt x="80581" y="41910"/>
                  </a:lnTo>
                  <a:lnTo>
                    <a:pt x="153829" y="0"/>
                  </a:lnTo>
                  <a:lnTo>
                    <a:pt x="209264" y="63151"/>
                  </a:lnTo>
                  <a:lnTo>
                    <a:pt x="217075" y="70485"/>
                  </a:lnTo>
                  <a:lnTo>
                    <a:pt x="220884" y="74009"/>
                  </a:lnTo>
                  <a:lnTo>
                    <a:pt x="222028" y="74867"/>
                  </a:lnTo>
                  <a:lnTo>
                    <a:pt x="234886" y="83725"/>
                  </a:lnTo>
                  <a:lnTo>
                    <a:pt x="222885" y="96869"/>
                  </a:lnTo>
                  <a:lnTo>
                    <a:pt x="213169" y="106585"/>
                  </a:lnTo>
                  <a:lnTo>
                    <a:pt x="212312" y="107442"/>
                  </a:lnTo>
                  <a:lnTo>
                    <a:pt x="211264" y="108204"/>
                  </a:lnTo>
                  <a:lnTo>
                    <a:pt x="208883" y="109347"/>
                  </a:lnTo>
                  <a:lnTo>
                    <a:pt x="204216" y="113824"/>
                  </a:lnTo>
                  <a:lnTo>
                    <a:pt x="203740" y="114300"/>
                  </a:lnTo>
                  <a:lnTo>
                    <a:pt x="196120" y="122015"/>
                  </a:lnTo>
                  <a:lnTo>
                    <a:pt x="206407" y="139255"/>
                  </a:lnTo>
                  <a:lnTo>
                    <a:pt x="213265" y="134779"/>
                  </a:lnTo>
                  <a:lnTo>
                    <a:pt x="227743" y="127635"/>
                  </a:lnTo>
                  <a:lnTo>
                    <a:pt x="229743" y="126683"/>
                  </a:lnTo>
                  <a:lnTo>
                    <a:pt x="237934" y="134969"/>
                  </a:lnTo>
                  <a:lnTo>
                    <a:pt x="243364" y="140589"/>
                  </a:lnTo>
                  <a:lnTo>
                    <a:pt x="284988" y="201263"/>
                  </a:lnTo>
                  <a:lnTo>
                    <a:pt x="284321" y="21669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4" name="서울특별시 서초구 반포4동">
              <a:extLst>
                <a:ext uri="{FF2B5EF4-FFF2-40B4-BE49-F238E27FC236}">
                  <a16:creationId xmlns:a16="http://schemas.microsoft.com/office/drawing/2014/main" id="{39DC193A-CC10-1070-CE58-63FBE29180FA}"/>
                </a:ext>
              </a:extLst>
            </p:cNvPr>
            <p:cNvSpPr/>
            <p:nvPr/>
          </p:nvSpPr>
          <p:spPr>
            <a:xfrm>
              <a:off x="6400418" y="4466272"/>
              <a:ext cx="394144" cy="287083"/>
            </a:xfrm>
            <a:custGeom>
              <a:avLst/>
              <a:gdLst>
                <a:gd name="connsiteX0" fmla="*/ 392906 w 394144"/>
                <a:gd name="connsiteY0" fmla="*/ 152495 h 287083"/>
                <a:gd name="connsiteX1" fmla="*/ 394145 w 394144"/>
                <a:gd name="connsiteY1" fmla="*/ 158401 h 287083"/>
                <a:gd name="connsiteX2" fmla="*/ 359664 w 394144"/>
                <a:gd name="connsiteY2" fmla="*/ 163544 h 287083"/>
                <a:gd name="connsiteX3" fmla="*/ 351472 w 394144"/>
                <a:gd name="connsiteY3" fmla="*/ 166211 h 287083"/>
                <a:gd name="connsiteX4" fmla="*/ 343471 w 394144"/>
                <a:gd name="connsiteY4" fmla="*/ 170117 h 287083"/>
                <a:gd name="connsiteX5" fmla="*/ 233839 w 394144"/>
                <a:gd name="connsiteY5" fmla="*/ 234887 h 287083"/>
                <a:gd name="connsiteX6" fmla="*/ 221171 w 394144"/>
                <a:gd name="connsiteY6" fmla="*/ 250888 h 287083"/>
                <a:gd name="connsiteX7" fmla="*/ 207740 w 394144"/>
                <a:gd name="connsiteY7" fmla="*/ 261938 h 287083"/>
                <a:gd name="connsiteX8" fmla="*/ 206026 w 394144"/>
                <a:gd name="connsiteY8" fmla="*/ 263366 h 287083"/>
                <a:gd name="connsiteX9" fmla="*/ 197072 w 394144"/>
                <a:gd name="connsiteY9" fmla="*/ 269938 h 287083"/>
                <a:gd name="connsiteX10" fmla="*/ 186595 w 394144"/>
                <a:gd name="connsiteY10" fmla="*/ 277654 h 287083"/>
                <a:gd name="connsiteX11" fmla="*/ 186119 w 394144"/>
                <a:gd name="connsiteY11" fmla="*/ 278035 h 287083"/>
                <a:gd name="connsiteX12" fmla="*/ 173355 w 394144"/>
                <a:gd name="connsiteY12" fmla="*/ 287084 h 287083"/>
                <a:gd name="connsiteX13" fmla="*/ 118491 w 394144"/>
                <a:gd name="connsiteY13" fmla="*/ 255651 h 287083"/>
                <a:gd name="connsiteX14" fmla="*/ 86201 w 394144"/>
                <a:gd name="connsiteY14" fmla="*/ 249555 h 287083"/>
                <a:gd name="connsiteX15" fmla="*/ 85630 w 394144"/>
                <a:gd name="connsiteY15" fmla="*/ 243554 h 287083"/>
                <a:gd name="connsiteX16" fmla="*/ 83820 w 394144"/>
                <a:gd name="connsiteY16" fmla="*/ 236125 h 287083"/>
                <a:gd name="connsiteX17" fmla="*/ 82677 w 394144"/>
                <a:gd name="connsiteY17" fmla="*/ 234601 h 287083"/>
                <a:gd name="connsiteX18" fmla="*/ 81915 w 394144"/>
                <a:gd name="connsiteY18" fmla="*/ 233648 h 287083"/>
                <a:gd name="connsiteX19" fmla="*/ 76105 w 394144"/>
                <a:gd name="connsiteY19" fmla="*/ 225838 h 287083"/>
                <a:gd name="connsiteX20" fmla="*/ 77153 w 394144"/>
                <a:gd name="connsiteY20" fmla="*/ 222790 h 287083"/>
                <a:gd name="connsiteX21" fmla="*/ 78677 w 394144"/>
                <a:gd name="connsiteY21" fmla="*/ 217837 h 287083"/>
                <a:gd name="connsiteX22" fmla="*/ 77915 w 394144"/>
                <a:gd name="connsiteY22" fmla="*/ 216979 h 287083"/>
                <a:gd name="connsiteX23" fmla="*/ 77057 w 394144"/>
                <a:gd name="connsiteY23" fmla="*/ 216122 h 287083"/>
                <a:gd name="connsiteX24" fmla="*/ 74867 w 394144"/>
                <a:gd name="connsiteY24" fmla="*/ 213836 h 287083"/>
                <a:gd name="connsiteX25" fmla="*/ 75057 w 394144"/>
                <a:gd name="connsiteY25" fmla="*/ 212598 h 287083"/>
                <a:gd name="connsiteX26" fmla="*/ 70485 w 394144"/>
                <a:gd name="connsiteY26" fmla="*/ 211455 h 287083"/>
                <a:gd name="connsiteX27" fmla="*/ 69247 w 394144"/>
                <a:gd name="connsiteY27" fmla="*/ 211169 h 287083"/>
                <a:gd name="connsiteX28" fmla="*/ 68580 w 394144"/>
                <a:gd name="connsiteY28" fmla="*/ 211550 h 287083"/>
                <a:gd name="connsiteX29" fmla="*/ 64008 w 394144"/>
                <a:gd name="connsiteY29" fmla="*/ 211550 h 287083"/>
                <a:gd name="connsiteX30" fmla="*/ 62770 w 394144"/>
                <a:gd name="connsiteY30" fmla="*/ 211360 h 287083"/>
                <a:gd name="connsiteX31" fmla="*/ 62103 w 394144"/>
                <a:gd name="connsiteY31" fmla="*/ 211264 h 287083"/>
                <a:gd name="connsiteX32" fmla="*/ 55721 w 394144"/>
                <a:gd name="connsiteY32" fmla="*/ 210503 h 287083"/>
                <a:gd name="connsiteX33" fmla="*/ 52673 w 394144"/>
                <a:gd name="connsiteY33" fmla="*/ 213360 h 287083"/>
                <a:gd name="connsiteX34" fmla="*/ 40672 w 394144"/>
                <a:gd name="connsiteY34" fmla="*/ 207454 h 287083"/>
                <a:gd name="connsiteX35" fmla="*/ 40577 w 394144"/>
                <a:gd name="connsiteY35" fmla="*/ 202121 h 287083"/>
                <a:gd name="connsiteX36" fmla="*/ 37243 w 394144"/>
                <a:gd name="connsiteY36" fmla="*/ 197072 h 287083"/>
                <a:gd name="connsiteX37" fmla="*/ 27813 w 394144"/>
                <a:gd name="connsiteY37" fmla="*/ 194596 h 287083"/>
                <a:gd name="connsiteX38" fmla="*/ 21241 w 394144"/>
                <a:gd name="connsiteY38" fmla="*/ 192977 h 287083"/>
                <a:gd name="connsiteX39" fmla="*/ 20574 w 394144"/>
                <a:gd name="connsiteY39" fmla="*/ 192786 h 287083"/>
                <a:gd name="connsiteX40" fmla="*/ 16383 w 394144"/>
                <a:gd name="connsiteY40" fmla="*/ 192024 h 287083"/>
                <a:gd name="connsiteX41" fmla="*/ 9906 w 394144"/>
                <a:gd name="connsiteY41" fmla="*/ 190976 h 287083"/>
                <a:gd name="connsiteX42" fmla="*/ 3810 w 394144"/>
                <a:gd name="connsiteY42" fmla="*/ 186214 h 287083"/>
                <a:gd name="connsiteX43" fmla="*/ 0 w 394144"/>
                <a:gd name="connsiteY43" fmla="*/ 179546 h 287083"/>
                <a:gd name="connsiteX44" fmla="*/ 0 w 394144"/>
                <a:gd name="connsiteY44" fmla="*/ 175546 h 287083"/>
                <a:gd name="connsiteX45" fmla="*/ 0 w 394144"/>
                <a:gd name="connsiteY45" fmla="*/ 174498 h 287083"/>
                <a:gd name="connsiteX46" fmla="*/ 26670 w 394144"/>
                <a:gd name="connsiteY46" fmla="*/ 174403 h 287083"/>
                <a:gd name="connsiteX47" fmla="*/ 39148 w 394144"/>
                <a:gd name="connsiteY47" fmla="*/ 174022 h 287083"/>
                <a:gd name="connsiteX48" fmla="*/ 46958 w 394144"/>
                <a:gd name="connsiteY48" fmla="*/ 172974 h 287083"/>
                <a:gd name="connsiteX49" fmla="*/ 59817 w 394144"/>
                <a:gd name="connsiteY49" fmla="*/ 170212 h 287083"/>
                <a:gd name="connsiteX50" fmla="*/ 74962 w 394144"/>
                <a:gd name="connsiteY50" fmla="*/ 165163 h 287083"/>
                <a:gd name="connsiteX51" fmla="*/ 192596 w 394144"/>
                <a:gd name="connsiteY51" fmla="*/ 118015 h 287083"/>
                <a:gd name="connsiteX52" fmla="*/ 222028 w 394144"/>
                <a:gd name="connsiteY52" fmla="*/ 105823 h 287083"/>
                <a:gd name="connsiteX53" fmla="*/ 224885 w 394144"/>
                <a:gd name="connsiteY53" fmla="*/ 102584 h 287083"/>
                <a:gd name="connsiteX54" fmla="*/ 224028 w 394144"/>
                <a:gd name="connsiteY54" fmla="*/ 96012 h 287083"/>
                <a:gd name="connsiteX55" fmla="*/ 221075 w 394144"/>
                <a:gd name="connsiteY55" fmla="*/ 91154 h 287083"/>
                <a:gd name="connsiteX56" fmla="*/ 185261 w 394144"/>
                <a:gd name="connsiteY56" fmla="*/ 45529 h 287083"/>
                <a:gd name="connsiteX57" fmla="*/ 345281 w 394144"/>
                <a:gd name="connsiteY57" fmla="*/ 0 h 287083"/>
                <a:gd name="connsiteX58" fmla="*/ 333566 w 394144"/>
                <a:gd name="connsiteY58" fmla="*/ 9525 h 287083"/>
                <a:gd name="connsiteX59" fmla="*/ 337376 w 394144"/>
                <a:gd name="connsiteY59" fmla="*/ 16669 h 287083"/>
                <a:gd name="connsiteX60" fmla="*/ 338328 w 394144"/>
                <a:gd name="connsiteY60" fmla="*/ 18574 h 287083"/>
                <a:gd name="connsiteX61" fmla="*/ 350234 w 394144"/>
                <a:gd name="connsiteY61" fmla="*/ 41243 h 287083"/>
                <a:gd name="connsiteX62" fmla="*/ 357378 w 394144"/>
                <a:gd name="connsiteY62" fmla="*/ 54864 h 287083"/>
                <a:gd name="connsiteX63" fmla="*/ 358140 w 394144"/>
                <a:gd name="connsiteY63" fmla="*/ 56293 h 287083"/>
                <a:gd name="connsiteX64" fmla="*/ 364331 w 394144"/>
                <a:gd name="connsiteY64" fmla="*/ 68294 h 287083"/>
                <a:gd name="connsiteX65" fmla="*/ 368046 w 394144"/>
                <a:gd name="connsiteY65" fmla="*/ 75438 h 287083"/>
                <a:gd name="connsiteX66" fmla="*/ 377285 w 394144"/>
                <a:gd name="connsiteY66" fmla="*/ 93250 h 287083"/>
                <a:gd name="connsiteX67" fmla="*/ 378047 w 394144"/>
                <a:gd name="connsiteY67" fmla="*/ 94679 h 287083"/>
                <a:gd name="connsiteX68" fmla="*/ 378428 w 394144"/>
                <a:gd name="connsiteY68" fmla="*/ 96012 h 287083"/>
                <a:gd name="connsiteX69" fmla="*/ 382429 w 394144"/>
                <a:gd name="connsiteY69" fmla="*/ 107728 h 287083"/>
                <a:gd name="connsiteX70" fmla="*/ 384810 w 394144"/>
                <a:gd name="connsiteY70" fmla="*/ 118110 h 287083"/>
                <a:gd name="connsiteX71" fmla="*/ 392906 w 394144"/>
                <a:gd name="connsiteY71" fmla="*/ 152495 h 28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94144" h="287083">
                  <a:moveTo>
                    <a:pt x="392906" y="152495"/>
                  </a:moveTo>
                  <a:lnTo>
                    <a:pt x="394145" y="158401"/>
                  </a:lnTo>
                  <a:lnTo>
                    <a:pt x="359664" y="163544"/>
                  </a:lnTo>
                  <a:lnTo>
                    <a:pt x="351472" y="166211"/>
                  </a:lnTo>
                  <a:lnTo>
                    <a:pt x="343471" y="170117"/>
                  </a:lnTo>
                  <a:lnTo>
                    <a:pt x="233839" y="234887"/>
                  </a:lnTo>
                  <a:lnTo>
                    <a:pt x="221171" y="250888"/>
                  </a:lnTo>
                  <a:lnTo>
                    <a:pt x="207740" y="261938"/>
                  </a:lnTo>
                  <a:lnTo>
                    <a:pt x="206026" y="263366"/>
                  </a:lnTo>
                  <a:lnTo>
                    <a:pt x="197072" y="269938"/>
                  </a:lnTo>
                  <a:lnTo>
                    <a:pt x="186595" y="277654"/>
                  </a:lnTo>
                  <a:lnTo>
                    <a:pt x="186119" y="278035"/>
                  </a:lnTo>
                  <a:lnTo>
                    <a:pt x="173355" y="287084"/>
                  </a:lnTo>
                  <a:lnTo>
                    <a:pt x="118491" y="255651"/>
                  </a:lnTo>
                  <a:lnTo>
                    <a:pt x="86201" y="249555"/>
                  </a:lnTo>
                  <a:lnTo>
                    <a:pt x="85630" y="243554"/>
                  </a:lnTo>
                  <a:lnTo>
                    <a:pt x="83820" y="236125"/>
                  </a:lnTo>
                  <a:lnTo>
                    <a:pt x="82677" y="234601"/>
                  </a:lnTo>
                  <a:lnTo>
                    <a:pt x="81915" y="233648"/>
                  </a:lnTo>
                  <a:lnTo>
                    <a:pt x="76105" y="225838"/>
                  </a:lnTo>
                  <a:lnTo>
                    <a:pt x="77153" y="222790"/>
                  </a:lnTo>
                  <a:lnTo>
                    <a:pt x="78677" y="217837"/>
                  </a:lnTo>
                  <a:lnTo>
                    <a:pt x="77915" y="216979"/>
                  </a:lnTo>
                  <a:lnTo>
                    <a:pt x="77057" y="216122"/>
                  </a:lnTo>
                  <a:lnTo>
                    <a:pt x="74867" y="213836"/>
                  </a:lnTo>
                  <a:lnTo>
                    <a:pt x="75057" y="212598"/>
                  </a:lnTo>
                  <a:lnTo>
                    <a:pt x="70485" y="211455"/>
                  </a:lnTo>
                  <a:lnTo>
                    <a:pt x="69247" y="211169"/>
                  </a:lnTo>
                  <a:lnTo>
                    <a:pt x="68580" y="211550"/>
                  </a:lnTo>
                  <a:lnTo>
                    <a:pt x="64008" y="211550"/>
                  </a:lnTo>
                  <a:lnTo>
                    <a:pt x="62770" y="211360"/>
                  </a:lnTo>
                  <a:lnTo>
                    <a:pt x="62103" y="211264"/>
                  </a:lnTo>
                  <a:lnTo>
                    <a:pt x="55721" y="210503"/>
                  </a:lnTo>
                  <a:lnTo>
                    <a:pt x="52673" y="213360"/>
                  </a:lnTo>
                  <a:lnTo>
                    <a:pt x="40672" y="207454"/>
                  </a:lnTo>
                  <a:lnTo>
                    <a:pt x="40577" y="202121"/>
                  </a:lnTo>
                  <a:lnTo>
                    <a:pt x="37243" y="197072"/>
                  </a:lnTo>
                  <a:lnTo>
                    <a:pt x="27813" y="194596"/>
                  </a:lnTo>
                  <a:lnTo>
                    <a:pt x="21241" y="192977"/>
                  </a:lnTo>
                  <a:lnTo>
                    <a:pt x="20574" y="192786"/>
                  </a:lnTo>
                  <a:lnTo>
                    <a:pt x="16383" y="192024"/>
                  </a:lnTo>
                  <a:lnTo>
                    <a:pt x="9906" y="190976"/>
                  </a:lnTo>
                  <a:lnTo>
                    <a:pt x="3810" y="186214"/>
                  </a:lnTo>
                  <a:lnTo>
                    <a:pt x="0" y="179546"/>
                  </a:lnTo>
                  <a:lnTo>
                    <a:pt x="0" y="175546"/>
                  </a:lnTo>
                  <a:lnTo>
                    <a:pt x="0" y="174498"/>
                  </a:lnTo>
                  <a:lnTo>
                    <a:pt x="26670" y="174403"/>
                  </a:lnTo>
                  <a:lnTo>
                    <a:pt x="39148" y="174022"/>
                  </a:lnTo>
                  <a:lnTo>
                    <a:pt x="46958" y="172974"/>
                  </a:lnTo>
                  <a:lnTo>
                    <a:pt x="59817" y="170212"/>
                  </a:lnTo>
                  <a:lnTo>
                    <a:pt x="74962" y="165163"/>
                  </a:lnTo>
                  <a:lnTo>
                    <a:pt x="192596" y="118015"/>
                  </a:lnTo>
                  <a:lnTo>
                    <a:pt x="222028" y="105823"/>
                  </a:lnTo>
                  <a:lnTo>
                    <a:pt x="224885" y="102584"/>
                  </a:lnTo>
                  <a:lnTo>
                    <a:pt x="224028" y="96012"/>
                  </a:lnTo>
                  <a:lnTo>
                    <a:pt x="221075" y="91154"/>
                  </a:lnTo>
                  <a:lnTo>
                    <a:pt x="185261" y="45529"/>
                  </a:lnTo>
                  <a:lnTo>
                    <a:pt x="345281" y="0"/>
                  </a:lnTo>
                  <a:lnTo>
                    <a:pt x="333566" y="9525"/>
                  </a:lnTo>
                  <a:lnTo>
                    <a:pt x="337376" y="16669"/>
                  </a:lnTo>
                  <a:lnTo>
                    <a:pt x="338328" y="18574"/>
                  </a:lnTo>
                  <a:lnTo>
                    <a:pt x="350234" y="41243"/>
                  </a:lnTo>
                  <a:lnTo>
                    <a:pt x="357378" y="54864"/>
                  </a:lnTo>
                  <a:lnTo>
                    <a:pt x="358140" y="56293"/>
                  </a:lnTo>
                  <a:lnTo>
                    <a:pt x="364331" y="68294"/>
                  </a:lnTo>
                  <a:lnTo>
                    <a:pt x="368046" y="75438"/>
                  </a:lnTo>
                  <a:lnTo>
                    <a:pt x="377285" y="93250"/>
                  </a:lnTo>
                  <a:lnTo>
                    <a:pt x="378047" y="94679"/>
                  </a:lnTo>
                  <a:lnTo>
                    <a:pt x="378428" y="96012"/>
                  </a:lnTo>
                  <a:lnTo>
                    <a:pt x="382429" y="107728"/>
                  </a:lnTo>
                  <a:lnTo>
                    <a:pt x="384810" y="118110"/>
                  </a:lnTo>
                  <a:lnTo>
                    <a:pt x="392906" y="1524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5" name="서울특별시 서초구 방배본동">
              <a:extLst>
                <a:ext uri="{FF2B5EF4-FFF2-40B4-BE49-F238E27FC236}">
                  <a16:creationId xmlns:a16="http://schemas.microsoft.com/office/drawing/2014/main" id="{5396E53D-B406-BB17-E426-1AA99D20B19C}"/>
                </a:ext>
              </a:extLst>
            </p:cNvPr>
            <p:cNvSpPr/>
            <p:nvPr/>
          </p:nvSpPr>
          <p:spPr>
            <a:xfrm>
              <a:off x="6254400" y="4620482"/>
              <a:ext cx="232219" cy="152209"/>
            </a:xfrm>
            <a:custGeom>
              <a:avLst/>
              <a:gdLst>
                <a:gd name="connsiteX0" fmla="*/ 92392 w 232219"/>
                <a:gd name="connsiteY0" fmla="*/ 18860 h 152209"/>
                <a:gd name="connsiteX1" fmla="*/ 146018 w 232219"/>
                <a:gd name="connsiteY1" fmla="*/ 20288 h 152209"/>
                <a:gd name="connsiteX2" fmla="*/ 146018 w 232219"/>
                <a:gd name="connsiteY2" fmla="*/ 21336 h 152209"/>
                <a:gd name="connsiteX3" fmla="*/ 146018 w 232219"/>
                <a:gd name="connsiteY3" fmla="*/ 25337 h 152209"/>
                <a:gd name="connsiteX4" fmla="*/ 149828 w 232219"/>
                <a:gd name="connsiteY4" fmla="*/ 32004 h 152209"/>
                <a:gd name="connsiteX5" fmla="*/ 155924 w 232219"/>
                <a:gd name="connsiteY5" fmla="*/ 36767 h 152209"/>
                <a:gd name="connsiteX6" fmla="*/ 162401 w 232219"/>
                <a:gd name="connsiteY6" fmla="*/ 37814 h 152209"/>
                <a:gd name="connsiteX7" fmla="*/ 166592 w 232219"/>
                <a:gd name="connsiteY7" fmla="*/ 38576 h 152209"/>
                <a:gd name="connsiteX8" fmla="*/ 167259 w 232219"/>
                <a:gd name="connsiteY8" fmla="*/ 38767 h 152209"/>
                <a:gd name="connsiteX9" fmla="*/ 173831 w 232219"/>
                <a:gd name="connsiteY9" fmla="*/ 40386 h 152209"/>
                <a:gd name="connsiteX10" fmla="*/ 183261 w 232219"/>
                <a:gd name="connsiteY10" fmla="*/ 42863 h 152209"/>
                <a:gd name="connsiteX11" fmla="*/ 186595 w 232219"/>
                <a:gd name="connsiteY11" fmla="*/ 47911 h 152209"/>
                <a:gd name="connsiteX12" fmla="*/ 186690 w 232219"/>
                <a:gd name="connsiteY12" fmla="*/ 53245 h 152209"/>
                <a:gd name="connsiteX13" fmla="*/ 198691 w 232219"/>
                <a:gd name="connsiteY13" fmla="*/ 59150 h 152209"/>
                <a:gd name="connsiteX14" fmla="*/ 201739 w 232219"/>
                <a:gd name="connsiteY14" fmla="*/ 56293 h 152209"/>
                <a:gd name="connsiteX15" fmla="*/ 208121 w 232219"/>
                <a:gd name="connsiteY15" fmla="*/ 57055 h 152209"/>
                <a:gd name="connsiteX16" fmla="*/ 208788 w 232219"/>
                <a:gd name="connsiteY16" fmla="*/ 57150 h 152209"/>
                <a:gd name="connsiteX17" fmla="*/ 210026 w 232219"/>
                <a:gd name="connsiteY17" fmla="*/ 57340 h 152209"/>
                <a:gd name="connsiteX18" fmla="*/ 214598 w 232219"/>
                <a:gd name="connsiteY18" fmla="*/ 57340 h 152209"/>
                <a:gd name="connsiteX19" fmla="*/ 215265 w 232219"/>
                <a:gd name="connsiteY19" fmla="*/ 56960 h 152209"/>
                <a:gd name="connsiteX20" fmla="*/ 216503 w 232219"/>
                <a:gd name="connsiteY20" fmla="*/ 57245 h 152209"/>
                <a:gd name="connsiteX21" fmla="*/ 221075 w 232219"/>
                <a:gd name="connsiteY21" fmla="*/ 58388 h 152209"/>
                <a:gd name="connsiteX22" fmla="*/ 220885 w 232219"/>
                <a:gd name="connsiteY22" fmla="*/ 59627 h 152209"/>
                <a:gd name="connsiteX23" fmla="*/ 223075 w 232219"/>
                <a:gd name="connsiteY23" fmla="*/ 61913 h 152209"/>
                <a:gd name="connsiteX24" fmla="*/ 223933 w 232219"/>
                <a:gd name="connsiteY24" fmla="*/ 62770 h 152209"/>
                <a:gd name="connsiteX25" fmla="*/ 224695 w 232219"/>
                <a:gd name="connsiteY25" fmla="*/ 63627 h 152209"/>
                <a:gd name="connsiteX26" fmla="*/ 223171 w 232219"/>
                <a:gd name="connsiteY26" fmla="*/ 68580 h 152209"/>
                <a:gd name="connsiteX27" fmla="*/ 222123 w 232219"/>
                <a:gd name="connsiteY27" fmla="*/ 71628 h 152209"/>
                <a:gd name="connsiteX28" fmla="*/ 227933 w 232219"/>
                <a:gd name="connsiteY28" fmla="*/ 79438 h 152209"/>
                <a:gd name="connsiteX29" fmla="*/ 228695 w 232219"/>
                <a:gd name="connsiteY29" fmla="*/ 80391 h 152209"/>
                <a:gd name="connsiteX30" fmla="*/ 229838 w 232219"/>
                <a:gd name="connsiteY30" fmla="*/ 81915 h 152209"/>
                <a:gd name="connsiteX31" fmla="*/ 231648 w 232219"/>
                <a:gd name="connsiteY31" fmla="*/ 89345 h 152209"/>
                <a:gd name="connsiteX32" fmla="*/ 232220 w 232219"/>
                <a:gd name="connsiteY32" fmla="*/ 95345 h 152209"/>
                <a:gd name="connsiteX33" fmla="*/ 174688 w 232219"/>
                <a:gd name="connsiteY33" fmla="*/ 103727 h 152209"/>
                <a:gd name="connsiteX34" fmla="*/ 141161 w 232219"/>
                <a:gd name="connsiteY34" fmla="*/ 116491 h 152209"/>
                <a:gd name="connsiteX35" fmla="*/ 116967 w 232219"/>
                <a:gd name="connsiteY35" fmla="*/ 126111 h 152209"/>
                <a:gd name="connsiteX36" fmla="*/ 86773 w 232219"/>
                <a:gd name="connsiteY36" fmla="*/ 138208 h 152209"/>
                <a:gd name="connsiteX37" fmla="*/ 68580 w 232219"/>
                <a:gd name="connsiteY37" fmla="*/ 145447 h 152209"/>
                <a:gd name="connsiteX38" fmla="*/ 58579 w 232219"/>
                <a:gd name="connsiteY38" fmla="*/ 149447 h 152209"/>
                <a:gd name="connsiteX39" fmla="*/ 51625 w 232219"/>
                <a:gd name="connsiteY39" fmla="*/ 152210 h 152209"/>
                <a:gd name="connsiteX40" fmla="*/ 43720 w 232219"/>
                <a:gd name="connsiteY40" fmla="*/ 152210 h 152209"/>
                <a:gd name="connsiteX41" fmla="*/ 0 w 232219"/>
                <a:gd name="connsiteY41" fmla="*/ 152019 h 152209"/>
                <a:gd name="connsiteX42" fmla="*/ 1524 w 232219"/>
                <a:gd name="connsiteY42" fmla="*/ 96012 h 152209"/>
                <a:gd name="connsiteX43" fmla="*/ 1714 w 232219"/>
                <a:gd name="connsiteY43" fmla="*/ 92107 h 152209"/>
                <a:gd name="connsiteX44" fmla="*/ 1714 w 232219"/>
                <a:gd name="connsiteY44" fmla="*/ 90488 h 152209"/>
                <a:gd name="connsiteX45" fmla="*/ 2000 w 232219"/>
                <a:gd name="connsiteY45" fmla="*/ 80391 h 152209"/>
                <a:gd name="connsiteX46" fmla="*/ 2191 w 232219"/>
                <a:gd name="connsiteY46" fmla="*/ 76771 h 152209"/>
                <a:gd name="connsiteX47" fmla="*/ 2286 w 232219"/>
                <a:gd name="connsiteY47" fmla="*/ 73152 h 152209"/>
                <a:gd name="connsiteX48" fmla="*/ 4477 w 232219"/>
                <a:gd name="connsiteY48" fmla="*/ 53054 h 152209"/>
                <a:gd name="connsiteX49" fmla="*/ 4763 w 232219"/>
                <a:gd name="connsiteY49" fmla="*/ 52006 h 152209"/>
                <a:gd name="connsiteX50" fmla="*/ 5620 w 232219"/>
                <a:gd name="connsiteY50" fmla="*/ 50292 h 152209"/>
                <a:gd name="connsiteX51" fmla="*/ 7048 w 232219"/>
                <a:gd name="connsiteY51" fmla="*/ 47149 h 152209"/>
                <a:gd name="connsiteX52" fmla="*/ 7715 w 232219"/>
                <a:gd name="connsiteY52" fmla="*/ 45625 h 152209"/>
                <a:gd name="connsiteX53" fmla="*/ 10763 w 232219"/>
                <a:gd name="connsiteY53" fmla="*/ 38957 h 152209"/>
                <a:gd name="connsiteX54" fmla="*/ 12859 w 232219"/>
                <a:gd name="connsiteY54" fmla="*/ 35338 h 152209"/>
                <a:gd name="connsiteX55" fmla="*/ 14288 w 232219"/>
                <a:gd name="connsiteY55" fmla="*/ 32861 h 152209"/>
                <a:gd name="connsiteX56" fmla="*/ 15145 w 232219"/>
                <a:gd name="connsiteY56" fmla="*/ 31337 h 152209"/>
                <a:gd name="connsiteX57" fmla="*/ 38290 w 232219"/>
                <a:gd name="connsiteY57" fmla="*/ 0 h 152209"/>
                <a:gd name="connsiteX58" fmla="*/ 65246 w 232219"/>
                <a:gd name="connsiteY58" fmla="*/ 12668 h 152209"/>
                <a:gd name="connsiteX59" fmla="*/ 92392 w 232219"/>
                <a:gd name="connsiteY59" fmla="*/ 18860 h 15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32219" h="152209">
                  <a:moveTo>
                    <a:pt x="92392" y="18860"/>
                  </a:moveTo>
                  <a:lnTo>
                    <a:pt x="146018" y="20288"/>
                  </a:lnTo>
                  <a:lnTo>
                    <a:pt x="146018" y="21336"/>
                  </a:lnTo>
                  <a:lnTo>
                    <a:pt x="146018" y="25337"/>
                  </a:lnTo>
                  <a:lnTo>
                    <a:pt x="149828" y="32004"/>
                  </a:lnTo>
                  <a:lnTo>
                    <a:pt x="155924" y="36767"/>
                  </a:lnTo>
                  <a:lnTo>
                    <a:pt x="162401" y="37814"/>
                  </a:lnTo>
                  <a:lnTo>
                    <a:pt x="166592" y="38576"/>
                  </a:lnTo>
                  <a:lnTo>
                    <a:pt x="167259" y="38767"/>
                  </a:lnTo>
                  <a:lnTo>
                    <a:pt x="173831" y="40386"/>
                  </a:lnTo>
                  <a:lnTo>
                    <a:pt x="183261" y="42863"/>
                  </a:lnTo>
                  <a:lnTo>
                    <a:pt x="186595" y="47911"/>
                  </a:lnTo>
                  <a:lnTo>
                    <a:pt x="186690" y="53245"/>
                  </a:lnTo>
                  <a:lnTo>
                    <a:pt x="198691" y="59150"/>
                  </a:lnTo>
                  <a:lnTo>
                    <a:pt x="201739" y="56293"/>
                  </a:lnTo>
                  <a:lnTo>
                    <a:pt x="208121" y="57055"/>
                  </a:lnTo>
                  <a:lnTo>
                    <a:pt x="208788" y="57150"/>
                  </a:lnTo>
                  <a:lnTo>
                    <a:pt x="210026" y="57340"/>
                  </a:lnTo>
                  <a:lnTo>
                    <a:pt x="214598" y="57340"/>
                  </a:lnTo>
                  <a:lnTo>
                    <a:pt x="215265" y="56960"/>
                  </a:lnTo>
                  <a:lnTo>
                    <a:pt x="216503" y="57245"/>
                  </a:lnTo>
                  <a:lnTo>
                    <a:pt x="221075" y="58388"/>
                  </a:lnTo>
                  <a:lnTo>
                    <a:pt x="220885" y="59627"/>
                  </a:lnTo>
                  <a:lnTo>
                    <a:pt x="223075" y="61913"/>
                  </a:lnTo>
                  <a:lnTo>
                    <a:pt x="223933" y="62770"/>
                  </a:lnTo>
                  <a:lnTo>
                    <a:pt x="224695" y="63627"/>
                  </a:lnTo>
                  <a:lnTo>
                    <a:pt x="223171" y="68580"/>
                  </a:lnTo>
                  <a:lnTo>
                    <a:pt x="222123" y="71628"/>
                  </a:lnTo>
                  <a:lnTo>
                    <a:pt x="227933" y="79438"/>
                  </a:lnTo>
                  <a:lnTo>
                    <a:pt x="228695" y="80391"/>
                  </a:lnTo>
                  <a:lnTo>
                    <a:pt x="229838" y="81915"/>
                  </a:lnTo>
                  <a:lnTo>
                    <a:pt x="231648" y="89345"/>
                  </a:lnTo>
                  <a:lnTo>
                    <a:pt x="232220" y="95345"/>
                  </a:lnTo>
                  <a:lnTo>
                    <a:pt x="174688" y="103727"/>
                  </a:lnTo>
                  <a:lnTo>
                    <a:pt x="141161" y="116491"/>
                  </a:lnTo>
                  <a:lnTo>
                    <a:pt x="116967" y="126111"/>
                  </a:lnTo>
                  <a:lnTo>
                    <a:pt x="86773" y="138208"/>
                  </a:lnTo>
                  <a:lnTo>
                    <a:pt x="68580" y="145447"/>
                  </a:lnTo>
                  <a:lnTo>
                    <a:pt x="58579" y="149447"/>
                  </a:lnTo>
                  <a:lnTo>
                    <a:pt x="51625" y="152210"/>
                  </a:lnTo>
                  <a:lnTo>
                    <a:pt x="43720" y="152210"/>
                  </a:lnTo>
                  <a:lnTo>
                    <a:pt x="0" y="152019"/>
                  </a:lnTo>
                  <a:lnTo>
                    <a:pt x="1524" y="96012"/>
                  </a:lnTo>
                  <a:lnTo>
                    <a:pt x="1714" y="92107"/>
                  </a:lnTo>
                  <a:lnTo>
                    <a:pt x="1714" y="90488"/>
                  </a:lnTo>
                  <a:lnTo>
                    <a:pt x="2000" y="80391"/>
                  </a:lnTo>
                  <a:lnTo>
                    <a:pt x="2191" y="76771"/>
                  </a:lnTo>
                  <a:lnTo>
                    <a:pt x="2286" y="73152"/>
                  </a:lnTo>
                  <a:lnTo>
                    <a:pt x="4477" y="53054"/>
                  </a:lnTo>
                  <a:lnTo>
                    <a:pt x="4763" y="52006"/>
                  </a:lnTo>
                  <a:lnTo>
                    <a:pt x="5620" y="50292"/>
                  </a:lnTo>
                  <a:lnTo>
                    <a:pt x="7048" y="47149"/>
                  </a:lnTo>
                  <a:lnTo>
                    <a:pt x="7715" y="45625"/>
                  </a:lnTo>
                  <a:lnTo>
                    <a:pt x="10763" y="38957"/>
                  </a:lnTo>
                  <a:lnTo>
                    <a:pt x="12859" y="35338"/>
                  </a:lnTo>
                  <a:lnTo>
                    <a:pt x="14288" y="32861"/>
                  </a:lnTo>
                  <a:lnTo>
                    <a:pt x="15145" y="31337"/>
                  </a:lnTo>
                  <a:lnTo>
                    <a:pt x="38290" y="0"/>
                  </a:lnTo>
                  <a:lnTo>
                    <a:pt x="65246" y="12668"/>
                  </a:lnTo>
                  <a:lnTo>
                    <a:pt x="92392" y="1886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96" name="서울특별시 서초구 방배1동">
              <a:extLst>
                <a:ext uri="{FF2B5EF4-FFF2-40B4-BE49-F238E27FC236}">
                  <a16:creationId xmlns:a16="http://schemas.microsoft.com/office/drawing/2014/main" id="{BE849571-C13B-7013-ED07-6F4E44629725}"/>
                </a:ext>
              </a:extLst>
            </p:cNvPr>
            <p:cNvSpPr/>
            <p:nvPr/>
          </p:nvSpPr>
          <p:spPr>
            <a:xfrm>
              <a:off x="6380892" y="4790122"/>
              <a:ext cx="226980" cy="176593"/>
            </a:xfrm>
            <a:custGeom>
              <a:avLst/>
              <a:gdLst>
                <a:gd name="connsiteX0" fmla="*/ 226981 w 226980"/>
                <a:gd name="connsiteY0" fmla="*/ 138208 h 176593"/>
                <a:gd name="connsiteX1" fmla="*/ 199358 w 226980"/>
                <a:gd name="connsiteY1" fmla="*/ 145161 h 176593"/>
                <a:gd name="connsiteX2" fmla="*/ 146685 w 226980"/>
                <a:gd name="connsiteY2" fmla="*/ 155924 h 176593"/>
                <a:gd name="connsiteX3" fmla="*/ 120396 w 226980"/>
                <a:gd name="connsiteY3" fmla="*/ 161258 h 176593"/>
                <a:gd name="connsiteX4" fmla="*/ 101537 w 226980"/>
                <a:gd name="connsiteY4" fmla="*/ 167164 h 176593"/>
                <a:gd name="connsiteX5" fmla="*/ 72676 w 226980"/>
                <a:gd name="connsiteY5" fmla="*/ 176594 h 176593"/>
                <a:gd name="connsiteX6" fmla="*/ 0 w 226980"/>
                <a:gd name="connsiteY6" fmla="*/ 63055 h 176593"/>
                <a:gd name="connsiteX7" fmla="*/ 13335 w 226980"/>
                <a:gd name="connsiteY7" fmla="*/ 58769 h 176593"/>
                <a:gd name="connsiteX8" fmla="*/ 16954 w 226980"/>
                <a:gd name="connsiteY8" fmla="*/ 57626 h 176593"/>
                <a:gd name="connsiteX9" fmla="*/ 36290 w 226980"/>
                <a:gd name="connsiteY9" fmla="*/ 51816 h 176593"/>
                <a:gd name="connsiteX10" fmla="*/ 171260 w 226980"/>
                <a:gd name="connsiteY10" fmla="*/ 10859 h 176593"/>
                <a:gd name="connsiteX11" fmla="*/ 202502 w 226980"/>
                <a:gd name="connsiteY11" fmla="*/ 0 h 176593"/>
                <a:gd name="connsiteX12" fmla="*/ 209455 w 226980"/>
                <a:gd name="connsiteY12" fmla="*/ 53721 h 176593"/>
                <a:gd name="connsiteX13" fmla="*/ 199454 w 226980"/>
                <a:gd name="connsiteY13" fmla="*/ 69818 h 176593"/>
                <a:gd name="connsiteX14" fmla="*/ 198120 w 226980"/>
                <a:gd name="connsiteY14" fmla="*/ 71914 h 176593"/>
                <a:gd name="connsiteX15" fmla="*/ 192977 w 226980"/>
                <a:gd name="connsiteY15" fmla="*/ 77438 h 176593"/>
                <a:gd name="connsiteX16" fmla="*/ 198596 w 226980"/>
                <a:gd name="connsiteY16" fmla="*/ 86296 h 176593"/>
                <a:gd name="connsiteX17" fmla="*/ 199549 w 226980"/>
                <a:gd name="connsiteY17" fmla="*/ 89059 h 176593"/>
                <a:gd name="connsiteX18" fmla="*/ 202978 w 226980"/>
                <a:gd name="connsiteY18" fmla="*/ 98965 h 176593"/>
                <a:gd name="connsiteX19" fmla="*/ 203073 w 226980"/>
                <a:gd name="connsiteY19" fmla="*/ 101251 h 176593"/>
                <a:gd name="connsiteX20" fmla="*/ 202978 w 226980"/>
                <a:gd name="connsiteY20" fmla="*/ 103442 h 176593"/>
                <a:gd name="connsiteX21" fmla="*/ 202978 w 226980"/>
                <a:gd name="connsiteY21" fmla="*/ 104013 h 176593"/>
                <a:gd name="connsiteX22" fmla="*/ 202978 w 226980"/>
                <a:gd name="connsiteY22" fmla="*/ 113538 h 176593"/>
                <a:gd name="connsiteX23" fmla="*/ 222218 w 226980"/>
                <a:gd name="connsiteY23" fmla="*/ 129159 h 176593"/>
                <a:gd name="connsiteX24" fmla="*/ 226981 w 226980"/>
                <a:gd name="connsiteY24" fmla="*/ 138208 h 176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6980" h="176593">
                  <a:moveTo>
                    <a:pt x="226981" y="138208"/>
                  </a:moveTo>
                  <a:lnTo>
                    <a:pt x="199358" y="145161"/>
                  </a:lnTo>
                  <a:lnTo>
                    <a:pt x="146685" y="155924"/>
                  </a:lnTo>
                  <a:lnTo>
                    <a:pt x="120396" y="161258"/>
                  </a:lnTo>
                  <a:lnTo>
                    <a:pt x="101537" y="167164"/>
                  </a:lnTo>
                  <a:lnTo>
                    <a:pt x="72676" y="176594"/>
                  </a:lnTo>
                  <a:lnTo>
                    <a:pt x="0" y="63055"/>
                  </a:lnTo>
                  <a:lnTo>
                    <a:pt x="13335" y="58769"/>
                  </a:lnTo>
                  <a:lnTo>
                    <a:pt x="16954" y="57626"/>
                  </a:lnTo>
                  <a:lnTo>
                    <a:pt x="36290" y="51816"/>
                  </a:lnTo>
                  <a:lnTo>
                    <a:pt x="171260" y="10859"/>
                  </a:lnTo>
                  <a:lnTo>
                    <a:pt x="202502" y="0"/>
                  </a:lnTo>
                  <a:lnTo>
                    <a:pt x="209455" y="53721"/>
                  </a:lnTo>
                  <a:lnTo>
                    <a:pt x="199454" y="69818"/>
                  </a:lnTo>
                  <a:lnTo>
                    <a:pt x="198120" y="71914"/>
                  </a:lnTo>
                  <a:lnTo>
                    <a:pt x="192977" y="77438"/>
                  </a:lnTo>
                  <a:lnTo>
                    <a:pt x="198596" y="86296"/>
                  </a:lnTo>
                  <a:lnTo>
                    <a:pt x="199549" y="89059"/>
                  </a:lnTo>
                  <a:lnTo>
                    <a:pt x="202978" y="98965"/>
                  </a:lnTo>
                  <a:lnTo>
                    <a:pt x="203073" y="101251"/>
                  </a:lnTo>
                  <a:lnTo>
                    <a:pt x="202978" y="103442"/>
                  </a:lnTo>
                  <a:lnTo>
                    <a:pt x="202978" y="104013"/>
                  </a:lnTo>
                  <a:lnTo>
                    <a:pt x="202978" y="113538"/>
                  </a:lnTo>
                  <a:lnTo>
                    <a:pt x="222218" y="129159"/>
                  </a:lnTo>
                  <a:lnTo>
                    <a:pt x="226981" y="13820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7" name="서울특별시 서초구 방배2동">
              <a:extLst>
                <a:ext uri="{FF2B5EF4-FFF2-40B4-BE49-F238E27FC236}">
                  <a16:creationId xmlns:a16="http://schemas.microsoft.com/office/drawing/2014/main" id="{DCB587AB-A69B-B160-AAAE-30580A213119}"/>
                </a:ext>
              </a:extLst>
            </p:cNvPr>
            <p:cNvSpPr/>
            <p:nvPr/>
          </p:nvSpPr>
          <p:spPr>
            <a:xfrm>
              <a:off x="6235541" y="4853177"/>
              <a:ext cx="282987" cy="513111"/>
            </a:xfrm>
            <a:custGeom>
              <a:avLst/>
              <a:gdLst>
                <a:gd name="connsiteX0" fmla="*/ 218027 w 282987"/>
                <a:gd name="connsiteY0" fmla="*/ 113538 h 513111"/>
                <a:gd name="connsiteX1" fmla="*/ 168783 w 282987"/>
                <a:gd name="connsiteY1" fmla="*/ 129540 h 513111"/>
                <a:gd name="connsiteX2" fmla="*/ 157353 w 282987"/>
                <a:gd name="connsiteY2" fmla="*/ 133255 h 513111"/>
                <a:gd name="connsiteX3" fmla="*/ 152019 w 282987"/>
                <a:gd name="connsiteY3" fmla="*/ 135731 h 513111"/>
                <a:gd name="connsiteX4" fmla="*/ 103442 w 282987"/>
                <a:gd name="connsiteY4" fmla="*/ 159925 h 513111"/>
                <a:gd name="connsiteX5" fmla="*/ 97060 w 282987"/>
                <a:gd name="connsiteY5" fmla="*/ 163640 h 513111"/>
                <a:gd name="connsiteX6" fmla="*/ 90392 w 282987"/>
                <a:gd name="connsiteY6" fmla="*/ 168878 h 513111"/>
                <a:gd name="connsiteX7" fmla="*/ 80677 w 282987"/>
                <a:gd name="connsiteY7" fmla="*/ 189167 h 513111"/>
                <a:gd name="connsiteX8" fmla="*/ 79915 w 282987"/>
                <a:gd name="connsiteY8" fmla="*/ 191834 h 513111"/>
                <a:gd name="connsiteX9" fmla="*/ 73628 w 282987"/>
                <a:gd name="connsiteY9" fmla="*/ 214503 h 513111"/>
                <a:gd name="connsiteX10" fmla="*/ 78581 w 282987"/>
                <a:gd name="connsiteY10" fmla="*/ 247841 h 513111"/>
                <a:gd name="connsiteX11" fmla="*/ 94202 w 282987"/>
                <a:gd name="connsiteY11" fmla="*/ 276606 h 513111"/>
                <a:gd name="connsiteX12" fmla="*/ 135255 w 282987"/>
                <a:gd name="connsiteY12" fmla="*/ 286036 h 513111"/>
                <a:gd name="connsiteX13" fmla="*/ 204121 w 282987"/>
                <a:gd name="connsiteY13" fmla="*/ 306705 h 513111"/>
                <a:gd name="connsiteX14" fmla="*/ 219551 w 282987"/>
                <a:gd name="connsiteY14" fmla="*/ 312420 h 513111"/>
                <a:gd name="connsiteX15" fmla="*/ 238125 w 282987"/>
                <a:gd name="connsiteY15" fmla="*/ 319469 h 513111"/>
                <a:gd name="connsiteX16" fmla="*/ 265843 w 282987"/>
                <a:gd name="connsiteY16" fmla="*/ 357569 h 513111"/>
                <a:gd name="connsiteX17" fmla="*/ 269177 w 282987"/>
                <a:gd name="connsiteY17" fmla="*/ 392240 h 513111"/>
                <a:gd name="connsiteX18" fmla="*/ 282988 w 282987"/>
                <a:gd name="connsiteY18" fmla="*/ 407956 h 513111"/>
                <a:gd name="connsiteX19" fmla="*/ 281845 w 282987"/>
                <a:gd name="connsiteY19" fmla="*/ 415481 h 513111"/>
                <a:gd name="connsiteX20" fmla="*/ 278225 w 282987"/>
                <a:gd name="connsiteY20" fmla="*/ 434054 h 513111"/>
                <a:gd name="connsiteX21" fmla="*/ 275939 w 282987"/>
                <a:gd name="connsiteY21" fmla="*/ 439769 h 513111"/>
                <a:gd name="connsiteX22" fmla="*/ 184023 w 282987"/>
                <a:gd name="connsiteY22" fmla="*/ 485299 h 513111"/>
                <a:gd name="connsiteX23" fmla="*/ 127063 w 282987"/>
                <a:gd name="connsiteY23" fmla="*/ 513112 h 513111"/>
                <a:gd name="connsiteX24" fmla="*/ 109252 w 282987"/>
                <a:gd name="connsiteY24" fmla="*/ 490157 h 513111"/>
                <a:gd name="connsiteX25" fmla="*/ 106109 w 282987"/>
                <a:gd name="connsiteY25" fmla="*/ 471964 h 513111"/>
                <a:gd name="connsiteX26" fmla="*/ 109252 w 282987"/>
                <a:gd name="connsiteY26" fmla="*/ 455676 h 513111"/>
                <a:gd name="connsiteX27" fmla="*/ 114395 w 282987"/>
                <a:gd name="connsiteY27" fmla="*/ 438721 h 513111"/>
                <a:gd name="connsiteX28" fmla="*/ 116205 w 282987"/>
                <a:gd name="connsiteY28" fmla="*/ 429292 h 513111"/>
                <a:gd name="connsiteX29" fmla="*/ 120015 w 282987"/>
                <a:gd name="connsiteY29" fmla="*/ 409099 h 513111"/>
                <a:gd name="connsiteX30" fmla="*/ 118777 w 282987"/>
                <a:gd name="connsiteY30" fmla="*/ 379190 h 513111"/>
                <a:gd name="connsiteX31" fmla="*/ 112300 w 282987"/>
                <a:gd name="connsiteY31" fmla="*/ 363188 h 513111"/>
                <a:gd name="connsiteX32" fmla="*/ 108395 w 282987"/>
                <a:gd name="connsiteY32" fmla="*/ 353568 h 513111"/>
                <a:gd name="connsiteX33" fmla="*/ 104680 w 282987"/>
                <a:gd name="connsiteY33" fmla="*/ 348996 h 513111"/>
                <a:gd name="connsiteX34" fmla="*/ 100013 w 282987"/>
                <a:gd name="connsiteY34" fmla="*/ 343091 h 513111"/>
                <a:gd name="connsiteX35" fmla="*/ 95155 w 282987"/>
                <a:gd name="connsiteY35" fmla="*/ 336995 h 513111"/>
                <a:gd name="connsiteX36" fmla="*/ 92393 w 282987"/>
                <a:gd name="connsiteY36" fmla="*/ 334899 h 513111"/>
                <a:gd name="connsiteX37" fmla="*/ 91630 w 282987"/>
                <a:gd name="connsiteY37" fmla="*/ 334232 h 513111"/>
                <a:gd name="connsiteX38" fmla="*/ 69152 w 282987"/>
                <a:gd name="connsiteY38" fmla="*/ 316611 h 513111"/>
                <a:gd name="connsiteX39" fmla="*/ 52864 w 282987"/>
                <a:gd name="connsiteY39" fmla="*/ 302705 h 513111"/>
                <a:gd name="connsiteX40" fmla="*/ 39338 w 282987"/>
                <a:gd name="connsiteY40" fmla="*/ 283559 h 513111"/>
                <a:gd name="connsiteX41" fmla="*/ 29432 w 282987"/>
                <a:gd name="connsiteY41" fmla="*/ 269558 h 513111"/>
                <a:gd name="connsiteX42" fmla="*/ 18860 w 282987"/>
                <a:gd name="connsiteY42" fmla="*/ 251365 h 513111"/>
                <a:gd name="connsiteX43" fmla="*/ 17050 w 282987"/>
                <a:gd name="connsiteY43" fmla="*/ 248317 h 513111"/>
                <a:gd name="connsiteX44" fmla="*/ 16764 w 282987"/>
                <a:gd name="connsiteY44" fmla="*/ 247841 h 513111"/>
                <a:gd name="connsiteX45" fmla="*/ 6096 w 282987"/>
                <a:gd name="connsiteY45" fmla="*/ 217837 h 513111"/>
                <a:gd name="connsiteX46" fmla="*/ 4477 w 282987"/>
                <a:gd name="connsiteY46" fmla="*/ 212884 h 513111"/>
                <a:gd name="connsiteX47" fmla="*/ 2762 w 282987"/>
                <a:gd name="connsiteY47" fmla="*/ 192310 h 513111"/>
                <a:gd name="connsiteX48" fmla="*/ 2000 w 282987"/>
                <a:gd name="connsiteY48" fmla="*/ 182690 h 513111"/>
                <a:gd name="connsiteX49" fmla="*/ 0 w 282987"/>
                <a:gd name="connsiteY49" fmla="*/ 168402 h 513111"/>
                <a:gd name="connsiteX50" fmla="*/ 3524 w 282987"/>
                <a:gd name="connsiteY50" fmla="*/ 106109 h 513111"/>
                <a:gd name="connsiteX51" fmla="*/ 8287 w 282987"/>
                <a:gd name="connsiteY51" fmla="*/ 29623 h 513111"/>
                <a:gd name="connsiteX52" fmla="*/ 8572 w 282987"/>
                <a:gd name="connsiteY52" fmla="*/ 19145 h 513111"/>
                <a:gd name="connsiteX53" fmla="*/ 145352 w 282987"/>
                <a:gd name="connsiteY53" fmla="*/ 0 h 513111"/>
                <a:gd name="connsiteX54" fmla="*/ 218027 w 282987"/>
                <a:gd name="connsiteY54" fmla="*/ 113538 h 51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82987" h="513111">
                  <a:moveTo>
                    <a:pt x="218027" y="113538"/>
                  </a:moveTo>
                  <a:lnTo>
                    <a:pt x="168783" y="129540"/>
                  </a:lnTo>
                  <a:lnTo>
                    <a:pt x="157353" y="133255"/>
                  </a:lnTo>
                  <a:lnTo>
                    <a:pt x="152019" y="135731"/>
                  </a:lnTo>
                  <a:lnTo>
                    <a:pt x="103442" y="159925"/>
                  </a:lnTo>
                  <a:lnTo>
                    <a:pt x="97060" y="163640"/>
                  </a:lnTo>
                  <a:lnTo>
                    <a:pt x="90392" y="168878"/>
                  </a:lnTo>
                  <a:lnTo>
                    <a:pt x="80677" y="189167"/>
                  </a:lnTo>
                  <a:lnTo>
                    <a:pt x="79915" y="191834"/>
                  </a:lnTo>
                  <a:lnTo>
                    <a:pt x="73628" y="214503"/>
                  </a:lnTo>
                  <a:lnTo>
                    <a:pt x="78581" y="247841"/>
                  </a:lnTo>
                  <a:lnTo>
                    <a:pt x="94202" y="276606"/>
                  </a:lnTo>
                  <a:lnTo>
                    <a:pt x="135255" y="286036"/>
                  </a:lnTo>
                  <a:lnTo>
                    <a:pt x="204121" y="306705"/>
                  </a:lnTo>
                  <a:lnTo>
                    <a:pt x="219551" y="312420"/>
                  </a:lnTo>
                  <a:lnTo>
                    <a:pt x="238125" y="319469"/>
                  </a:lnTo>
                  <a:lnTo>
                    <a:pt x="265843" y="357569"/>
                  </a:lnTo>
                  <a:lnTo>
                    <a:pt x="269177" y="392240"/>
                  </a:lnTo>
                  <a:lnTo>
                    <a:pt x="282988" y="407956"/>
                  </a:lnTo>
                  <a:lnTo>
                    <a:pt x="281845" y="415481"/>
                  </a:lnTo>
                  <a:lnTo>
                    <a:pt x="278225" y="434054"/>
                  </a:lnTo>
                  <a:lnTo>
                    <a:pt x="275939" y="439769"/>
                  </a:lnTo>
                  <a:lnTo>
                    <a:pt x="184023" y="485299"/>
                  </a:lnTo>
                  <a:lnTo>
                    <a:pt x="127063" y="513112"/>
                  </a:lnTo>
                  <a:lnTo>
                    <a:pt x="109252" y="490157"/>
                  </a:lnTo>
                  <a:lnTo>
                    <a:pt x="106109" y="471964"/>
                  </a:lnTo>
                  <a:lnTo>
                    <a:pt x="109252" y="455676"/>
                  </a:lnTo>
                  <a:lnTo>
                    <a:pt x="114395" y="438721"/>
                  </a:lnTo>
                  <a:lnTo>
                    <a:pt x="116205" y="429292"/>
                  </a:lnTo>
                  <a:lnTo>
                    <a:pt x="120015" y="409099"/>
                  </a:lnTo>
                  <a:lnTo>
                    <a:pt x="118777" y="379190"/>
                  </a:lnTo>
                  <a:lnTo>
                    <a:pt x="112300" y="363188"/>
                  </a:lnTo>
                  <a:lnTo>
                    <a:pt x="108395" y="353568"/>
                  </a:lnTo>
                  <a:lnTo>
                    <a:pt x="104680" y="348996"/>
                  </a:lnTo>
                  <a:lnTo>
                    <a:pt x="100013" y="343091"/>
                  </a:lnTo>
                  <a:lnTo>
                    <a:pt x="95155" y="336995"/>
                  </a:lnTo>
                  <a:lnTo>
                    <a:pt x="92393" y="334899"/>
                  </a:lnTo>
                  <a:lnTo>
                    <a:pt x="91630" y="334232"/>
                  </a:lnTo>
                  <a:lnTo>
                    <a:pt x="69152" y="316611"/>
                  </a:lnTo>
                  <a:lnTo>
                    <a:pt x="52864" y="302705"/>
                  </a:lnTo>
                  <a:lnTo>
                    <a:pt x="39338" y="283559"/>
                  </a:lnTo>
                  <a:lnTo>
                    <a:pt x="29432" y="269558"/>
                  </a:lnTo>
                  <a:lnTo>
                    <a:pt x="18860" y="251365"/>
                  </a:lnTo>
                  <a:lnTo>
                    <a:pt x="17050" y="248317"/>
                  </a:lnTo>
                  <a:lnTo>
                    <a:pt x="16764" y="247841"/>
                  </a:lnTo>
                  <a:lnTo>
                    <a:pt x="6096" y="217837"/>
                  </a:lnTo>
                  <a:lnTo>
                    <a:pt x="4477" y="212884"/>
                  </a:lnTo>
                  <a:lnTo>
                    <a:pt x="2762" y="192310"/>
                  </a:lnTo>
                  <a:lnTo>
                    <a:pt x="2000" y="182690"/>
                  </a:lnTo>
                  <a:lnTo>
                    <a:pt x="0" y="168402"/>
                  </a:lnTo>
                  <a:lnTo>
                    <a:pt x="3524" y="106109"/>
                  </a:lnTo>
                  <a:lnTo>
                    <a:pt x="8287" y="29623"/>
                  </a:lnTo>
                  <a:lnTo>
                    <a:pt x="8572" y="19145"/>
                  </a:lnTo>
                  <a:lnTo>
                    <a:pt x="145352" y="0"/>
                  </a:lnTo>
                  <a:lnTo>
                    <a:pt x="218027" y="1135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8" name="서울특별시 서초구 방배3동">
              <a:extLst>
                <a:ext uri="{FF2B5EF4-FFF2-40B4-BE49-F238E27FC236}">
                  <a16:creationId xmlns:a16="http://schemas.microsoft.com/office/drawing/2014/main" id="{8E0BBA2F-8836-E454-769E-41046E700847}"/>
                </a:ext>
              </a:extLst>
            </p:cNvPr>
            <p:cNvSpPr/>
            <p:nvPr/>
          </p:nvSpPr>
          <p:spPr>
            <a:xfrm>
              <a:off x="6309169" y="4928330"/>
              <a:ext cx="446627" cy="282416"/>
            </a:xfrm>
            <a:custGeom>
              <a:avLst/>
              <a:gdLst>
                <a:gd name="connsiteX0" fmla="*/ 446627 w 446627"/>
                <a:gd name="connsiteY0" fmla="*/ 181928 h 282416"/>
                <a:gd name="connsiteX1" fmla="*/ 435197 w 446627"/>
                <a:gd name="connsiteY1" fmla="*/ 193834 h 282416"/>
                <a:gd name="connsiteX2" fmla="*/ 394240 w 446627"/>
                <a:gd name="connsiteY2" fmla="*/ 213265 h 282416"/>
                <a:gd name="connsiteX3" fmla="*/ 362426 w 446627"/>
                <a:gd name="connsiteY3" fmla="*/ 223456 h 282416"/>
                <a:gd name="connsiteX4" fmla="*/ 340709 w 446627"/>
                <a:gd name="connsiteY4" fmla="*/ 235839 h 282416"/>
                <a:gd name="connsiteX5" fmla="*/ 335375 w 446627"/>
                <a:gd name="connsiteY5" fmla="*/ 244030 h 282416"/>
                <a:gd name="connsiteX6" fmla="*/ 329089 w 446627"/>
                <a:gd name="connsiteY6" fmla="*/ 256318 h 282416"/>
                <a:gd name="connsiteX7" fmla="*/ 321755 w 446627"/>
                <a:gd name="connsiteY7" fmla="*/ 272605 h 282416"/>
                <a:gd name="connsiteX8" fmla="*/ 255175 w 446627"/>
                <a:gd name="connsiteY8" fmla="*/ 274415 h 282416"/>
                <a:gd name="connsiteX9" fmla="*/ 192214 w 446627"/>
                <a:gd name="connsiteY9" fmla="*/ 282416 h 282416"/>
                <a:gd name="connsiteX10" fmla="*/ 164497 w 446627"/>
                <a:gd name="connsiteY10" fmla="*/ 244316 h 282416"/>
                <a:gd name="connsiteX11" fmla="*/ 145923 w 446627"/>
                <a:gd name="connsiteY11" fmla="*/ 237268 h 282416"/>
                <a:gd name="connsiteX12" fmla="*/ 130492 w 446627"/>
                <a:gd name="connsiteY12" fmla="*/ 231553 h 282416"/>
                <a:gd name="connsiteX13" fmla="*/ 61627 w 446627"/>
                <a:gd name="connsiteY13" fmla="*/ 210883 h 282416"/>
                <a:gd name="connsiteX14" fmla="*/ 20574 w 446627"/>
                <a:gd name="connsiteY14" fmla="*/ 201454 h 282416"/>
                <a:gd name="connsiteX15" fmla="*/ 4953 w 446627"/>
                <a:gd name="connsiteY15" fmla="*/ 172688 h 282416"/>
                <a:gd name="connsiteX16" fmla="*/ 0 w 446627"/>
                <a:gd name="connsiteY16" fmla="*/ 139351 h 282416"/>
                <a:gd name="connsiteX17" fmla="*/ 6287 w 446627"/>
                <a:gd name="connsiteY17" fmla="*/ 116681 h 282416"/>
                <a:gd name="connsiteX18" fmla="*/ 7048 w 446627"/>
                <a:gd name="connsiteY18" fmla="*/ 114014 h 282416"/>
                <a:gd name="connsiteX19" fmla="*/ 16764 w 446627"/>
                <a:gd name="connsiteY19" fmla="*/ 93726 h 282416"/>
                <a:gd name="connsiteX20" fmla="*/ 23431 w 446627"/>
                <a:gd name="connsiteY20" fmla="*/ 88487 h 282416"/>
                <a:gd name="connsiteX21" fmla="*/ 29813 w 446627"/>
                <a:gd name="connsiteY21" fmla="*/ 84772 h 282416"/>
                <a:gd name="connsiteX22" fmla="*/ 78391 w 446627"/>
                <a:gd name="connsiteY22" fmla="*/ 60579 h 282416"/>
                <a:gd name="connsiteX23" fmla="*/ 83725 w 446627"/>
                <a:gd name="connsiteY23" fmla="*/ 58103 h 282416"/>
                <a:gd name="connsiteX24" fmla="*/ 95155 w 446627"/>
                <a:gd name="connsiteY24" fmla="*/ 54388 h 282416"/>
                <a:gd name="connsiteX25" fmla="*/ 144399 w 446627"/>
                <a:gd name="connsiteY25" fmla="*/ 38386 h 282416"/>
                <a:gd name="connsiteX26" fmla="*/ 173260 w 446627"/>
                <a:gd name="connsiteY26" fmla="*/ 28956 h 282416"/>
                <a:gd name="connsiteX27" fmla="*/ 192119 w 446627"/>
                <a:gd name="connsiteY27" fmla="*/ 23050 h 282416"/>
                <a:gd name="connsiteX28" fmla="*/ 218408 w 446627"/>
                <a:gd name="connsiteY28" fmla="*/ 17716 h 282416"/>
                <a:gd name="connsiteX29" fmla="*/ 271081 w 446627"/>
                <a:gd name="connsiteY29" fmla="*/ 6953 h 282416"/>
                <a:gd name="connsiteX30" fmla="*/ 298704 w 446627"/>
                <a:gd name="connsiteY30" fmla="*/ 0 h 282416"/>
                <a:gd name="connsiteX31" fmla="*/ 313468 w 446627"/>
                <a:gd name="connsiteY31" fmla="*/ 18479 h 282416"/>
                <a:gd name="connsiteX32" fmla="*/ 308134 w 446627"/>
                <a:gd name="connsiteY32" fmla="*/ 26194 h 282416"/>
                <a:gd name="connsiteX33" fmla="*/ 313182 w 446627"/>
                <a:gd name="connsiteY33" fmla="*/ 35909 h 282416"/>
                <a:gd name="connsiteX34" fmla="*/ 317182 w 446627"/>
                <a:gd name="connsiteY34" fmla="*/ 42100 h 282416"/>
                <a:gd name="connsiteX35" fmla="*/ 319659 w 446627"/>
                <a:gd name="connsiteY35" fmla="*/ 46006 h 282416"/>
                <a:gd name="connsiteX36" fmla="*/ 324612 w 446627"/>
                <a:gd name="connsiteY36" fmla="*/ 53530 h 282416"/>
                <a:gd name="connsiteX37" fmla="*/ 329374 w 446627"/>
                <a:gd name="connsiteY37" fmla="*/ 60770 h 282416"/>
                <a:gd name="connsiteX38" fmla="*/ 331470 w 446627"/>
                <a:gd name="connsiteY38" fmla="*/ 63913 h 282416"/>
                <a:gd name="connsiteX39" fmla="*/ 334042 w 446627"/>
                <a:gd name="connsiteY39" fmla="*/ 67818 h 282416"/>
                <a:gd name="connsiteX40" fmla="*/ 357949 w 446627"/>
                <a:gd name="connsiteY40" fmla="*/ 59436 h 282416"/>
                <a:gd name="connsiteX41" fmla="*/ 380143 w 446627"/>
                <a:gd name="connsiteY41" fmla="*/ 74009 h 282416"/>
                <a:gd name="connsiteX42" fmla="*/ 424529 w 446627"/>
                <a:gd name="connsiteY42" fmla="*/ 134969 h 282416"/>
                <a:gd name="connsiteX43" fmla="*/ 446627 w 446627"/>
                <a:gd name="connsiteY43" fmla="*/ 181928 h 28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46627" h="282416">
                  <a:moveTo>
                    <a:pt x="446627" y="181928"/>
                  </a:moveTo>
                  <a:lnTo>
                    <a:pt x="435197" y="193834"/>
                  </a:lnTo>
                  <a:lnTo>
                    <a:pt x="394240" y="213265"/>
                  </a:lnTo>
                  <a:lnTo>
                    <a:pt x="362426" y="223456"/>
                  </a:lnTo>
                  <a:lnTo>
                    <a:pt x="340709" y="235839"/>
                  </a:lnTo>
                  <a:lnTo>
                    <a:pt x="335375" y="244030"/>
                  </a:lnTo>
                  <a:lnTo>
                    <a:pt x="329089" y="256318"/>
                  </a:lnTo>
                  <a:lnTo>
                    <a:pt x="321755" y="272605"/>
                  </a:lnTo>
                  <a:lnTo>
                    <a:pt x="255175" y="274415"/>
                  </a:lnTo>
                  <a:lnTo>
                    <a:pt x="192214" y="282416"/>
                  </a:lnTo>
                  <a:lnTo>
                    <a:pt x="164497" y="244316"/>
                  </a:lnTo>
                  <a:lnTo>
                    <a:pt x="145923" y="237268"/>
                  </a:lnTo>
                  <a:lnTo>
                    <a:pt x="130492" y="231553"/>
                  </a:lnTo>
                  <a:lnTo>
                    <a:pt x="61627" y="210883"/>
                  </a:lnTo>
                  <a:lnTo>
                    <a:pt x="20574" y="201454"/>
                  </a:lnTo>
                  <a:lnTo>
                    <a:pt x="4953" y="172688"/>
                  </a:lnTo>
                  <a:lnTo>
                    <a:pt x="0" y="139351"/>
                  </a:lnTo>
                  <a:lnTo>
                    <a:pt x="6287" y="116681"/>
                  </a:lnTo>
                  <a:lnTo>
                    <a:pt x="7048" y="114014"/>
                  </a:lnTo>
                  <a:lnTo>
                    <a:pt x="16764" y="93726"/>
                  </a:lnTo>
                  <a:lnTo>
                    <a:pt x="23431" y="88487"/>
                  </a:lnTo>
                  <a:lnTo>
                    <a:pt x="29813" y="84772"/>
                  </a:lnTo>
                  <a:lnTo>
                    <a:pt x="78391" y="60579"/>
                  </a:lnTo>
                  <a:lnTo>
                    <a:pt x="83725" y="58103"/>
                  </a:lnTo>
                  <a:lnTo>
                    <a:pt x="95155" y="54388"/>
                  </a:lnTo>
                  <a:lnTo>
                    <a:pt x="144399" y="38386"/>
                  </a:lnTo>
                  <a:lnTo>
                    <a:pt x="173260" y="28956"/>
                  </a:lnTo>
                  <a:lnTo>
                    <a:pt x="192119" y="23050"/>
                  </a:lnTo>
                  <a:lnTo>
                    <a:pt x="218408" y="17716"/>
                  </a:lnTo>
                  <a:lnTo>
                    <a:pt x="271081" y="6953"/>
                  </a:lnTo>
                  <a:lnTo>
                    <a:pt x="298704" y="0"/>
                  </a:lnTo>
                  <a:lnTo>
                    <a:pt x="313468" y="18479"/>
                  </a:lnTo>
                  <a:lnTo>
                    <a:pt x="308134" y="26194"/>
                  </a:lnTo>
                  <a:lnTo>
                    <a:pt x="313182" y="35909"/>
                  </a:lnTo>
                  <a:lnTo>
                    <a:pt x="317182" y="42100"/>
                  </a:lnTo>
                  <a:lnTo>
                    <a:pt x="319659" y="46006"/>
                  </a:lnTo>
                  <a:lnTo>
                    <a:pt x="324612" y="53530"/>
                  </a:lnTo>
                  <a:lnTo>
                    <a:pt x="329374" y="60770"/>
                  </a:lnTo>
                  <a:lnTo>
                    <a:pt x="331470" y="63913"/>
                  </a:lnTo>
                  <a:lnTo>
                    <a:pt x="334042" y="67818"/>
                  </a:lnTo>
                  <a:lnTo>
                    <a:pt x="357949" y="59436"/>
                  </a:lnTo>
                  <a:lnTo>
                    <a:pt x="380143" y="74009"/>
                  </a:lnTo>
                  <a:lnTo>
                    <a:pt x="424529" y="134969"/>
                  </a:lnTo>
                  <a:lnTo>
                    <a:pt x="446627" y="18192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9" name="서울특별시 서초구 방배4동">
              <a:extLst>
                <a:ext uri="{FF2B5EF4-FFF2-40B4-BE49-F238E27FC236}">
                  <a16:creationId xmlns:a16="http://schemas.microsoft.com/office/drawing/2014/main" id="{D776B9E1-FEBD-51E5-0A3C-C81007B78168}"/>
                </a:ext>
              </a:extLst>
            </p:cNvPr>
            <p:cNvSpPr/>
            <p:nvPr/>
          </p:nvSpPr>
          <p:spPr>
            <a:xfrm>
              <a:off x="6244113" y="4715827"/>
              <a:ext cx="339280" cy="156495"/>
            </a:xfrm>
            <a:custGeom>
              <a:avLst/>
              <a:gdLst>
                <a:gd name="connsiteX0" fmla="*/ 329660 w 339280"/>
                <a:gd name="connsiteY0" fmla="*/ 37529 h 156495"/>
                <a:gd name="connsiteX1" fmla="*/ 339281 w 339280"/>
                <a:gd name="connsiteY1" fmla="*/ 74295 h 156495"/>
                <a:gd name="connsiteX2" fmla="*/ 308039 w 339280"/>
                <a:gd name="connsiteY2" fmla="*/ 85154 h 156495"/>
                <a:gd name="connsiteX3" fmla="*/ 173069 w 339280"/>
                <a:gd name="connsiteY3" fmla="*/ 126111 h 156495"/>
                <a:gd name="connsiteX4" fmla="*/ 153734 w 339280"/>
                <a:gd name="connsiteY4" fmla="*/ 131921 h 156495"/>
                <a:gd name="connsiteX5" fmla="*/ 150114 w 339280"/>
                <a:gd name="connsiteY5" fmla="*/ 133064 h 156495"/>
                <a:gd name="connsiteX6" fmla="*/ 136779 w 339280"/>
                <a:gd name="connsiteY6" fmla="*/ 137350 h 156495"/>
                <a:gd name="connsiteX7" fmla="*/ 0 w 339280"/>
                <a:gd name="connsiteY7" fmla="*/ 156496 h 156495"/>
                <a:gd name="connsiteX8" fmla="*/ 10287 w 339280"/>
                <a:gd name="connsiteY8" fmla="*/ 56674 h 156495"/>
                <a:gd name="connsiteX9" fmla="*/ 54007 w 339280"/>
                <a:gd name="connsiteY9" fmla="*/ 56864 h 156495"/>
                <a:gd name="connsiteX10" fmla="*/ 61913 w 339280"/>
                <a:gd name="connsiteY10" fmla="*/ 56864 h 156495"/>
                <a:gd name="connsiteX11" fmla="*/ 68866 w 339280"/>
                <a:gd name="connsiteY11" fmla="*/ 54102 h 156495"/>
                <a:gd name="connsiteX12" fmla="*/ 78867 w 339280"/>
                <a:gd name="connsiteY12" fmla="*/ 50101 h 156495"/>
                <a:gd name="connsiteX13" fmla="*/ 97060 w 339280"/>
                <a:gd name="connsiteY13" fmla="*/ 42863 h 156495"/>
                <a:gd name="connsiteX14" fmla="*/ 127254 w 339280"/>
                <a:gd name="connsiteY14" fmla="*/ 30766 h 156495"/>
                <a:gd name="connsiteX15" fmla="*/ 151448 w 339280"/>
                <a:gd name="connsiteY15" fmla="*/ 21146 h 156495"/>
                <a:gd name="connsiteX16" fmla="*/ 184976 w 339280"/>
                <a:gd name="connsiteY16" fmla="*/ 8382 h 156495"/>
                <a:gd name="connsiteX17" fmla="*/ 242507 w 339280"/>
                <a:gd name="connsiteY17" fmla="*/ 0 h 156495"/>
                <a:gd name="connsiteX18" fmla="*/ 274796 w 339280"/>
                <a:gd name="connsiteY18" fmla="*/ 6096 h 156495"/>
                <a:gd name="connsiteX19" fmla="*/ 329660 w 339280"/>
                <a:gd name="connsiteY19" fmla="*/ 37529 h 15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9280" h="156495">
                  <a:moveTo>
                    <a:pt x="329660" y="37529"/>
                  </a:moveTo>
                  <a:lnTo>
                    <a:pt x="339281" y="74295"/>
                  </a:lnTo>
                  <a:lnTo>
                    <a:pt x="308039" y="85154"/>
                  </a:lnTo>
                  <a:lnTo>
                    <a:pt x="173069" y="126111"/>
                  </a:lnTo>
                  <a:lnTo>
                    <a:pt x="153734" y="131921"/>
                  </a:lnTo>
                  <a:lnTo>
                    <a:pt x="150114" y="133064"/>
                  </a:lnTo>
                  <a:lnTo>
                    <a:pt x="136779" y="137350"/>
                  </a:lnTo>
                  <a:lnTo>
                    <a:pt x="0" y="156496"/>
                  </a:lnTo>
                  <a:lnTo>
                    <a:pt x="10287" y="56674"/>
                  </a:lnTo>
                  <a:lnTo>
                    <a:pt x="54007" y="56864"/>
                  </a:lnTo>
                  <a:lnTo>
                    <a:pt x="61913" y="56864"/>
                  </a:lnTo>
                  <a:lnTo>
                    <a:pt x="68866" y="54102"/>
                  </a:lnTo>
                  <a:lnTo>
                    <a:pt x="78867" y="50101"/>
                  </a:lnTo>
                  <a:lnTo>
                    <a:pt x="97060" y="42863"/>
                  </a:lnTo>
                  <a:lnTo>
                    <a:pt x="127254" y="30766"/>
                  </a:lnTo>
                  <a:lnTo>
                    <a:pt x="151448" y="21146"/>
                  </a:lnTo>
                  <a:lnTo>
                    <a:pt x="184976" y="8382"/>
                  </a:lnTo>
                  <a:lnTo>
                    <a:pt x="242507" y="0"/>
                  </a:lnTo>
                  <a:lnTo>
                    <a:pt x="274796" y="6096"/>
                  </a:lnTo>
                  <a:lnTo>
                    <a:pt x="329660" y="375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0" name="서울특별시 서초구 양재1동">
              <a:extLst>
                <a:ext uri="{FF2B5EF4-FFF2-40B4-BE49-F238E27FC236}">
                  <a16:creationId xmlns:a16="http://schemas.microsoft.com/office/drawing/2014/main" id="{B0F2AD93-8F91-0CCA-BE2F-F91B8FBE5046}"/>
                </a:ext>
              </a:extLst>
            </p:cNvPr>
            <p:cNvSpPr/>
            <p:nvPr/>
          </p:nvSpPr>
          <p:spPr>
            <a:xfrm>
              <a:off x="6630924" y="4868989"/>
              <a:ext cx="734568" cy="547497"/>
            </a:xfrm>
            <a:custGeom>
              <a:avLst/>
              <a:gdLst>
                <a:gd name="connsiteX0" fmla="*/ 734568 w 734568"/>
                <a:gd name="connsiteY0" fmla="*/ 106204 h 547497"/>
                <a:gd name="connsiteX1" fmla="*/ 688752 w 734568"/>
                <a:gd name="connsiteY1" fmla="*/ 161354 h 547497"/>
                <a:gd name="connsiteX2" fmla="*/ 688086 w 734568"/>
                <a:gd name="connsiteY2" fmla="*/ 162020 h 547497"/>
                <a:gd name="connsiteX3" fmla="*/ 668655 w 734568"/>
                <a:gd name="connsiteY3" fmla="*/ 182499 h 547497"/>
                <a:gd name="connsiteX4" fmla="*/ 650843 w 734568"/>
                <a:gd name="connsiteY4" fmla="*/ 196787 h 547497"/>
                <a:gd name="connsiteX5" fmla="*/ 649796 w 734568"/>
                <a:gd name="connsiteY5" fmla="*/ 197263 h 547497"/>
                <a:gd name="connsiteX6" fmla="*/ 619982 w 734568"/>
                <a:gd name="connsiteY6" fmla="*/ 208597 h 547497"/>
                <a:gd name="connsiteX7" fmla="*/ 618363 w 734568"/>
                <a:gd name="connsiteY7" fmla="*/ 209264 h 547497"/>
                <a:gd name="connsiteX8" fmla="*/ 601123 w 734568"/>
                <a:gd name="connsiteY8" fmla="*/ 214694 h 547497"/>
                <a:gd name="connsiteX9" fmla="*/ 584740 w 734568"/>
                <a:gd name="connsiteY9" fmla="*/ 219837 h 547497"/>
                <a:gd name="connsiteX10" fmla="*/ 575881 w 734568"/>
                <a:gd name="connsiteY10" fmla="*/ 222313 h 547497"/>
                <a:gd name="connsiteX11" fmla="*/ 566833 w 734568"/>
                <a:gd name="connsiteY11" fmla="*/ 224980 h 547497"/>
                <a:gd name="connsiteX12" fmla="*/ 550355 w 734568"/>
                <a:gd name="connsiteY12" fmla="*/ 229648 h 547497"/>
                <a:gd name="connsiteX13" fmla="*/ 537401 w 734568"/>
                <a:gd name="connsiteY13" fmla="*/ 238792 h 547497"/>
                <a:gd name="connsiteX14" fmla="*/ 531590 w 734568"/>
                <a:gd name="connsiteY14" fmla="*/ 242888 h 547497"/>
                <a:gd name="connsiteX15" fmla="*/ 496443 w 734568"/>
                <a:gd name="connsiteY15" fmla="*/ 275558 h 547497"/>
                <a:gd name="connsiteX16" fmla="*/ 463201 w 734568"/>
                <a:gd name="connsiteY16" fmla="*/ 321183 h 547497"/>
                <a:gd name="connsiteX17" fmla="*/ 479298 w 734568"/>
                <a:gd name="connsiteY17" fmla="*/ 364808 h 547497"/>
                <a:gd name="connsiteX18" fmla="*/ 483203 w 734568"/>
                <a:gd name="connsiteY18" fmla="*/ 387668 h 547497"/>
                <a:gd name="connsiteX19" fmla="*/ 481679 w 734568"/>
                <a:gd name="connsiteY19" fmla="*/ 392811 h 547497"/>
                <a:gd name="connsiteX20" fmla="*/ 479298 w 734568"/>
                <a:gd name="connsiteY20" fmla="*/ 400907 h 547497"/>
                <a:gd name="connsiteX21" fmla="*/ 411194 w 734568"/>
                <a:gd name="connsiteY21" fmla="*/ 490538 h 547497"/>
                <a:gd name="connsiteX22" fmla="*/ 405765 w 734568"/>
                <a:gd name="connsiteY22" fmla="*/ 493205 h 547497"/>
                <a:gd name="connsiteX23" fmla="*/ 385572 w 734568"/>
                <a:gd name="connsiteY23" fmla="*/ 503206 h 547497"/>
                <a:gd name="connsiteX24" fmla="*/ 361760 w 734568"/>
                <a:gd name="connsiteY24" fmla="*/ 512731 h 547497"/>
                <a:gd name="connsiteX25" fmla="*/ 347948 w 734568"/>
                <a:gd name="connsiteY25" fmla="*/ 518255 h 547497"/>
                <a:gd name="connsiteX26" fmla="*/ 333946 w 734568"/>
                <a:gd name="connsiteY26" fmla="*/ 523780 h 547497"/>
                <a:gd name="connsiteX27" fmla="*/ 329470 w 734568"/>
                <a:gd name="connsiteY27" fmla="*/ 525494 h 547497"/>
                <a:gd name="connsiteX28" fmla="*/ 310229 w 734568"/>
                <a:gd name="connsiteY28" fmla="*/ 533019 h 547497"/>
                <a:gd name="connsiteX29" fmla="*/ 261747 w 734568"/>
                <a:gd name="connsiteY29" fmla="*/ 543116 h 547497"/>
                <a:gd name="connsiteX30" fmla="*/ 231172 w 734568"/>
                <a:gd name="connsiteY30" fmla="*/ 547497 h 547497"/>
                <a:gd name="connsiteX31" fmla="*/ 138494 w 734568"/>
                <a:gd name="connsiteY31" fmla="*/ 547116 h 547497"/>
                <a:gd name="connsiteX32" fmla="*/ 31432 w 734568"/>
                <a:gd name="connsiteY32" fmla="*/ 408051 h 547497"/>
                <a:gd name="connsiteX33" fmla="*/ 13621 w 734568"/>
                <a:gd name="connsiteY33" fmla="*/ 376904 h 547497"/>
                <a:gd name="connsiteX34" fmla="*/ 0 w 734568"/>
                <a:gd name="connsiteY34" fmla="*/ 331946 h 547497"/>
                <a:gd name="connsiteX35" fmla="*/ 7334 w 734568"/>
                <a:gd name="connsiteY35" fmla="*/ 315659 h 547497"/>
                <a:gd name="connsiteX36" fmla="*/ 13621 w 734568"/>
                <a:gd name="connsiteY36" fmla="*/ 303371 h 547497"/>
                <a:gd name="connsiteX37" fmla="*/ 18955 w 734568"/>
                <a:gd name="connsiteY37" fmla="*/ 295180 h 547497"/>
                <a:gd name="connsiteX38" fmla="*/ 40672 w 734568"/>
                <a:gd name="connsiteY38" fmla="*/ 282797 h 547497"/>
                <a:gd name="connsiteX39" fmla="*/ 72485 w 734568"/>
                <a:gd name="connsiteY39" fmla="*/ 272605 h 547497"/>
                <a:gd name="connsiteX40" fmla="*/ 113443 w 734568"/>
                <a:gd name="connsiteY40" fmla="*/ 253175 h 547497"/>
                <a:gd name="connsiteX41" fmla="*/ 124873 w 734568"/>
                <a:gd name="connsiteY41" fmla="*/ 241268 h 547497"/>
                <a:gd name="connsiteX42" fmla="*/ 184404 w 734568"/>
                <a:gd name="connsiteY42" fmla="*/ 224695 h 547497"/>
                <a:gd name="connsiteX43" fmla="*/ 209836 w 734568"/>
                <a:gd name="connsiteY43" fmla="*/ 206121 h 547497"/>
                <a:gd name="connsiteX44" fmla="*/ 210312 w 734568"/>
                <a:gd name="connsiteY44" fmla="*/ 205550 h 547497"/>
                <a:gd name="connsiteX45" fmla="*/ 219075 w 734568"/>
                <a:gd name="connsiteY45" fmla="*/ 196025 h 547497"/>
                <a:gd name="connsiteX46" fmla="*/ 243269 w 734568"/>
                <a:gd name="connsiteY46" fmla="*/ 174117 h 547497"/>
                <a:gd name="connsiteX47" fmla="*/ 265557 w 734568"/>
                <a:gd name="connsiteY47" fmla="*/ 162496 h 547497"/>
                <a:gd name="connsiteX48" fmla="*/ 297466 w 734568"/>
                <a:gd name="connsiteY48" fmla="*/ 157639 h 547497"/>
                <a:gd name="connsiteX49" fmla="*/ 305562 w 734568"/>
                <a:gd name="connsiteY49" fmla="*/ 157734 h 547497"/>
                <a:gd name="connsiteX50" fmla="*/ 315754 w 734568"/>
                <a:gd name="connsiteY50" fmla="*/ 153257 h 547497"/>
                <a:gd name="connsiteX51" fmla="*/ 332804 w 734568"/>
                <a:gd name="connsiteY51" fmla="*/ 145733 h 547497"/>
                <a:gd name="connsiteX52" fmla="*/ 373761 w 734568"/>
                <a:gd name="connsiteY52" fmla="*/ 112586 h 547497"/>
                <a:gd name="connsiteX53" fmla="*/ 375190 w 734568"/>
                <a:gd name="connsiteY53" fmla="*/ 94964 h 547497"/>
                <a:gd name="connsiteX54" fmla="*/ 381000 w 734568"/>
                <a:gd name="connsiteY54" fmla="*/ 91250 h 547497"/>
                <a:gd name="connsiteX55" fmla="*/ 382619 w 734568"/>
                <a:gd name="connsiteY55" fmla="*/ 90202 h 547497"/>
                <a:gd name="connsiteX56" fmla="*/ 400526 w 734568"/>
                <a:gd name="connsiteY56" fmla="*/ 86487 h 547497"/>
                <a:gd name="connsiteX57" fmla="*/ 427672 w 734568"/>
                <a:gd name="connsiteY57" fmla="*/ 91726 h 547497"/>
                <a:gd name="connsiteX58" fmla="*/ 443960 w 734568"/>
                <a:gd name="connsiteY58" fmla="*/ 85439 h 547497"/>
                <a:gd name="connsiteX59" fmla="*/ 457486 w 734568"/>
                <a:gd name="connsiteY59" fmla="*/ 81820 h 547497"/>
                <a:gd name="connsiteX60" fmla="*/ 471106 w 734568"/>
                <a:gd name="connsiteY60" fmla="*/ 92678 h 547497"/>
                <a:gd name="connsiteX61" fmla="*/ 489299 w 734568"/>
                <a:gd name="connsiteY61" fmla="*/ 97346 h 547497"/>
                <a:gd name="connsiteX62" fmla="*/ 527590 w 734568"/>
                <a:gd name="connsiteY62" fmla="*/ 82677 h 547497"/>
                <a:gd name="connsiteX63" fmla="*/ 553021 w 734568"/>
                <a:gd name="connsiteY63" fmla="*/ 60865 h 547497"/>
                <a:gd name="connsiteX64" fmla="*/ 556736 w 734568"/>
                <a:gd name="connsiteY64" fmla="*/ 56674 h 547497"/>
                <a:gd name="connsiteX65" fmla="*/ 560927 w 734568"/>
                <a:gd name="connsiteY65" fmla="*/ 50578 h 547497"/>
                <a:gd name="connsiteX66" fmla="*/ 560927 w 734568"/>
                <a:gd name="connsiteY66" fmla="*/ 50102 h 547497"/>
                <a:gd name="connsiteX67" fmla="*/ 560832 w 734568"/>
                <a:gd name="connsiteY67" fmla="*/ 48959 h 547497"/>
                <a:gd name="connsiteX68" fmla="*/ 547592 w 734568"/>
                <a:gd name="connsiteY68" fmla="*/ 28194 h 547497"/>
                <a:gd name="connsiteX69" fmla="*/ 553783 w 734568"/>
                <a:gd name="connsiteY69" fmla="*/ 14002 h 547497"/>
                <a:gd name="connsiteX70" fmla="*/ 687515 w 734568"/>
                <a:gd name="connsiteY70" fmla="*/ 0 h 547497"/>
                <a:gd name="connsiteX71" fmla="*/ 690944 w 734568"/>
                <a:gd name="connsiteY71" fmla="*/ 8668 h 547497"/>
                <a:gd name="connsiteX72" fmla="*/ 734568 w 734568"/>
                <a:gd name="connsiteY72" fmla="*/ 106204 h 547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734568" h="547497">
                  <a:moveTo>
                    <a:pt x="734568" y="106204"/>
                  </a:moveTo>
                  <a:lnTo>
                    <a:pt x="688752" y="161354"/>
                  </a:lnTo>
                  <a:lnTo>
                    <a:pt x="688086" y="162020"/>
                  </a:lnTo>
                  <a:lnTo>
                    <a:pt x="668655" y="182499"/>
                  </a:lnTo>
                  <a:lnTo>
                    <a:pt x="650843" y="196787"/>
                  </a:lnTo>
                  <a:lnTo>
                    <a:pt x="649796" y="197263"/>
                  </a:lnTo>
                  <a:lnTo>
                    <a:pt x="619982" y="208597"/>
                  </a:lnTo>
                  <a:lnTo>
                    <a:pt x="618363" y="209264"/>
                  </a:lnTo>
                  <a:lnTo>
                    <a:pt x="601123" y="214694"/>
                  </a:lnTo>
                  <a:lnTo>
                    <a:pt x="584740" y="219837"/>
                  </a:lnTo>
                  <a:lnTo>
                    <a:pt x="575881" y="222313"/>
                  </a:lnTo>
                  <a:lnTo>
                    <a:pt x="566833" y="224980"/>
                  </a:lnTo>
                  <a:lnTo>
                    <a:pt x="550355" y="229648"/>
                  </a:lnTo>
                  <a:lnTo>
                    <a:pt x="537401" y="238792"/>
                  </a:lnTo>
                  <a:lnTo>
                    <a:pt x="531590" y="242888"/>
                  </a:lnTo>
                  <a:lnTo>
                    <a:pt x="496443" y="275558"/>
                  </a:lnTo>
                  <a:lnTo>
                    <a:pt x="463201" y="321183"/>
                  </a:lnTo>
                  <a:lnTo>
                    <a:pt x="479298" y="364808"/>
                  </a:lnTo>
                  <a:lnTo>
                    <a:pt x="483203" y="387668"/>
                  </a:lnTo>
                  <a:lnTo>
                    <a:pt x="481679" y="392811"/>
                  </a:lnTo>
                  <a:lnTo>
                    <a:pt x="479298" y="400907"/>
                  </a:lnTo>
                  <a:lnTo>
                    <a:pt x="411194" y="490538"/>
                  </a:lnTo>
                  <a:lnTo>
                    <a:pt x="405765" y="493205"/>
                  </a:lnTo>
                  <a:lnTo>
                    <a:pt x="385572" y="503206"/>
                  </a:lnTo>
                  <a:lnTo>
                    <a:pt x="361760" y="512731"/>
                  </a:lnTo>
                  <a:lnTo>
                    <a:pt x="347948" y="518255"/>
                  </a:lnTo>
                  <a:lnTo>
                    <a:pt x="333946" y="523780"/>
                  </a:lnTo>
                  <a:lnTo>
                    <a:pt x="329470" y="525494"/>
                  </a:lnTo>
                  <a:lnTo>
                    <a:pt x="310229" y="533019"/>
                  </a:lnTo>
                  <a:lnTo>
                    <a:pt x="261747" y="543116"/>
                  </a:lnTo>
                  <a:lnTo>
                    <a:pt x="231172" y="547497"/>
                  </a:lnTo>
                  <a:lnTo>
                    <a:pt x="138494" y="547116"/>
                  </a:lnTo>
                  <a:lnTo>
                    <a:pt x="31432" y="408051"/>
                  </a:lnTo>
                  <a:lnTo>
                    <a:pt x="13621" y="376904"/>
                  </a:lnTo>
                  <a:lnTo>
                    <a:pt x="0" y="331946"/>
                  </a:lnTo>
                  <a:lnTo>
                    <a:pt x="7334" y="315659"/>
                  </a:lnTo>
                  <a:lnTo>
                    <a:pt x="13621" y="303371"/>
                  </a:lnTo>
                  <a:lnTo>
                    <a:pt x="18955" y="295180"/>
                  </a:lnTo>
                  <a:lnTo>
                    <a:pt x="40672" y="282797"/>
                  </a:lnTo>
                  <a:lnTo>
                    <a:pt x="72485" y="272605"/>
                  </a:lnTo>
                  <a:lnTo>
                    <a:pt x="113443" y="253175"/>
                  </a:lnTo>
                  <a:lnTo>
                    <a:pt x="124873" y="241268"/>
                  </a:lnTo>
                  <a:lnTo>
                    <a:pt x="184404" y="224695"/>
                  </a:lnTo>
                  <a:lnTo>
                    <a:pt x="209836" y="206121"/>
                  </a:lnTo>
                  <a:lnTo>
                    <a:pt x="210312" y="205550"/>
                  </a:lnTo>
                  <a:lnTo>
                    <a:pt x="219075" y="196025"/>
                  </a:lnTo>
                  <a:lnTo>
                    <a:pt x="243269" y="174117"/>
                  </a:lnTo>
                  <a:lnTo>
                    <a:pt x="265557" y="162496"/>
                  </a:lnTo>
                  <a:lnTo>
                    <a:pt x="297466" y="157639"/>
                  </a:lnTo>
                  <a:lnTo>
                    <a:pt x="305562" y="157734"/>
                  </a:lnTo>
                  <a:lnTo>
                    <a:pt x="315754" y="153257"/>
                  </a:lnTo>
                  <a:lnTo>
                    <a:pt x="332804" y="145733"/>
                  </a:lnTo>
                  <a:lnTo>
                    <a:pt x="373761" y="112586"/>
                  </a:lnTo>
                  <a:lnTo>
                    <a:pt x="375190" y="94964"/>
                  </a:lnTo>
                  <a:lnTo>
                    <a:pt x="381000" y="91250"/>
                  </a:lnTo>
                  <a:lnTo>
                    <a:pt x="382619" y="90202"/>
                  </a:lnTo>
                  <a:lnTo>
                    <a:pt x="400526" y="86487"/>
                  </a:lnTo>
                  <a:lnTo>
                    <a:pt x="427672" y="91726"/>
                  </a:lnTo>
                  <a:lnTo>
                    <a:pt x="443960" y="85439"/>
                  </a:lnTo>
                  <a:lnTo>
                    <a:pt x="457486" y="81820"/>
                  </a:lnTo>
                  <a:lnTo>
                    <a:pt x="471106" y="92678"/>
                  </a:lnTo>
                  <a:lnTo>
                    <a:pt x="489299" y="97346"/>
                  </a:lnTo>
                  <a:lnTo>
                    <a:pt x="527590" y="82677"/>
                  </a:lnTo>
                  <a:lnTo>
                    <a:pt x="553021" y="60865"/>
                  </a:lnTo>
                  <a:lnTo>
                    <a:pt x="556736" y="56674"/>
                  </a:lnTo>
                  <a:lnTo>
                    <a:pt x="560927" y="50578"/>
                  </a:lnTo>
                  <a:lnTo>
                    <a:pt x="560927" y="50102"/>
                  </a:lnTo>
                  <a:lnTo>
                    <a:pt x="560832" y="48959"/>
                  </a:lnTo>
                  <a:lnTo>
                    <a:pt x="547592" y="28194"/>
                  </a:lnTo>
                  <a:lnTo>
                    <a:pt x="553783" y="14002"/>
                  </a:lnTo>
                  <a:lnTo>
                    <a:pt x="687515" y="0"/>
                  </a:lnTo>
                  <a:lnTo>
                    <a:pt x="690944" y="8668"/>
                  </a:lnTo>
                  <a:lnTo>
                    <a:pt x="734568" y="10620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1" name="서울특별시 서초구 양재2동">
              <a:extLst>
                <a:ext uri="{FF2B5EF4-FFF2-40B4-BE49-F238E27FC236}">
                  <a16:creationId xmlns:a16="http://schemas.microsoft.com/office/drawing/2014/main" id="{3D74E21D-4F37-9DCC-07AA-1297C513F604}"/>
                </a:ext>
              </a:extLst>
            </p:cNvPr>
            <p:cNvSpPr/>
            <p:nvPr/>
          </p:nvSpPr>
          <p:spPr>
            <a:xfrm>
              <a:off x="7094124" y="4975193"/>
              <a:ext cx="634269" cy="911828"/>
            </a:xfrm>
            <a:custGeom>
              <a:avLst/>
              <a:gdLst>
                <a:gd name="connsiteX0" fmla="*/ 373571 w 634269"/>
                <a:gd name="connsiteY0" fmla="*/ 167164 h 911828"/>
                <a:gd name="connsiteX1" fmla="*/ 342805 w 634269"/>
                <a:gd name="connsiteY1" fmla="*/ 190405 h 911828"/>
                <a:gd name="connsiteX2" fmla="*/ 331660 w 634269"/>
                <a:gd name="connsiteY2" fmla="*/ 198787 h 911828"/>
                <a:gd name="connsiteX3" fmla="*/ 322802 w 634269"/>
                <a:gd name="connsiteY3" fmla="*/ 205264 h 911828"/>
                <a:gd name="connsiteX4" fmla="*/ 287941 w 634269"/>
                <a:gd name="connsiteY4" fmla="*/ 231077 h 911828"/>
                <a:gd name="connsiteX5" fmla="*/ 256032 w 634269"/>
                <a:gd name="connsiteY5" fmla="*/ 254603 h 911828"/>
                <a:gd name="connsiteX6" fmla="*/ 254889 w 634269"/>
                <a:gd name="connsiteY6" fmla="*/ 255461 h 911828"/>
                <a:gd name="connsiteX7" fmla="*/ 272701 w 634269"/>
                <a:gd name="connsiteY7" fmla="*/ 271844 h 911828"/>
                <a:gd name="connsiteX8" fmla="*/ 297084 w 634269"/>
                <a:gd name="connsiteY8" fmla="*/ 294418 h 911828"/>
                <a:gd name="connsiteX9" fmla="*/ 300704 w 634269"/>
                <a:gd name="connsiteY9" fmla="*/ 334328 h 911828"/>
                <a:gd name="connsiteX10" fmla="*/ 299942 w 634269"/>
                <a:gd name="connsiteY10" fmla="*/ 335661 h 911828"/>
                <a:gd name="connsiteX11" fmla="*/ 300133 w 634269"/>
                <a:gd name="connsiteY11" fmla="*/ 341948 h 911828"/>
                <a:gd name="connsiteX12" fmla="*/ 305467 w 634269"/>
                <a:gd name="connsiteY12" fmla="*/ 369284 h 911828"/>
                <a:gd name="connsiteX13" fmla="*/ 306991 w 634269"/>
                <a:gd name="connsiteY13" fmla="*/ 372333 h 911828"/>
                <a:gd name="connsiteX14" fmla="*/ 307467 w 634269"/>
                <a:gd name="connsiteY14" fmla="*/ 373190 h 911828"/>
                <a:gd name="connsiteX15" fmla="*/ 309562 w 634269"/>
                <a:gd name="connsiteY15" fmla="*/ 376714 h 911828"/>
                <a:gd name="connsiteX16" fmla="*/ 315373 w 634269"/>
                <a:gd name="connsiteY16" fmla="*/ 385382 h 911828"/>
                <a:gd name="connsiteX17" fmla="*/ 339090 w 634269"/>
                <a:gd name="connsiteY17" fmla="*/ 402146 h 911828"/>
                <a:gd name="connsiteX18" fmla="*/ 371761 w 634269"/>
                <a:gd name="connsiteY18" fmla="*/ 432626 h 911828"/>
                <a:gd name="connsiteX19" fmla="*/ 377190 w 634269"/>
                <a:gd name="connsiteY19" fmla="*/ 440817 h 911828"/>
                <a:gd name="connsiteX20" fmla="*/ 393859 w 634269"/>
                <a:gd name="connsiteY20" fmla="*/ 469011 h 911828"/>
                <a:gd name="connsiteX21" fmla="*/ 393763 w 634269"/>
                <a:gd name="connsiteY21" fmla="*/ 469487 h 911828"/>
                <a:gd name="connsiteX22" fmla="*/ 393668 w 634269"/>
                <a:gd name="connsiteY22" fmla="*/ 470059 h 911828"/>
                <a:gd name="connsiteX23" fmla="*/ 392430 w 634269"/>
                <a:gd name="connsiteY23" fmla="*/ 474726 h 911828"/>
                <a:gd name="connsiteX24" fmla="*/ 390239 w 634269"/>
                <a:gd name="connsiteY24" fmla="*/ 483013 h 911828"/>
                <a:gd name="connsiteX25" fmla="*/ 393287 w 634269"/>
                <a:gd name="connsiteY25" fmla="*/ 491490 h 911828"/>
                <a:gd name="connsiteX26" fmla="*/ 396907 w 634269"/>
                <a:gd name="connsiteY26" fmla="*/ 501396 h 911828"/>
                <a:gd name="connsiteX27" fmla="*/ 404622 w 634269"/>
                <a:gd name="connsiteY27" fmla="*/ 509588 h 911828"/>
                <a:gd name="connsiteX28" fmla="*/ 415766 w 634269"/>
                <a:gd name="connsiteY28" fmla="*/ 521399 h 911828"/>
                <a:gd name="connsiteX29" fmla="*/ 456628 w 634269"/>
                <a:gd name="connsiteY29" fmla="*/ 560546 h 911828"/>
                <a:gd name="connsiteX30" fmla="*/ 460534 w 634269"/>
                <a:gd name="connsiteY30" fmla="*/ 564261 h 911828"/>
                <a:gd name="connsiteX31" fmla="*/ 461962 w 634269"/>
                <a:gd name="connsiteY31" fmla="*/ 565595 h 911828"/>
                <a:gd name="connsiteX32" fmla="*/ 462915 w 634269"/>
                <a:gd name="connsiteY32" fmla="*/ 566452 h 911828"/>
                <a:gd name="connsiteX33" fmla="*/ 492442 w 634269"/>
                <a:gd name="connsiteY33" fmla="*/ 593503 h 911828"/>
                <a:gd name="connsiteX34" fmla="*/ 538353 w 634269"/>
                <a:gd name="connsiteY34" fmla="*/ 659702 h 911828"/>
                <a:gd name="connsiteX35" fmla="*/ 561308 w 634269"/>
                <a:gd name="connsiteY35" fmla="*/ 698087 h 911828"/>
                <a:gd name="connsiteX36" fmla="*/ 571786 w 634269"/>
                <a:gd name="connsiteY36" fmla="*/ 703707 h 911828"/>
                <a:gd name="connsiteX37" fmla="*/ 588931 w 634269"/>
                <a:gd name="connsiteY37" fmla="*/ 709613 h 911828"/>
                <a:gd name="connsiteX38" fmla="*/ 623411 w 634269"/>
                <a:gd name="connsiteY38" fmla="*/ 752285 h 911828"/>
                <a:gd name="connsiteX39" fmla="*/ 626650 w 634269"/>
                <a:gd name="connsiteY39" fmla="*/ 757809 h 911828"/>
                <a:gd name="connsiteX40" fmla="*/ 633412 w 634269"/>
                <a:gd name="connsiteY40" fmla="*/ 777145 h 911828"/>
                <a:gd name="connsiteX41" fmla="*/ 633603 w 634269"/>
                <a:gd name="connsiteY41" fmla="*/ 783622 h 911828"/>
                <a:gd name="connsiteX42" fmla="*/ 634270 w 634269"/>
                <a:gd name="connsiteY42" fmla="*/ 797052 h 911828"/>
                <a:gd name="connsiteX43" fmla="*/ 630746 w 634269"/>
                <a:gd name="connsiteY43" fmla="*/ 804101 h 911828"/>
                <a:gd name="connsiteX44" fmla="*/ 630269 w 634269"/>
                <a:gd name="connsiteY44" fmla="*/ 805053 h 911828"/>
                <a:gd name="connsiteX45" fmla="*/ 629793 w 634269"/>
                <a:gd name="connsiteY45" fmla="*/ 806196 h 911828"/>
                <a:gd name="connsiteX46" fmla="*/ 623602 w 634269"/>
                <a:gd name="connsiteY46" fmla="*/ 820293 h 911828"/>
                <a:gd name="connsiteX47" fmla="*/ 621983 w 634269"/>
                <a:gd name="connsiteY47" fmla="*/ 825532 h 911828"/>
                <a:gd name="connsiteX48" fmla="*/ 620173 w 634269"/>
                <a:gd name="connsiteY48" fmla="*/ 831247 h 911828"/>
                <a:gd name="connsiteX49" fmla="*/ 618839 w 634269"/>
                <a:gd name="connsiteY49" fmla="*/ 835724 h 911828"/>
                <a:gd name="connsiteX50" fmla="*/ 617506 w 634269"/>
                <a:gd name="connsiteY50" fmla="*/ 871442 h 911828"/>
                <a:gd name="connsiteX51" fmla="*/ 619696 w 634269"/>
                <a:gd name="connsiteY51" fmla="*/ 906494 h 911828"/>
                <a:gd name="connsiteX52" fmla="*/ 596646 w 634269"/>
                <a:gd name="connsiteY52" fmla="*/ 904209 h 911828"/>
                <a:gd name="connsiteX53" fmla="*/ 525685 w 634269"/>
                <a:gd name="connsiteY53" fmla="*/ 898779 h 911828"/>
                <a:gd name="connsiteX54" fmla="*/ 524256 w 634269"/>
                <a:gd name="connsiteY54" fmla="*/ 898779 h 911828"/>
                <a:gd name="connsiteX55" fmla="*/ 464439 w 634269"/>
                <a:gd name="connsiteY55" fmla="*/ 911828 h 911828"/>
                <a:gd name="connsiteX56" fmla="*/ 397383 w 634269"/>
                <a:gd name="connsiteY56" fmla="*/ 907447 h 911828"/>
                <a:gd name="connsiteX57" fmla="*/ 378809 w 634269"/>
                <a:gd name="connsiteY57" fmla="*/ 895540 h 911828"/>
                <a:gd name="connsiteX58" fmla="*/ 362426 w 634269"/>
                <a:gd name="connsiteY58" fmla="*/ 891159 h 911828"/>
                <a:gd name="connsiteX59" fmla="*/ 335280 w 634269"/>
                <a:gd name="connsiteY59" fmla="*/ 885444 h 911828"/>
                <a:gd name="connsiteX60" fmla="*/ 331565 w 634269"/>
                <a:gd name="connsiteY60" fmla="*/ 866775 h 911828"/>
                <a:gd name="connsiteX61" fmla="*/ 331184 w 634269"/>
                <a:gd name="connsiteY61" fmla="*/ 865537 h 911828"/>
                <a:gd name="connsiteX62" fmla="*/ 330327 w 634269"/>
                <a:gd name="connsiteY62" fmla="*/ 863727 h 911828"/>
                <a:gd name="connsiteX63" fmla="*/ 328517 w 634269"/>
                <a:gd name="connsiteY63" fmla="*/ 860965 h 911828"/>
                <a:gd name="connsiteX64" fmla="*/ 326612 w 634269"/>
                <a:gd name="connsiteY64" fmla="*/ 859155 h 911828"/>
                <a:gd name="connsiteX65" fmla="*/ 326041 w 634269"/>
                <a:gd name="connsiteY65" fmla="*/ 858679 h 911828"/>
                <a:gd name="connsiteX66" fmla="*/ 323755 w 634269"/>
                <a:gd name="connsiteY66" fmla="*/ 856202 h 911828"/>
                <a:gd name="connsiteX67" fmla="*/ 322040 w 634269"/>
                <a:gd name="connsiteY67" fmla="*/ 854202 h 911828"/>
                <a:gd name="connsiteX68" fmla="*/ 320516 w 634269"/>
                <a:gd name="connsiteY68" fmla="*/ 851916 h 911828"/>
                <a:gd name="connsiteX69" fmla="*/ 319659 w 634269"/>
                <a:gd name="connsiteY69" fmla="*/ 850297 h 911828"/>
                <a:gd name="connsiteX70" fmla="*/ 318706 w 634269"/>
                <a:gd name="connsiteY70" fmla="*/ 848106 h 911828"/>
                <a:gd name="connsiteX71" fmla="*/ 317659 w 634269"/>
                <a:gd name="connsiteY71" fmla="*/ 844963 h 911828"/>
                <a:gd name="connsiteX72" fmla="*/ 317183 w 634269"/>
                <a:gd name="connsiteY72" fmla="*/ 843248 h 911828"/>
                <a:gd name="connsiteX73" fmla="*/ 316421 w 634269"/>
                <a:gd name="connsiteY73" fmla="*/ 840200 h 911828"/>
                <a:gd name="connsiteX74" fmla="*/ 316134 w 634269"/>
                <a:gd name="connsiteY74" fmla="*/ 839153 h 911828"/>
                <a:gd name="connsiteX75" fmla="*/ 315754 w 634269"/>
                <a:gd name="connsiteY75" fmla="*/ 838010 h 911828"/>
                <a:gd name="connsiteX76" fmla="*/ 314896 w 634269"/>
                <a:gd name="connsiteY76" fmla="*/ 836771 h 911828"/>
                <a:gd name="connsiteX77" fmla="*/ 313849 w 634269"/>
                <a:gd name="connsiteY77" fmla="*/ 835724 h 911828"/>
                <a:gd name="connsiteX78" fmla="*/ 312230 w 634269"/>
                <a:gd name="connsiteY78" fmla="*/ 834867 h 911828"/>
                <a:gd name="connsiteX79" fmla="*/ 311563 w 634269"/>
                <a:gd name="connsiteY79" fmla="*/ 834485 h 911828"/>
                <a:gd name="connsiteX80" fmla="*/ 309467 w 634269"/>
                <a:gd name="connsiteY80" fmla="*/ 833723 h 911828"/>
                <a:gd name="connsiteX81" fmla="*/ 301276 w 634269"/>
                <a:gd name="connsiteY81" fmla="*/ 831152 h 911828"/>
                <a:gd name="connsiteX82" fmla="*/ 298323 w 634269"/>
                <a:gd name="connsiteY82" fmla="*/ 830390 h 911828"/>
                <a:gd name="connsiteX83" fmla="*/ 297656 w 634269"/>
                <a:gd name="connsiteY83" fmla="*/ 830199 h 911828"/>
                <a:gd name="connsiteX84" fmla="*/ 296989 w 634269"/>
                <a:gd name="connsiteY84" fmla="*/ 830009 h 911828"/>
                <a:gd name="connsiteX85" fmla="*/ 294703 w 634269"/>
                <a:gd name="connsiteY85" fmla="*/ 829056 h 911828"/>
                <a:gd name="connsiteX86" fmla="*/ 292799 w 634269"/>
                <a:gd name="connsiteY86" fmla="*/ 828104 h 911828"/>
                <a:gd name="connsiteX87" fmla="*/ 291370 w 634269"/>
                <a:gd name="connsiteY87" fmla="*/ 827437 h 911828"/>
                <a:gd name="connsiteX88" fmla="*/ 289274 w 634269"/>
                <a:gd name="connsiteY88" fmla="*/ 826103 h 911828"/>
                <a:gd name="connsiteX89" fmla="*/ 288036 w 634269"/>
                <a:gd name="connsiteY89" fmla="*/ 825151 h 911828"/>
                <a:gd name="connsiteX90" fmla="*/ 286512 w 634269"/>
                <a:gd name="connsiteY90" fmla="*/ 824008 h 911828"/>
                <a:gd name="connsiteX91" fmla="*/ 285560 w 634269"/>
                <a:gd name="connsiteY91" fmla="*/ 823151 h 911828"/>
                <a:gd name="connsiteX92" fmla="*/ 284511 w 634269"/>
                <a:gd name="connsiteY92" fmla="*/ 822198 h 911828"/>
                <a:gd name="connsiteX93" fmla="*/ 283274 w 634269"/>
                <a:gd name="connsiteY93" fmla="*/ 820579 h 911828"/>
                <a:gd name="connsiteX94" fmla="*/ 282892 w 634269"/>
                <a:gd name="connsiteY94" fmla="*/ 819912 h 911828"/>
                <a:gd name="connsiteX95" fmla="*/ 282321 w 634269"/>
                <a:gd name="connsiteY95" fmla="*/ 818960 h 911828"/>
                <a:gd name="connsiteX96" fmla="*/ 281464 w 634269"/>
                <a:gd name="connsiteY96" fmla="*/ 816959 h 911828"/>
                <a:gd name="connsiteX97" fmla="*/ 280987 w 634269"/>
                <a:gd name="connsiteY97" fmla="*/ 815912 h 911828"/>
                <a:gd name="connsiteX98" fmla="*/ 280702 w 634269"/>
                <a:gd name="connsiteY98" fmla="*/ 814673 h 911828"/>
                <a:gd name="connsiteX99" fmla="*/ 280416 w 634269"/>
                <a:gd name="connsiteY99" fmla="*/ 813721 h 911828"/>
                <a:gd name="connsiteX100" fmla="*/ 278797 w 634269"/>
                <a:gd name="connsiteY100" fmla="*/ 810006 h 911828"/>
                <a:gd name="connsiteX101" fmla="*/ 277749 w 634269"/>
                <a:gd name="connsiteY101" fmla="*/ 808292 h 911828"/>
                <a:gd name="connsiteX102" fmla="*/ 276415 w 634269"/>
                <a:gd name="connsiteY102" fmla="*/ 806387 h 911828"/>
                <a:gd name="connsiteX103" fmla="*/ 274225 w 634269"/>
                <a:gd name="connsiteY103" fmla="*/ 804101 h 911828"/>
                <a:gd name="connsiteX104" fmla="*/ 273653 w 634269"/>
                <a:gd name="connsiteY104" fmla="*/ 803529 h 911828"/>
                <a:gd name="connsiteX105" fmla="*/ 267176 w 634269"/>
                <a:gd name="connsiteY105" fmla="*/ 797624 h 911828"/>
                <a:gd name="connsiteX106" fmla="*/ 219170 w 634269"/>
                <a:gd name="connsiteY106" fmla="*/ 754094 h 911828"/>
                <a:gd name="connsiteX107" fmla="*/ 217551 w 634269"/>
                <a:gd name="connsiteY107" fmla="*/ 753047 h 911828"/>
                <a:gd name="connsiteX108" fmla="*/ 215646 w 634269"/>
                <a:gd name="connsiteY108" fmla="*/ 752285 h 911828"/>
                <a:gd name="connsiteX109" fmla="*/ 209455 w 634269"/>
                <a:gd name="connsiteY109" fmla="*/ 749999 h 911828"/>
                <a:gd name="connsiteX110" fmla="*/ 200025 w 634269"/>
                <a:gd name="connsiteY110" fmla="*/ 747427 h 911828"/>
                <a:gd name="connsiteX111" fmla="*/ 198215 w 634269"/>
                <a:gd name="connsiteY111" fmla="*/ 747141 h 911828"/>
                <a:gd name="connsiteX112" fmla="*/ 196501 w 634269"/>
                <a:gd name="connsiteY112" fmla="*/ 747046 h 911828"/>
                <a:gd name="connsiteX113" fmla="*/ 194595 w 634269"/>
                <a:gd name="connsiteY113" fmla="*/ 747332 h 911828"/>
                <a:gd name="connsiteX114" fmla="*/ 192309 w 634269"/>
                <a:gd name="connsiteY114" fmla="*/ 747617 h 911828"/>
                <a:gd name="connsiteX115" fmla="*/ 182118 w 634269"/>
                <a:gd name="connsiteY115" fmla="*/ 748284 h 911828"/>
                <a:gd name="connsiteX116" fmla="*/ 154305 w 634269"/>
                <a:gd name="connsiteY116" fmla="*/ 747522 h 911828"/>
                <a:gd name="connsiteX117" fmla="*/ 152590 w 634269"/>
                <a:gd name="connsiteY117" fmla="*/ 747427 h 911828"/>
                <a:gd name="connsiteX118" fmla="*/ 151161 w 634269"/>
                <a:gd name="connsiteY118" fmla="*/ 747332 h 911828"/>
                <a:gd name="connsiteX119" fmla="*/ 148590 w 634269"/>
                <a:gd name="connsiteY119" fmla="*/ 746665 h 911828"/>
                <a:gd name="connsiteX120" fmla="*/ 124968 w 634269"/>
                <a:gd name="connsiteY120" fmla="*/ 735235 h 911828"/>
                <a:gd name="connsiteX121" fmla="*/ 124492 w 634269"/>
                <a:gd name="connsiteY121" fmla="*/ 734663 h 911828"/>
                <a:gd name="connsiteX122" fmla="*/ 123730 w 634269"/>
                <a:gd name="connsiteY122" fmla="*/ 733139 h 911828"/>
                <a:gd name="connsiteX123" fmla="*/ 117824 w 634269"/>
                <a:gd name="connsiteY123" fmla="*/ 711994 h 911828"/>
                <a:gd name="connsiteX124" fmla="*/ 117634 w 634269"/>
                <a:gd name="connsiteY124" fmla="*/ 711042 h 911828"/>
                <a:gd name="connsiteX125" fmla="*/ 117443 w 634269"/>
                <a:gd name="connsiteY125" fmla="*/ 710184 h 911828"/>
                <a:gd name="connsiteX126" fmla="*/ 116872 w 634269"/>
                <a:gd name="connsiteY126" fmla="*/ 706469 h 911828"/>
                <a:gd name="connsiteX127" fmla="*/ 116681 w 634269"/>
                <a:gd name="connsiteY127" fmla="*/ 704850 h 911828"/>
                <a:gd name="connsiteX128" fmla="*/ 116396 w 634269"/>
                <a:gd name="connsiteY128" fmla="*/ 701993 h 911828"/>
                <a:gd name="connsiteX129" fmla="*/ 116396 w 634269"/>
                <a:gd name="connsiteY129" fmla="*/ 699611 h 911828"/>
                <a:gd name="connsiteX130" fmla="*/ 116776 w 634269"/>
                <a:gd name="connsiteY130" fmla="*/ 698659 h 911828"/>
                <a:gd name="connsiteX131" fmla="*/ 136779 w 634269"/>
                <a:gd name="connsiteY131" fmla="*/ 685514 h 911828"/>
                <a:gd name="connsiteX132" fmla="*/ 138303 w 634269"/>
                <a:gd name="connsiteY132" fmla="*/ 684562 h 911828"/>
                <a:gd name="connsiteX133" fmla="*/ 139255 w 634269"/>
                <a:gd name="connsiteY133" fmla="*/ 683895 h 911828"/>
                <a:gd name="connsiteX134" fmla="*/ 140303 w 634269"/>
                <a:gd name="connsiteY134" fmla="*/ 683133 h 911828"/>
                <a:gd name="connsiteX135" fmla="*/ 141160 w 634269"/>
                <a:gd name="connsiteY135" fmla="*/ 682181 h 911828"/>
                <a:gd name="connsiteX136" fmla="*/ 142113 w 634269"/>
                <a:gd name="connsiteY136" fmla="*/ 680942 h 911828"/>
                <a:gd name="connsiteX137" fmla="*/ 155829 w 634269"/>
                <a:gd name="connsiteY137" fmla="*/ 657320 h 911828"/>
                <a:gd name="connsiteX138" fmla="*/ 163639 w 634269"/>
                <a:gd name="connsiteY138" fmla="*/ 643223 h 911828"/>
                <a:gd name="connsiteX139" fmla="*/ 165259 w 634269"/>
                <a:gd name="connsiteY139" fmla="*/ 639985 h 911828"/>
                <a:gd name="connsiteX140" fmla="*/ 166402 w 634269"/>
                <a:gd name="connsiteY140" fmla="*/ 637127 h 911828"/>
                <a:gd name="connsiteX141" fmla="*/ 166878 w 634269"/>
                <a:gd name="connsiteY141" fmla="*/ 636080 h 911828"/>
                <a:gd name="connsiteX142" fmla="*/ 167354 w 634269"/>
                <a:gd name="connsiteY142" fmla="*/ 634651 h 911828"/>
                <a:gd name="connsiteX143" fmla="*/ 167545 w 634269"/>
                <a:gd name="connsiteY143" fmla="*/ 634270 h 911828"/>
                <a:gd name="connsiteX144" fmla="*/ 169545 w 634269"/>
                <a:gd name="connsiteY144" fmla="*/ 626364 h 911828"/>
                <a:gd name="connsiteX145" fmla="*/ 170307 w 634269"/>
                <a:gd name="connsiteY145" fmla="*/ 620840 h 911828"/>
                <a:gd name="connsiteX146" fmla="*/ 170402 w 634269"/>
                <a:gd name="connsiteY146" fmla="*/ 619506 h 911828"/>
                <a:gd name="connsiteX147" fmla="*/ 170117 w 634269"/>
                <a:gd name="connsiteY147" fmla="*/ 617506 h 911828"/>
                <a:gd name="connsiteX148" fmla="*/ 161639 w 634269"/>
                <a:gd name="connsiteY148" fmla="*/ 555308 h 911828"/>
                <a:gd name="connsiteX149" fmla="*/ 161449 w 634269"/>
                <a:gd name="connsiteY149" fmla="*/ 554260 h 911828"/>
                <a:gd name="connsiteX150" fmla="*/ 124396 w 634269"/>
                <a:gd name="connsiteY150" fmla="*/ 401860 h 911828"/>
                <a:gd name="connsiteX151" fmla="*/ 120587 w 634269"/>
                <a:gd name="connsiteY151" fmla="*/ 402431 h 911828"/>
                <a:gd name="connsiteX152" fmla="*/ 117919 w 634269"/>
                <a:gd name="connsiteY152" fmla="*/ 402241 h 911828"/>
                <a:gd name="connsiteX153" fmla="*/ 116681 w 634269"/>
                <a:gd name="connsiteY153" fmla="*/ 402050 h 911828"/>
                <a:gd name="connsiteX154" fmla="*/ 112204 w 634269"/>
                <a:gd name="connsiteY154" fmla="*/ 400526 h 911828"/>
                <a:gd name="connsiteX155" fmla="*/ 107918 w 634269"/>
                <a:gd name="connsiteY155" fmla="*/ 395954 h 911828"/>
                <a:gd name="connsiteX156" fmla="*/ 87249 w 634269"/>
                <a:gd name="connsiteY156" fmla="*/ 356807 h 911828"/>
                <a:gd name="connsiteX157" fmla="*/ 80772 w 634269"/>
                <a:gd name="connsiteY157" fmla="*/ 337852 h 911828"/>
                <a:gd name="connsiteX158" fmla="*/ 91249 w 634269"/>
                <a:gd name="connsiteY158" fmla="*/ 314611 h 911828"/>
                <a:gd name="connsiteX159" fmla="*/ 92392 w 634269"/>
                <a:gd name="connsiteY159" fmla="*/ 312420 h 911828"/>
                <a:gd name="connsiteX160" fmla="*/ 97822 w 634269"/>
                <a:gd name="connsiteY160" fmla="*/ 302324 h 911828"/>
                <a:gd name="connsiteX161" fmla="*/ 104489 w 634269"/>
                <a:gd name="connsiteY161" fmla="*/ 287560 h 911828"/>
                <a:gd name="connsiteX162" fmla="*/ 101537 w 634269"/>
                <a:gd name="connsiteY162" fmla="*/ 284131 h 911828"/>
                <a:gd name="connsiteX163" fmla="*/ 97822 w 634269"/>
                <a:gd name="connsiteY163" fmla="*/ 281369 h 911828"/>
                <a:gd name="connsiteX164" fmla="*/ 92392 w 634269"/>
                <a:gd name="connsiteY164" fmla="*/ 277368 h 911828"/>
                <a:gd name="connsiteX165" fmla="*/ 75628 w 634269"/>
                <a:gd name="connsiteY165" fmla="*/ 266224 h 911828"/>
                <a:gd name="connsiteX166" fmla="*/ 68008 w 634269"/>
                <a:gd name="connsiteY166" fmla="*/ 262128 h 911828"/>
                <a:gd name="connsiteX167" fmla="*/ 41624 w 634269"/>
                <a:gd name="connsiteY167" fmla="*/ 252603 h 911828"/>
                <a:gd name="connsiteX168" fmla="*/ 16097 w 634269"/>
                <a:gd name="connsiteY168" fmla="*/ 258604 h 911828"/>
                <a:gd name="connsiteX169" fmla="*/ 0 w 634269"/>
                <a:gd name="connsiteY169" fmla="*/ 214979 h 911828"/>
                <a:gd name="connsiteX170" fmla="*/ 33242 w 634269"/>
                <a:gd name="connsiteY170" fmla="*/ 169354 h 911828"/>
                <a:gd name="connsiteX171" fmla="*/ 68389 w 634269"/>
                <a:gd name="connsiteY171" fmla="*/ 136684 h 911828"/>
                <a:gd name="connsiteX172" fmla="*/ 74200 w 634269"/>
                <a:gd name="connsiteY172" fmla="*/ 132588 h 911828"/>
                <a:gd name="connsiteX173" fmla="*/ 87154 w 634269"/>
                <a:gd name="connsiteY173" fmla="*/ 123444 h 911828"/>
                <a:gd name="connsiteX174" fmla="*/ 103632 w 634269"/>
                <a:gd name="connsiteY174" fmla="*/ 118777 h 911828"/>
                <a:gd name="connsiteX175" fmla="*/ 112681 w 634269"/>
                <a:gd name="connsiteY175" fmla="*/ 116110 h 911828"/>
                <a:gd name="connsiteX176" fmla="*/ 121539 w 634269"/>
                <a:gd name="connsiteY176" fmla="*/ 113633 h 911828"/>
                <a:gd name="connsiteX177" fmla="*/ 137922 w 634269"/>
                <a:gd name="connsiteY177" fmla="*/ 108490 h 911828"/>
                <a:gd name="connsiteX178" fmla="*/ 155162 w 634269"/>
                <a:gd name="connsiteY178" fmla="*/ 103061 h 911828"/>
                <a:gd name="connsiteX179" fmla="*/ 156781 w 634269"/>
                <a:gd name="connsiteY179" fmla="*/ 102394 h 911828"/>
                <a:gd name="connsiteX180" fmla="*/ 186595 w 634269"/>
                <a:gd name="connsiteY180" fmla="*/ 91059 h 911828"/>
                <a:gd name="connsiteX181" fmla="*/ 187642 w 634269"/>
                <a:gd name="connsiteY181" fmla="*/ 90583 h 911828"/>
                <a:gd name="connsiteX182" fmla="*/ 205454 w 634269"/>
                <a:gd name="connsiteY182" fmla="*/ 76295 h 911828"/>
                <a:gd name="connsiteX183" fmla="*/ 224885 w 634269"/>
                <a:gd name="connsiteY183" fmla="*/ 55817 h 911828"/>
                <a:gd name="connsiteX184" fmla="*/ 225552 w 634269"/>
                <a:gd name="connsiteY184" fmla="*/ 55150 h 911828"/>
                <a:gd name="connsiteX185" fmla="*/ 271367 w 634269"/>
                <a:gd name="connsiteY185" fmla="*/ 0 h 911828"/>
                <a:gd name="connsiteX186" fmla="*/ 282892 w 634269"/>
                <a:gd name="connsiteY186" fmla="*/ 27527 h 911828"/>
                <a:gd name="connsiteX187" fmla="*/ 284893 w 634269"/>
                <a:gd name="connsiteY187" fmla="*/ 31623 h 911828"/>
                <a:gd name="connsiteX188" fmla="*/ 291084 w 634269"/>
                <a:gd name="connsiteY188" fmla="*/ 43910 h 911828"/>
                <a:gd name="connsiteX189" fmla="*/ 365855 w 634269"/>
                <a:gd name="connsiteY189" fmla="*/ 115919 h 911828"/>
                <a:gd name="connsiteX190" fmla="*/ 394144 w 634269"/>
                <a:gd name="connsiteY190" fmla="*/ 142970 h 911828"/>
                <a:gd name="connsiteX191" fmla="*/ 400336 w 634269"/>
                <a:gd name="connsiteY191" fmla="*/ 148971 h 911828"/>
                <a:gd name="connsiteX192" fmla="*/ 388334 w 634269"/>
                <a:gd name="connsiteY192" fmla="*/ 157163 h 911828"/>
                <a:gd name="connsiteX193" fmla="*/ 373571 w 634269"/>
                <a:gd name="connsiteY193" fmla="*/ 167164 h 911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34269" h="911828">
                  <a:moveTo>
                    <a:pt x="373571" y="167164"/>
                  </a:moveTo>
                  <a:lnTo>
                    <a:pt x="342805" y="190405"/>
                  </a:lnTo>
                  <a:lnTo>
                    <a:pt x="331660" y="198787"/>
                  </a:lnTo>
                  <a:lnTo>
                    <a:pt x="322802" y="205264"/>
                  </a:lnTo>
                  <a:lnTo>
                    <a:pt x="287941" y="231077"/>
                  </a:lnTo>
                  <a:lnTo>
                    <a:pt x="256032" y="254603"/>
                  </a:lnTo>
                  <a:lnTo>
                    <a:pt x="254889" y="255461"/>
                  </a:lnTo>
                  <a:lnTo>
                    <a:pt x="272701" y="271844"/>
                  </a:lnTo>
                  <a:lnTo>
                    <a:pt x="297084" y="294418"/>
                  </a:lnTo>
                  <a:lnTo>
                    <a:pt x="300704" y="334328"/>
                  </a:lnTo>
                  <a:lnTo>
                    <a:pt x="299942" y="335661"/>
                  </a:lnTo>
                  <a:lnTo>
                    <a:pt x="300133" y="341948"/>
                  </a:lnTo>
                  <a:lnTo>
                    <a:pt x="305467" y="369284"/>
                  </a:lnTo>
                  <a:lnTo>
                    <a:pt x="306991" y="372333"/>
                  </a:lnTo>
                  <a:lnTo>
                    <a:pt x="307467" y="373190"/>
                  </a:lnTo>
                  <a:lnTo>
                    <a:pt x="309562" y="376714"/>
                  </a:lnTo>
                  <a:lnTo>
                    <a:pt x="315373" y="385382"/>
                  </a:lnTo>
                  <a:lnTo>
                    <a:pt x="339090" y="402146"/>
                  </a:lnTo>
                  <a:lnTo>
                    <a:pt x="371761" y="432626"/>
                  </a:lnTo>
                  <a:lnTo>
                    <a:pt x="377190" y="440817"/>
                  </a:lnTo>
                  <a:lnTo>
                    <a:pt x="393859" y="469011"/>
                  </a:lnTo>
                  <a:lnTo>
                    <a:pt x="393763" y="469487"/>
                  </a:lnTo>
                  <a:lnTo>
                    <a:pt x="393668" y="470059"/>
                  </a:lnTo>
                  <a:lnTo>
                    <a:pt x="392430" y="474726"/>
                  </a:lnTo>
                  <a:lnTo>
                    <a:pt x="390239" y="483013"/>
                  </a:lnTo>
                  <a:lnTo>
                    <a:pt x="393287" y="491490"/>
                  </a:lnTo>
                  <a:lnTo>
                    <a:pt x="396907" y="501396"/>
                  </a:lnTo>
                  <a:lnTo>
                    <a:pt x="404622" y="509588"/>
                  </a:lnTo>
                  <a:lnTo>
                    <a:pt x="415766" y="521399"/>
                  </a:lnTo>
                  <a:lnTo>
                    <a:pt x="456628" y="560546"/>
                  </a:lnTo>
                  <a:lnTo>
                    <a:pt x="460534" y="564261"/>
                  </a:lnTo>
                  <a:lnTo>
                    <a:pt x="461962" y="565595"/>
                  </a:lnTo>
                  <a:lnTo>
                    <a:pt x="462915" y="566452"/>
                  </a:lnTo>
                  <a:lnTo>
                    <a:pt x="492442" y="593503"/>
                  </a:lnTo>
                  <a:lnTo>
                    <a:pt x="538353" y="659702"/>
                  </a:lnTo>
                  <a:lnTo>
                    <a:pt x="561308" y="698087"/>
                  </a:lnTo>
                  <a:lnTo>
                    <a:pt x="571786" y="703707"/>
                  </a:lnTo>
                  <a:lnTo>
                    <a:pt x="588931" y="709613"/>
                  </a:lnTo>
                  <a:lnTo>
                    <a:pt x="623411" y="752285"/>
                  </a:lnTo>
                  <a:lnTo>
                    <a:pt x="626650" y="757809"/>
                  </a:lnTo>
                  <a:lnTo>
                    <a:pt x="633412" y="777145"/>
                  </a:lnTo>
                  <a:lnTo>
                    <a:pt x="633603" y="783622"/>
                  </a:lnTo>
                  <a:lnTo>
                    <a:pt x="634270" y="797052"/>
                  </a:lnTo>
                  <a:lnTo>
                    <a:pt x="630746" y="804101"/>
                  </a:lnTo>
                  <a:lnTo>
                    <a:pt x="630269" y="805053"/>
                  </a:lnTo>
                  <a:lnTo>
                    <a:pt x="629793" y="806196"/>
                  </a:lnTo>
                  <a:lnTo>
                    <a:pt x="623602" y="820293"/>
                  </a:lnTo>
                  <a:lnTo>
                    <a:pt x="621983" y="825532"/>
                  </a:lnTo>
                  <a:lnTo>
                    <a:pt x="620173" y="831247"/>
                  </a:lnTo>
                  <a:lnTo>
                    <a:pt x="618839" y="835724"/>
                  </a:lnTo>
                  <a:lnTo>
                    <a:pt x="617506" y="871442"/>
                  </a:lnTo>
                  <a:lnTo>
                    <a:pt x="619696" y="906494"/>
                  </a:lnTo>
                  <a:lnTo>
                    <a:pt x="596646" y="904209"/>
                  </a:lnTo>
                  <a:lnTo>
                    <a:pt x="525685" y="898779"/>
                  </a:lnTo>
                  <a:lnTo>
                    <a:pt x="524256" y="898779"/>
                  </a:lnTo>
                  <a:lnTo>
                    <a:pt x="464439" y="911828"/>
                  </a:lnTo>
                  <a:lnTo>
                    <a:pt x="397383" y="907447"/>
                  </a:lnTo>
                  <a:lnTo>
                    <a:pt x="378809" y="895540"/>
                  </a:lnTo>
                  <a:lnTo>
                    <a:pt x="362426" y="891159"/>
                  </a:lnTo>
                  <a:lnTo>
                    <a:pt x="335280" y="885444"/>
                  </a:lnTo>
                  <a:lnTo>
                    <a:pt x="331565" y="866775"/>
                  </a:lnTo>
                  <a:lnTo>
                    <a:pt x="331184" y="865537"/>
                  </a:lnTo>
                  <a:lnTo>
                    <a:pt x="330327" y="863727"/>
                  </a:lnTo>
                  <a:lnTo>
                    <a:pt x="328517" y="860965"/>
                  </a:lnTo>
                  <a:lnTo>
                    <a:pt x="326612" y="859155"/>
                  </a:lnTo>
                  <a:lnTo>
                    <a:pt x="326041" y="858679"/>
                  </a:lnTo>
                  <a:lnTo>
                    <a:pt x="323755" y="856202"/>
                  </a:lnTo>
                  <a:lnTo>
                    <a:pt x="322040" y="854202"/>
                  </a:lnTo>
                  <a:lnTo>
                    <a:pt x="320516" y="851916"/>
                  </a:lnTo>
                  <a:lnTo>
                    <a:pt x="319659" y="850297"/>
                  </a:lnTo>
                  <a:lnTo>
                    <a:pt x="318706" y="848106"/>
                  </a:lnTo>
                  <a:lnTo>
                    <a:pt x="317659" y="844963"/>
                  </a:lnTo>
                  <a:lnTo>
                    <a:pt x="317183" y="843248"/>
                  </a:lnTo>
                  <a:lnTo>
                    <a:pt x="316421" y="840200"/>
                  </a:lnTo>
                  <a:lnTo>
                    <a:pt x="316134" y="839153"/>
                  </a:lnTo>
                  <a:lnTo>
                    <a:pt x="315754" y="838010"/>
                  </a:lnTo>
                  <a:lnTo>
                    <a:pt x="314896" y="836771"/>
                  </a:lnTo>
                  <a:lnTo>
                    <a:pt x="313849" y="835724"/>
                  </a:lnTo>
                  <a:lnTo>
                    <a:pt x="312230" y="834867"/>
                  </a:lnTo>
                  <a:lnTo>
                    <a:pt x="311563" y="834485"/>
                  </a:lnTo>
                  <a:lnTo>
                    <a:pt x="309467" y="833723"/>
                  </a:lnTo>
                  <a:lnTo>
                    <a:pt x="301276" y="831152"/>
                  </a:lnTo>
                  <a:lnTo>
                    <a:pt x="298323" y="830390"/>
                  </a:lnTo>
                  <a:lnTo>
                    <a:pt x="297656" y="830199"/>
                  </a:lnTo>
                  <a:lnTo>
                    <a:pt x="296989" y="830009"/>
                  </a:lnTo>
                  <a:lnTo>
                    <a:pt x="294703" y="829056"/>
                  </a:lnTo>
                  <a:lnTo>
                    <a:pt x="292799" y="828104"/>
                  </a:lnTo>
                  <a:lnTo>
                    <a:pt x="291370" y="827437"/>
                  </a:lnTo>
                  <a:lnTo>
                    <a:pt x="289274" y="826103"/>
                  </a:lnTo>
                  <a:lnTo>
                    <a:pt x="288036" y="825151"/>
                  </a:lnTo>
                  <a:lnTo>
                    <a:pt x="286512" y="824008"/>
                  </a:lnTo>
                  <a:lnTo>
                    <a:pt x="285560" y="823151"/>
                  </a:lnTo>
                  <a:lnTo>
                    <a:pt x="284511" y="822198"/>
                  </a:lnTo>
                  <a:lnTo>
                    <a:pt x="283274" y="820579"/>
                  </a:lnTo>
                  <a:lnTo>
                    <a:pt x="282892" y="819912"/>
                  </a:lnTo>
                  <a:lnTo>
                    <a:pt x="282321" y="818960"/>
                  </a:lnTo>
                  <a:lnTo>
                    <a:pt x="281464" y="816959"/>
                  </a:lnTo>
                  <a:lnTo>
                    <a:pt x="280987" y="815912"/>
                  </a:lnTo>
                  <a:lnTo>
                    <a:pt x="280702" y="814673"/>
                  </a:lnTo>
                  <a:lnTo>
                    <a:pt x="280416" y="813721"/>
                  </a:lnTo>
                  <a:lnTo>
                    <a:pt x="278797" y="810006"/>
                  </a:lnTo>
                  <a:lnTo>
                    <a:pt x="277749" y="808292"/>
                  </a:lnTo>
                  <a:lnTo>
                    <a:pt x="276415" y="806387"/>
                  </a:lnTo>
                  <a:lnTo>
                    <a:pt x="274225" y="804101"/>
                  </a:lnTo>
                  <a:lnTo>
                    <a:pt x="273653" y="803529"/>
                  </a:lnTo>
                  <a:lnTo>
                    <a:pt x="267176" y="797624"/>
                  </a:lnTo>
                  <a:lnTo>
                    <a:pt x="219170" y="754094"/>
                  </a:lnTo>
                  <a:lnTo>
                    <a:pt x="217551" y="753047"/>
                  </a:lnTo>
                  <a:lnTo>
                    <a:pt x="215646" y="752285"/>
                  </a:lnTo>
                  <a:lnTo>
                    <a:pt x="209455" y="749999"/>
                  </a:lnTo>
                  <a:lnTo>
                    <a:pt x="200025" y="747427"/>
                  </a:lnTo>
                  <a:lnTo>
                    <a:pt x="198215" y="747141"/>
                  </a:lnTo>
                  <a:lnTo>
                    <a:pt x="196501" y="747046"/>
                  </a:lnTo>
                  <a:lnTo>
                    <a:pt x="194595" y="747332"/>
                  </a:lnTo>
                  <a:lnTo>
                    <a:pt x="192309" y="747617"/>
                  </a:lnTo>
                  <a:lnTo>
                    <a:pt x="182118" y="748284"/>
                  </a:lnTo>
                  <a:lnTo>
                    <a:pt x="154305" y="747522"/>
                  </a:lnTo>
                  <a:lnTo>
                    <a:pt x="152590" y="747427"/>
                  </a:lnTo>
                  <a:lnTo>
                    <a:pt x="151161" y="747332"/>
                  </a:lnTo>
                  <a:lnTo>
                    <a:pt x="148590" y="746665"/>
                  </a:lnTo>
                  <a:lnTo>
                    <a:pt x="124968" y="735235"/>
                  </a:lnTo>
                  <a:lnTo>
                    <a:pt x="124492" y="734663"/>
                  </a:lnTo>
                  <a:lnTo>
                    <a:pt x="123730" y="733139"/>
                  </a:lnTo>
                  <a:lnTo>
                    <a:pt x="117824" y="711994"/>
                  </a:lnTo>
                  <a:lnTo>
                    <a:pt x="117634" y="711042"/>
                  </a:lnTo>
                  <a:lnTo>
                    <a:pt x="117443" y="710184"/>
                  </a:lnTo>
                  <a:lnTo>
                    <a:pt x="116872" y="706469"/>
                  </a:lnTo>
                  <a:lnTo>
                    <a:pt x="116681" y="704850"/>
                  </a:lnTo>
                  <a:lnTo>
                    <a:pt x="116396" y="701993"/>
                  </a:lnTo>
                  <a:lnTo>
                    <a:pt x="116396" y="699611"/>
                  </a:lnTo>
                  <a:lnTo>
                    <a:pt x="116776" y="698659"/>
                  </a:lnTo>
                  <a:lnTo>
                    <a:pt x="136779" y="685514"/>
                  </a:lnTo>
                  <a:lnTo>
                    <a:pt x="138303" y="684562"/>
                  </a:lnTo>
                  <a:lnTo>
                    <a:pt x="139255" y="683895"/>
                  </a:lnTo>
                  <a:lnTo>
                    <a:pt x="140303" y="683133"/>
                  </a:lnTo>
                  <a:lnTo>
                    <a:pt x="141160" y="682181"/>
                  </a:lnTo>
                  <a:lnTo>
                    <a:pt x="142113" y="680942"/>
                  </a:lnTo>
                  <a:lnTo>
                    <a:pt x="155829" y="657320"/>
                  </a:lnTo>
                  <a:lnTo>
                    <a:pt x="163639" y="643223"/>
                  </a:lnTo>
                  <a:lnTo>
                    <a:pt x="165259" y="639985"/>
                  </a:lnTo>
                  <a:lnTo>
                    <a:pt x="166402" y="637127"/>
                  </a:lnTo>
                  <a:lnTo>
                    <a:pt x="166878" y="636080"/>
                  </a:lnTo>
                  <a:lnTo>
                    <a:pt x="167354" y="634651"/>
                  </a:lnTo>
                  <a:lnTo>
                    <a:pt x="167545" y="634270"/>
                  </a:lnTo>
                  <a:lnTo>
                    <a:pt x="169545" y="626364"/>
                  </a:lnTo>
                  <a:lnTo>
                    <a:pt x="170307" y="620840"/>
                  </a:lnTo>
                  <a:lnTo>
                    <a:pt x="170402" y="619506"/>
                  </a:lnTo>
                  <a:lnTo>
                    <a:pt x="170117" y="617506"/>
                  </a:lnTo>
                  <a:lnTo>
                    <a:pt x="161639" y="555308"/>
                  </a:lnTo>
                  <a:lnTo>
                    <a:pt x="161449" y="554260"/>
                  </a:lnTo>
                  <a:lnTo>
                    <a:pt x="124396" y="401860"/>
                  </a:lnTo>
                  <a:lnTo>
                    <a:pt x="120587" y="402431"/>
                  </a:lnTo>
                  <a:lnTo>
                    <a:pt x="117919" y="402241"/>
                  </a:lnTo>
                  <a:lnTo>
                    <a:pt x="116681" y="402050"/>
                  </a:lnTo>
                  <a:lnTo>
                    <a:pt x="112204" y="400526"/>
                  </a:lnTo>
                  <a:lnTo>
                    <a:pt x="107918" y="395954"/>
                  </a:lnTo>
                  <a:lnTo>
                    <a:pt x="87249" y="356807"/>
                  </a:lnTo>
                  <a:lnTo>
                    <a:pt x="80772" y="337852"/>
                  </a:lnTo>
                  <a:lnTo>
                    <a:pt x="91249" y="314611"/>
                  </a:lnTo>
                  <a:lnTo>
                    <a:pt x="92392" y="312420"/>
                  </a:lnTo>
                  <a:lnTo>
                    <a:pt x="97822" y="302324"/>
                  </a:lnTo>
                  <a:lnTo>
                    <a:pt x="104489" y="287560"/>
                  </a:lnTo>
                  <a:lnTo>
                    <a:pt x="101537" y="284131"/>
                  </a:lnTo>
                  <a:lnTo>
                    <a:pt x="97822" y="281369"/>
                  </a:lnTo>
                  <a:lnTo>
                    <a:pt x="92392" y="277368"/>
                  </a:lnTo>
                  <a:lnTo>
                    <a:pt x="75628" y="266224"/>
                  </a:lnTo>
                  <a:lnTo>
                    <a:pt x="68008" y="262128"/>
                  </a:lnTo>
                  <a:lnTo>
                    <a:pt x="41624" y="252603"/>
                  </a:lnTo>
                  <a:lnTo>
                    <a:pt x="16097" y="258604"/>
                  </a:lnTo>
                  <a:lnTo>
                    <a:pt x="0" y="214979"/>
                  </a:lnTo>
                  <a:lnTo>
                    <a:pt x="33242" y="169354"/>
                  </a:lnTo>
                  <a:lnTo>
                    <a:pt x="68389" y="136684"/>
                  </a:lnTo>
                  <a:lnTo>
                    <a:pt x="74200" y="132588"/>
                  </a:lnTo>
                  <a:lnTo>
                    <a:pt x="87154" y="123444"/>
                  </a:lnTo>
                  <a:lnTo>
                    <a:pt x="103632" y="118777"/>
                  </a:lnTo>
                  <a:lnTo>
                    <a:pt x="112681" y="116110"/>
                  </a:lnTo>
                  <a:lnTo>
                    <a:pt x="121539" y="113633"/>
                  </a:lnTo>
                  <a:lnTo>
                    <a:pt x="137922" y="108490"/>
                  </a:lnTo>
                  <a:lnTo>
                    <a:pt x="155162" y="103061"/>
                  </a:lnTo>
                  <a:lnTo>
                    <a:pt x="156781" y="102394"/>
                  </a:lnTo>
                  <a:lnTo>
                    <a:pt x="186595" y="91059"/>
                  </a:lnTo>
                  <a:lnTo>
                    <a:pt x="187642" y="90583"/>
                  </a:lnTo>
                  <a:lnTo>
                    <a:pt x="205454" y="76295"/>
                  </a:lnTo>
                  <a:lnTo>
                    <a:pt x="224885" y="55817"/>
                  </a:lnTo>
                  <a:lnTo>
                    <a:pt x="225552" y="55150"/>
                  </a:lnTo>
                  <a:lnTo>
                    <a:pt x="271367" y="0"/>
                  </a:lnTo>
                  <a:lnTo>
                    <a:pt x="282892" y="27527"/>
                  </a:lnTo>
                  <a:lnTo>
                    <a:pt x="284893" y="31623"/>
                  </a:lnTo>
                  <a:lnTo>
                    <a:pt x="291084" y="43910"/>
                  </a:lnTo>
                  <a:lnTo>
                    <a:pt x="365855" y="115919"/>
                  </a:lnTo>
                  <a:lnTo>
                    <a:pt x="394144" y="142970"/>
                  </a:lnTo>
                  <a:lnTo>
                    <a:pt x="400336" y="148971"/>
                  </a:lnTo>
                  <a:lnTo>
                    <a:pt x="388334" y="157163"/>
                  </a:lnTo>
                  <a:lnTo>
                    <a:pt x="373571" y="16716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2" name="서울특별시 서초구 내곡동">
              <a:extLst>
                <a:ext uri="{FF2B5EF4-FFF2-40B4-BE49-F238E27FC236}">
                  <a16:creationId xmlns:a16="http://schemas.microsoft.com/office/drawing/2014/main" id="{42A0A6EB-B04E-4889-3961-4DB56F2D8680}"/>
                </a:ext>
              </a:extLst>
            </p:cNvPr>
            <p:cNvSpPr/>
            <p:nvPr/>
          </p:nvSpPr>
          <p:spPr>
            <a:xfrm>
              <a:off x="7349013" y="5052536"/>
              <a:ext cx="966025" cy="841819"/>
            </a:xfrm>
            <a:custGeom>
              <a:avLst/>
              <a:gdLst>
                <a:gd name="connsiteX0" fmla="*/ 763810 w 966025"/>
                <a:gd name="connsiteY0" fmla="*/ 3143 h 841819"/>
                <a:gd name="connsiteX1" fmla="*/ 762095 w 966025"/>
                <a:gd name="connsiteY1" fmla="*/ 9144 h 841819"/>
                <a:gd name="connsiteX2" fmla="*/ 751618 w 966025"/>
                <a:gd name="connsiteY2" fmla="*/ 46672 h 841819"/>
                <a:gd name="connsiteX3" fmla="*/ 759047 w 966025"/>
                <a:gd name="connsiteY3" fmla="*/ 60388 h 841819"/>
                <a:gd name="connsiteX4" fmla="*/ 764381 w 966025"/>
                <a:gd name="connsiteY4" fmla="*/ 70390 h 841819"/>
                <a:gd name="connsiteX5" fmla="*/ 782764 w 966025"/>
                <a:gd name="connsiteY5" fmla="*/ 92107 h 841819"/>
                <a:gd name="connsiteX6" fmla="*/ 829056 w 966025"/>
                <a:gd name="connsiteY6" fmla="*/ 133636 h 841819"/>
                <a:gd name="connsiteX7" fmla="*/ 912400 w 966025"/>
                <a:gd name="connsiteY7" fmla="*/ 200311 h 841819"/>
                <a:gd name="connsiteX8" fmla="*/ 924687 w 966025"/>
                <a:gd name="connsiteY8" fmla="*/ 207740 h 841819"/>
                <a:gd name="connsiteX9" fmla="*/ 942404 w 966025"/>
                <a:gd name="connsiteY9" fmla="*/ 213646 h 841819"/>
                <a:gd name="connsiteX10" fmla="*/ 960215 w 966025"/>
                <a:gd name="connsiteY10" fmla="*/ 234696 h 841819"/>
                <a:gd name="connsiteX11" fmla="*/ 961835 w 966025"/>
                <a:gd name="connsiteY11" fmla="*/ 239554 h 841819"/>
                <a:gd name="connsiteX12" fmla="*/ 964882 w 966025"/>
                <a:gd name="connsiteY12" fmla="*/ 250222 h 841819"/>
                <a:gd name="connsiteX13" fmla="*/ 966025 w 966025"/>
                <a:gd name="connsiteY13" fmla="*/ 254032 h 841819"/>
                <a:gd name="connsiteX14" fmla="*/ 957834 w 966025"/>
                <a:gd name="connsiteY14" fmla="*/ 260699 h 841819"/>
                <a:gd name="connsiteX15" fmla="*/ 949452 w 966025"/>
                <a:gd name="connsiteY15" fmla="*/ 274701 h 841819"/>
                <a:gd name="connsiteX16" fmla="*/ 935355 w 966025"/>
                <a:gd name="connsiteY16" fmla="*/ 302038 h 841819"/>
                <a:gd name="connsiteX17" fmla="*/ 941165 w 966025"/>
                <a:gd name="connsiteY17" fmla="*/ 308515 h 841819"/>
                <a:gd name="connsiteX18" fmla="*/ 944309 w 966025"/>
                <a:gd name="connsiteY18" fmla="*/ 310801 h 841819"/>
                <a:gd name="connsiteX19" fmla="*/ 929164 w 966025"/>
                <a:gd name="connsiteY19" fmla="*/ 342995 h 841819"/>
                <a:gd name="connsiteX20" fmla="*/ 907161 w 966025"/>
                <a:gd name="connsiteY20" fmla="*/ 373951 h 841819"/>
                <a:gd name="connsiteX21" fmla="*/ 890207 w 966025"/>
                <a:gd name="connsiteY21" fmla="*/ 395573 h 841819"/>
                <a:gd name="connsiteX22" fmla="*/ 876491 w 966025"/>
                <a:gd name="connsiteY22" fmla="*/ 401288 h 841819"/>
                <a:gd name="connsiteX23" fmla="*/ 868871 w 966025"/>
                <a:gd name="connsiteY23" fmla="*/ 407289 h 841819"/>
                <a:gd name="connsiteX24" fmla="*/ 866394 w 966025"/>
                <a:gd name="connsiteY24" fmla="*/ 409956 h 841819"/>
                <a:gd name="connsiteX25" fmla="*/ 845820 w 966025"/>
                <a:gd name="connsiteY25" fmla="*/ 439579 h 841819"/>
                <a:gd name="connsiteX26" fmla="*/ 821055 w 966025"/>
                <a:gd name="connsiteY26" fmla="*/ 485965 h 841819"/>
                <a:gd name="connsiteX27" fmla="*/ 818674 w 966025"/>
                <a:gd name="connsiteY27" fmla="*/ 527113 h 841819"/>
                <a:gd name="connsiteX28" fmla="*/ 815054 w 966025"/>
                <a:gd name="connsiteY28" fmla="*/ 550831 h 841819"/>
                <a:gd name="connsiteX29" fmla="*/ 772573 w 966025"/>
                <a:gd name="connsiteY29" fmla="*/ 551402 h 841819"/>
                <a:gd name="connsiteX30" fmla="*/ 770763 w 966025"/>
                <a:gd name="connsiteY30" fmla="*/ 552164 h 841819"/>
                <a:gd name="connsiteX31" fmla="*/ 768572 w 966025"/>
                <a:gd name="connsiteY31" fmla="*/ 552926 h 841819"/>
                <a:gd name="connsiteX32" fmla="*/ 745046 w 966025"/>
                <a:gd name="connsiteY32" fmla="*/ 570071 h 841819"/>
                <a:gd name="connsiteX33" fmla="*/ 741616 w 966025"/>
                <a:gd name="connsiteY33" fmla="*/ 573310 h 841819"/>
                <a:gd name="connsiteX34" fmla="*/ 728758 w 966025"/>
                <a:gd name="connsiteY34" fmla="*/ 596360 h 841819"/>
                <a:gd name="connsiteX35" fmla="*/ 716852 w 966025"/>
                <a:gd name="connsiteY35" fmla="*/ 616077 h 841819"/>
                <a:gd name="connsiteX36" fmla="*/ 712089 w 966025"/>
                <a:gd name="connsiteY36" fmla="*/ 620839 h 841819"/>
                <a:gd name="connsiteX37" fmla="*/ 698754 w 966025"/>
                <a:gd name="connsiteY37" fmla="*/ 624364 h 841819"/>
                <a:gd name="connsiteX38" fmla="*/ 693515 w 966025"/>
                <a:gd name="connsiteY38" fmla="*/ 624745 h 841819"/>
                <a:gd name="connsiteX39" fmla="*/ 692277 w 966025"/>
                <a:gd name="connsiteY39" fmla="*/ 624840 h 841819"/>
                <a:gd name="connsiteX40" fmla="*/ 688372 w 966025"/>
                <a:gd name="connsiteY40" fmla="*/ 625221 h 841819"/>
                <a:gd name="connsiteX41" fmla="*/ 621888 w 966025"/>
                <a:gd name="connsiteY41" fmla="*/ 609790 h 841819"/>
                <a:gd name="connsiteX42" fmla="*/ 617220 w 966025"/>
                <a:gd name="connsiteY42" fmla="*/ 606838 h 841819"/>
                <a:gd name="connsiteX43" fmla="*/ 616554 w 966025"/>
                <a:gd name="connsiteY43" fmla="*/ 606361 h 841819"/>
                <a:gd name="connsiteX44" fmla="*/ 611029 w 966025"/>
                <a:gd name="connsiteY44" fmla="*/ 603123 h 841819"/>
                <a:gd name="connsiteX45" fmla="*/ 603695 w 966025"/>
                <a:gd name="connsiteY45" fmla="*/ 601313 h 841819"/>
                <a:gd name="connsiteX46" fmla="*/ 575120 w 966025"/>
                <a:gd name="connsiteY46" fmla="*/ 598741 h 841819"/>
                <a:gd name="connsiteX47" fmla="*/ 532829 w 966025"/>
                <a:gd name="connsiteY47" fmla="*/ 599884 h 841819"/>
                <a:gd name="connsiteX48" fmla="*/ 531876 w 966025"/>
                <a:gd name="connsiteY48" fmla="*/ 600361 h 841819"/>
                <a:gd name="connsiteX49" fmla="*/ 527875 w 966025"/>
                <a:gd name="connsiteY49" fmla="*/ 602551 h 841819"/>
                <a:gd name="connsiteX50" fmla="*/ 523685 w 966025"/>
                <a:gd name="connsiteY50" fmla="*/ 604742 h 841819"/>
                <a:gd name="connsiteX51" fmla="*/ 521304 w 966025"/>
                <a:gd name="connsiteY51" fmla="*/ 607314 h 841819"/>
                <a:gd name="connsiteX52" fmla="*/ 520827 w 966025"/>
                <a:gd name="connsiteY52" fmla="*/ 607885 h 841819"/>
                <a:gd name="connsiteX53" fmla="*/ 519399 w 966025"/>
                <a:gd name="connsiteY53" fmla="*/ 609409 h 841819"/>
                <a:gd name="connsiteX54" fmla="*/ 518827 w 966025"/>
                <a:gd name="connsiteY54" fmla="*/ 609981 h 841819"/>
                <a:gd name="connsiteX55" fmla="*/ 519017 w 966025"/>
                <a:gd name="connsiteY55" fmla="*/ 611696 h 841819"/>
                <a:gd name="connsiteX56" fmla="*/ 519303 w 966025"/>
                <a:gd name="connsiteY56" fmla="*/ 614267 h 841819"/>
                <a:gd name="connsiteX57" fmla="*/ 524542 w 966025"/>
                <a:gd name="connsiteY57" fmla="*/ 642461 h 841819"/>
                <a:gd name="connsiteX58" fmla="*/ 550164 w 966025"/>
                <a:gd name="connsiteY58" fmla="*/ 654558 h 841819"/>
                <a:gd name="connsiteX59" fmla="*/ 536543 w 966025"/>
                <a:gd name="connsiteY59" fmla="*/ 707993 h 841819"/>
                <a:gd name="connsiteX60" fmla="*/ 514826 w 966025"/>
                <a:gd name="connsiteY60" fmla="*/ 729520 h 841819"/>
                <a:gd name="connsiteX61" fmla="*/ 505587 w 966025"/>
                <a:gd name="connsiteY61" fmla="*/ 790289 h 841819"/>
                <a:gd name="connsiteX62" fmla="*/ 497205 w 966025"/>
                <a:gd name="connsiteY62" fmla="*/ 822674 h 841819"/>
                <a:gd name="connsiteX63" fmla="*/ 477108 w 966025"/>
                <a:gd name="connsiteY63" fmla="*/ 816197 h 841819"/>
                <a:gd name="connsiteX64" fmla="*/ 455581 w 966025"/>
                <a:gd name="connsiteY64" fmla="*/ 813435 h 841819"/>
                <a:gd name="connsiteX65" fmla="*/ 429959 w 966025"/>
                <a:gd name="connsiteY65" fmla="*/ 821436 h 841819"/>
                <a:gd name="connsiteX66" fmla="*/ 416623 w 966025"/>
                <a:gd name="connsiteY66" fmla="*/ 831246 h 841819"/>
                <a:gd name="connsiteX67" fmla="*/ 412432 w 966025"/>
                <a:gd name="connsiteY67" fmla="*/ 837152 h 841819"/>
                <a:gd name="connsiteX68" fmla="*/ 411004 w 966025"/>
                <a:gd name="connsiteY68" fmla="*/ 839152 h 841819"/>
                <a:gd name="connsiteX69" fmla="*/ 410813 w 966025"/>
                <a:gd name="connsiteY69" fmla="*/ 839914 h 841819"/>
                <a:gd name="connsiteX70" fmla="*/ 410433 w 966025"/>
                <a:gd name="connsiteY70" fmla="*/ 841820 h 841819"/>
                <a:gd name="connsiteX71" fmla="*/ 407861 w 966025"/>
                <a:gd name="connsiteY71" fmla="*/ 841534 h 841819"/>
                <a:gd name="connsiteX72" fmla="*/ 405099 w 966025"/>
                <a:gd name="connsiteY72" fmla="*/ 841343 h 841819"/>
                <a:gd name="connsiteX73" fmla="*/ 392239 w 966025"/>
                <a:gd name="connsiteY73" fmla="*/ 839343 h 841819"/>
                <a:gd name="connsiteX74" fmla="*/ 385286 w 966025"/>
                <a:gd name="connsiteY74" fmla="*/ 838295 h 841819"/>
                <a:gd name="connsiteX75" fmla="*/ 364807 w 966025"/>
                <a:gd name="connsiteY75" fmla="*/ 829151 h 841819"/>
                <a:gd name="connsiteX76" fmla="*/ 362617 w 966025"/>
                <a:gd name="connsiteY76" fmla="*/ 794099 h 841819"/>
                <a:gd name="connsiteX77" fmla="*/ 363950 w 966025"/>
                <a:gd name="connsiteY77" fmla="*/ 758380 h 841819"/>
                <a:gd name="connsiteX78" fmla="*/ 365284 w 966025"/>
                <a:gd name="connsiteY78" fmla="*/ 753904 h 841819"/>
                <a:gd name="connsiteX79" fmla="*/ 367094 w 966025"/>
                <a:gd name="connsiteY79" fmla="*/ 748189 h 841819"/>
                <a:gd name="connsiteX80" fmla="*/ 368713 w 966025"/>
                <a:gd name="connsiteY80" fmla="*/ 742950 h 841819"/>
                <a:gd name="connsiteX81" fmla="*/ 374904 w 966025"/>
                <a:gd name="connsiteY81" fmla="*/ 728853 h 841819"/>
                <a:gd name="connsiteX82" fmla="*/ 375381 w 966025"/>
                <a:gd name="connsiteY82" fmla="*/ 727710 h 841819"/>
                <a:gd name="connsiteX83" fmla="*/ 375857 w 966025"/>
                <a:gd name="connsiteY83" fmla="*/ 726757 h 841819"/>
                <a:gd name="connsiteX84" fmla="*/ 379381 w 966025"/>
                <a:gd name="connsiteY84" fmla="*/ 719709 h 841819"/>
                <a:gd name="connsiteX85" fmla="*/ 378714 w 966025"/>
                <a:gd name="connsiteY85" fmla="*/ 706279 h 841819"/>
                <a:gd name="connsiteX86" fmla="*/ 378523 w 966025"/>
                <a:gd name="connsiteY86" fmla="*/ 699802 h 841819"/>
                <a:gd name="connsiteX87" fmla="*/ 371761 w 966025"/>
                <a:gd name="connsiteY87" fmla="*/ 680466 h 841819"/>
                <a:gd name="connsiteX88" fmla="*/ 368522 w 966025"/>
                <a:gd name="connsiteY88" fmla="*/ 674941 h 841819"/>
                <a:gd name="connsiteX89" fmla="*/ 334042 w 966025"/>
                <a:gd name="connsiteY89" fmla="*/ 632269 h 841819"/>
                <a:gd name="connsiteX90" fmla="*/ 316897 w 966025"/>
                <a:gd name="connsiteY90" fmla="*/ 626364 h 841819"/>
                <a:gd name="connsiteX91" fmla="*/ 306419 w 966025"/>
                <a:gd name="connsiteY91" fmla="*/ 620744 h 841819"/>
                <a:gd name="connsiteX92" fmla="*/ 283464 w 966025"/>
                <a:gd name="connsiteY92" fmla="*/ 582358 h 841819"/>
                <a:gd name="connsiteX93" fmla="*/ 237554 w 966025"/>
                <a:gd name="connsiteY93" fmla="*/ 516160 h 841819"/>
                <a:gd name="connsiteX94" fmla="*/ 208026 w 966025"/>
                <a:gd name="connsiteY94" fmla="*/ 489109 h 841819"/>
                <a:gd name="connsiteX95" fmla="*/ 207073 w 966025"/>
                <a:gd name="connsiteY95" fmla="*/ 488251 h 841819"/>
                <a:gd name="connsiteX96" fmla="*/ 205645 w 966025"/>
                <a:gd name="connsiteY96" fmla="*/ 486918 h 841819"/>
                <a:gd name="connsiteX97" fmla="*/ 201739 w 966025"/>
                <a:gd name="connsiteY97" fmla="*/ 483203 h 841819"/>
                <a:gd name="connsiteX98" fmla="*/ 160877 w 966025"/>
                <a:gd name="connsiteY98" fmla="*/ 444055 h 841819"/>
                <a:gd name="connsiteX99" fmla="*/ 149733 w 966025"/>
                <a:gd name="connsiteY99" fmla="*/ 432244 h 841819"/>
                <a:gd name="connsiteX100" fmla="*/ 142018 w 966025"/>
                <a:gd name="connsiteY100" fmla="*/ 424053 h 841819"/>
                <a:gd name="connsiteX101" fmla="*/ 138399 w 966025"/>
                <a:gd name="connsiteY101" fmla="*/ 414147 h 841819"/>
                <a:gd name="connsiteX102" fmla="*/ 135350 w 966025"/>
                <a:gd name="connsiteY102" fmla="*/ 405670 h 841819"/>
                <a:gd name="connsiteX103" fmla="*/ 137541 w 966025"/>
                <a:gd name="connsiteY103" fmla="*/ 397383 h 841819"/>
                <a:gd name="connsiteX104" fmla="*/ 138779 w 966025"/>
                <a:gd name="connsiteY104" fmla="*/ 392716 h 841819"/>
                <a:gd name="connsiteX105" fmla="*/ 138875 w 966025"/>
                <a:gd name="connsiteY105" fmla="*/ 392144 h 841819"/>
                <a:gd name="connsiteX106" fmla="*/ 138970 w 966025"/>
                <a:gd name="connsiteY106" fmla="*/ 391668 h 841819"/>
                <a:gd name="connsiteX107" fmla="*/ 122301 w 966025"/>
                <a:gd name="connsiteY107" fmla="*/ 363474 h 841819"/>
                <a:gd name="connsiteX108" fmla="*/ 116872 w 966025"/>
                <a:gd name="connsiteY108" fmla="*/ 355282 h 841819"/>
                <a:gd name="connsiteX109" fmla="*/ 84201 w 966025"/>
                <a:gd name="connsiteY109" fmla="*/ 324802 h 841819"/>
                <a:gd name="connsiteX110" fmla="*/ 60484 w 966025"/>
                <a:gd name="connsiteY110" fmla="*/ 308038 h 841819"/>
                <a:gd name="connsiteX111" fmla="*/ 54673 w 966025"/>
                <a:gd name="connsiteY111" fmla="*/ 299371 h 841819"/>
                <a:gd name="connsiteX112" fmla="*/ 52578 w 966025"/>
                <a:gd name="connsiteY112" fmla="*/ 295846 h 841819"/>
                <a:gd name="connsiteX113" fmla="*/ 52102 w 966025"/>
                <a:gd name="connsiteY113" fmla="*/ 294989 h 841819"/>
                <a:gd name="connsiteX114" fmla="*/ 50578 w 966025"/>
                <a:gd name="connsiteY114" fmla="*/ 291941 h 841819"/>
                <a:gd name="connsiteX115" fmla="*/ 45244 w 966025"/>
                <a:gd name="connsiteY115" fmla="*/ 264605 h 841819"/>
                <a:gd name="connsiteX116" fmla="*/ 45054 w 966025"/>
                <a:gd name="connsiteY116" fmla="*/ 258318 h 841819"/>
                <a:gd name="connsiteX117" fmla="*/ 45815 w 966025"/>
                <a:gd name="connsiteY117" fmla="*/ 256984 h 841819"/>
                <a:gd name="connsiteX118" fmla="*/ 42196 w 966025"/>
                <a:gd name="connsiteY118" fmla="*/ 217075 h 841819"/>
                <a:gd name="connsiteX119" fmla="*/ 17812 w 966025"/>
                <a:gd name="connsiteY119" fmla="*/ 194500 h 841819"/>
                <a:gd name="connsiteX120" fmla="*/ 0 w 966025"/>
                <a:gd name="connsiteY120" fmla="*/ 178117 h 841819"/>
                <a:gd name="connsiteX121" fmla="*/ 1143 w 966025"/>
                <a:gd name="connsiteY121" fmla="*/ 177260 h 841819"/>
                <a:gd name="connsiteX122" fmla="*/ 33052 w 966025"/>
                <a:gd name="connsiteY122" fmla="*/ 153733 h 841819"/>
                <a:gd name="connsiteX123" fmla="*/ 67913 w 966025"/>
                <a:gd name="connsiteY123" fmla="*/ 127921 h 841819"/>
                <a:gd name="connsiteX124" fmla="*/ 76771 w 966025"/>
                <a:gd name="connsiteY124" fmla="*/ 121444 h 841819"/>
                <a:gd name="connsiteX125" fmla="*/ 87916 w 966025"/>
                <a:gd name="connsiteY125" fmla="*/ 113062 h 841819"/>
                <a:gd name="connsiteX126" fmla="*/ 118682 w 966025"/>
                <a:gd name="connsiteY126" fmla="*/ 89821 h 841819"/>
                <a:gd name="connsiteX127" fmla="*/ 127540 w 966025"/>
                <a:gd name="connsiteY127" fmla="*/ 96869 h 841819"/>
                <a:gd name="connsiteX128" fmla="*/ 195358 w 966025"/>
                <a:gd name="connsiteY128" fmla="*/ 121729 h 841819"/>
                <a:gd name="connsiteX129" fmla="*/ 201739 w 966025"/>
                <a:gd name="connsiteY129" fmla="*/ 123539 h 841819"/>
                <a:gd name="connsiteX130" fmla="*/ 208407 w 966025"/>
                <a:gd name="connsiteY130" fmla="*/ 125444 h 841819"/>
                <a:gd name="connsiteX131" fmla="*/ 238792 w 966025"/>
                <a:gd name="connsiteY131" fmla="*/ 128016 h 841819"/>
                <a:gd name="connsiteX132" fmla="*/ 248698 w 966025"/>
                <a:gd name="connsiteY132" fmla="*/ 127349 h 841819"/>
                <a:gd name="connsiteX133" fmla="*/ 336804 w 966025"/>
                <a:gd name="connsiteY133" fmla="*/ 117538 h 841819"/>
                <a:gd name="connsiteX134" fmla="*/ 346806 w 966025"/>
                <a:gd name="connsiteY134" fmla="*/ 105061 h 841819"/>
                <a:gd name="connsiteX135" fmla="*/ 348901 w 966025"/>
                <a:gd name="connsiteY135" fmla="*/ 94583 h 841819"/>
                <a:gd name="connsiteX136" fmla="*/ 353473 w 966025"/>
                <a:gd name="connsiteY136" fmla="*/ 47149 h 841819"/>
                <a:gd name="connsiteX137" fmla="*/ 475202 w 966025"/>
                <a:gd name="connsiteY137" fmla="*/ 28289 h 841819"/>
                <a:gd name="connsiteX138" fmla="*/ 484537 w 966025"/>
                <a:gd name="connsiteY138" fmla="*/ 12097 h 841819"/>
                <a:gd name="connsiteX139" fmla="*/ 503682 w 966025"/>
                <a:gd name="connsiteY139" fmla="*/ 11049 h 841819"/>
                <a:gd name="connsiteX140" fmla="*/ 537020 w 966025"/>
                <a:gd name="connsiteY140" fmla="*/ 11716 h 841819"/>
                <a:gd name="connsiteX141" fmla="*/ 559880 w 966025"/>
                <a:gd name="connsiteY141" fmla="*/ 46863 h 841819"/>
                <a:gd name="connsiteX142" fmla="*/ 596646 w 966025"/>
                <a:gd name="connsiteY142" fmla="*/ 29908 h 841819"/>
                <a:gd name="connsiteX143" fmla="*/ 600456 w 966025"/>
                <a:gd name="connsiteY143" fmla="*/ 26384 h 841819"/>
                <a:gd name="connsiteX144" fmla="*/ 618744 w 966025"/>
                <a:gd name="connsiteY144" fmla="*/ 7906 h 841819"/>
                <a:gd name="connsiteX145" fmla="*/ 639985 w 966025"/>
                <a:gd name="connsiteY145" fmla="*/ 10668 h 841819"/>
                <a:gd name="connsiteX146" fmla="*/ 652749 w 966025"/>
                <a:gd name="connsiteY146" fmla="*/ 11239 h 841819"/>
                <a:gd name="connsiteX147" fmla="*/ 656558 w 966025"/>
                <a:gd name="connsiteY147" fmla="*/ 11144 h 841819"/>
                <a:gd name="connsiteX148" fmla="*/ 676561 w 966025"/>
                <a:gd name="connsiteY148" fmla="*/ 10096 h 841819"/>
                <a:gd name="connsiteX149" fmla="*/ 688753 w 966025"/>
                <a:gd name="connsiteY149" fmla="*/ 4953 h 841819"/>
                <a:gd name="connsiteX150" fmla="*/ 699802 w 966025"/>
                <a:gd name="connsiteY150" fmla="*/ 3334 h 841819"/>
                <a:gd name="connsiteX151" fmla="*/ 709899 w 966025"/>
                <a:gd name="connsiteY151" fmla="*/ 2000 h 841819"/>
                <a:gd name="connsiteX152" fmla="*/ 724567 w 966025"/>
                <a:gd name="connsiteY152" fmla="*/ 1048 h 841819"/>
                <a:gd name="connsiteX153" fmla="*/ 740379 w 966025"/>
                <a:gd name="connsiteY153" fmla="*/ 0 h 841819"/>
                <a:gd name="connsiteX154" fmla="*/ 743522 w 966025"/>
                <a:gd name="connsiteY154" fmla="*/ 190 h 841819"/>
                <a:gd name="connsiteX155" fmla="*/ 763810 w 966025"/>
                <a:gd name="connsiteY155" fmla="*/ 3143 h 84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966025" h="841819">
                  <a:moveTo>
                    <a:pt x="763810" y="3143"/>
                  </a:moveTo>
                  <a:lnTo>
                    <a:pt x="762095" y="9144"/>
                  </a:lnTo>
                  <a:lnTo>
                    <a:pt x="751618" y="46672"/>
                  </a:lnTo>
                  <a:lnTo>
                    <a:pt x="759047" y="60388"/>
                  </a:lnTo>
                  <a:lnTo>
                    <a:pt x="764381" y="70390"/>
                  </a:lnTo>
                  <a:lnTo>
                    <a:pt x="782764" y="92107"/>
                  </a:lnTo>
                  <a:lnTo>
                    <a:pt x="829056" y="133636"/>
                  </a:lnTo>
                  <a:lnTo>
                    <a:pt x="912400" y="200311"/>
                  </a:lnTo>
                  <a:lnTo>
                    <a:pt x="924687" y="207740"/>
                  </a:lnTo>
                  <a:lnTo>
                    <a:pt x="942404" y="213646"/>
                  </a:lnTo>
                  <a:lnTo>
                    <a:pt x="960215" y="234696"/>
                  </a:lnTo>
                  <a:lnTo>
                    <a:pt x="961835" y="239554"/>
                  </a:lnTo>
                  <a:lnTo>
                    <a:pt x="964882" y="250222"/>
                  </a:lnTo>
                  <a:lnTo>
                    <a:pt x="966025" y="254032"/>
                  </a:lnTo>
                  <a:lnTo>
                    <a:pt x="957834" y="260699"/>
                  </a:lnTo>
                  <a:lnTo>
                    <a:pt x="949452" y="274701"/>
                  </a:lnTo>
                  <a:lnTo>
                    <a:pt x="935355" y="302038"/>
                  </a:lnTo>
                  <a:lnTo>
                    <a:pt x="941165" y="308515"/>
                  </a:lnTo>
                  <a:lnTo>
                    <a:pt x="944309" y="310801"/>
                  </a:lnTo>
                  <a:lnTo>
                    <a:pt x="929164" y="342995"/>
                  </a:lnTo>
                  <a:lnTo>
                    <a:pt x="907161" y="373951"/>
                  </a:lnTo>
                  <a:lnTo>
                    <a:pt x="890207" y="395573"/>
                  </a:lnTo>
                  <a:lnTo>
                    <a:pt x="876491" y="401288"/>
                  </a:lnTo>
                  <a:lnTo>
                    <a:pt x="868871" y="407289"/>
                  </a:lnTo>
                  <a:lnTo>
                    <a:pt x="866394" y="409956"/>
                  </a:lnTo>
                  <a:lnTo>
                    <a:pt x="845820" y="439579"/>
                  </a:lnTo>
                  <a:lnTo>
                    <a:pt x="821055" y="485965"/>
                  </a:lnTo>
                  <a:lnTo>
                    <a:pt x="818674" y="527113"/>
                  </a:lnTo>
                  <a:lnTo>
                    <a:pt x="815054" y="550831"/>
                  </a:lnTo>
                  <a:lnTo>
                    <a:pt x="772573" y="551402"/>
                  </a:lnTo>
                  <a:lnTo>
                    <a:pt x="770763" y="552164"/>
                  </a:lnTo>
                  <a:lnTo>
                    <a:pt x="768572" y="552926"/>
                  </a:lnTo>
                  <a:lnTo>
                    <a:pt x="745046" y="570071"/>
                  </a:lnTo>
                  <a:lnTo>
                    <a:pt x="741616" y="573310"/>
                  </a:lnTo>
                  <a:lnTo>
                    <a:pt x="728758" y="596360"/>
                  </a:lnTo>
                  <a:lnTo>
                    <a:pt x="716852" y="616077"/>
                  </a:lnTo>
                  <a:lnTo>
                    <a:pt x="712089" y="620839"/>
                  </a:lnTo>
                  <a:lnTo>
                    <a:pt x="698754" y="624364"/>
                  </a:lnTo>
                  <a:lnTo>
                    <a:pt x="693515" y="624745"/>
                  </a:lnTo>
                  <a:lnTo>
                    <a:pt x="692277" y="624840"/>
                  </a:lnTo>
                  <a:lnTo>
                    <a:pt x="688372" y="625221"/>
                  </a:lnTo>
                  <a:lnTo>
                    <a:pt x="621888" y="609790"/>
                  </a:lnTo>
                  <a:lnTo>
                    <a:pt x="617220" y="606838"/>
                  </a:lnTo>
                  <a:lnTo>
                    <a:pt x="616554" y="606361"/>
                  </a:lnTo>
                  <a:lnTo>
                    <a:pt x="611029" y="603123"/>
                  </a:lnTo>
                  <a:lnTo>
                    <a:pt x="603695" y="601313"/>
                  </a:lnTo>
                  <a:lnTo>
                    <a:pt x="575120" y="598741"/>
                  </a:lnTo>
                  <a:lnTo>
                    <a:pt x="532829" y="599884"/>
                  </a:lnTo>
                  <a:lnTo>
                    <a:pt x="531876" y="600361"/>
                  </a:lnTo>
                  <a:lnTo>
                    <a:pt x="527875" y="602551"/>
                  </a:lnTo>
                  <a:lnTo>
                    <a:pt x="523685" y="604742"/>
                  </a:lnTo>
                  <a:lnTo>
                    <a:pt x="521304" y="607314"/>
                  </a:lnTo>
                  <a:lnTo>
                    <a:pt x="520827" y="607885"/>
                  </a:lnTo>
                  <a:lnTo>
                    <a:pt x="519399" y="609409"/>
                  </a:lnTo>
                  <a:lnTo>
                    <a:pt x="518827" y="609981"/>
                  </a:lnTo>
                  <a:lnTo>
                    <a:pt x="519017" y="611696"/>
                  </a:lnTo>
                  <a:lnTo>
                    <a:pt x="519303" y="614267"/>
                  </a:lnTo>
                  <a:lnTo>
                    <a:pt x="524542" y="642461"/>
                  </a:lnTo>
                  <a:lnTo>
                    <a:pt x="550164" y="654558"/>
                  </a:lnTo>
                  <a:lnTo>
                    <a:pt x="536543" y="707993"/>
                  </a:lnTo>
                  <a:lnTo>
                    <a:pt x="514826" y="729520"/>
                  </a:lnTo>
                  <a:lnTo>
                    <a:pt x="505587" y="790289"/>
                  </a:lnTo>
                  <a:lnTo>
                    <a:pt x="497205" y="822674"/>
                  </a:lnTo>
                  <a:lnTo>
                    <a:pt x="477108" y="816197"/>
                  </a:lnTo>
                  <a:lnTo>
                    <a:pt x="455581" y="813435"/>
                  </a:lnTo>
                  <a:lnTo>
                    <a:pt x="429959" y="821436"/>
                  </a:lnTo>
                  <a:lnTo>
                    <a:pt x="416623" y="831246"/>
                  </a:lnTo>
                  <a:lnTo>
                    <a:pt x="412432" y="837152"/>
                  </a:lnTo>
                  <a:lnTo>
                    <a:pt x="411004" y="839152"/>
                  </a:lnTo>
                  <a:lnTo>
                    <a:pt x="410813" y="839914"/>
                  </a:lnTo>
                  <a:lnTo>
                    <a:pt x="410433" y="841820"/>
                  </a:lnTo>
                  <a:lnTo>
                    <a:pt x="407861" y="841534"/>
                  </a:lnTo>
                  <a:lnTo>
                    <a:pt x="405099" y="841343"/>
                  </a:lnTo>
                  <a:lnTo>
                    <a:pt x="392239" y="839343"/>
                  </a:lnTo>
                  <a:lnTo>
                    <a:pt x="385286" y="838295"/>
                  </a:lnTo>
                  <a:lnTo>
                    <a:pt x="364807" y="829151"/>
                  </a:lnTo>
                  <a:lnTo>
                    <a:pt x="362617" y="794099"/>
                  </a:lnTo>
                  <a:lnTo>
                    <a:pt x="363950" y="758380"/>
                  </a:lnTo>
                  <a:lnTo>
                    <a:pt x="365284" y="753904"/>
                  </a:lnTo>
                  <a:lnTo>
                    <a:pt x="367094" y="748189"/>
                  </a:lnTo>
                  <a:lnTo>
                    <a:pt x="368713" y="742950"/>
                  </a:lnTo>
                  <a:lnTo>
                    <a:pt x="374904" y="728853"/>
                  </a:lnTo>
                  <a:lnTo>
                    <a:pt x="375381" y="727710"/>
                  </a:lnTo>
                  <a:lnTo>
                    <a:pt x="375857" y="726757"/>
                  </a:lnTo>
                  <a:lnTo>
                    <a:pt x="379381" y="719709"/>
                  </a:lnTo>
                  <a:lnTo>
                    <a:pt x="378714" y="706279"/>
                  </a:lnTo>
                  <a:lnTo>
                    <a:pt x="378523" y="699802"/>
                  </a:lnTo>
                  <a:lnTo>
                    <a:pt x="371761" y="680466"/>
                  </a:lnTo>
                  <a:lnTo>
                    <a:pt x="368522" y="674941"/>
                  </a:lnTo>
                  <a:lnTo>
                    <a:pt x="334042" y="632269"/>
                  </a:lnTo>
                  <a:lnTo>
                    <a:pt x="316897" y="626364"/>
                  </a:lnTo>
                  <a:lnTo>
                    <a:pt x="306419" y="620744"/>
                  </a:lnTo>
                  <a:lnTo>
                    <a:pt x="283464" y="582358"/>
                  </a:lnTo>
                  <a:lnTo>
                    <a:pt x="237554" y="516160"/>
                  </a:lnTo>
                  <a:lnTo>
                    <a:pt x="208026" y="489109"/>
                  </a:lnTo>
                  <a:lnTo>
                    <a:pt x="207073" y="488251"/>
                  </a:lnTo>
                  <a:lnTo>
                    <a:pt x="205645" y="486918"/>
                  </a:lnTo>
                  <a:lnTo>
                    <a:pt x="201739" y="483203"/>
                  </a:lnTo>
                  <a:lnTo>
                    <a:pt x="160877" y="444055"/>
                  </a:lnTo>
                  <a:lnTo>
                    <a:pt x="149733" y="432244"/>
                  </a:lnTo>
                  <a:lnTo>
                    <a:pt x="142018" y="424053"/>
                  </a:lnTo>
                  <a:lnTo>
                    <a:pt x="138399" y="414147"/>
                  </a:lnTo>
                  <a:lnTo>
                    <a:pt x="135350" y="405670"/>
                  </a:lnTo>
                  <a:lnTo>
                    <a:pt x="137541" y="397383"/>
                  </a:lnTo>
                  <a:lnTo>
                    <a:pt x="138779" y="392716"/>
                  </a:lnTo>
                  <a:lnTo>
                    <a:pt x="138875" y="392144"/>
                  </a:lnTo>
                  <a:lnTo>
                    <a:pt x="138970" y="391668"/>
                  </a:lnTo>
                  <a:lnTo>
                    <a:pt x="122301" y="363474"/>
                  </a:lnTo>
                  <a:lnTo>
                    <a:pt x="116872" y="355282"/>
                  </a:lnTo>
                  <a:lnTo>
                    <a:pt x="84201" y="324802"/>
                  </a:lnTo>
                  <a:lnTo>
                    <a:pt x="60484" y="308038"/>
                  </a:lnTo>
                  <a:lnTo>
                    <a:pt x="54673" y="299371"/>
                  </a:lnTo>
                  <a:lnTo>
                    <a:pt x="52578" y="295846"/>
                  </a:lnTo>
                  <a:lnTo>
                    <a:pt x="52102" y="294989"/>
                  </a:lnTo>
                  <a:lnTo>
                    <a:pt x="50578" y="291941"/>
                  </a:lnTo>
                  <a:lnTo>
                    <a:pt x="45244" y="264605"/>
                  </a:lnTo>
                  <a:lnTo>
                    <a:pt x="45054" y="258318"/>
                  </a:lnTo>
                  <a:lnTo>
                    <a:pt x="45815" y="256984"/>
                  </a:lnTo>
                  <a:lnTo>
                    <a:pt x="42196" y="217075"/>
                  </a:lnTo>
                  <a:lnTo>
                    <a:pt x="17812" y="194500"/>
                  </a:lnTo>
                  <a:lnTo>
                    <a:pt x="0" y="178117"/>
                  </a:lnTo>
                  <a:lnTo>
                    <a:pt x="1143" y="177260"/>
                  </a:lnTo>
                  <a:lnTo>
                    <a:pt x="33052" y="153733"/>
                  </a:lnTo>
                  <a:lnTo>
                    <a:pt x="67913" y="127921"/>
                  </a:lnTo>
                  <a:lnTo>
                    <a:pt x="76771" y="121444"/>
                  </a:lnTo>
                  <a:lnTo>
                    <a:pt x="87916" y="113062"/>
                  </a:lnTo>
                  <a:lnTo>
                    <a:pt x="118682" y="89821"/>
                  </a:lnTo>
                  <a:lnTo>
                    <a:pt x="127540" y="96869"/>
                  </a:lnTo>
                  <a:lnTo>
                    <a:pt x="195358" y="121729"/>
                  </a:lnTo>
                  <a:lnTo>
                    <a:pt x="201739" y="123539"/>
                  </a:lnTo>
                  <a:lnTo>
                    <a:pt x="208407" y="125444"/>
                  </a:lnTo>
                  <a:lnTo>
                    <a:pt x="238792" y="128016"/>
                  </a:lnTo>
                  <a:lnTo>
                    <a:pt x="248698" y="127349"/>
                  </a:lnTo>
                  <a:lnTo>
                    <a:pt x="336804" y="117538"/>
                  </a:lnTo>
                  <a:lnTo>
                    <a:pt x="346806" y="105061"/>
                  </a:lnTo>
                  <a:lnTo>
                    <a:pt x="348901" y="94583"/>
                  </a:lnTo>
                  <a:lnTo>
                    <a:pt x="353473" y="47149"/>
                  </a:lnTo>
                  <a:lnTo>
                    <a:pt x="475202" y="28289"/>
                  </a:lnTo>
                  <a:lnTo>
                    <a:pt x="484537" y="12097"/>
                  </a:lnTo>
                  <a:lnTo>
                    <a:pt x="503682" y="11049"/>
                  </a:lnTo>
                  <a:lnTo>
                    <a:pt x="537020" y="11716"/>
                  </a:lnTo>
                  <a:lnTo>
                    <a:pt x="559880" y="46863"/>
                  </a:lnTo>
                  <a:lnTo>
                    <a:pt x="596646" y="29908"/>
                  </a:lnTo>
                  <a:lnTo>
                    <a:pt x="600456" y="26384"/>
                  </a:lnTo>
                  <a:lnTo>
                    <a:pt x="618744" y="7906"/>
                  </a:lnTo>
                  <a:lnTo>
                    <a:pt x="639985" y="10668"/>
                  </a:lnTo>
                  <a:lnTo>
                    <a:pt x="652749" y="11239"/>
                  </a:lnTo>
                  <a:lnTo>
                    <a:pt x="656558" y="11144"/>
                  </a:lnTo>
                  <a:lnTo>
                    <a:pt x="676561" y="10096"/>
                  </a:lnTo>
                  <a:lnTo>
                    <a:pt x="688753" y="4953"/>
                  </a:lnTo>
                  <a:lnTo>
                    <a:pt x="699802" y="3334"/>
                  </a:lnTo>
                  <a:lnTo>
                    <a:pt x="709899" y="2000"/>
                  </a:lnTo>
                  <a:lnTo>
                    <a:pt x="724567" y="1048"/>
                  </a:lnTo>
                  <a:lnTo>
                    <a:pt x="740379" y="0"/>
                  </a:lnTo>
                  <a:lnTo>
                    <a:pt x="743522" y="190"/>
                  </a:lnTo>
                  <a:lnTo>
                    <a:pt x="763810" y="314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4" name="서울특별시 강남구">
            <a:extLst>
              <a:ext uri="{FF2B5EF4-FFF2-40B4-BE49-F238E27FC236}">
                <a16:creationId xmlns:a16="http://schemas.microsoft.com/office/drawing/2014/main" id="{7EA5F7DB-BF61-B8BF-5B92-B224DA3FC888}"/>
              </a:ext>
            </a:extLst>
          </p:cNvPr>
          <p:cNvGrpSpPr/>
          <p:nvPr/>
        </p:nvGrpSpPr>
        <p:grpSpPr>
          <a:xfrm>
            <a:off x="5806945" y="3359356"/>
            <a:ext cx="1155449" cy="1055566"/>
            <a:chOff x="6784085" y="3902773"/>
            <a:chExt cx="2004250" cy="1455229"/>
          </a:xfrm>
          <a:solidFill>
            <a:srgbClr val="007BFF"/>
          </a:solidFill>
        </p:grpSpPr>
        <p:sp>
          <p:nvSpPr>
            <p:cNvPr id="563" name="서울특별시 강남구 신사동">
              <a:extLst>
                <a:ext uri="{FF2B5EF4-FFF2-40B4-BE49-F238E27FC236}">
                  <a16:creationId xmlns:a16="http://schemas.microsoft.com/office/drawing/2014/main" id="{9EEF4511-8AA4-2408-753A-5FB2D9E51E19}"/>
                </a:ext>
              </a:extLst>
            </p:cNvPr>
            <p:cNvSpPr/>
            <p:nvPr/>
          </p:nvSpPr>
          <p:spPr>
            <a:xfrm>
              <a:off x="6784085" y="3963257"/>
              <a:ext cx="303657" cy="354330"/>
            </a:xfrm>
            <a:custGeom>
              <a:avLst/>
              <a:gdLst>
                <a:gd name="connsiteX0" fmla="*/ 293846 w 303657"/>
                <a:gd name="connsiteY0" fmla="*/ 289084 h 354330"/>
                <a:gd name="connsiteX1" fmla="*/ 278035 w 303657"/>
                <a:gd name="connsiteY1" fmla="*/ 294799 h 354330"/>
                <a:gd name="connsiteX2" fmla="*/ 242792 w 303657"/>
                <a:gd name="connsiteY2" fmla="*/ 307753 h 354330"/>
                <a:gd name="connsiteX3" fmla="*/ 168593 w 303657"/>
                <a:gd name="connsiteY3" fmla="*/ 339185 h 354330"/>
                <a:gd name="connsiteX4" fmla="*/ 137255 w 303657"/>
                <a:gd name="connsiteY4" fmla="*/ 354330 h 354330"/>
                <a:gd name="connsiteX5" fmla="*/ 137922 w 303657"/>
                <a:gd name="connsiteY5" fmla="*/ 347853 h 354330"/>
                <a:gd name="connsiteX6" fmla="*/ 129730 w 303657"/>
                <a:gd name="connsiteY6" fmla="*/ 313468 h 354330"/>
                <a:gd name="connsiteX7" fmla="*/ 127730 w 303657"/>
                <a:gd name="connsiteY7" fmla="*/ 307372 h 354330"/>
                <a:gd name="connsiteX8" fmla="*/ 116300 w 303657"/>
                <a:gd name="connsiteY8" fmla="*/ 272129 h 354330"/>
                <a:gd name="connsiteX9" fmla="*/ 110776 w 303657"/>
                <a:gd name="connsiteY9" fmla="*/ 257937 h 354330"/>
                <a:gd name="connsiteX10" fmla="*/ 104013 w 303657"/>
                <a:gd name="connsiteY10" fmla="*/ 243650 h 354330"/>
                <a:gd name="connsiteX11" fmla="*/ 96679 w 303657"/>
                <a:gd name="connsiteY11" fmla="*/ 232601 h 354330"/>
                <a:gd name="connsiteX12" fmla="*/ 94298 w 303657"/>
                <a:gd name="connsiteY12" fmla="*/ 229171 h 354330"/>
                <a:gd name="connsiteX13" fmla="*/ 86011 w 303657"/>
                <a:gd name="connsiteY13" fmla="*/ 220313 h 354330"/>
                <a:gd name="connsiteX14" fmla="*/ 49530 w 303657"/>
                <a:gd name="connsiteY14" fmla="*/ 181642 h 354330"/>
                <a:gd name="connsiteX15" fmla="*/ 0 w 303657"/>
                <a:gd name="connsiteY15" fmla="*/ 139351 h 354330"/>
                <a:gd name="connsiteX16" fmla="*/ 13430 w 303657"/>
                <a:gd name="connsiteY16" fmla="*/ 130873 h 354330"/>
                <a:gd name="connsiteX17" fmla="*/ 65056 w 303657"/>
                <a:gd name="connsiteY17" fmla="*/ 87535 h 354330"/>
                <a:gd name="connsiteX18" fmla="*/ 81629 w 303657"/>
                <a:gd name="connsiteY18" fmla="*/ 73533 h 354330"/>
                <a:gd name="connsiteX19" fmla="*/ 93726 w 303657"/>
                <a:gd name="connsiteY19" fmla="*/ 63437 h 354330"/>
                <a:gd name="connsiteX20" fmla="*/ 115157 w 303657"/>
                <a:gd name="connsiteY20" fmla="*/ 45434 h 354330"/>
                <a:gd name="connsiteX21" fmla="*/ 138589 w 303657"/>
                <a:gd name="connsiteY21" fmla="*/ 25813 h 354330"/>
                <a:gd name="connsiteX22" fmla="*/ 148495 w 303657"/>
                <a:gd name="connsiteY22" fmla="*/ 17526 h 354330"/>
                <a:gd name="connsiteX23" fmla="*/ 150686 w 303657"/>
                <a:gd name="connsiteY23" fmla="*/ 16097 h 354330"/>
                <a:gd name="connsiteX24" fmla="*/ 164116 w 303657"/>
                <a:gd name="connsiteY24" fmla="*/ 7429 h 354330"/>
                <a:gd name="connsiteX25" fmla="*/ 175736 w 303657"/>
                <a:gd name="connsiteY25" fmla="*/ 0 h 354330"/>
                <a:gd name="connsiteX26" fmla="*/ 224314 w 303657"/>
                <a:gd name="connsiteY26" fmla="*/ 70104 h 354330"/>
                <a:gd name="connsiteX27" fmla="*/ 226314 w 303657"/>
                <a:gd name="connsiteY27" fmla="*/ 73057 h 354330"/>
                <a:gd name="connsiteX28" fmla="*/ 227552 w 303657"/>
                <a:gd name="connsiteY28" fmla="*/ 74867 h 354330"/>
                <a:gd name="connsiteX29" fmla="*/ 242411 w 303657"/>
                <a:gd name="connsiteY29" fmla="*/ 95917 h 354330"/>
                <a:gd name="connsiteX30" fmla="*/ 250603 w 303657"/>
                <a:gd name="connsiteY30" fmla="*/ 104013 h 354330"/>
                <a:gd name="connsiteX31" fmla="*/ 259366 w 303657"/>
                <a:gd name="connsiteY31" fmla="*/ 112681 h 354330"/>
                <a:gd name="connsiteX32" fmla="*/ 266891 w 303657"/>
                <a:gd name="connsiteY32" fmla="*/ 118872 h 354330"/>
                <a:gd name="connsiteX33" fmla="*/ 271939 w 303657"/>
                <a:gd name="connsiteY33" fmla="*/ 123063 h 354330"/>
                <a:gd name="connsiteX34" fmla="*/ 281654 w 303657"/>
                <a:gd name="connsiteY34" fmla="*/ 131159 h 354330"/>
                <a:gd name="connsiteX35" fmla="*/ 292418 w 303657"/>
                <a:gd name="connsiteY35" fmla="*/ 140589 h 354330"/>
                <a:gd name="connsiteX36" fmla="*/ 298037 w 303657"/>
                <a:gd name="connsiteY36" fmla="*/ 149352 h 354330"/>
                <a:gd name="connsiteX37" fmla="*/ 298609 w 303657"/>
                <a:gd name="connsiteY37" fmla="*/ 150781 h 354330"/>
                <a:gd name="connsiteX38" fmla="*/ 302609 w 303657"/>
                <a:gd name="connsiteY38" fmla="*/ 149066 h 354330"/>
                <a:gd name="connsiteX39" fmla="*/ 303657 w 303657"/>
                <a:gd name="connsiteY39" fmla="*/ 161639 h 354330"/>
                <a:gd name="connsiteX40" fmla="*/ 303086 w 303657"/>
                <a:gd name="connsiteY40" fmla="*/ 173927 h 354330"/>
                <a:gd name="connsiteX41" fmla="*/ 302514 w 303657"/>
                <a:gd name="connsiteY41" fmla="*/ 180880 h 354330"/>
                <a:gd name="connsiteX42" fmla="*/ 299180 w 303657"/>
                <a:gd name="connsiteY42" fmla="*/ 198596 h 354330"/>
                <a:gd name="connsiteX43" fmla="*/ 296894 w 303657"/>
                <a:gd name="connsiteY43" fmla="*/ 234982 h 354330"/>
                <a:gd name="connsiteX44" fmla="*/ 295561 w 303657"/>
                <a:gd name="connsiteY44" fmla="*/ 257175 h 354330"/>
                <a:gd name="connsiteX45" fmla="*/ 295370 w 303657"/>
                <a:gd name="connsiteY45" fmla="*/ 260985 h 354330"/>
                <a:gd name="connsiteX46" fmla="*/ 293846 w 303657"/>
                <a:gd name="connsiteY46" fmla="*/ 289084 h 35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3657" h="354330">
                  <a:moveTo>
                    <a:pt x="293846" y="289084"/>
                  </a:moveTo>
                  <a:lnTo>
                    <a:pt x="278035" y="294799"/>
                  </a:lnTo>
                  <a:lnTo>
                    <a:pt x="242792" y="307753"/>
                  </a:lnTo>
                  <a:lnTo>
                    <a:pt x="168593" y="339185"/>
                  </a:lnTo>
                  <a:lnTo>
                    <a:pt x="137255" y="354330"/>
                  </a:lnTo>
                  <a:lnTo>
                    <a:pt x="137922" y="347853"/>
                  </a:lnTo>
                  <a:lnTo>
                    <a:pt x="129730" y="313468"/>
                  </a:lnTo>
                  <a:lnTo>
                    <a:pt x="127730" y="307372"/>
                  </a:lnTo>
                  <a:lnTo>
                    <a:pt x="116300" y="272129"/>
                  </a:lnTo>
                  <a:lnTo>
                    <a:pt x="110776" y="257937"/>
                  </a:lnTo>
                  <a:lnTo>
                    <a:pt x="104013" y="243650"/>
                  </a:lnTo>
                  <a:lnTo>
                    <a:pt x="96679" y="232601"/>
                  </a:lnTo>
                  <a:lnTo>
                    <a:pt x="94298" y="229171"/>
                  </a:lnTo>
                  <a:lnTo>
                    <a:pt x="86011" y="220313"/>
                  </a:lnTo>
                  <a:lnTo>
                    <a:pt x="49530" y="181642"/>
                  </a:lnTo>
                  <a:lnTo>
                    <a:pt x="0" y="139351"/>
                  </a:lnTo>
                  <a:lnTo>
                    <a:pt x="13430" y="130873"/>
                  </a:lnTo>
                  <a:lnTo>
                    <a:pt x="65056" y="87535"/>
                  </a:lnTo>
                  <a:lnTo>
                    <a:pt x="81629" y="73533"/>
                  </a:lnTo>
                  <a:lnTo>
                    <a:pt x="93726" y="63437"/>
                  </a:lnTo>
                  <a:lnTo>
                    <a:pt x="115157" y="45434"/>
                  </a:lnTo>
                  <a:lnTo>
                    <a:pt x="138589" y="25813"/>
                  </a:lnTo>
                  <a:lnTo>
                    <a:pt x="148495" y="17526"/>
                  </a:lnTo>
                  <a:lnTo>
                    <a:pt x="150686" y="16097"/>
                  </a:lnTo>
                  <a:lnTo>
                    <a:pt x="164116" y="7429"/>
                  </a:lnTo>
                  <a:lnTo>
                    <a:pt x="175736" y="0"/>
                  </a:lnTo>
                  <a:lnTo>
                    <a:pt x="224314" y="70104"/>
                  </a:lnTo>
                  <a:lnTo>
                    <a:pt x="226314" y="73057"/>
                  </a:lnTo>
                  <a:lnTo>
                    <a:pt x="227552" y="74867"/>
                  </a:lnTo>
                  <a:lnTo>
                    <a:pt x="242411" y="95917"/>
                  </a:lnTo>
                  <a:lnTo>
                    <a:pt x="250603" y="104013"/>
                  </a:lnTo>
                  <a:lnTo>
                    <a:pt x="259366" y="112681"/>
                  </a:lnTo>
                  <a:lnTo>
                    <a:pt x="266891" y="118872"/>
                  </a:lnTo>
                  <a:lnTo>
                    <a:pt x="271939" y="123063"/>
                  </a:lnTo>
                  <a:lnTo>
                    <a:pt x="281654" y="131159"/>
                  </a:lnTo>
                  <a:lnTo>
                    <a:pt x="292418" y="140589"/>
                  </a:lnTo>
                  <a:lnTo>
                    <a:pt x="298037" y="149352"/>
                  </a:lnTo>
                  <a:lnTo>
                    <a:pt x="298609" y="150781"/>
                  </a:lnTo>
                  <a:lnTo>
                    <a:pt x="302609" y="149066"/>
                  </a:lnTo>
                  <a:lnTo>
                    <a:pt x="303657" y="161639"/>
                  </a:lnTo>
                  <a:lnTo>
                    <a:pt x="303086" y="173927"/>
                  </a:lnTo>
                  <a:lnTo>
                    <a:pt x="302514" y="180880"/>
                  </a:lnTo>
                  <a:lnTo>
                    <a:pt x="299180" y="198596"/>
                  </a:lnTo>
                  <a:lnTo>
                    <a:pt x="296894" y="234982"/>
                  </a:lnTo>
                  <a:lnTo>
                    <a:pt x="295561" y="257175"/>
                  </a:lnTo>
                  <a:lnTo>
                    <a:pt x="295370" y="260985"/>
                  </a:lnTo>
                  <a:lnTo>
                    <a:pt x="293846" y="28908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64" name="서울특별시 강남구 논현1동">
              <a:extLst>
                <a:ext uri="{FF2B5EF4-FFF2-40B4-BE49-F238E27FC236}">
                  <a16:creationId xmlns:a16="http://schemas.microsoft.com/office/drawing/2014/main" id="{BA4EDE18-02AA-6678-F906-F5516C48FD61}"/>
                </a:ext>
              </a:extLst>
            </p:cNvPr>
            <p:cNvSpPr/>
            <p:nvPr/>
          </p:nvSpPr>
          <p:spPr>
            <a:xfrm>
              <a:off x="6921341" y="4252341"/>
              <a:ext cx="261842" cy="272129"/>
            </a:xfrm>
            <a:custGeom>
              <a:avLst/>
              <a:gdLst>
                <a:gd name="connsiteX0" fmla="*/ 261842 w 261842"/>
                <a:gd name="connsiteY0" fmla="*/ 220980 h 272129"/>
                <a:gd name="connsiteX1" fmla="*/ 91154 w 261842"/>
                <a:gd name="connsiteY1" fmla="*/ 272129 h 272129"/>
                <a:gd name="connsiteX2" fmla="*/ 35052 w 261842"/>
                <a:gd name="connsiteY2" fmla="*/ 155067 h 272129"/>
                <a:gd name="connsiteX3" fmla="*/ 16478 w 261842"/>
                <a:gd name="connsiteY3" fmla="*/ 159163 h 272129"/>
                <a:gd name="connsiteX4" fmla="*/ 33814 w 261842"/>
                <a:gd name="connsiteY4" fmla="*/ 152590 h 272129"/>
                <a:gd name="connsiteX5" fmla="*/ 7525 w 261842"/>
                <a:gd name="connsiteY5" fmla="*/ 82391 h 272129"/>
                <a:gd name="connsiteX6" fmla="*/ 0 w 261842"/>
                <a:gd name="connsiteY6" fmla="*/ 65246 h 272129"/>
                <a:gd name="connsiteX7" fmla="*/ 31337 w 261842"/>
                <a:gd name="connsiteY7" fmla="*/ 50102 h 272129"/>
                <a:gd name="connsiteX8" fmla="*/ 105537 w 261842"/>
                <a:gd name="connsiteY8" fmla="*/ 18669 h 272129"/>
                <a:gd name="connsiteX9" fmla="*/ 140779 w 261842"/>
                <a:gd name="connsiteY9" fmla="*/ 5715 h 272129"/>
                <a:gd name="connsiteX10" fmla="*/ 156591 w 261842"/>
                <a:gd name="connsiteY10" fmla="*/ 0 h 272129"/>
                <a:gd name="connsiteX11" fmla="*/ 160115 w 261842"/>
                <a:gd name="connsiteY11" fmla="*/ 2191 h 272129"/>
                <a:gd name="connsiteX12" fmla="*/ 185833 w 261842"/>
                <a:gd name="connsiteY12" fmla="*/ 57436 h 272129"/>
                <a:gd name="connsiteX13" fmla="*/ 195548 w 261842"/>
                <a:gd name="connsiteY13" fmla="*/ 78391 h 272129"/>
                <a:gd name="connsiteX14" fmla="*/ 201359 w 261842"/>
                <a:gd name="connsiteY14" fmla="*/ 90964 h 272129"/>
                <a:gd name="connsiteX15" fmla="*/ 203835 w 261842"/>
                <a:gd name="connsiteY15" fmla="*/ 96203 h 272129"/>
                <a:gd name="connsiteX16" fmla="*/ 205359 w 261842"/>
                <a:gd name="connsiteY16" fmla="*/ 99536 h 272129"/>
                <a:gd name="connsiteX17" fmla="*/ 199835 w 261842"/>
                <a:gd name="connsiteY17" fmla="*/ 103061 h 272129"/>
                <a:gd name="connsiteX18" fmla="*/ 206883 w 261842"/>
                <a:gd name="connsiteY18" fmla="*/ 102679 h 272129"/>
                <a:gd name="connsiteX19" fmla="*/ 208788 w 261842"/>
                <a:gd name="connsiteY19" fmla="*/ 106775 h 272129"/>
                <a:gd name="connsiteX20" fmla="*/ 211836 w 261842"/>
                <a:gd name="connsiteY20" fmla="*/ 113347 h 272129"/>
                <a:gd name="connsiteX21" fmla="*/ 221933 w 261842"/>
                <a:gd name="connsiteY21" fmla="*/ 135064 h 272129"/>
                <a:gd name="connsiteX22" fmla="*/ 261842 w 261842"/>
                <a:gd name="connsiteY22" fmla="*/ 220980 h 2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1842" h="272129">
                  <a:moveTo>
                    <a:pt x="261842" y="220980"/>
                  </a:moveTo>
                  <a:lnTo>
                    <a:pt x="91154" y="272129"/>
                  </a:lnTo>
                  <a:lnTo>
                    <a:pt x="35052" y="155067"/>
                  </a:lnTo>
                  <a:lnTo>
                    <a:pt x="16478" y="159163"/>
                  </a:lnTo>
                  <a:lnTo>
                    <a:pt x="33814" y="152590"/>
                  </a:lnTo>
                  <a:lnTo>
                    <a:pt x="7525" y="82391"/>
                  </a:lnTo>
                  <a:lnTo>
                    <a:pt x="0" y="65246"/>
                  </a:lnTo>
                  <a:lnTo>
                    <a:pt x="31337" y="50102"/>
                  </a:lnTo>
                  <a:lnTo>
                    <a:pt x="105537" y="18669"/>
                  </a:lnTo>
                  <a:lnTo>
                    <a:pt x="140779" y="5715"/>
                  </a:lnTo>
                  <a:lnTo>
                    <a:pt x="156591" y="0"/>
                  </a:lnTo>
                  <a:lnTo>
                    <a:pt x="160115" y="2191"/>
                  </a:lnTo>
                  <a:lnTo>
                    <a:pt x="185833" y="57436"/>
                  </a:lnTo>
                  <a:lnTo>
                    <a:pt x="195548" y="78391"/>
                  </a:lnTo>
                  <a:lnTo>
                    <a:pt x="201359" y="90964"/>
                  </a:lnTo>
                  <a:lnTo>
                    <a:pt x="203835" y="96203"/>
                  </a:lnTo>
                  <a:lnTo>
                    <a:pt x="205359" y="99536"/>
                  </a:lnTo>
                  <a:lnTo>
                    <a:pt x="199835" y="103061"/>
                  </a:lnTo>
                  <a:lnTo>
                    <a:pt x="206883" y="102679"/>
                  </a:lnTo>
                  <a:lnTo>
                    <a:pt x="208788" y="106775"/>
                  </a:lnTo>
                  <a:lnTo>
                    <a:pt x="211836" y="113347"/>
                  </a:lnTo>
                  <a:lnTo>
                    <a:pt x="221933" y="135064"/>
                  </a:lnTo>
                  <a:lnTo>
                    <a:pt x="261842" y="22098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5" name="서울특별시 강남구 논현2동">
              <a:extLst>
                <a:ext uri="{FF2B5EF4-FFF2-40B4-BE49-F238E27FC236}">
                  <a16:creationId xmlns:a16="http://schemas.microsoft.com/office/drawing/2014/main" id="{CB315054-8823-601B-13AC-72916FA478A0}"/>
                </a:ext>
              </a:extLst>
            </p:cNvPr>
            <p:cNvSpPr/>
            <p:nvPr/>
          </p:nvSpPr>
          <p:spPr>
            <a:xfrm>
              <a:off x="7077932" y="4190714"/>
              <a:ext cx="284416" cy="282606"/>
            </a:xfrm>
            <a:custGeom>
              <a:avLst/>
              <a:gdLst>
                <a:gd name="connsiteX0" fmla="*/ 201168 w 284416"/>
                <a:gd name="connsiteY0" fmla="*/ 1429 h 282606"/>
                <a:gd name="connsiteX1" fmla="*/ 238601 w 284416"/>
                <a:gd name="connsiteY1" fmla="*/ 102965 h 282606"/>
                <a:gd name="connsiteX2" fmla="*/ 220980 w 284416"/>
                <a:gd name="connsiteY2" fmla="*/ 109728 h 282606"/>
                <a:gd name="connsiteX3" fmla="*/ 239935 w 284416"/>
                <a:gd name="connsiteY3" fmla="*/ 106585 h 282606"/>
                <a:gd name="connsiteX4" fmla="*/ 271463 w 284416"/>
                <a:gd name="connsiteY4" fmla="*/ 192405 h 282606"/>
                <a:gd name="connsiteX5" fmla="*/ 284417 w 284416"/>
                <a:gd name="connsiteY5" fmla="*/ 230600 h 282606"/>
                <a:gd name="connsiteX6" fmla="*/ 105251 w 284416"/>
                <a:gd name="connsiteY6" fmla="*/ 282607 h 282606"/>
                <a:gd name="connsiteX7" fmla="*/ 65342 w 284416"/>
                <a:gd name="connsiteY7" fmla="*/ 196691 h 282606"/>
                <a:gd name="connsiteX8" fmla="*/ 55245 w 284416"/>
                <a:gd name="connsiteY8" fmla="*/ 174974 h 282606"/>
                <a:gd name="connsiteX9" fmla="*/ 52197 w 284416"/>
                <a:gd name="connsiteY9" fmla="*/ 168402 h 282606"/>
                <a:gd name="connsiteX10" fmla="*/ 50292 w 284416"/>
                <a:gd name="connsiteY10" fmla="*/ 164306 h 282606"/>
                <a:gd name="connsiteX11" fmla="*/ 43244 w 284416"/>
                <a:gd name="connsiteY11" fmla="*/ 164687 h 282606"/>
                <a:gd name="connsiteX12" fmla="*/ 48768 w 284416"/>
                <a:gd name="connsiteY12" fmla="*/ 161163 h 282606"/>
                <a:gd name="connsiteX13" fmla="*/ 47244 w 284416"/>
                <a:gd name="connsiteY13" fmla="*/ 157829 h 282606"/>
                <a:gd name="connsiteX14" fmla="*/ 44768 w 284416"/>
                <a:gd name="connsiteY14" fmla="*/ 152590 h 282606"/>
                <a:gd name="connsiteX15" fmla="*/ 38957 w 284416"/>
                <a:gd name="connsiteY15" fmla="*/ 140018 h 282606"/>
                <a:gd name="connsiteX16" fmla="*/ 29242 w 284416"/>
                <a:gd name="connsiteY16" fmla="*/ 119063 h 282606"/>
                <a:gd name="connsiteX17" fmla="*/ 3524 w 284416"/>
                <a:gd name="connsiteY17" fmla="*/ 63818 h 282606"/>
                <a:gd name="connsiteX18" fmla="*/ 0 w 284416"/>
                <a:gd name="connsiteY18" fmla="*/ 61627 h 282606"/>
                <a:gd name="connsiteX19" fmla="*/ 44196 w 284416"/>
                <a:gd name="connsiteY19" fmla="*/ 47625 h 282606"/>
                <a:gd name="connsiteX20" fmla="*/ 85439 w 284416"/>
                <a:gd name="connsiteY20" fmla="*/ 34480 h 282606"/>
                <a:gd name="connsiteX21" fmla="*/ 104870 w 284416"/>
                <a:gd name="connsiteY21" fmla="*/ 28289 h 282606"/>
                <a:gd name="connsiteX22" fmla="*/ 169164 w 284416"/>
                <a:gd name="connsiteY22" fmla="*/ 8096 h 282606"/>
                <a:gd name="connsiteX23" fmla="*/ 184690 w 284416"/>
                <a:gd name="connsiteY23" fmla="*/ 3238 h 282606"/>
                <a:gd name="connsiteX24" fmla="*/ 194977 w 284416"/>
                <a:gd name="connsiteY24" fmla="*/ 0 h 282606"/>
                <a:gd name="connsiteX25" fmla="*/ 199072 w 284416"/>
                <a:gd name="connsiteY25" fmla="*/ 953 h 282606"/>
                <a:gd name="connsiteX26" fmla="*/ 201168 w 284416"/>
                <a:gd name="connsiteY26" fmla="*/ 1429 h 282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4416" h="282606">
                  <a:moveTo>
                    <a:pt x="201168" y="1429"/>
                  </a:moveTo>
                  <a:lnTo>
                    <a:pt x="238601" y="102965"/>
                  </a:lnTo>
                  <a:lnTo>
                    <a:pt x="220980" y="109728"/>
                  </a:lnTo>
                  <a:lnTo>
                    <a:pt x="239935" y="106585"/>
                  </a:lnTo>
                  <a:lnTo>
                    <a:pt x="271463" y="192405"/>
                  </a:lnTo>
                  <a:lnTo>
                    <a:pt x="284417" y="230600"/>
                  </a:lnTo>
                  <a:lnTo>
                    <a:pt x="105251" y="282607"/>
                  </a:lnTo>
                  <a:lnTo>
                    <a:pt x="65342" y="196691"/>
                  </a:lnTo>
                  <a:lnTo>
                    <a:pt x="55245" y="174974"/>
                  </a:lnTo>
                  <a:lnTo>
                    <a:pt x="52197" y="168402"/>
                  </a:lnTo>
                  <a:lnTo>
                    <a:pt x="50292" y="164306"/>
                  </a:lnTo>
                  <a:lnTo>
                    <a:pt x="43244" y="164687"/>
                  </a:lnTo>
                  <a:lnTo>
                    <a:pt x="48768" y="161163"/>
                  </a:lnTo>
                  <a:lnTo>
                    <a:pt x="47244" y="157829"/>
                  </a:lnTo>
                  <a:lnTo>
                    <a:pt x="44768" y="152590"/>
                  </a:lnTo>
                  <a:lnTo>
                    <a:pt x="38957" y="140018"/>
                  </a:lnTo>
                  <a:lnTo>
                    <a:pt x="29242" y="119063"/>
                  </a:lnTo>
                  <a:lnTo>
                    <a:pt x="3524" y="63818"/>
                  </a:lnTo>
                  <a:lnTo>
                    <a:pt x="0" y="61627"/>
                  </a:lnTo>
                  <a:lnTo>
                    <a:pt x="44196" y="47625"/>
                  </a:lnTo>
                  <a:lnTo>
                    <a:pt x="85439" y="34480"/>
                  </a:lnTo>
                  <a:lnTo>
                    <a:pt x="104870" y="28289"/>
                  </a:lnTo>
                  <a:lnTo>
                    <a:pt x="169164" y="8096"/>
                  </a:lnTo>
                  <a:lnTo>
                    <a:pt x="184690" y="3238"/>
                  </a:lnTo>
                  <a:lnTo>
                    <a:pt x="194977" y="0"/>
                  </a:lnTo>
                  <a:lnTo>
                    <a:pt x="199072" y="953"/>
                  </a:lnTo>
                  <a:lnTo>
                    <a:pt x="201168" y="14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6" name="서울특별시 강남구 삼성1동">
              <a:extLst>
                <a:ext uri="{FF2B5EF4-FFF2-40B4-BE49-F238E27FC236}">
                  <a16:creationId xmlns:a16="http://schemas.microsoft.com/office/drawing/2014/main" id="{2744A84E-E8E5-B4E2-6540-5E07CFC0140C}"/>
                </a:ext>
              </a:extLst>
            </p:cNvPr>
            <p:cNvSpPr/>
            <p:nvPr/>
          </p:nvSpPr>
          <p:spPr>
            <a:xfrm>
              <a:off x="7480268" y="4143184"/>
              <a:ext cx="329755" cy="339947"/>
            </a:xfrm>
            <a:custGeom>
              <a:avLst/>
              <a:gdLst>
                <a:gd name="connsiteX0" fmla="*/ 302609 w 329755"/>
                <a:gd name="connsiteY0" fmla="*/ 9525 h 339947"/>
                <a:gd name="connsiteX1" fmla="*/ 294132 w 329755"/>
                <a:gd name="connsiteY1" fmla="*/ 84772 h 339947"/>
                <a:gd name="connsiteX2" fmla="*/ 306133 w 329755"/>
                <a:gd name="connsiteY2" fmla="*/ 102013 h 339947"/>
                <a:gd name="connsiteX3" fmla="*/ 328326 w 329755"/>
                <a:gd name="connsiteY3" fmla="*/ 241078 h 339947"/>
                <a:gd name="connsiteX4" fmla="*/ 329374 w 329755"/>
                <a:gd name="connsiteY4" fmla="*/ 256889 h 339947"/>
                <a:gd name="connsiteX5" fmla="*/ 329755 w 329755"/>
                <a:gd name="connsiteY5" fmla="*/ 277749 h 339947"/>
                <a:gd name="connsiteX6" fmla="*/ 309848 w 329755"/>
                <a:gd name="connsiteY6" fmla="*/ 281368 h 339947"/>
                <a:gd name="connsiteX7" fmla="*/ 295084 w 329755"/>
                <a:gd name="connsiteY7" fmla="*/ 284035 h 339947"/>
                <a:gd name="connsiteX8" fmla="*/ 185356 w 329755"/>
                <a:gd name="connsiteY8" fmla="*/ 318802 h 339947"/>
                <a:gd name="connsiteX9" fmla="*/ 116395 w 329755"/>
                <a:gd name="connsiteY9" fmla="*/ 339947 h 339947"/>
                <a:gd name="connsiteX10" fmla="*/ 107061 w 329755"/>
                <a:gd name="connsiteY10" fmla="*/ 323279 h 339947"/>
                <a:gd name="connsiteX11" fmla="*/ 91059 w 329755"/>
                <a:gd name="connsiteY11" fmla="*/ 294608 h 339947"/>
                <a:gd name="connsiteX12" fmla="*/ 79248 w 329755"/>
                <a:gd name="connsiteY12" fmla="*/ 273558 h 339947"/>
                <a:gd name="connsiteX13" fmla="*/ 78867 w 329755"/>
                <a:gd name="connsiteY13" fmla="*/ 272796 h 339947"/>
                <a:gd name="connsiteX14" fmla="*/ 78581 w 329755"/>
                <a:gd name="connsiteY14" fmla="*/ 272224 h 339947"/>
                <a:gd name="connsiteX15" fmla="*/ 46005 w 329755"/>
                <a:gd name="connsiteY15" fmla="*/ 211836 h 339947"/>
                <a:gd name="connsiteX16" fmla="*/ 43815 w 329755"/>
                <a:gd name="connsiteY16" fmla="*/ 207740 h 339947"/>
                <a:gd name="connsiteX17" fmla="*/ 38767 w 329755"/>
                <a:gd name="connsiteY17" fmla="*/ 198310 h 339947"/>
                <a:gd name="connsiteX18" fmla="*/ 25908 w 329755"/>
                <a:gd name="connsiteY18" fmla="*/ 174212 h 339947"/>
                <a:gd name="connsiteX19" fmla="*/ 12859 w 329755"/>
                <a:gd name="connsiteY19" fmla="*/ 147638 h 339947"/>
                <a:gd name="connsiteX20" fmla="*/ 0 w 329755"/>
                <a:gd name="connsiteY20" fmla="*/ 122396 h 339947"/>
                <a:gd name="connsiteX21" fmla="*/ 15526 w 329755"/>
                <a:gd name="connsiteY21" fmla="*/ 119729 h 339947"/>
                <a:gd name="connsiteX22" fmla="*/ 107823 w 329755"/>
                <a:gd name="connsiteY22" fmla="*/ 103632 h 339947"/>
                <a:gd name="connsiteX23" fmla="*/ 121920 w 329755"/>
                <a:gd name="connsiteY23" fmla="*/ 100774 h 339947"/>
                <a:gd name="connsiteX24" fmla="*/ 127635 w 329755"/>
                <a:gd name="connsiteY24" fmla="*/ 99631 h 339947"/>
                <a:gd name="connsiteX25" fmla="*/ 135921 w 329755"/>
                <a:gd name="connsiteY25" fmla="*/ 96869 h 339947"/>
                <a:gd name="connsiteX26" fmla="*/ 141541 w 329755"/>
                <a:gd name="connsiteY26" fmla="*/ 94964 h 339947"/>
                <a:gd name="connsiteX27" fmla="*/ 145637 w 329755"/>
                <a:gd name="connsiteY27" fmla="*/ 93535 h 339947"/>
                <a:gd name="connsiteX28" fmla="*/ 147351 w 329755"/>
                <a:gd name="connsiteY28" fmla="*/ 92964 h 339947"/>
                <a:gd name="connsiteX29" fmla="*/ 155162 w 329755"/>
                <a:gd name="connsiteY29" fmla="*/ 90202 h 339947"/>
                <a:gd name="connsiteX30" fmla="*/ 182213 w 329755"/>
                <a:gd name="connsiteY30" fmla="*/ 80772 h 339947"/>
                <a:gd name="connsiteX31" fmla="*/ 186594 w 329755"/>
                <a:gd name="connsiteY31" fmla="*/ 79248 h 339947"/>
                <a:gd name="connsiteX32" fmla="*/ 187643 w 329755"/>
                <a:gd name="connsiteY32" fmla="*/ 78676 h 339947"/>
                <a:gd name="connsiteX33" fmla="*/ 204406 w 329755"/>
                <a:gd name="connsiteY33" fmla="*/ 70294 h 339947"/>
                <a:gd name="connsiteX34" fmla="*/ 211550 w 329755"/>
                <a:gd name="connsiteY34" fmla="*/ 62865 h 339947"/>
                <a:gd name="connsiteX35" fmla="*/ 271843 w 329755"/>
                <a:gd name="connsiteY35" fmla="*/ 0 h 339947"/>
                <a:gd name="connsiteX36" fmla="*/ 302609 w 329755"/>
                <a:gd name="connsiteY36" fmla="*/ 9525 h 33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29755" h="339947">
                  <a:moveTo>
                    <a:pt x="302609" y="9525"/>
                  </a:moveTo>
                  <a:lnTo>
                    <a:pt x="294132" y="84772"/>
                  </a:lnTo>
                  <a:lnTo>
                    <a:pt x="306133" y="102013"/>
                  </a:lnTo>
                  <a:lnTo>
                    <a:pt x="328326" y="241078"/>
                  </a:lnTo>
                  <a:lnTo>
                    <a:pt x="329374" y="256889"/>
                  </a:lnTo>
                  <a:lnTo>
                    <a:pt x="329755" y="277749"/>
                  </a:lnTo>
                  <a:lnTo>
                    <a:pt x="309848" y="281368"/>
                  </a:lnTo>
                  <a:lnTo>
                    <a:pt x="295084" y="284035"/>
                  </a:lnTo>
                  <a:lnTo>
                    <a:pt x="185356" y="318802"/>
                  </a:lnTo>
                  <a:lnTo>
                    <a:pt x="116395" y="339947"/>
                  </a:lnTo>
                  <a:lnTo>
                    <a:pt x="107061" y="323279"/>
                  </a:lnTo>
                  <a:lnTo>
                    <a:pt x="91059" y="294608"/>
                  </a:lnTo>
                  <a:lnTo>
                    <a:pt x="79248" y="273558"/>
                  </a:lnTo>
                  <a:lnTo>
                    <a:pt x="78867" y="272796"/>
                  </a:lnTo>
                  <a:lnTo>
                    <a:pt x="78581" y="272224"/>
                  </a:lnTo>
                  <a:lnTo>
                    <a:pt x="46005" y="211836"/>
                  </a:lnTo>
                  <a:lnTo>
                    <a:pt x="43815" y="207740"/>
                  </a:lnTo>
                  <a:lnTo>
                    <a:pt x="38767" y="198310"/>
                  </a:lnTo>
                  <a:lnTo>
                    <a:pt x="25908" y="174212"/>
                  </a:lnTo>
                  <a:lnTo>
                    <a:pt x="12859" y="147638"/>
                  </a:lnTo>
                  <a:lnTo>
                    <a:pt x="0" y="122396"/>
                  </a:lnTo>
                  <a:lnTo>
                    <a:pt x="15526" y="119729"/>
                  </a:lnTo>
                  <a:lnTo>
                    <a:pt x="107823" y="103632"/>
                  </a:lnTo>
                  <a:lnTo>
                    <a:pt x="121920" y="100774"/>
                  </a:lnTo>
                  <a:lnTo>
                    <a:pt x="127635" y="99631"/>
                  </a:lnTo>
                  <a:lnTo>
                    <a:pt x="135921" y="96869"/>
                  </a:lnTo>
                  <a:lnTo>
                    <a:pt x="141541" y="94964"/>
                  </a:lnTo>
                  <a:lnTo>
                    <a:pt x="145637" y="93535"/>
                  </a:lnTo>
                  <a:lnTo>
                    <a:pt x="147351" y="92964"/>
                  </a:lnTo>
                  <a:lnTo>
                    <a:pt x="155162" y="90202"/>
                  </a:lnTo>
                  <a:lnTo>
                    <a:pt x="182213" y="80772"/>
                  </a:lnTo>
                  <a:lnTo>
                    <a:pt x="186594" y="79248"/>
                  </a:lnTo>
                  <a:lnTo>
                    <a:pt x="187643" y="78676"/>
                  </a:lnTo>
                  <a:lnTo>
                    <a:pt x="204406" y="70294"/>
                  </a:lnTo>
                  <a:lnTo>
                    <a:pt x="211550" y="62865"/>
                  </a:lnTo>
                  <a:lnTo>
                    <a:pt x="271843" y="0"/>
                  </a:lnTo>
                  <a:lnTo>
                    <a:pt x="302609" y="952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7" name="서울특별시 강남구 삼성2동">
              <a:extLst>
                <a:ext uri="{FF2B5EF4-FFF2-40B4-BE49-F238E27FC236}">
                  <a16:creationId xmlns:a16="http://schemas.microsoft.com/office/drawing/2014/main" id="{352DA6C1-7414-1E18-90FB-46D67F3EBBA1}"/>
                </a:ext>
              </a:extLst>
            </p:cNvPr>
            <p:cNvSpPr/>
            <p:nvPr/>
          </p:nvSpPr>
          <p:spPr>
            <a:xfrm>
              <a:off x="7298912" y="4265580"/>
              <a:ext cx="297751" cy="269748"/>
            </a:xfrm>
            <a:custGeom>
              <a:avLst/>
              <a:gdLst>
                <a:gd name="connsiteX0" fmla="*/ 297752 w 297751"/>
                <a:gd name="connsiteY0" fmla="*/ 217551 h 269748"/>
                <a:gd name="connsiteX1" fmla="*/ 159068 w 297751"/>
                <a:gd name="connsiteY1" fmla="*/ 262033 h 269748"/>
                <a:gd name="connsiteX2" fmla="*/ 125254 w 297751"/>
                <a:gd name="connsiteY2" fmla="*/ 269748 h 269748"/>
                <a:gd name="connsiteX3" fmla="*/ 156972 w 297751"/>
                <a:gd name="connsiteY3" fmla="*/ 257842 h 269748"/>
                <a:gd name="connsiteX4" fmla="*/ 152400 w 297751"/>
                <a:gd name="connsiteY4" fmla="*/ 248603 h 269748"/>
                <a:gd name="connsiteX5" fmla="*/ 144780 w 297751"/>
                <a:gd name="connsiteY5" fmla="*/ 233458 h 269748"/>
                <a:gd name="connsiteX6" fmla="*/ 142685 w 297751"/>
                <a:gd name="connsiteY6" fmla="*/ 229267 h 269748"/>
                <a:gd name="connsiteX7" fmla="*/ 136017 w 297751"/>
                <a:gd name="connsiteY7" fmla="*/ 222314 h 269748"/>
                <a:gd name="connsiteX8" fmla="*/ 127064 w 297751"/>
                <a:gd name="connsiteY8" fmla="*/ 216599 h 269748"/>
                <a:gd name="connsiteX9" fmla="*/ 121825 w 297751"/>
                <a:gd name="connsiteY9" fmla="*/ 213170 h 269748"/>
                <a:gd name="connsiteX10" fmla="*/ 119729 w 297751"/>
                <a:gd name="connsiteY10" fmla="*/ 211931 h 269748"/>
                <a:gd name="connsiteX11" fmla="*/ 111347 w 297751"/>
                <a:gd name="connsiteY11" fmla="*/ 206788 h 269748"/>
                <a:gd name="connsiteX12" fmla="*/ 99060 w 297751"/>
                <a:gd name="connsiteY12" fmla="*/ 199168 h 269748"/>
                <a:gd name="connsiteX13" fmla="*/ 97727 w 297751"/>
                <a:gd name="connsiteY13" fmla="*/ 198311 h 269748"/>
                <a:gd name="connsiteX14" fmla="*/ 83439 w 297751"/>
                <a:gd name="connsiteY14" fmla="*/ 188119 h 269748"/>
                <a:gd name="connsiteX15" fmla="*/ 70866 w 297751"/>
                <a:gd name="connsiteY15" fmla="*/ 174975 h 269748"/>
                <a:gd name="connsiteX16" fmla="*/ 63437 w 297751"/>
                <a:gd name="connsiteY16" fmla="*/ 155734 h 269748"/>
                <a:gd name="connsiteX17" fmla="*/ 50483 w 297751"/>
                <a:gd name="connsiteY17" fmla="*/ 117539 h 269748"/>
                <a:gd name="connsiteX18" fmla="*/ 18955 w 297751"/>
                <a:gd name="connsiteY18" fmla="*/ 31718 h 269748"/>
                <a:gd name="connsiteX19" fmla="*/ 0 w 297751"/>
                <a:gd name="connsiteY19" fmla="*/ 34862 h 269748"/>
                <a:gd name="connsiteX20" fmla="*/ 17622 w 297751"/>
                <a:gd name="connsiteY20" fmla="*/ 28099 h 269748"/>
                <a:gd name="connsiteX21" fmla="*/ 181356 w 297751"/>
                <a:gd name="connsiteY21" fmla="*/ 0 h 269748"/>
                <a:gd name="connsiteX22" fmla="*/ 194215 w 297751"/>
                <a:gd name="connsiteY22" fmla="*/ 25241 h 269748"/>
                <a:gd name="connsiteX23" fmla="*/ 207264 w 297751"/>
                <a:gd name="connsiteY23" fmla="*/ 51816 h 269748"/>
                <a:gd name="connsiteX24" fmla="*/ 220123 w 297751"/>
                <a:gd name="connsiteY24" fmla="*/ 75914 h 269748"/>
                <a:gd name="connsiteX25" fmla="*/ 225171 w 297751"/>
                <a:gd name="connsiteY25" fmla="*/ 85344 h 269748"/>
                <a:gd name="connsiteX26" fmla="*/ 227362 w 297751"/>
                <a:gd name="connsiteY26" fmla="*/ 89440 h 269748"/>
                <a:gd name="connsiteX27" fmla="*/ 259938 w 297751"/>
                <a:gd name="connsiteY27" fmla="*/ 149828 h 269748"/>
                <a:gd name="connsiteX28" fmla="*/ 260223 w 297751"/>
                <a:gd name="connsiteY28" fmla="*/ 150400 h 269748"/>
                <a:gd name="connsiteX29" fmla="*/ 260604 w 297751"/>
                <a:gd name="connsiteY29" fmla="*/ 151162 h 269748"/>
                <a:gd name="connsiteX30" fmla="*/ 272415 w 297751"/>
                <a:gd name="connsiteY30" fmla="*/ 172212 h 269748"/>
                <a:gd name="connsiteX31" fmla="*/ 288417 w 297751"/>
                <a:gd name="connsiteY31" fmla="*/ 200883 h 269748"/>
                <a:gd name="connsiteX32" fmla="*/ 297752 w 297751"/>
                <a:gd name="connsiteY32" fmla="*/ 217551 h 269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97751" h="269748">
                  <a:moveTo>
                    <a:pt x="297752" y="217551"/>
                  </a:moveTo>
                  <a:lnTo>
                    <a:pt x="159068" y="262033"/>
                  </a:lnTo>
                  <a:lnTo>
                    <a:pt x="125254" y="269748"/>
                  </a:lnTo>
                  <a:lnTo>
                    <a:pt x="156972" y="257842"/>
                  </a:lnTo>
                  <a:lnTo>
                    <a:pt x="152400" y="248603"/>
                  </a:lnTo>
                  <a:lnTo>
                    <a:pt x="144780" y="233458"/>
                  </a:lnTo>
                  <a:lnTo>
                    <a:pt x="142685" y="229267"/>
                  </a:lnTo>
                  <a:lnTo>
                    <a:pt x="136017" y="222314"/>
                  </a:lnTo>
                  <a:lnTo>
                    <a:pt x="127064" y="216599"/>
                  </a:lnTo>
                  <a:lnTo>
                    <a:pt x="121825" y="213170"/>
                  </a:lnTo>
                  <a:lnTo>
                    <a:pt x="119729" y="211931"/>
                  </a:lnTo>
                  <a:lnTo>
                    <a:pt x="111347" y="206788"/>
                  </a:lnTo>
                  <a:lnTo>
                    <a:pt x="99060" y="199168"/>
                  </a:lnTo>
                  <a:lnTo>
                    <a:pt x="97727" y="198311"/>
                  </a:lnTo>
                  <a:lnTo>
                    <a:pt x="83439" y="188119"/>
                  </a:lnTo>
                  <a:lnTo>
                    <a:pt x="70866" y="174975"/>
                  </a:lnTo>
                  <a:lnTo>
                    <a:pt x="63437" y="155734"/>
                  </a:lnTo>
                  <a:lnTo>
                    <a:pt x="50483" y="117539"/>
                  </a:lnTo>
                  <a:lnTo>
                    <a:pt x="18955" y="31718"/>
                  </a:lnTo>
                  <a:lnTo>
                    <a:pt x="0" y="34862"/>
                  </a:lnTo>
                  <a:lnTo>
                    <a:pt x="17622" y="28099"/>
                  </a:lnTo>
                  <a:lnTo>
                    <a:pt x="181356" y="0"/>
                  </a:lnTo>
                  <a:lnTo>
                    <a:pt x="194215" y="25241"/>
                  </a:lnTo>
                  <a:lnTo>
                    <a:pt x="207264" y="51816"/>
                  </a:lnTo>
                  <a:lnTo>
                    <a:pt x="220123" y="75914"/>
                  </a:lnTo>
                  <a:lnTo>
                    <a:pt x="225171" y="85344"/>
                  </a:lnTo>
                  <a:lnTo>
                    <a:pt x="227362" y="89440"/>
                  </a:lnTo>
                  <a:lnTo>
                    <a:pt x="259938" y="149828"/>
                  </a:lnTo>
                  <a:lnTo>
                    <a:pt x="260223" y="150400"/>
                  </a:lnTo>
                  <a:lnTo>
                    <a:pt x="260604" y="151162"/>
                  </a:lnTo>
                  <a:lnTo>
                    <a:pt x="272415" y="172212"/>
                  </a:lnTo>
                  <a:lnTo>
                    <a:pt x="288417" y="200883"/>
                  </a:lnTo>
                  <a:lnTo>
                    <a:pt x="297752" y="21755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8" name="서울특별시 강남구 대치1동">
              <a:extLst>
                <a:ext uri="{FF2B5EF4-FFF2-40B4-BE49-F238E27FC236}">
                  <a16:creationId xmlns:a16="http://schemas.microsoft.com/office/drawing/2014/main" id="{E36FED97-4F44-EA17-E988-6F69FD5E089D}"/>
                </a:ext>
              </a:extLst>
            </p:cNvPr>
            <p:cNvSpPr/>
            <p:nvPr/>
          </p:nvSpPr>
          <p:spPr>
            <a:xfrm>
              <a:off x="7520845" y="4627816"/>
              <a:ext cx="236029" cy="202882"/>
            </a:xfrm>
            <a:custGeom>
              <a:avLst/>
              <a:gdLst>
                <a:gd name="connsiteX0" fmla="*/ 236029 w 236029"/>
                <a:gd name="connsiteY0" fmla="*/ 159544 h 202882"/>
                <a:gd name="connsiteX1" fmla="*/ 172402 w 236029"/>
                <a:gd name="connsiteY1" fmla="*/ 171355 h 202882"/>
                <a:gd name="connsiteX2" fmla="*/ 135541 w 236029"/>
                <a:gd name="connsiteY2" fmla="*/ 178308 h 202882"/>
                <a:gd name="connsiteX3" fmla="*/ 124777 w 236029"/>
                <a:gd name="connsiteY3" fmla="*/ 180785 h 202882"/>
                <a:gd name="connsiteX4" fmla="*/ 122587 w 236029"/>
                <a:gd name="connsiteY4" fmla="*/ 181356 h 202882"/>
                <a:gd name="connsiteX5" fmla="*/ 121444 w 236029"/>
                <a:gd name="connsiteY5" fmla="*/ 181642 h 202882"/>
                <a:gd name="connsiteX6" fmla="*/ 114014 w 236029"/>
                <a:gd name="connsiteY6" fmla="*/ 183547 h 202882"/>
                <a:gd name="connsiteX7" fmla="*/ 97726 w 236029"/>
                <a:gd name="connsiteY7" fmla="*/ 190119 h 202882"/>
                <a:gd name="connsiteX8" fmla="*/ 73437 w 236029"/>
                <a:gd name="connsiteY8" fmla="*/ 202883 h 202882"/>
                <a:gd name="connsiteX9" fmla="*/ 58293 w 236029"/>
                <a:gd name="connsiteY9" fmla="*/ 158782 h 202882"/>
                <a:gd name="connsiteX10" fmla="*/ 53911 w 236029"/>
                <a:gd name="connsiteY10" fmla="*/ 146018 h 202882"/>
                <a:gd name="connsiteX11" fmla="*/ 52388 w 236029"/>
                <a:gd name="connsiteY11" fmla="*/ 142113 h 202882"/>
                <a:gd name="connsiteX12" fmla="*/ 23813 w 236029"/>
                <a:gd name="connsiteY12" fmla="*/ 81439 h 202882"/>
                <a:gd name="connsiteX13" fmla="*/ 22193 w 236029"/>
                <a:gd name="connsiteY13" fmla="*/ 78200 h 202882"/>
                <a:gd name="connsiteX14" fmla="*/ 16097 w 236029"/>
                <a:gd name="connsiteY14" fmla="*/ 65532 h 202882"/>
                <a:gd name="connsiteX15" fmla="*/ 9430 w 236029"/>
                <a:gd name="connsiteY15" fmla="*/ 58103 h 202882"/>
                <a:gd name="connsiteX16" fmla="*/ 4000 w 236029"/>
                <a:gd name="connsiteY16" fmla="*/ 47149 h 202882"/>
                <a:gd name="connsiteX17" fmla="*/ 0 w 236029"/>
                <a:gd name="connsiteY17" fmla="*/ 32957 h 202882"/>
                <a:gd name="connsiteX18" fmla="*/ 57340 w 236029"/>
                <a:gd name="connsiteY18" fmla="*/ 30004 h 202882"/>
                <a:gd name="connsiteX19" fmla="*/ 151352 w 236029"/>
                <a:gd name="connsiteY19" fmla="*/ 0 h 202882"/>
                <a:gd name="connsiteX20" fmla="*/ 175736 w 236029"/>
                <a:gd name="connsiteY20" fmla="*/ 43815 h 202882"/>
                <a:gd name="connsiteX21" fmla="*/ 236029 w 236029"/>
                <a:gd name="connsiteY21" fmla="*/ 159544 h 20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6029" h="202882">
                  <a:moveTo>
                    <a:pt x="236029" y="159544"/>
                  </a:moveTo>
                  <a:lnTo>
                    <a:pt x="172402" y="171355"/>
                  </a:lnTo>
                  <a:lnTo>
                    <a:pt x="135541" y="178308"/>
                  </a:lnTo>
                  <a:lnTo>
                    <a:pt x="124777" y="180785"/>
                  </a:lnTo>
                  <a:lnTo>
                    <a:pt x="122587" y="181356"/>
                  </a:lnTo>
                  <a:lnTo>
                    <a:pt x="121444" y="181642"/>
                  </a:lnTo>
                  <a:lnTo>
                    <a:pt x="114014" y="183547"/>
                  </a:lnTo>
                  <a:lnTo>
                    <a:pt x="97726" y="190119"/>
                  </a:lnTo>
                  <a:lnTo>
                    <a:pt x="73437" y="202883"/>
                  </a:lnTo>
                  <a:lnTo>
                    <a:pt x="58293" y="158782"/>
                  </a:lnTo>
                  <a:lnTo>
                    <a:pt x="53911" y="146018"/>
                  </a:lnTo>
                  <a:lnTo>
                    <a:pt x="52388" y="142113"/>
                  </a:lnTo>
                  <a:lnTo>
                    <a:pt x="23813" y="81439"/>
                  </a:lnTo>
                  <a:lnTo>
                    <a:pt x="22193" y="78200"/>
                  </a:lnTo>
                  <a:lnTo>
                    <a:pt x="16097" y="65532"/>
                  </a:lnTo>
                  <a:lnTo>
                    <a:pt x="9430" y="58103"/>
                  </a:lnTo>
                  <a:lnTo>
                    <a:pt x="4000" y="47149"/>
                  </a:lnTo>
                  <a:lnTo>
                    <a:pt x="0" y="32957"/>
                  </a:lnTo>
                  <a:lnTo>
                    <a:pt x="57340" y="30004"/>
                  </a:lnTo>
                  <a:lnTo>
                    <a:pt x="151352" y="0"/>
                  </a:lnTo>
                  <a:lnTo>
                    <a:pt x="175736" y="43815"/>
                  </a:lnTo>
                  <a:lnTo>
                    <a:pt x="236029" y="1595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9" name="서울특별시 강남구 대치4동">
              <a:extLst>
                <a:ext uri="{FF2B5EF4-FFF2-40B4-BE49-F238E27FC236}">
                  <a16:creationId xmlns:a16="http://schemas.microsoft.com/office/drawing/2014/main" id="{C2C75DC9-B4AF-3B4C-DC88-2C759372F7DF}"/>
                </a:ext>
              </a:extLst>
            </p:cNvPr>
            <p:cNvSpPr/>
            <p:nvPr/>
          </p:nvSpPr>
          <p:spPr>
            <a:xfrm>
              <a:off x="7457979" y="4483131"/>
              <a:ext cx="214217" cy="177641"/>
            </a:xfrm>
            <a:custGeom>
              <a:avLst/>
              <a:gdLst>
                <a:gd name="connsiteX0" fmla="*/ 214217 w 214217"/>
                <a:gd name="connsiteY0" fmla="*/ 144684 h 177641"/>
                <a:gd name="connsiteX1" fmla="*/ 120205 w 214217"/>
                <a:gd name="connsiteY1" fmla="*/ 174688 h 177641"/>
                <a:gd name="connsiteX2" fmla="*/ 62865 w 214217"/>
                <a:gd name="connsiteY2" fmla="*/ 177641 h 177641"/>
                <a:gd name="connsiteX3" fmla="*/ 4572 w 214217"/>
                <a:gd name="connsiteY3" fmla="*/ 54197 h 177641"/>
                <a:gd name="connsiteX4" fmla="*/ 0 w 214217"/>
                <a:gd name="connsiteY4" fmla="*/ 44482 h 177641"/>
                <a:gd name="connsiteX5" fmla="*/ 138684 w 214217"/>
                <a:gd name="connsiteY5" fmla="*/ 0 h 177641"/>
                <a:gd name="connsiteX6" fmla="*/ 214217 w 214217"/>
                <a:gd name="connsiteY6" fmla="*/ 144684 h 17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217" h="177641">
                  <a:moveTo>
                    <a:pt x="214217" y="144684"/>
                  </a:moveTo>
                  <a:lnTo>
                    <a:pt x="120205" y="174688"/>
                  </a:lnTo>
                  <a:lnTo>
                    <a:pt x="62865" y="177641"/>
                  </a:lnTo>
                  <a:lnTo>
                    <a:pt x="4572" y="54197"/>
                  </a:lnTo>
                  <a:lnTo>
                    <a:pt x="0" y="44482"/>
                  </a:lnTo>
                  <a:lnTo>
                    <a:pt x="138684" y="0"/>
                  </a:lnTo>
                  <a:lnTo>
                    <a:pt x="214217" y="14468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0" name="서울특별시 강남구 역삼1동">
              <a:extLst>
                <a:ext uri="{FF2B5EF4-FFF2-40B4-BE49-F238E27FC236}">
                  <a16:creationId xmlns:a16="http://schemas.microsoft.com/office/drawing/2014/main" id="{63798BF1-50D6-8264-252C-DC0A81010823}"/>
                </a:ext>
              </a:extLst>
            </p:cNvPr>
            <p:cNvSpPr/>
            <p:nvPr/>
          </p:nvSpPr>
          <p:spPr>
            <a:xfrm>
              <a:off x="7012495" y="4421314"/>
              <a:ext cx="443388" cy="375666"/>
            </a:xfrm>
            <a:custGeom>
              <a:avLst/>
              <a:gdLst>
                <a:gd name="connsiteX0" fmla="*/ 411671 w 443388"/>
                <a:gd name="connsiteY0" fmla="*/ 114014 h 375666"/>
                <a:gd name="connsiteX1" fmla="*/ 331756 w 443388"/>
                <a:gd name="connsiteY1" fmla="*/ 138494 h 375666"/>
                <a:gd name="connsiteX2" fmla="*/ 252508 w 443388"/>
                <a:gd name="connsiteY2" fmla="*/ 162782 h 375666"/>
                <a:gd name="connsiteX3" fmla="*/ 227933 w 443388"/>
                <a:gd name="connsiteY3" fmla="*/ 174879 h 375666"/>
                <a:gd name="connsiteX4" fmla="*/ 253556 w 443388"/>
                <a:gd name="connsiteY4" fmla="*/ 230791 h 375666"/>
                <a:gd name="connsiteX5" fmla="*/ 297656 w 443388"/>
                <a:gd name="connsiteY5" fmla="*/ 323564 h 375666"/>
                <a:gd name="connsiteX6" fmla="*/ 129730 w 443388"/>
                <a:gd name="connsiteY6" fmla="*/ 375666 h 375666"/>
                <a:gd name="connsiteX7" fmla="*/ 57340 w 443388"/>
                <a:gd name="connsiteY7" fmla="*/ 222980 h 375666"/>
                <a:gd name="connsiteX8" fmla="*/ 36576 w 443388"/>
                <a:gd name="connsiteY8" fmla="*/ 179356 h 375666"/>
                <a:gd name="connsiteX9" fmla="*/ 476 w 443388"/>
                <a:gd name="connsiteY9" fmla="*/ 104108 h 375666"/>
                <a:gd name="connsiteX10" fmla="*/ 0 w 443388"/>
                <a:gd name="connsiteY10" fmla="*/ 103156 h 375666"/>
                <a:gd name="connsiteX11" fmla="*/ 170688 w 443388"/>
                <a:gd name="connsiteY11" fmla="*/ 52007 h 375666"/>
                <a:gd name="connsiteX12" fmla="*/ 349853 w 443388"/>
                <a:gd name="connsiteY12" fmla="*/ 0 h 375666"/>
                <a:gd name="connsiteX13" fmla="*/ 357283 w 443388"/>
                <a:gd name="connsiteY13" fmla="*/ 19241 h 375666"/>
                <a:gd name="connsiteX14" fmla="*/ 369856 w 443388"/>
                <a:gd name="connsiteY14" fmla="*/ 32385 h 375666"/>
                <a:gd name="connsiteX15" fmla="*/ 384143 w 443388"/>
                <a:gd name="connsiteY15" fmla="*/ 42577 h 375666"/>
                <a:gd name="connsiteX16" fmla="*/ 385477 w 443388"/>
                <a:gd name="connsiteY16" fmla="*/ 43434 h 375666"/>
                <a:gd name="connsiteX17" fmla="*/ 397764 w 443388"/>
                <a:gd name="connsiteY17" fmla="*/ 51054 h 375666"/>
                <a:gd name="connsiteX18" fmla="*/ 406146 w 443388"/>
                <a:gd name="connsiteY18" fmla="*/ 56197 h 375666"/>
                <a:gd name="connsiteX19" fmla="*/ 408242 w 443388"/>
                <a:gd name="connsiteY19" fmla="*/ 57436 h 375666"/>
                <a:gd name="connsiteX20" fmla="*/ 413480 w 443388"/>
                <a:gd name="connsiteY20" fmla="*/ 60865 h 375666"/>
                <a:gd name="connsiteX21" fmla="*/ 422434 w 443388"/>
                <a:gd name="connsiteY21" fmla="*/ 66580 h 375666"/>
                <a:gd name="connsiteX22" fmla="*/ 429101 w 443388"/>
                <a:gd name="connsiteY22" fmla="*/ 73533 h 375666"/>
                <a:gd name="connsiteX23" fmla="*/ 431197 w 443388"/>
                <a:gd name="connsiteY23" fmla="*/ 77724 h 375666"/>
                <a:gd name="connsiteX24" fmla="*/ 438817 w 443388"/>
                <a:gd name="connsiteY24" fmla="*/ 92869 h 375666"/>
                <a:gd name="connsiteX25" fmla="*/ 443389 w 443388"/>
                <a:gd name="connsiteY25" fmla="*/ 102108 h 375666"/>
                <a:gd name="connsiteX26" fmla="*/ 411671 w 443388"/>
                <a:gd name="connsiteY26" fmla="*/ 114014 h 3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43388" h="375666">
                  <a:moveTo>
                    <a:pt x="411671" y="114014"/>
                  </a:moveTo>
                  <a:lnTo>
                    <a:pt x="331756" y="138494"/>
                  </a:lnTo>
                  <a:lnTo>
                    <a:pt x="252508" y="162782"/>
                  </a:lnTo>
                  <a:lnTo>
                    <a:pt x="227933" y="174879"/>
                  </a:lnTo>
                  <a:lnTo>
                    <a:pt x="253556" y="230791"/>
                  </a:lnTo>
                  <a:lnTo>
                    <a:pt x="297656" y="323564"/>
                  </a:lnTo>
                  <a:lnTo>
                    <a:pt x="129730" y="375666"/>
                  </a:lnTo>
                  <a:lnTo>
                    <a:pt x="57340" y="222980"/>
                  </a:lnTo>
                  <a:lnTo>
                    <a:pt x="36576" y="179356"/>
                  </a:lnTo>
                  <a:lnTo>
                    <a:pt x="476" y="104108"/>
                  </a:lnTo>
                  <a:lnTo>
                    <a:pt x="0" y="103156"/>
                  </a:lnTo>
                  <a:lnTo>
                    <a:pt x="170688" y="52007"/>
                  </a:lnTo>
                  <a:lnTo>
                    <a:pt x="349853" y="0"/>
                  </a:lnTo>
                  <a:lnTo>
                    <a:pt x="357283" y="19241"/>
                  </a:lnTo>
                  <a:lnTo>
                    <a:pt x="369856" y="32385"/>
                  </a:lnTo>
                  <a:lnTo>
                    <a:pt x="384143" y="42577"/>
                  </a:lnTo>
                  <a:lnTo>
                    <a:pt x="385477" y="43434"/>
                  </a:lnTo>
                  <a:lnTo>
                    <a:pt x="397764" y="51054"/>
                  </a:lnTo>
                  <a:lnTo>
                    <a:pt x="406146" y="56197"/>
                  </a:lnTo>
                  <a:lnTo>
                    <a:pt x="408242" y="57436"/>
                  </a:lnTo>
                  <a:lnTo>
                    <a:pt x="413480" y="60865"/>
                  </a:lnTo>
                  <a:lnTo>
                    <a:pt x="422434" y="66580"/>
                  </a:lnTo>
                  <a:lnTo>
                    <a:pt x="429101" y="73533"/>
                  </a:lnTo>
                  <a:lnTo>
                    <a:pt x="431197" y="77724"/>
                  </a:lnTo>
                  <a:lnTo>
                    <a:pt x="438817" y="92869"/>
                  </a:lnTo>
                  <a:lnTo>
                    <a:pt x="443389" y="102108"/>
                  </a:lnTo>
                  <a:lnTo>
                    <a:pt x="411671" y="11401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1" name="서울특별시 강남구 역삼2동">
              <a:extLst>
                <a:ext uri="{FF2B5EF4-FFF2-40B4-BE49-F238E27FC236}">
                  <a16:creationId xmlns:a16="http://schemas.microsoft.com/office/drawing/2014/main" id="{34B75C78-7AE3-6D75-236C-03663BEF6DB3}"/>
                </a:ext>
              </a:extLst>
            </p:cNvPr>
            <p:cNvSpPr/>
            <p:nvPr/>
          </p:nvSpPr>
          <p:spPr>
            <a:xfrm>
              <a:off x="7240428" y="4527613"/>
              <a:ext cx="284416" cy="217265"/>
            </a:xfrm>
            <a:custGeom>
              <a:avLst/>
              <a:gdLst>
                <a:gd name="connsiteX0" fmla="*/ 280416 w 284416"/>
                <a:gd name="connsiteY0" fmla="*/ 133160 h 217265"/>
                <a:gd name="connsiteX1" fmla="*/ 284416 w 284416"/>
                <a:gd name="connsiteY1" fmla="*/ 147352 h 217265"/>
                <a:gd name="connsiteX2" fmla="*/ 174974 w 284416"/>
                <a:gd name="connsiteY2" fmla="*/ 182975 h 217265"/>
                <a:gd name="connsiteX3" fmla="*/ 69722 w 284416"/>
                <a:gd name="connsiteY3" fmla="*/ 217265 h 217265"/>
                <a:gd name="connsiteX4" fmla="*/ 25622 w 284416"/>
                <a:gd name="connsiteY4" fmla="*/ 124492 h 217265"/>
                <a:gd name="connsiteX5" fmla="*/ 0 w 284416"/>
                <a:gd name="connsiteY5" fmla="*/ 68580 h 217265"/>
                <a:gd name="connsiteX6" fmla="*/ 24574 w 284416"/>
                <a:gd name="connsiteY6" fmla="*/ 56483 h 217265"/>
                <a:gd name="connsiteX7" fmla="*/ 103822 w 284416"/>
                <a:gd name="connsiteY7" fmla="*/ 32195 h 217265"/>
                <a:gd name="connsiteX8" fmla="*/ 183737 w 284416"/>
                <a:gd name="connsiteY8" fmla="*/ 7715 h 217265"/>
                <a:gd name="connsiteX9" fmla="*/ 217551 w 284416"/>
                <a:gd name="connsiteY9" fmla="*/ 0 h 217265"/>
                <a:gd name="connsiteX10" fmla="*/ 222122 w 284416"/>
                <a:gd name="connsiteY10" fmla="*/ 9715 h 217265"/>
                <a:gd name="connsiteX11" fmla="*/ 280416 w 284416"/>
                <a:gd name="connsiteY11" fmla="*/ 133160 h 21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416" h="217265">
                  <a:moveTo>
                    <a:pt x="280416" y="133160"/>
                  </a:moveTo>
                  <a:lnTo>
                    <a:pt x="284416" y="147352"/>
                  </a:lnTo>
                  <a:lnTo>
                    <a:pt x="174974" y="182975"/>
                  </a:lnTo>
                  <a:lnTo>
                    <a:pt x="69722" y="217265"/>
                  </a:lnTo>
                  <a:lnTo>
                    <a:pt x="25622" y="124492"/>
                  </a:lnTo>
                  <a:lnTo>
                    <a:pt x="0" y="68580"/>
                  </a:lnTo>
                  <a:lnTo>
                    <a:pt x="24574" y="56483"/>
                  </a:lnTo>
                  <a:lnTo>
                    <a:pt x="103822" y="32195"/>
                  </a:lnTo>
                  <a:lnTo>
                    <a:pt x="183737" y="7715"/>
                  </a:lnTo>
                  <a:lnTo>
                    <a:pt x="217551" y="0"/>
                  </a:lnTo>
                  <a:lnTo>
                    <a:pt x="222122" y="9715"/>
                  </a:lnTo>
                  <a:lnTo>
                    <a:pt x="280416" y="13316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72" name="서울특별시 강남구 도곡1동">
              <a:extLst>
                <a:ext uri="{FF2B5EF4-FFF2-40B4-BE49-F238E27FC236}">
                  <a16:creationId xmlns:a16="http://schemas.microsoft.com/office/drawing/2014/main" id="{2BE0C080-8371-4DB2-8733-1A7A29454ED5}"/>
                </a:ext>
              </a:extLst>
            </p:cNvPr>
            <p:cNvSpPr/>
            <p:nvPr/>
          </p:nvSpPr>
          <p:spPr>
            <a:xfrm>
              <a:off x="7142225" y="4710588"/>
              <a:ext cx="329945" cy="172402"/>
            </a:xfrm>
            <a:custGeom>
              <a:avLst/>
              <a:gdLst>
                <a:gd name="connsiteX0" fmla="*/ 176213 w 329945"/>
                <a:gd name="connsiteY0" fmla="*/ 158401 h 172402"/>
                <a:gd name="connsiteX1" fmla="*/ 42481 w 329945"/>
                <a:gd name="connsiteY1" fmla="*/ 172403 h 172402"/>
                <a:gd name="connsiteX2" fmla="*/ 39053 w 329945"/>
                <a:gd name="connsiteY2" fmla="*/ 166878 h 172402"/>
                <a:gd name="connsiteX3" fmla="*/ 0 w 329945"/>
                <a:gd name="connsiteY3" fmla="*/ 86392 h 172402"/>
                <a:gd name="connsiteX4" fmla="*/ 167926 w 329945"/>
                <a:gd name="connsiteY4" fmla="*/ 34290 h 172402"/>
                <a:gd name="connsiteX5" fmla="*/ 273177 w 329945"/>
                <a:gd name="connsiteY5" fmla="*/ 0 h 172402"/>
                <a:gd name="connsiteX6" fmla="*/ 315754 w 329945"/>
                <a:gd name="connsiteY6" fmla="*/ 80486 h 172402"/>
                <a:gd name="connsiteX7" fmla="*/ 319754 w 329945"/>
                <a:gd name="connsiteY7" fmla="*/ 88011 h 172402"/>
                <a:gd name="connsiteX8" fmla="*/ 322231 w 329945"/>
                <a:gd name="connsiteY8" fmla="*/ 92774 h 172402"/>
                <a:gd name="connsiteX9" fmla="*/ 329946 w 329945"/>
                <a:gd name="connsiteY9" fmla="*/ 107442 h 172402"/>
                <a:gd name="connsiteX10" fmla="*/ 303752 w 329945"/>
                <a:gd name="connsiteY10" fmla="*/ 119444 h 172402"/>
                <a:gd name="connsiteX11" fmla="*/ 296990 w 329945"/>
                <a:gd name="connsiteY11" fmla="*/ 120206 h 172402"/>
                <a:gd name="connsiteX12" fmla="*/ 274130 w 329945"/>
                <a:gd name="connsiteY12" fmla="*/ 129826 h 172402"/>
                <a:gd name="connsiteX13" fmla="*/ 249555 w 329945"/>
                <a:gd name="connsiteY13" fmla="*/ 140875 h 172402"/>
                <a:gd name="connsiteX14" fmla="*/ 247555 w 329945"/>
                <a:gd name="connsiteY14" fmla="*/ 141827 h 172402"/>
                <a:gd name="connsiteX15" fmla="*/ 249269 w 329945"/>
                <a:gd name="connsiteY15" fmla="*/ 144113 h 172402"/>
                <a:gd name="connsiteX16" fmla="*/ 243078 w 329945"/>
                <a:gd name="connsiteY16" fmla="*/ 146400 h 172402"/>
                <a:gd name="connsiteX17" fmla="*/ 228410 w 329945"/>
                <a:gd name="connsiteY17" fmla="*/ 151162 h 172402"/>
                <a:gd name="connsiteX18" fmla="*/ 227457 w 329945"/>
                <a:gd name="connsiteY18" fmla="*/ 151448 h 172402"/>
                <a:gd name="connsiteX19" fmla="*/ 220980 w 329945"/>
                <a:gd name="connsiteY19" fmla="*/ 152400 h 172402"/>
                <a:gd name="connsiteX20" fmla="*/ 176213 w 329945"/>
                <a:gd name="connsiteY20" fmla="*/ 158401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9945" h="172402">
                  <a:moveTo>
                    <a:pt x="176213" y="158401"/>
                  </a:moveTo>
                  <a:lnTo>
                    <a:pt x="42481" y="172403"/>
                  </a:lnTo>
                  <a:lnTo>
                    <a:pt x="39053" y="166878"/>
                  </a:lnTo>
                  <a:lnTo>
                    <a:pt x="0" y="86392"/>
                  </a:lnTo>
                  <a:lnTo>
                    <a:pt x="167926" y="34290"/>
                  </a:lnTo>
                  <a:lnTo>
                    <a:pt x="273177" y="0"/>
                  </a:lnTo>
                  <a:lnTo>
                    <a:pt x="315754" y="80486"/>
                  </a:lnTo>
                  <a:lnTo>
                    <a:pt x="319754" y="88011"/>
                  </a:lnTo>
                  <a:lnTo>
                    <a:pt x="322231" y="92774"/>
                  </a:lnTo>
                  <a:lnTo>
                    <a:pt x="329946" y="107442"/>
                  </a:lnTo>
                  <a:lnTo>
                    <a:pt x="303752" y="119444"/>
                  </a:lnTo>
                  <a:lnTo>
                    <a:pt x="296990" y="120206"/>
                  </a:lnTo>
                  <a:lnTo>
                    <a:pt x="274130" y="129826"/>
                  </a:lnTo>
                  <a:lnTo>
                    <a:pt x="249555" y="140875"/>
                  </a:lnTo>
                  <a:lnTo>
                    <a:pt x="247555" y="141827"/>
                  </a:lnTo>
                  <a:lnTo>
                    <a:pt x="249269" y="144113"/>
                  </a:lnTo>
                  <a:lnTo>
                    <a:pt x="243078" y="146400"/>
                  </a:lnTo>
                  <a:lnTo>
                    <a:pt x="228410" y="151162"/>
                  </a:lnTo>
                  <a:lnTo>
                    <a:pt x="227457" y="151448"/>
                  </a:lnTo>
                  <a:lnTo>
                    <a:pt x="220980" y="152400"/>
                  </a:lnTo>
                  <a:lnTo>
                    <a:pt x="176213" y="15840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3" name="서울특별시 강남구 도곡2동">
              <a:extLst>
                <a:ext uri="{FF2B5EF4-FFF2-40B4-BE49-F238E27FC236}">
                  <a16:creationId xmlns:a16="http://schemas.microsoft.com/office/drawing/2014/main" id="{33DDBC11-CAC4-5BA7-A200-C9252304567A}"/>
                </a:ext>
              </a:extLst>
            </p:cNvPr>
            <p:cNvSpPr/>
            <p:nvPr/>
          </p:nvSpPr>
          <p:spPr>
            <a:xfrm>
              <a:off x="7318438" y="4674965"/>
              <a:ext cx="275843" cy="300227"/>
            </a:xfrm>
            <a:custGeom>
              <a:avLst/>
              <a:gdLst>
                <a:gd name="connsiteX0" fmla="*/ 275844 w 275843"/>
                <a:gd name="connsiteY0" fmla="*/ 155734 h 300227"/>
                <a:gd name="connsiteX1" fmla="*/ 275081 w 275843"/>
                <a:gd name="connsiteY1" fmla="*/ 156115 h 300227"/>
                <a:gd name="connsiteX2" fmla="*/ 188214 w 275843"/>
                <a:gd name="connsiteY2" fmla="*/ 206978 h 300227"/>
                <a:gd name="connsiteX3" fmla="*/ 176784 w 275843"/>
                <a:gd name="connsiteY3" fmla="*/ 214027 h 300227"/>
                <a:gd name="connsiteX4" fmla="*/ 172593 w 275843"/>
                <a:gd name="connsiteY4" fmla="*/ 216694 h 300227"/>
                <a:gd name="connsiteX5" fmla="*/ 155353 w 275843"/>
                <a:gd name="connsiteY5" fmla="*/ 227457 h 300227"/>
                <a:gd name="connsiteX6" fmla="*/ 122491 w 275843"/>
                <a:gd name="connsiteY6" fmla="*/ 247364 h 300227"/>
                <a:gd name="connsiteX7" fmla="*/ 118776 w 275843"/>
                <a:gd name="connsiteY7" fmla="*/ 249650 h 300227"/>
                <a:gd name="connsiteX8" fmla="*/ 87439 w 275843"/>
                <a:gd name="connsiteY8" fmla="*/ 267938 h 300227"/>
                <a:gd name="connsiteX9" fmla="*/ 68675 w 275843"/>
                <a:gd name="connsiteY9" fmla="*/ 278892 h 300227"/>
                <a:gd name="connsiteX10" fmla="*/ 63627 w 275843"/>
                <a:gd name="connsiteY10" fmla="*/ 281845 h 300227"/>
                <a:gd name="connsiteX11" fmla="*/ 54578 w 275843"/>
                <a:gd name="connsiteY11" fmla="*/ 291655 h 300227"/>
                <a:gd name="connsiteX12" fmla="*/ 53721 w 275843"/>
                <a:gd name="connsiteY12" fmla="*/ 292608 h 300227"/>
                <a:gd name="connsiteX13" fmla="*/ 47054 w 275843"/>
                <a:gd name="connsiteY13" fmla="*/ 300228 h 300227"/>
                <a:gd name="connsiteX14" fmla="*/ 3429 w 275843"/>
                <a:gd name="connsiteY14" fmla="*/ 202692 h 300227"/>
                <a:gd name="connsiteX15" fmla="*/ 0 w 275843"/>
                <a:gd name="connsiteY15" fmla="*/ 194024 h 300227"/>
                <a:gd name="connsiteX16" fmla="*/ 44767 w 275843"/>
                <a:gd name="connsiteY16" fmla="*/ 188023 h 300227"/>
                <a:gd name="connsiteX17" fmla="*/ 51244 w 275843"/>
                <a:gd name="connsiteY17" fmla="*/ 187071 h 300227"/>
                <a:gd name="connsiteX18" fmla="*/ 52197 w 275843"/>
                <a:gd name="connsiteY18" fmla="*/ 186785 h 300227"/>
                <a:gd name="connsiteX19" fmla="*/ 66865 w 275843"/>
                <a:gd name="connsiteY19" fmla="*/ 182023 h 300227"/>
                <a:gd name="connsiteX20" fmla="*/ 73057 w 275843"/>
                <a:gd name="connsiteY20" fmla="*/ 179737 h 300227"/>
                <a:gd name="connsiteX21" fmla="*/ 71342 w 275843"/>
                <a:gd name="connsiteY21" fmla="*/ 177451 h 300227"/>
                <a:gd name="connsiteX22" fmla="*/ 73342 w 275843"/>
                <a:gd name="connsiteY22" fmla="*/ 176498 h 300227"/>
                <a:gd name="connsiteX23" fmla="*/ 97917 w 275843"/>
                <a:gd name="connsiteY23" fmla="*/ 165449 h 300227"/>
                <a:gd name="connsiteX24" fmla="*/ 120777 w 275843"/>
                <a:gd name="connsiteY24" fmla="*/ 155829 h 300227"/>
                <a:gd name="connsiteX25" fmla="*/ 127539 w 275843"/>
                <a:gd name="connsiteY25" fmla="*/ 155067 h 300227"/>
                <a:gd name="connsiteX26" fmla="*/ 153733 w 275843"/>
                <a:gd name="connsiteY26" fmla="*/ 143065 h 300227"/>
                <a:gd name="connsiteX27" fmla="*/ 146018 w 275843"/>
                <a:gd name="connsiteY27" fmla="*/ 128397 h 300227"/>
                <a:gd name="connsiteX28" fmla="*/ 143541 w 275843"/>
                <a:gd name="connsiteY28" fmla="*/ 123635 h 300227"/>
                <a:gd name="connsiteX29" fmla="*/ 139541 w 275843"/>
                <a:gd name="connsiteY29" fmla="*/ 116110 h 300227"/>
                <a:gd name="connsiteX30" fmla="*/ 96964 w 275843"/>
                <a:gd name="connsiteY30" fmla="*/ 35623 h 300227"/>
                <a:gd name="connsiteX31" fmla="*/ 206407 w 275843"/>
                <a:gd name="connsiteY31" fmla="*/ 0 h 300227"/>
                <a:gd name="connsiteX32" fmla="*/ 211836 w 275843"/>
                <a:gd name="connsiteY32" fmla="*/ 10954 h 300227"/>
                <a:gd name="connsiteX33" fmla="*/ 218504 w 275843"/>
                <a:gd name="connsiteY33" fmla="*/ 18383 h 300227"/>
                <a:gd name="connsiteX34" fmla="*/ 224599 w 275843"/>
                <a:gd name="connsiteY34" fmla="*/ 31052 h 300227"/>
                <a:gd name="connsiteX35" fmla="*/ 226219 w 275843"/>
                <a:gd name="connsiteY35" fmla="*/ 34290 h 300227"/>
                <a:gd name="connsiteX36" fmla="*/ 254794 w 275843"/>
                <a:gd name="connsiteY36" fmla="*/ 94964 h 300227"/>
                <a:gd name="connsiteX37" fmla="*/ 256318 w 275843"/>
                <a:gd name="connsiteY37" fmla="*/ 98870 h 300227"/>
                <a:gd name="connsiteX38" fmla="*/ 260699 w 275843"/>
                <a:gd name="connsiteY38" fmla="*/ 111633 h 300227"/>
                <a:gd name="connsiteX39" fmla="*/ 275844 w 275843"/>
                <a:gd name="connsiteY39" fmla="*/ 155734 h 300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5843" h="300227">
                  <a:moveTo>
                    <a:pt x="275844" y="155734"/>
                  </a:moveTo>
                  <a:lnTo>
                    <a:pt x="275081" y="156115"/>
                  </a:lnTo>
                  <a:lnTo>
                    <a:pt x="188214" y="206978"/>
                  </a:lnTo>
                  <a:lnTo>
                    <a:pt x="176784" y="214027"/>
                  </a:lnTo>
                  <a:lnTo>
                    <a:pt x="172593" y="216694"/>
                  </a:lnTo>
                  <a:lnTo>
                    <a:pt x="155353" y="227457"/>
                  </a:lnTo>
                  <a:lnTo>
                    <a:pt x="122491" y="247364"/>
                  </a:lnTo>
                  <a:lnTo>
                    <a:pt x="118776" y="249650"/>
                  </a:lnTo>
                  <a:lnTo>
                    <a:pt x="87439" y="267938"/>
                  </a:lnTo>
                  <a:lnTo>
                    <a:pt x="68675" y="278892"/>
                  </a:lnTo>
                  <a:lnTo>
                    <a:pt x="63627" y="281845"/>
                  </a:lnTo>
                  <a:lnTo>
                    <a:pt x="54578" y="291655"/>
                  </a:lnTo>
                  <a:lnTo>
                    <a:pt x="53721" y="292608"/>
                  </a:lnTo>
                  <a:lnTo>
                    <a:pt x="47054" y="300228"/>
                  </a:lnTo>
                  <a:lnTo>
                    <a:pt x="3429" y="202692"/>
                  </a:lnTo>
                  <a:lnTo>
                    <a:pt x="0" y="194024"/>
                  </a:lnTo>
                  <a:lnTo>
                    <a:pt x="44767" y="188023"/>
                  </a:lnTo>
                  <a:lnTo>
                    <a:pt x="51244" y="187071"/>
                  </a:lnTo>
                  <a:lnTo>
                    <a:pt x="52197" y="186785"/>
                  </a:lnTo>
                  <a:lnTo>
                    <a:pt x="66865" y="182023"/>
                  </a:lnTo>
                  <a:lnTo>
                    <a:pt x="73057" y="179737"/>
                  </a:lnTo>
                  <a:lnTo>
                    <a:pt x="71342" y="177451"/>
                  </a:lnTo>
                  <a:lnTo>
                    <a:pt x="73342" y="176498"/>
                  </a:lnTo>
                  <a:lnTo>
                    <a:pt x="97917" y="165449"/>
                  </a:lnTo>
                  <a:lnTo>
                    <a:pt x="120777" y="155829"/>
                  </a:lnTo>
                  <a:lnTo>
                    <a:pt x="127539" y="155067"/>
                  </a:lnTo>
                  <a:lnTo>
                    <a:pt x="153733" y="143065"/>
                  </a:lnTo>
                  <a:lnTo>
                    <a:pt x="146018" y="128397"/>
                  </a:lnTo>
                  <a:lnTo>
                    <a:pt x="143541" y="123635"/>
                  </a:lnTo>
                  <a:lnTo>
                    <a:pt x="139541" y="116110"/>
                  </a:lnTo>
                  <a:lnTo>
                    <a:pt x="96964" y="35623"/>
                  </a:lnTo>
                  <a:lnTo>
                    <a:pt x="206407" y="0"/>
                  </a:lnTo>
                  <a:lnTo>
                    <a:pt x="211836" y="10954"/>
                  </a:lnTo>
                  <a:lnTo>
                    <a:pt x="218504" y="18383"/>
                  </a:lnTo>
                  <a:lnTo>
                    <a:pt x="224599" y="31052"/>
                  </a:lnTo>
                  <a:lnTo>
                    <a:pt x="226219" y="34290"/>
                  </a:lnTo>
                  <a:lnTo>
                    <a:pt x="254794" y="94964"/>
                  </a:lnTo>
                  <a:lnTo>
                    <a:pt x="256318" y="98870"/>
                  </a:lnTo>
                  <a:lnTo>
                    <a:pt x="260699" y="111633"/>
                  </a:lnTo>
                  <a:lnTo>
                    <a:pt x="275844" y="15573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4" name="서울특별시 강남구 개포1동">
              <a:extLst>
                <a:ext uri="{FF2B5EF4-FFF2-40B4-BE49-F238E27FC236}">
                  <a16:creationId xmlns:a16="http://schemas.microsoft.com/office/drawing/2014/main" id="{B6362C98-0B8A-85B0-652C-FAE7BE81A59D}"/>
                </a:ext>
              </a:extLst>
            </p:cNvPr>
            <p:cNvSpPr/>
            <p:nvPr/>
          </p:nvSpPr>
          <p:spPr>
            <a:xfrm>
              <a:off x="7506652" y="4831080"/>
              <a:ext cx="461105" cy="268604"/>
            </a:xfrm>
            <a:custGeom>
              <a:avLst/>
              <a:gdLst>
                <a:gd name="connsiteX0" fmla="*/ 447485 w 461105"/>
                <a:gd name="connsiteY0" fmla="*/ 71723 h 268604"/>
                <a:gd name="connsiteX1" fmla="*/ 438150 w 461105"/>
                <a:gd name="connsiteY1" fmla="*/ 94488 h 268604"/>
                <a:gd name="connsiteX2" fmla="*/ 418624 w 461105"/>
                <a:gd name="connsiteY2" fmla="*/ 127635 h 268604"/>
                <a:gd name="connsiteX3" fmla="*/ 414052 w 461105"/>
                <a:gd name="connsiteY3" fmla="*/ 132302 h 268604"/>
                <a:gd name="connsiteX4" fmla="*/ 405670 w 461105"/>
                <a:gd name="connsiteY4" fmla="*/ 137636 h 268604"/>
                <a:gd name="connsiteX5" fmla="*/ 395193 w 461105"/>
                <a:gd name="connsiteY5" fmla="*/ 147256 h 268604"/>
                <a:gd name="connsiteX6" fmla="*/ 389192 w 461105"/>
                <a:gd name="connsiteY6" fmla="*/ 154591 h 268604"/>
                <a:gd name="connsiteX7" fmla="*/ 383096 w 461105"/>
                <a:gd name="connsiteY7" fmla="*/ 161925 h 268604"/>
                <a:gd name="connsiteX8" fmla="*/ 385858 w 461105"/>
                <a:gd name="connsiteY8" fmla="*/ 167164 h 268604"/>
                <a:gd name="connsiteX9" fmla="*/ 391954 w 461105"/>
                <a:gd name="connsiteY9" fmla="*/ 177832 h 268604"/>
                <a:gd name="connsiteX10" fmla="*/ 410623 w 461105"/>
                <a:gd name="connsiteY10" fmla="*/ 206502 h 268604"/>
                <a:gd name="connsiteX11" fmla="*/ 461106 w 461105"/>
                <a:gd name="connsiteY11" fmla="*/ 229362 h 268604"/>
                <a:gd name="connsiteX12" fmla="*/ 442818 w 461105"/>
                <a:gd name="connsiteY12" fmla="*/ 247840 h 268604"/>
                <a:gd name="connsiteX13" fmla="*/ 439008 w 461105"/>
                <a:gd name="connsiteY13" fmla="*/ 251365 h 268604"/>
                <a:gd name="connsiteX14" fmla="*/ 402241 w 461105"/>
                <a:gd name="connsiteY14" fmla="*/ 268319 h 268604"/>
                <a:gd name="connsiteX15" fmla="*/ 379381 w 461105"/>
                <a:gd name="connsiteY15" fmla="*/ 233172 h 268604"/>
                <a:gd name="connsiteX16" fmla="*/ 346043 w 461105"/>
                <a:gd name="connsiteY16" fmla="*/ 232505 h 268604"/>
                <a:gd name="connsiteX17" fmla="*/ 326898 w 461105"/>
                <a:gd name="connsiteY17" fmla="*/ 233553 h 268604"/>
                <a:gd name="connsiteX18" fmla="*/ 317564 w 461105"/>
                <a:gd name="connsiteY18" fmla="*/ 249746 h 268604"/>
                <a:gd name="connsiteX19" fmla="*/ 195834 w 461105"/>
                <a:gd name="connsiteY19" fmla="*/ 268605 h 268604"/>
                <a:gd name="connsiteX20" fmla="*/ 127064 w 461105"/>
                <a:gd name="connsiteY20" fmla="*/ 211550 h 268604"/>
                <a:gd name="connsiteX21" fmla="*/ 117158 w 461105"/>
                <a:gd name="connsiteY21" fmla="*/ 201454 h 268604"/>
                <a:gd name="connsiteX22" fmla="*/ 62865 w 461105"/>
                <a:gd name="connsiteY22" fmla="*/ 146399 h 268604"/>
                <a:gd name="connsiteX23" fmla="*/ 55245 w 461105"/>
                <a:gd name="connsiteY23" fmla="*/ 138493 h 268604"/>
                <a:gd name="connsiteX24" fmla="*/ 37529 w 461105"/>
                <a:gd name="connsiteY24" fmla="*/ 119634 h 268604"/>
                <a:gd name="connsiteX25" fmla="*/ 37052 w 461105"/>
                <a:gd name="connsiteY25" fmla="*/ 119063 h 268604"/>
                <a:gd name="connsiteX26" fmla="*/ 33433 w 461105"/>
                <a:gd name="connsiteY26" fmla="*/ 112395 h 268604"/>
                <a:gd name="connsiteX27" fmla="*/ 0 w 461105"/>
                <a:gd name="connsiteY27" fmla="*/ 50863 h 268604"/>
                <a:gd name="connsiteX28" fmla="*/ 86868 w 461105"/>
                <a:gd name="connsiteY28" fmla="*/ 0 h 268604"/>
                <a:gd name="connsiteX29" fmla="*/ 92393 w 461105"/>
                <a:gd name="connsiteY29" fmla="*/ 20098 h 268604"/>
                <a:gd name="connsiteX30" fmla="*/ 93155 w 461105"/>
                <a:gd name="connsiteY30" fmla="*/ 21241 h 268604"/>
                <a:gd name="connsiteX31" fmla="*/ 103632 w 461105"/>
                <a:gd name="connsiteY31" fmla="*/ 37338 h 268604"/>
                <a:gd name="connsiteX32" fmla="*/ 107252 w 461105"/>
                <a:gd name="connsiteY32" fmla="*/ 42481 h 268604"/>
                <a:gd name="connsiteX33" fmla="*/ 113729 w 461105"/>
                <a:gd name="connsiteY33" fmla="*/ 51530 h 268604"/>
                <a:gd name="connsiteX34" fmla="*/ 235934 w 461105"/>
                <a:gd name="connsiteY34" fmla="*/ 153543 h 268604"/>
                <a:gd name="connsiteX35" fmla="*/ 237173 w 461105"/>
                <a:gd name="connsiteY35" fmla="*/ 155829 h 268604"/>
                <a:gd name="connsiteX36" fmla="*/ 287179 w 461105"/>
                <a:gd name="connsiteY36" fmla="*/ 125539 h 268604"/>
                <a:gd name="connsiteX37" fmla="*/ 338519 w 461105"/>
                <a:gd name="connsiteY37" fmla="*/ 94488 h 268604"/>
                <a:gd name="connsiteX38" fmla="*/ 339853 w 461105"/>
                <a:gd name="connsiteY38" fmla="*/ 93631 h 268604"/>
                <a:gd name="connsiteX39" fmla="*/ 375952 w 461105"/>
                <a:gd name="connsiteY39" fmla="*/ 67246 h 268604"/>
                <a:gd name="connsiteX40" fmla="*/ 407384 w 461105"/>
                <a:gd name="connsiteY40" fmla="*/ 44196 h 268604"/>
                <a:gd name="connsiteX41" fmla="*/ 431483 w 461105"/>
                <a:gd name="connsiteY41" fmla="*/ 26479 h 268604"/>
                <a:gd name="connsiteX42" fmla="*/ 432626 w 461105"/>
                <a:gd name="connsiteY42" fmla="*/ 28384 h 268604"/>
                <a:gd name="connsiteX43" fmla="*/ 447485 w 461105"/>
                <a:gd name="connsiteY43" fmla="*/ 71723 h 26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1105" h="268604">
                  <a:moveTo>
                    <a:pt x="447485" y="71723"/>
                  </a:moveTo>
                  <a:lnTo>
                    <a:pt x="438150" y="94488"/>
                  </a:lnTo>
                  <a:lnTo>
                    <a:pt x="418624" y="127635"/>
                  </a:lnTo>
                  <a:lnTo>
                    <a:pt x="414052" y="132302"/>
                  </a:lnTo>
                  <a:lnTo>
                    <a:pt x="405670" y="137636"/>
                  </a:lnTo>
                  <a:lnTo>
                    <a:pt x="395193" y="147256"/>
                  </a:lnTo>
                  <a:lnTo>
                    <a:pt x="389192" y="154591"/>
                  </a:lnTo>
                  <a:lnTo>
                    <a:pt x="383096" y="161925"/>
                  </a:lnTo>
                  <a:lnTo>
                    <a:pt x="385858" y="167164"/>
                  </a:lnTo>
                  <a:lnTo>
                    <a:pt x="391954" y="177832"/>
                  </a:lnTo>
                  <a:lnTo>
                    <a:pt x="410623" y="206502"/>
                  </a:lnTo>
                  <a:lnTo>
                    <a:pt x="461106" y="229362"/>
                  </a:lnTo>
                  <a:lnTo>
                    <a:pt x="442818" y="247840"/>
                  </a:lnTo>
                  <a:lnTo>
                    <a:pt x="439008" y="251365"/>
                  </a:lnTo>
                  <a:lnTo>
                    <a:pt x="402241" y="268319"/>
                  </a:lnTo>
                  <a:lnTo>
                    <a:pt x="379381" y="233172"/>
                  </a:lnTo>
                  <a:lnTo>
                    <a:pt x="346043" y="232505"/>
                  </a:lnTo>
                  <a:lnTo>
                    <a:pt x="326898" y="233553"/>
                  </a:lnTo>
                  <a:lnTo>
                    <a:pt x="317564" y="249746"/>
                  </a:lnTo>
                  <a:lnTo>
                    <a:pt x="195834" y="268605"/>
                  </a:lnTo>
                  <a:lnTo>
                    <a:pt x="127064" y="211550"/>
                  </a:lnTo>
                  <a:lnTo>
                    <a:pt x="117158" y="201454"/>
                  </a:lnTo>
                  <a:lnTo>
                    <a:pt x="62865" y="146399"/>
                  </a:lnTo>
                  <a:lnTo>
                    <a:pt x="55245" y="138493"/>
                  </a:lnTo>
                  <a:lnTo>
                    <a:pt x="37529" y="119634"/>
                  </a:lnTo>
                  <a:lnTo>
                    <a:pt x="37052" y="119063"/>
                  </a:lnTo>
                  <a:lnTo>
                    <a:pt x="33433" y="112395"/>
                  </a:lnTo>
                  <a:lnTo>
                    <a:pt x="0" y="50863"/>
                  </a:lnTo>
                  <a:lnTo>
                    <a:pt x="86868" y="0"/>
                  </a:lnTo>
                  <a:lnTo>
                    <a:pt x="92393" y="20098"/>
                  </a:lnTo>
                  <a:lnTo>
                    <a:pt x="93155" y="21241"/>
                  </a:lnTo>
                  <a:lnTo>
                    <a:pt x="103632" y="37338"/>
                  </a:lnTo>
                  <a:lnTo>
                    <a:pt x="107252" y="42481"/>
                  </a:lnTo>
                  <a:lnTo>
                    <a:pt x="113729" y="51530"/>
                  </a:lnTo>
                  <a:lnTo>
                    <a:pt x="235934" y="153543"/>
                  </a:lnTo>
                  <a:lnTo>
                    <a:pt x="237173" y="155829"/>
                  </a:lnTo>
                  <a:lnTo>
                    <a:pt x="287179" y="125539"/>
                  </a:lnTo>
                  <a:lnTo>
                    <a:pt x="338519" y="94488"/>
                  </a:lnTo>
                  <a:lnTo>
                    <a:pt x="339853" y="93631"/>
                  </a:lnTo>
                  <a:lnTo>
                    <a:pt x="375952" y="67246"/>
                  </a:lnTo>
                  <a:lnTo>
                    <a:pt x="407384" y="44196"/>
                  </a:lnTo>
                  <a:lnTo>
                    <a:pt x="431483" y="26479"/>
                  </a:lnTo>
                  <a:lnTo>
                    <a:pt x="432626" y="28384"/>
                  </a:lnTo>
                  <a:lnTo>
                    <a:pt x="447485" y="7172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5" name="서울특별시 강남구 개포4동">
              <a:extLst>
                <a:ext uri="{FF2B5EF4-FFF2-40B4-BE49-F238E27FC236}">
                  <a16:creationId xmlns:a16="http://schemas.microsoft.com/office/drawing/2014/main" id="{9A1E0B00-3A94-E2CA-3DDC-0DF865975C04}"/>
                </a:ext>
              </a:extLst>
            </p:cNvPr>
            <p:cNvSpPr/>
            <p:nvPr/>
          </p:nvSpPr>
          <p:spPr>
            <a:xfrm>
              <a:off x="7365492" y="4881943"/>
              <a:ext cx="336993" cy="298608"/>
            </a:xfrm>
            <a:custGeom>
              <a:avLst/>
              <a:gdLst>
                <a:gd name="connsiteX0" fmla="*/ 336994 w 336993"/>
                <a:gd name="connsiteY0" fmla="*/ 217741 h 298608"/>
                <a:gd name="connsiteX1" fmla="*/ 332422 w 336993"/>
                <a:gd name="connsiteY1" fmla="*/ 265176 h 298608"/>
                <a:gd name="connsiteX2" fmla="*/ 330327 w 336993"/>
                <a:gd name="connsiteY2" fmla="*/ 275654 h 298608"/>
                <a:gd name="connsiteX3" fmla="*/ 320325 w 336993"/>
                <a:gd name="connsiteY3" fmla="*/ 288131 h 298608"/>
                <a:gd name="connsiteX4" fmla="*/ 232219 w 336993"/>
                <a:gd name="connsiteY4" fmla="*/ 297942 h 298608"/>
                <a:gd name="connsiteX5" fmla="*/ 222313 w 336993"/>
                <a:gd name="connsiteY5" fmla="*/ 298609 h 298608"/>
                <a:gd name="connsiteX6" fmla="*/ 191928 w 336993"/>
                <a:gd name="connsiteY6" fmla="*/ 296037 h 298608"/>
                <a:gd name="connsiteX7" fmla="*/ 185261 w 336993"/>
                <a:gd name="connsiteY7" fmla="*/ 294132 h 298608"/>
                <a:gd name="connsiteX8" fmla="*/ 178879 w 336993"/>
                <a:gd name="connsiteY8" fmla="*/ 292322 h 298608"/>
                <a:gd name="connsiteX9" fmla="*/ 111061 w 336993"/>
                <a:gd name="connsiteY9" fmla="*/ 267462 h 298608"/>
                <a:gd name="connsiteX10" fmla="*/ 102203 w 336993"/>
                <a:gd name="connsiteY10" fmla="*/ 260413 h 298608"/>
                <a:gd name="connsiteX11" fmla="*/ 116967 w 336993"/>
                <a:gd name="connsiteY11" fmla="*/ 250412 h 298608"/>
                <a:gd name="connsiteX12" fmla="*/ 128968 w 336993"/>
                <a:gd name="connsiteY12" fmla="*/ 242221 h 298608"/>
                <a:gd name="connsiteX13" fmla="*/ 122777 w 336993"/>
                <a:gd name="connsiteY13" fmla="*/ 236220 h 298608"/>
                <a:gd name="connsiteX14" fmla="*/ 94488 w 336993"/>
                <a:gd name="connsiteY14" fmla="*/ 209169 h 298608"/>
                <a:gd name="connsiteX15" fmla="*/ 19716 w 336993"/>
                <a:gd name="connsiteY15" fmla="*/ 137160 h 298608"/>
                <a:gd name="connsiteX16" fmla="*/ 13525 w 336993"/>
                <a:gd name="connsiteY16" fmla="*/ 124873 h 298608"/>
                <a:gd name="connsiteX17" fmla="*/ 11525 w 336993"/>
                <a:gd name="connsiteY17" fmla="*/ 120777 h 298608"/>
                <a:gd name="connsiteX18" fmla="*/ 0 w 336993"/>
                <a:gd name="connsiteY18" fmla="*/ 93250 h 298608"/>
                <a:gd name="connsiteX19" fmla="*/ 6667 w 336993"/>
                <a:gd name="connsiteY19" fmla="*/ 85630 h 298608"/>
                <a:gd name="connsiteX20" fmla="*/ 7525 w 336993"/>
                <a:gd name="connsiteY20" fmla="*/ 84677 h 298608"/>
                <a:gd name="connsiteX21" fmla="*/ 16573 w 336993"/>
                <a:gd name="connsiteY21" fmla="*/ 74866 h 298608"/>
                <a:gd name="connsiteX22" fmla="*/ 21621 w 336993"/>
                <a:gd name="connsiteY22" fmla="*/ 71914 h 298608"/>
                <a:gd name="connsiteX23" fmla="*/ 40386 w 336993"/>
                <a:gd name="connsiteY23" fmla="*/ 60960 h 298608"/>
                <a:gd name="connsiteX24" fmla="*/ 71723 w 336993"/>
                <a:gd name="connsiteY24" fmla="*/ 42672 h 298608"/>
                <a:gd name="connsiteX25" fmla="*/ 75438 w 336993"/>
                <a:gd name="connsiteY25" fmla="*/ 40386 h 298608"/>
                <a:gd name="connsiteX26" fmla="*/ 108299 w 336993"/>
                <a:gd name="connsiteY26" fmla="*/ 20479 h 298608"/>
                <a:gd name="connsiteX27" fmla="*/ 125539 w 336993"/>
                <a:gd name="connsiteY27" fmla="*/ 9715 h 298608"/>
                <a:gd name="connsiteX28" fmla="*/ 129730 w 336993"/>
                <a:gd name="connsiteY28" fmla="*/ 7048 h 298608"/>
                <a:gd name="connsiteX29" fmla="*/ 141160 w 336993"/>
                <a:gd name="connsiteY29" fmla="*/ 0 h 298608"/>
                <a:gd name="connsiteX30" fmla="*/ 174593 w 336993"/>
                <a:gd name="connsiteY30" fmla="*/ 61531 h 298608"/>
                <a:gd name="connsiteX31" fmla="*/ 178212 w 336993"/>
                <a:gd name="connsiteY31" fmla="*/ 68199 h 298608"/>
                <a:gd name="connsiteX32" fmla="*/ 178689 w 336993"/>
                <a:gd name="connsiteY32" fmla="*/ 68771 h 298608"/>
                <a:gd name="connsiteX33" fmla="*/ 196405 w 336993"/>
                <a:gd name="connsiteY33" fmla="*/ 87630 h 298608"/>
                <a:gd name="connsiteX34" fmla="*/ 204025 w 336993"/>
                <a:gd name="connsiteY34" fmla="*/ 95536 h 298608"/>
                <a:gd name="connsiteX35" fmla="*/ 258318 w 336993"/>
                <a:gd name="connsiteY35" fmla="*/ 150590 h 298608"/>
                <a:gd name="connsiteX36" fmla="*/ 268224 w 336993"/>
                <a:gd name="connsiteY36" fmla="*/ 160687 h 298608"/>
                <a:gd name="connsiteX37" fmla="*/ 336994 w 336993"/>
                <a:gd name="connsiteY37" fmla="*/ 217741 h 298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36993" h="298608">
                  <a:moveTo>
                    <a:pt x="336994" y="217741"/>
                  </a:moveTo>
                  <a:lnTo>
                    <a:pt x="332422" y="265176"/>
                  </a:lnTo>
                  <a:lnTo>
                    <a:pt x="330327" y="275654"/>
                  </a:lnTo>
                  <a:lnTo>
                    <a:pt x="320325" y="288131"/>
                  </a:lnTo>
                  <a:lnTo>
                    <a:pt x="232219" y="297942"/>
                  </a:lnTo>
                  <a:lnTo>
                    <a:pt x="222313" y="298609"/>
                  </a:lnTo>
                  <a:lnTo>
                    <a:pt x="191928" y="296037"/>
                  </a:lnTo>
                  <a:lnTo>
                    <a:pt x="185261" y="294132"/>
                  </a:lnTo>
                  <a:lnTo>
                    <a:pt x="178879" y="292322"/>
                  </a:lnTo>
                  <a:lnTo>
                    <a:pt x="111061" y="267462"/>
                  </a:lnTo>
                  <a:lnTo>
                    <a:pt x="102203" y="260413"/>
                  </a:lnTo>
                  <a:lnTo>
                    <a:pt x="116967" y="250412"/>
                  </a:lnTo>
                  <a:lnTo>
                    <a:pt x="128968" y="242221"/>
                  </a:lnTo>
                  <a:lnTo>
                    <a:pt x="122777" y="236220"/>
                  </a:lnTo>
                  <a:lnTo>
                    <a:pt x="94488" y="209169"/>
                  </a:lnTo>
                  <a:lnTo>
                    <a:pt x="19716" y="137160"/>
                  </a:lnTo>
                  <a:lnTo>
                    <a:pt x="13525" y="124873"/>
                  </a:lnTo>
                  <a:lnTo>
                    <a:pt x="11525" y="120777"/>
                  </a:lnTo>
                  <a:lnTo>
                    <a:pt x="0" y="93250"/>
                  </a:lnTo>
                  <a:lnTo>
                    <a:pt x="6667" y="85630"/>
                  </a:lnTo>
                  <a:lnTo>
                    <a:pt x="7525" y="84677"/>
                  </a:lnTo>
                  <a:lnTo>
                    <a:pt x="16573" y="74866"/>
                  </a:lnTo>
                  <a:lnTo>
                    <a:pt x="21621" y="71914"/>
                  </a:lnTo>
                  <a:lnTo>
                    <a:pt x="40386" y="60960"/>
                  </a:lnTo>
                  <a:lnTo>
                    <a:pt x="71723" y="42672"/>
                  </a:lnTo>
                  <a:lnTo>
                    <a:pt x="75438" y="40386"/>
                  </a:lnTo>
                  <a:lnTo>
                    <a:pt x="108299" y="20479"/>
                  </a:lnTo>
                  <a:lnTo>
                    <a:pt x="125539" y="9715"/>
                  </a:lnTo>
                  <a:lnTo>
                    <a:pt x="129730" y="7048"/>
                  </a:lnTo>
                  <a:lnTo>
                    <a:pt x="141160" y="0"/>
                  </a:lnTo>
                  <a:lnTo>
                    <a:pt x="174593" y="61531"/>
                  </a:lnTo>
                  <a:lnTo>
                    <a:pt x="178212" y="68199"/>
                  </a:lnTo>
                  <a:lnTo>
                    <a:pt x="178689" y="68771"/>
                  </a:lnTo>
                  <a:lnTo>
                    <a:pt x="196405" y="87630"/>
                  </a:lnTo>
                  <a:lnTo>
                    <a:pt x="204025" y="95536"/>
                  </a:lnTo>
                  <a:lnTo>
                    <a:pt x="258318" y="150590"/>
                  </a:lnTo>
                  <a:lnTo>
                    <a:pt x="268224" y="160687"/>
                  </a:lnTo>
                  <a:lnTo>
                    <a:pt x="336994" y="21774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6" name="서울특별시 강남구 일원본동">
              <a:extLst>
                <a:ext uri="{FF2B5EF4-FFF2-40B4-BE49-F238E27FC236}">
                  <a16:creationId xmlns:a16="http://schemas.microsoft.com/office/drawing/2014/main" id="{AF2319CC-D574-530B-6213-9D1F0B8A73F9}"/>
                </a:ext>
              </a:extLst>
            </p:cNvPr>
            <p:cNvSpPr/>
            <p:nvPr/>
          </p:nvSpPr>
          <p:spPr>
            <a:xfrm>
              <a:off x="7889748" y="4764405"/>
              <a:ext cx="401573" cy="299370"/>
            </a:xfrm>
            <a:custGeom>
              <a:avLst/>
              <a:gdLst>
                <a:gd name="connsiteX0" fmla="*/ 364998 w 401573"/>
                <a:gd name="connsiteY0" fmla="*/ 255175 h 299370"/>
                <a:gd name="connsiteX1" fmla="*/ 345948 w 401573"/>
                <a:gd name="connsiteY1" fmla="*/ 253174 h 299370"/>
                <a:gd name="connsiteX2" fmla="*/ 250698 w 401573"/>
                <a:gd name="connsiteY2" fmla="*/ 277558 h 299370"/>
                <a:gd name="connsiteX3" fmla="*/ 230219 w 401573"/>
                <a:gd name="connsiteY3" fmla="*/ 286226 h 299370"/>
                <a:gd name="connsiteX4" fmla="*/ 223075 w 401573"/>
                <a:gd name="connsiteY4" fmla="*/ 291274 h 299370"/>
                <a:gd name="connsiteX5" fmla="*/ 202787 w 401573"/>
                <a:gd name="connsiteY5" fmla="*/ 288322 h 299370"/>
                <a:gd name="connsiteX6" fmla="*/ 199644 w 401573"/>
                <a:gd name="connsiteY6" fmla="*/ 288131 h 299370"/>
                <a:gd name="connsiteX7" fmla="*/ 183832 w 401573"/>
                <a:gd name="connsiteY7" fmla="*/ 289179 h 299370"/>
                <a:gd name="connsiteX8" fmla="*/ 169164 w 401573"/>
                <a:gd name="connsiteY8" fmla="*/ 290131 h 299370"/>
                <a:gd name="connsiteX9" fmla="*/ 159068 w 401573"/>
                <a:gd name="connsiteY9" fmla="*/ 291465 h 299370"/>
                <a:gd name="connsiteX10" fmla="*/ 148018 w 401573"/>
                <a:gd name="connsiteY10" fmla="*/ 293084 h 299370"/>
                <a:gd name="connsiteX11" fmla="*/ 135827 w 401573"/>
                <a:gd name="connsiteY11" fmla="*/ 298228 h 299370"/>
                <a:gd name="connsiteX12" fmla="*/ 115824 w 401573"/>
                <a:gd name="connsiteY12" fmla="*/ 299275 h 299370"/>
                <a:gd name="connsiteX13" fmla="*/ 112014 w 401573"/>
                <a:gd name="connsiteY13" fmla="*/ 299371 h 299370"/>
                <a:gd name="connsiteX14" fmla="*/ 99250 w 401573"/>
                <a:gd name="connsiteY14" fmla="*/ 298799 h 299370"/>
                <a:gd name="connsiteX15" fmla="*/ 78010 w 401573"/>
                <a:gd name="connsiteY15" fmla="*/ 296037 h 299370"/>
                <a:gd name="connsiteX16" fmla="*/ 27527 w 401573"/>
                <a:gd name="connsiteY16" fmla="*/ 273177 h 299370"/>
                <a:gd name="connsiteX17" fmla="*/ 8858 w 401573"/>
                <a:gd name="connsiteY17" fmla="*/ 244507 h 299370"/>
                <a:gd name="connsiteX18" fmla="*/ 2762 w 401573"/>
                <a:gd name="connsiteY18" fmla="*/ 233839 h 299370"/>
                <a:gd name="connsiteX19" fmla="*/ 0 w 401573"/>
                <a:gd name="connsiteY19" fmla="*/ 228600 h 299370"/>
                <a:gd name="connsiteX20" fmla="*/ 6096 w 401573"/>
                <a:gd name="connsiteY20" fmla="*/ 221266 h 299370"/>
                <a:gd name="connsiteX21" fmla="*/ 12097 w 401573"/>
                <a:gd name="connsiteY21" fmla="*/ 213931 h 299370"/>
                <a:gd name="connsiteX22" fmla="*/ 22574 w 401573"/>
                <a:gd name="connsiteY22" fmla="*/ 204311 h 299370"/>
                <a:gd name="connsiteX23" fmla="*/ 30956 w 401573"/>
                <a:gd name="connsiteY23" fmla="*/ 198977 h 299370"/>
                <a:gd name="connsiteX24" fmla="*/ 35528 w 401573"/>
                <a:gd name="connsiteY24" fmla="*/ 194310 h 299370"/>
                <a:gd name="connsiteX25" fmla="*/ 55054 w 401573"/>
                <a:gd name="connsiteY25" fmla="*/ 161163 h 299370"/>
                <a:gd name="connsiteX26" fmla="*/ 64389 w 401573"/>
                <a:gd name="connsiteY26" fmla="*/ 138398 h 299370"/>
                <a:gd name="connsiteX27" fmla="*/ 83248 w 401573"/>
                <a:gd name="connsiteY27" fmla="*/ 76390 h 299370"/>
                <a:gd name="connsiteX28" fmla="*/ 162210 w 401573"/>
                <a:gd name="connsiteY28" fmla="*/ 48292 h 299370"/>
                <a:gd name="connsiteX29" fmla="*/ 324231 w 401573"/>
                <a:gd name="connsiteY29" fmla="*/ 0 h 299370"/>
                <a:gd name="connsiteX30" fmla="*/ 334518 w 401573"/>
                <a:gd name="connsiteY30" fmla="*/ 19336 h 299370"/>
                <a:gd name="connsiteX31" fmla="*/ 385000 w 401573"/>
                <a:gd name="connsiteY31" fmla="*/ 72295 h 299370"/>
                <a:gd name="connsiteX32" fmla="*/ 386429 w 401573"/>
                <a:gd name="connsiteY32" fmla="*/ 74866 h 299370"/>
                <a:gd name="connsiteX33" fmla="*/ 401574 w 401573"/>
                <a:gd name="connsiteY33" fmla="*/ 154305 h 299370"/>
                <a:gd name="connsiteX34" fmla="*/ 399859 w 401573"/>
                <a:gd name="connsiteY34" fmla="*/ 162020 h 299370"/>
                <a:gd name="connsiteX35" fmla="*/ 398050 w 401573"/>
                <a:gd name="connsiteY35" fmla="*/ 164592 h 299370"/>
                <a:gd name="connsiteX36" fmla="*/ 394525 w 401573"/>
                <a:gd name="connsiteY36" fmla="*/ 168592 h 299370"/>
                <a:gd name="connsiteX37" fmla="*/ 388715 w 401573"/>
                <a:gd name="connsiteY37" fmla="*/ 175641 h 299370"/>
                <a:gd name="connsiteX38" fmla="*/ 386715 w 401573"/>
                <a:gd name="connsiteY38" fmla="*/ 178022 h 299370"/>
                <a:gd name="connsiteX39" fmla="*/ 379190 w 401573"/>
                <a:gd name="connsiteY39" fmla="*/ 190024 h 299370"/>
                <a:gd name="connsiteX40" fmla="*/ 366998 w 401573"/>
                <a:gd name="connsiteY40" fmla="*/ 214027 h 299370"/>
                <a:gd name="connsiteX41" fmla="*/ 365093 w 401573"/>
                <a:gd name="connsiteY41" fmla="*/ 231743 h 299370"/>
                <a:gd name="connsiteX42" fmla="*/ 364998 w 401573"/>
                <a:gd name="connsiteY42" fmla="*/ 255175 h 29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01573" h="299370">
                  <a:moveTo>
                    <a:pt x="364998" y="255175"/>
                  </a:moveTo>
                  <a:lnTo>
                    <a:pt x="345948" y="253174"/>
                  </a:lnTo>
                  <a:lnTo>
                    <a:pt x="250698" y="277558"/>
                  </a:lnTo>
                  <a:lnTo>
                    <a:pt x="230219" y="286226"/>
                  </a:lnTo>
                  <a:lnTo>
                    <a:pt x="223075" y="291274"/>
                  </a:lnTo>
                  <a:lnTo>
                    <a:pt x="202787" y="288322"/>
                  </a:lnTo>
                  <a:lnTo>
                    <a:pt x="199644" y="288131"/>
                  </a:lnTo>
                  <a:lnTo>
                    <a:pt x="183832" y="289179"/>
                  </a:lnTo>
                  <a:lnTo>
                    <a:pt x="169164" y="290131"/>
                  </a:lnTo>
                  <a:lnTo>
                    <a:pt x="159068" y="291465"/>
                  </a:lnTo>
                  <a:lnTo>
                    <a:pt x="148018" y="293084"/>
                  </a:lnTo>
                  <a:lnTo>
                    <a:pt x="135827" y="298228"/>
                  </a:lnTo>
                  <a:lnTo>
                    <a:pt x="115824" y="299275"/>
                  </a:lnTo>
                  <a:lnTo>
                    <a:pt x="112014" y="299371"/>
                  </a:lnTo>
                  <a:lnTo>
                    <a:pt x="99250" y="298799"/>
                  </a:lnTo>
                  <a:lnTo>
                    <a:pt x="78010" y="296037"/>
                  </a:lnTo>
                  <a:lnTo>
                    <a:pt x="27527" y="273177"/>
                  </a:lnTo>
                  <a:lnTo>
                    <a:pt x="8858" y="244507"/>
                  </a:lnTo>
                  <a:lnTo>
                    <a:pt x="2762" y="233839"/>
                  </a:lnTo>
                  <a:lnTo>
                    <a:pt x="0" y="228600"/>
                  </a:lnTo>
                  <a:lnTo>
                    <a:pt x="6096" y="221266"/>
                  </a:lnTo>
                  <a:lnTo>
                    <a:pt x="12097" y="213931"/>
                  </a:lnTo>
                  <a:lnTo>
                    <a:pt x="22574" y="204311"/>
                  </a:lnTo>
                  <a:lnTo>
                    <a:pt x="30956" y="198977"/>
                  </a:lnTo>
                  <a:lnTo>
                    <a:pt x="35528" y="194310"/>
                  </a:lnTo>
                  <a:lnTo>
                    <a:pt x="55054" y="161163"/>
                  </a:lnTo>
                  <a:lnTo>
                    <a:pt x="64389" y="138398"/>
                  </a:lnTo>
                  <a:lnTo>
                    <a:pt x="83248" y="76390"/>
                  </a:lnTo>
                  <a:lnTo>
                    <a:pt x="162210" y="48292"/>
                  </a:lnTo>
                  <a:lnTo>
                    <a:pt x="324231" y="0"/>
                  </a:lnTo>
                  <a:lnTo>
                    <a:pt x="334518" y="19336"/>
                  </a:lnTo>
                  <a:lnTo>
                    <a:pt x="385000" y="72295"/>
                  </a:lnTo>
                  <a:lnTo>
                    <a:pt x="386429" y="74866"/>
                  </a:lnTo>
                  <a:lnTo>
                    <a:pt x="401574" y="154305"/>
                  </a:lnTo>
                  <a:lnTo>
                    <a:pt x="399859" y="162020"/>
                  </a:lnTo>
                  <a:lnTo>
                    <a:pt x="398050" y="164592"/>
                  </a:lnTo>
                  <a:lnTo>
                    <a:pt x="394525" y="168592"/>
                  </a:lnTo>
                  <a:lnTo>
                    <a:pt x="388715" y="175641"/>
                  </a:lnTo>
                  <a:lnTo>
                    <a:pt x="386715" y="178022"/>
                  </a:lnTo>
                  <a:lnTo>
                    <a:pt x="379190" y="190024"/>
                  </a:lnTo>
                  <a:lnTo>
                    <a:pt x="366998" y="214027"/>
                  </a:lnTo>
                  <a:lnTo>
                    <a:pt x="365093" y="231743"/>
                  </a:lnTo>
                  <a:lnTo>
                    <a:pt x="364998" y="25517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7" name="서울특별시 강남구 일원1동">
              <a:extLst>
                <a:ext uri="{FF2B5EF4-FFF2-40B4-BE49-F238E27FC236}">
                  <a16:creationId xmlns:a16="http://schemas.microsoft.com/office/drawing/2014/main" id="{C674AB9E-22FF-A91B-2FD7-C2CCFC2BCCE3}"/>
                </a:ext>
              </a:extLst>
            </p:cNvPr>
            <p:cNvSpPr/>
            <p:nvPr/>
          </p:nvSpPr>
          <p:spPr>
            <a:xfrm>
              <a:off x="8012239" y="4653152"/>
              <a:ext cx="405193" cy="159543"/>
            </a:xfrm>
            <a:custGeom>
              <a:avLst/>
              <a:gdLst>
                <a:gd name="connsiteX0" fmla="*/ 310420 w 405193"/>
                <a:gd name="connsiteY0" fmla="*/ 29813 h 159543"/>
                <a:gd name="connsiteX1" fmla="*/ 405193 w 405193"/>
                <a:gd name="connsiteY1" fmla="*/ 69533 h 159543"/>
                <a:gd name="connsiteX2" fmla="*/ 372618 w 405193"/>
                <a:gd name="connsiteY2" fmla="*/ 79629 h 159543"/>
                <a:gd name="connsiteX3" fmla="*/ 355378 w 405193"/>
                <a:gd name="connsiteY3" fmla="*/ 84487 h 159543"/>
                <a:gd name="connsiteX4" fmla="*/ 338518 w 405193"/>
                <a:gd name="connsiteY4" fmla="*/ 88106 h 159543"/>
                <a:gd name="connsiteX5" fmla="*/ 321564 w 405193"/>
                <a:gd name="connsiteY5" fmla="*/ 90488 h 159543"/>
                <a:gd name="connsiteX6" fmla="*/ 305562 w 405193"/>
                <a:gd name="connsiteY6" fmla="*/ 92774 h 159543"/>
                <a:gd name="connsiteX7" fmla="*/ 298418 w 405193"/>
                <a:gd name="connsiteY7" fmla="*/ 93821 h 159543"/>
                <a:gd name="connsiteX8" fmla="*/ 280702 w 405193"/>
                <a:gd name="connsiteY8" fmla="*/ 96298 h 159543"/>
                <a:gd name="connsiteX9" fmla="*/ 234029 w 405193"/>
                <a:gd name="connsiteY9" fmla="*/ 102870 h 159543"/>
                <a:gd name="connsiteX10" fmla="*/ 229553 w 405193"/>
                <a:gd name="connsiteY10" fmla="*/ 103537 h 159543"/>
                <a:gd name="connsiteX11" fmla="*/ 215932 w 405193"/>
                <a:gd name="connsiteY11" fmla="*/ 107347 h 159543"/>
                <a:gd name="connsiteX12" fmla="*/ 212027 w 405193"/>
                <a:gd name="connsiteY12" fmla="*/ 108395 h 159543"/>
                <a:gd name="connsiteX13" fmla="*/ 201739 w 405193"/>
                <a:gd name="connsiteY13" fmla="*/ 111252 h 159543"/>
                <a:gd name="connsiteX14" fmla="*/ 39719 w 405193"/>
                <a:gd name="connsiteY14" fmla="*/ 159544 h 159543"/>
                <a:gd name="connsiteX15" fmla="*/ 4286 w 405193"/>
                <a:gd name="connsiteY15" fmla="*/ 82391 h 159543"/>
                <a:gd name="connsiteX16" fmla="*/ 0 w 405193"/>
                <a:gd name="connsiteY16" fmla="*/ 69056 h 159543"/>
                <a:gd name="connsiteX17" fmla="*/ 8191 w 405193"/>
                <a:gd name="connsiteY17" fmla="*/ 66199 h 159543"/>
                <a:gd name="connsiteX18" fmla="*/ 18574 w 405193"/>
                <a:gd name="connsiteY18" fmla="*/ 62579 h 159543"/>
                <a:gd name="connsiteX19" fmla="*/ 26098 w 405193"/>
                <a:gd name="connsiteY19" fmla="*/ 60008 h 159543"/>
                <a:gd name="connsiteX20" fmla="*/ 27337 w 405193"/>
                <a:gd name="connsiteY20" fmla="*/ 59627 h 159543"/>
                <a:gd name="connsiteX21" fmla="*/ 128492 w 405193"/>
                <a:gd name="connsiteY21" fmla="*/ 27432 h 159543"/>
                <a:gd name="connsiteX22" fmla="*/ 160306 w 405193"/>
                <a:gd name="connsiteY22" fmla="*/ 17621 h 159543"/>
                <a:gd name="connsiteX23" fmla="*/ 196787 w 405193"/>
                <a:gd name="connsiteY23" fmla="*/ 0 h 159543"/>
                <a:gd name="connsiteX24" fmla="*/ 310420 w 405193"/>
                <a:gd name="connsiteY24" fmla="*/ 29813 h 15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05193" h="159543">
                  <a:moveTo>
                    <a:pt x="310420" y="29813"/>
                  </a:moveTo>
                  <a:lnTo>
                    <a:pt x="405193" y="69533"/>
                  </a:lnTo>
                  <a:lnTo>
                    <a:pt x="372618" y="79629"/>
                  </a:lnTo>
                  <a:lnTo>
                    <a:pt x="355378" y="84487"/>
                  </a:lnTo>
                  <a:lnTo>
                    <a:pt x="338518" y="88106"/>
                  </a:lnTo>
                  <a:lnTo>
                    <a:pt x="321564" y="90488"/>
                  </a:lnTo>
                  <a:lnTo>
                    <a:pt x="305562" y="92774"/>
                  </a:lnTo>
                  <a:lnTo>
                    <a:pt x="298418" y="93821"/>
                  </a:lnTo>
                  <a:lnTo>
                    <a:pt x="280702" y="96298"/>
                  </a:lnTo>
                  <a:lnTo>
                    <a:pt x="234029" y="102870"/>
                  </a:lnTo>
                  <a:lnTo>
                    <a:pt x="229553" y="103537"/>
                  </a:lnTo>
                  <a:lnTo>
                    <a:pt x="215932" y="107347"/>
                  </a:lnTo>
                  <a:lnTo>
                    <a:pt x="212027" y="108395"/>
                  </a:lnTo>
                  <a:lnTo>
                    <a:pt x="201739" y="111252"/>
                  </a:lnTo>
                  <a:lnTo>
                    <a:pt x="39719" y="159544"/>
                  </a:lnTo>
                  <a:lnTo>
                    <a:pt x="4286" y="82391"/>
                  </a:lnTo>
                  <a:lnTo>
                    <a:pt x="0" y="69056"/>
                  </a:lnTo>
                  <a:lnTo>
                    <a:pt x="8191" y="66199"/>
                  </a:lnTo>
                  <a:lnTo>
                    <a:pt x="18574" y="62579"/>
                  </a:lnTo>
                  <a:lnTo>
                    <a:pt x="26098" y="60008"/>
                  </a:lnTo>
                  <a:lnTo>
                    <a:pt x="27337" y="59627"/>
                  </a:lnTo>
                  <a:lnTo>
                    <a:pt x="128492" y="27432"/>
                  </a:lnTo>
                  <a:lnTo>
                    <a:pt x="160306" y="17621"/>
                  </a:lnTo>
                  <a:lnTo>
                    <a:pt x="196787" y="0"/>
                  </a:lnTo>
                  <a:lnTo>
                    <a:pt x="310420" y="298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8" name="서울특별시 강남구 일원2동">
              <a:extLst>
                <a:ext uri="{FF2B5EF4-FFF2-40B4-BE49-F238E27FC236}">
                  <a16:creationId xmlns:a16="http://schemas.microsoft.com/office/drawing/2014/main" id="{777633B9-6975-D57D-259E-C50C162BA04D}"/>
                </a:ext>
              </a:extLst>
            </p:cNvPr>
            <p:cNvSpPr/>
            <p:nvPr/>
          </p:nvSpPr>
          <p:spPr>
            <a:xfrm>
              <a:off x="7871174" y="4585620"/>
              <a:ext cx="337852" cy="255174"/>
            </a:xfrm>
            <a:custGeom>
              <a:avLst/>
              <a:gdLst>
                <a:gd name="connsiteX0" fmla="*/ 213836 w 337852"/>
                <a:gd name="connsiteY0" fmla="*/ 35052 h 255174"/>
                <a:gd name="connsiteX1" fmla="*/ 337852 w 337852"/>
                <a:gd name="connsiteY1" fmla="*/ 67532 h 255174"/>
                <a:gd name="connsiteX2" fmla="*/ 301371 w 337852"/>
                <a:gd name="connsiteY2" fmla="*/ 85154 h 255174"/>
                <a:gd name="connsiteX3" fmla="*/ 269557 w 337852"/>
                <a:gd name="connsiteY3" fmla="*/ 94964 h 255174"/>
                <a:gd name="connsiteX4" fmla="*/ 168402 w 337852"/>
                <a:gd name="connsiteY4" fmla="*/ 127159 h 255174"/>
                <a:gd name="connsiteX5" fmla="*/ 167164 w 337852"/>
                <a:gd name="connsiteY5" fmla="*/ 127540 h 255174"/>
                <a:gd name="connsiteX6" fmla="*/ 159639 w 337852"/>
                <a:gd name="connsiteY6" fmla="*/ 130112 h 255174"/>
                <a:gd name="connsiteX7" fmla="*/ 149257 w 337852"/>
                <a:gd name="connsiteY7" fmla="*/ 133731 h 255174"/>
                <a:gd name="connsiteX8" fmla="*/ 141065 w 337852"/>
                <a:gd name="connsiteY8" fmla="*/ 136588 h 255174"/>
                <a:gd name="connsiteX9" fmla="*/ 145352 w 337852"/>
                <a:gd name="connsiteY9" fmla="*/ 149924 h 255174"/>
                <a:gd name="connsiteX10" fmla="*/ 180784 w 337852"/>
                <a:gd name="connsiteY10" fmla="*/ 227076 h 255174"/>
                <a:gd name="connsiteX11" fmla="*/ 101822 w 337852"/>
                <a:gd name="connsiteY11" fmla="*/ 255175 h 255174"/>
                <a:gd name="connsiteX12" fmla="*/ 112490 w 337852"/>
                <a:gd name="connsiteY12" fmla="*/ 241649 h 255174"/>
                <a:gd name="connsiteX13" fmla="*/ 97441 w 337852"/>
                <a:gd name="connsiteY13" fmla="*/ 192405 h 255174"/>
                <a:gd name="connsiteX14" fmla="*/ 84582 w 337852"/>
                <a:gd name="connsiteY14" fmla="*/ 166688 h 255174"/>
                <a:gd name="connsiteX15" fmla="*/ 79248 w 337852"/>
                <a:gd name="connsiteY15" fmla="*/ 156115 h 255174"/>
                <a:gd name="connsiteX16" fmla="*/ 65341 w 337852"/>
                <a:gd name="connsiteY16" fmla="*/ 160687 h 255174"/>
                <a:gd name="connsiteX17" fmla="*/ 56388 w 337852"/>
                <a:gd name="connsiteY17" fmla="*/ 163639 h 255174"/>
                <a:gd name="connsiteX18" fmla="*/ 57341 w 337852"/>
                <a:gd name="connsiteY18" fmla="*/ 165640 h 255174"/>
                <a:gd name="connsiteX19" fmla="*/ 17145 w 337852"/>
                <a:gd name="connsiteY19" fmla="*/ 179261 h 255174"/>
                <a:gd name="connsiteX20" fmla="*/ 10287 w 337852"/>
                <a:gd name="connsiteY20" fmla="*/ 178594 h 255174"/>
                <a:gd name="connsiteX21" fmla="*/ 0 w 337852"/>
                <a:gd name="connsiteY21" fmla="*/ 148209 h 255174"/>
                <a:gd name="connsiteX22" fmla="*/ 11144 w 337852"/>
                <a:gd name="connsiteY22" fmla="*/ 138303 h 255174"/>
                <a:gd name="connsiteX23" fmla="*/ 28956 w 337852"/>
                <a:gd name="connsiteY23" fmla="*/ 121063 h 255174"/>
                <a:gd name="connsiteX24" fmla="*/ 31623 w 337852"/>
                <a:gd name="connsiteY24" fmla="*/ 118491 h 255174"/>
                <a:gd name="connsiteX25" fmla="*/ 33338 w 337852"/>
                <a:gd name="connsiteY25" fmla="*/ 115824 h 255174"/>
                <a:gd name="connsiteX26" fmla="*/ 35433 w 337852"/>
                <a:gd name="connsiteY26" fmla="*/ 112395 h 255174"/>
                <a:gd name="connsiteX27" fmla="*/ 36005 w 337852"/>
                <a:gd name="connsiteY27" fmla="*/ 111538 h 255174"/>
                <a:gd name="connsiteX28" fmla="*/ 36576 w 337852"/>
                <a:gd name="connsiteY28" fmla="*/ 110680 h 255174"/>
                <a:gd name="connsiteX29" fmla="*/ 41434 w 337852"/>
                <a:gd name="connsiteY29" fmla="*/ 90964 h 255174"/>
                <a:gd name="connsiteX30" fmla="*/ 43625 w 337852"/>
                <a:gd name="connsiteY30" fmla="*/ 82105 h 255174"/>
                <a:gd name="connsiteX31" fmla="*/ 44768 w 337852"/>
                <a:gd name="connsiteY31" fmla="*/ 67628 h 255174"/>
                <a:gd name="connsiteX32" fmla="*/ 44387 w 337852"/>
                <a:gd name="connsiteY32" fmla="*/ 62579 h 255174"/>
                <a:gd name="connsiteX33" fmla="*/ 44196 w 337852"/>
                <a:gd name="connsiteY33" fmla="*/ 61151 h 255174"/>
                <a:gd name="connsiteX34" fmla="*/ 42577 w 337852"/>
                <a:gd name="connsiteY34" fmla="*/ 49244 h 255174"/>
                <a:gd name="connsiteX35" fmla="*/ 42482 w 337852"/>
                <a:gd name="connsiteY35" fmla="*/ 48387 h 255174"/>
                <a:gd name="connsiteX36" fmla="*/ 40577 w 337852"/>
                <a:gd name="connsiteY36" fmla="*/ 42386 h 255174"/>
                <a:gd name="connsiteX37" fmla="*/ 51149 w 337852"/>
                <a:gd name="connsiteY37" fmla="*/ 16383 h 255174"/>
                <a:gd name="connsiteX38" fmla="*/ 66294 w 337852"/>
                <a:gd name="connsiteY38" fmla="*/ 0 h 255174"/>
                <a:gd name="connsiteX39" fmla="*/ 213836 w 337852"/>
                <a:gd name="connsiteY39" fmla="*/ 35052 h 25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37852" h="255174">
                  <a:moveTo>
                    <a:pt x="213836" y="35052"/>
                  </a:moveTo>
                  <a:lnTo>
                    <a:pt x="337852" y="67532"/>
                  </a:lnTo>
                  <a:lnTo>
                    <a:pt x="301371" y="85154"/>
                  </a:lnTo>
                  <a:lnTo>
                    <a:pt x="269557" y="94964"/>
                  </a:lnTo>
                  <a:lnTo>
                    <a:pt x="168402" y="127159"/>
                  </a:lnTo>
                  <a:lnTo>
                    <a:pt x="167164" y="127540"/>
                  </a:lnTo>
                  <a:lnTo>
                    <a:pt x="159639" y="130112"/>
                  </a:lnTo>
                  <a:lnTo>
                    <a:pt x="149257" y="133731"/>
                  </a:lnTo>
                  <a:lnTo>
                    <a:pt x="141065" y="136588"/>
                  </a:lnTo>
                  <a:lnTo>
                    <a:pt x="145352" y="149924"/>
                  </a:lnTo>
                  <a:lnTo>
                    <a:pt x="180784" y="227076"/>
                  </a:lnTo>
                  <a:lnTo>
                    <a:pt x="101822" y="255175"/>
                  </a:lnTo>
                  <a:lnTo>
                    <a:pt x="112490" y="241649"/>
                  </a:lnTo>
                  <a:lnTo>
                    <a:pt x="97441" y="192405"/>
                  </a:lnTo>
                  <a:lnTo>
                    <a:pt x="84582" y="166688"/>
                  </a:lnTo>
                  <a:lnTo>
                    <a:pt x="79248" y="156115"/>
                  </a:lnTo>
                  <a:lnTo>
                    <a:pt x="65341" y="160687"/>
                  </a:lnTo>
                  <a:lnTo>
                    <a:pt x="56388" y="163639"/>
                  </a:lnTo>
                  <a:lnTo>
                    <a:pt x="57341" y="165640"/>
                  </a:lnTo>
                  <a:lnTo>
                    <a:pt x="17145" y="179261"/>
                  </a:lnTo>
                  <a:lnTo>
                    <a:pt x="10287" y="178594"/>
                  </a:lnTo>
                  <a:lnTo>
                    <a:pt x="0" y="148209"/>
                  </a:lnTo>
                  <a:lnTo>
                    <a:pt x="11144" y="138303"/>
                  </a:lnTo>
                  <a:lnTo>
                    <a:pt x="28956" y="121063"/>
                  </a:lnTo>
                  <a:lnTo>
                    <a:pt x="31623" y="118491"/>
                  </a:lnTo>
                  <a:lnTo>
                    <a:pt x="33338" y="115824"/>
                  </a:lnTo>
                  <a:lnTo>
                    <a:pt x="35433" y="112395"/>
                  </a:lnTo>
                  <a:lnTo>
                    <a:pt x="36005" y="111538"/>
                  </a:lnTo>
                  <a:lnTo>
                    <a:pt x="36576" y="110680"/>
                  </a:lnTo>
                  <a:lnTo>
                    <a:pt x="41434" y="90964"/>
                  </a:lnTo>
                  <a:lnTo>
                    <a:pt x="43625" y="82105"/>
                  </a:lnTo>
                  <a:lnTo>
                    <a:pt x="44768" y="67628"/>
                  </a:lnTo>
                  <a:lnTo>
                    <a:pt x="44387" y="62579"/>
                  </a:lnTo>
                  <a:lnTo>
                    <a:pt x="44196" y="61151"/>
                  </a:lnTo>
                  <a:lnTo>
                    <a:pt x="42577" y="49244"/>
                  </a:lnTo>
                  <a:lnTo>
                    <a:pt x="42482" y="48387"/>
                  </a:lnTo>
                  <a:lnTo>
                    <a:pt x="40577" y="42386"/>
                  </a:lnTo>
                  <a:lnTo>
                    <a:pt x="51149" y="16383"/>
                  </a:lnTo>
                  <a:lnTo>
                    <a:pt x="66294" y="0"/>
                  </a:lnTo>
                  <a:lnTo>
                    <a:pt x="213836" y="3505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9" name="서울특별시 강남구 수서동">
              <a:extLst>
                <a:ext uri="{FF2B5EF4-FFF2-40B4-BE49-F238E27FC236}">
                  <a16:creationId xmlns:a16="http://schemas.microsoft.com/office/drawing/2014/main" id="{0394CD01-B3BE-5EE6-1B56-B5489ACBE6EE}"/>
                </a:ext>
              </a:extLst>
            </p:cNvPr>
            <p:cNvSpPr/>
            <p:nvPr/>
          </p:nvSpPr>
          <p:spPr>
            <a:xfrm>
              <a:off x="8213978" y="4722685"/>
              <a:ext cx="390334" cy="296894"/>
            </a:xfrm>
            <a:custGeom>
              <a:avLst/>
              <a:gdLst>
                <a:gd name="connsiteX0" fmla="*/ 315373 w 390334"/>
                <a:gd name="connsiteY0" fmla="*/ 78486 h 296894"/>
                <a:gd name="connsiteX1" fmla="*/ 352520 w 390334"/>
                <a:gd name="connsiteY1" fmla="*/ 122587 h 296894"/>
                <a:gd name="connsiteX2" fmla="*/ 377380 w 390334"/>
                <a:gd name="connsiteY2" fmla="*/ 164592 h 296894"/>
                <a:gd name="connsiteX3" fmla="*/ 390335 w 390334"/>
                <a:gd name="connsiteY3" fmla="*/ 183071 h 296894"/>
                <a:gd name="connsiteX4" fmla="*/ 388525 w 390334"/>
                <a:gd name="connsiteY4" fmla="*/ 184975 h 296894"/>
                <a:gd name="connsiteX5" fmla="*/ 384906 w 390334"/>
                <a:gd name="connsiteY5" fmla="*/ 187071 h 296894"/>
                <a:gd name="connsiteX6" fmla="*/ 380619 w 390334"/>
                <a:gd name="connsiteY6" fmla="*/ 189643 h 296894"/>
                <a:gd name="connsiteX7" fmla="*/ 374238 w 390334"/>
                <a:gd name="connsiteY7" fmla="*/ 192024 h 296894"/>
                <a:gd name="connsiteX8" fmla="*/ 368998 w 390334"/>
                <a:gd name="connsiteY8" fmla="*/ 193929 h 296894"/>
                <a:gd name="connsiteX9" fmla="*/ 367855 w 390334"/>
                <a:gd name="connsiteY9" fmla="*/ 194024 h 296894"/>
                <a:gd name="connsiteX10" fmla="*/ 358330 w 390334"/>
                <a:gd name="connsiteY10" fmla="*/ 191643 h 296894"/>
                <a:gd name="connsiteX11" fmla="*/ 349663 w 390334"/>
                <a:gd name="connsiteY11" fmla="*/ 189452 h 296894"/>
                <a:gd name="connsiteX12" fmla="*/ 317945 w 390334"/>
                <a:gd name="connsiteY12" fmla="*/ 191262 h 296894"/>
                <a:gd name="connsiteX13" fmla="*/ 302800 w 390334"/>
                <a:gd name="connsiteY13" fmla="*/ 194500 h 296894"/>
                <a:gd name="connsiteX14" fmla="*/ 293561 w 390334"/>
                <a:gd name="connsiteY14" fmla="*/ 196405 h 296894"/>
                <a:gd name="connsiteX15" fmla="*/ 290036 w 390334"/>
                <a:gd name="connsiteY15" fmla="*/ 196596 h 296894"/>
                <a:gd name="connsiteX16" fmla="*/ 286703 w 390334"/>
                <a:gd name="connsiteY16" fmla="*/ 196691 h 296894"/>
                <a:gd name="connsiteX17" fmla="*/ 269367 w 390334"/>
                <a:gd name="connsiteY17" fmla="*/ 197548 h 296894"/>
                <a:gd name="connsiteX18" fmla="*/ 257556 w 390334"/>
                <a:gd name="connsiteY18" fmla="*/ 185166 h 296894"/>
                <a:gd name="connsiteX19" fmla="*/ 240125 w 390334"/>
                <a:gd name="connsiteY19" fmla="*/ 160591 h 296894"/>
                <a:gd name="connsiteX20" fmla="*/ 215265 w 390334"/>
                <a:gd name="connsiteY20" fmla="*/ 157734 h 296894"/>
                <a:gd name="connsiteX21" fmla="*/ 208122 w 390334"/>
                <a:gd name="connsiteY21" fmla="*/ 160687 h 296894"/>
                <a:gd name="connsiteX22" fmla="*/ 158591 w 390334"/>
                <a:gd name="connsiteY22" fmla="*/ 189547 h 296894"/>
                <a:gd name="connsiteX23" fmla="*/ 147161 w 390334"/>
                <a:gd name="connsiteY23" fmla="*/ 196501 h 296894"/>
                <a:gd name="connsiteX24" fmla="*/ 141827 w 390334"/>
                <a:gd name="connsiteY24" fmla="*/ 199739 h 296894"/>
                <a:gd name="connsiteX25" fmla="*/ 131255 w 390334"/>
                <a:gd name="connsiteY25" fmla="*/ 207359 h 296894"/>
                <a:gd name="connsiteX26" fmla="*/ 125825 w 390334"/>
                <a:gd name="connsiteY26" fmla="*/ 214503 h 296894"/>
                <a:gd name="connsiteX27" fmla="*/ 120015 w 390334"/>
                <a:gd name="connsiteY27" fmla="*/ 232315 h 296894"/>
                <a:gd name="connsiteX28" fmla="*/ 118586 w 390334"/>
                <a:gd name="connsiteY28" fmla="*/ 240506 h 296894"/>
                <a:gd name="connsiteX29" fmla="*/ 121158 w 390334"/>
                <a:gd name="connsiteY29" fmla="*/ 248507 h 296894"/>
                <a:gd name="connsiteX30" fmla="*/ 122015 w 390334"/>
                <a:gd name="connsiteY30" fmla="*/ 262223 h 296894"/>
                <a:gd name="connsiteX31" fmla="*/ 119634 w 390334"/>
                <a:gd name="connsiteY31" fmla="*/ 282035 h 296894"/>
                <a:gd name="connsiteX32" fmla="*/ 90869 w 390334"/>
                <a:gd name="connsiteY32" fmla="*/ 290703 h 296894"/>
                <a:gd name="connsiteX33" fmla="*/ 40767 w 390334"/>
                <a:gd name="connsiteY33" fmla="*/ 296894 h 296894"/>
                <a:gd name="connsiteX34" fmla="*/ 40863 w 390334"/>
                <a:gd name="connsiteY34" fmla="*/ 273463 h 296894"/>
                <a:gd name="connsiteX35" fmla="*/ 42767 w 390334"/>
                <a:gd name="connsiteY35" fmla="*/ 255746 h 296894"/>
                <a:gd name="connsiteX36" fmla="*/ 54959 w 390334"/>
                <a:gd name="connsiteY36" fmla="*/ 231743 h 296894"/>
                <a:gd name="connsiteX37" fmla="*/ 62484 w 390334"/>
                <a:gd name="connsiteY37" fmla="*/ 219742 h 296894"/>
                <a:gd name="connsiteX38" fmla="*/ 64484 w 390334"/>
                <a:gd name="connsiteY38" fmla="*/ 217361 h 296894"/>
                <a:gd name="connsiteX39" fmla="*/ 70295 w 390334"/>
                <a:gd name="connsiteY39" fmla="*/ 210312 h 296894"/>
                <a:gd name="connsiteX40" fmla="*/ 73819 w 390334"/>
                <a:gd name="connsiteY40" fmla="*/ 206312 h 296894"/>
                <a:gd name="connsiteX41" fmla="*/ 75629 w 390334"/>
                <a:gd name="connsiteY41" fmla="*/ 203740 h 296894"/>
                <a:gd name="connsiteX42" fmla="*/ 77343 w 390334"/>
                <a:gd name="connsiteY42" fmla="*/ 196024 h 296894"/>
                <a:gd name="connsiteX43" fmla="*/ 62199 w 390334"/>
                <a:gd name="connsiteY43" fmla="*/ 116586 h 296894"/>
                <a:gd name="connsiteX44" fmla="*/ 60770 w 390334"/>
                <a:gd name="connsiteY44" fmla="*/ 114014 h 296894"/>
                <a:gd name="connsiteX45" fmla="*/ 10287 w 390334"/>
                <a:gd name="connsiteY45" fmla="*/ 61055 h 296894"/>
                <a:gd name="connsiteX46" fmla="*/ 0 w 390334"/>
                <a:gd name="connsiteY46" fmla="*/ 41720 h 296894"/>
                <a:gd name="connsiteX47" fmla="*/ 10287 w 390334"/>
                <a:gd name="connsiteY47" fmla="*/ 38862 h 296894"/>
                <a:gd name="connsiteX48" fmla="*/ 14192 w 390334"/>
                <a:gd name="connsiteY48" fmla="*/ 37814 h 296894"/>
                <a:gd name="connsiteX49" fmla="*/ 27813 w 390334"/>
                <a:gd name="connsiteY49" fmla="*/ 34004 h 296894"/>
                <a:gd name="connsiteX50" fmla="*/ 32290 w 390334"/>
                <a:gd name="connsiteY50" fmla="*/ 33338 h 296894"/>
                <a:gd name="connsiteX51" fmla="*/ 78963 w 390334"/>
                <a:gd name="connsiteY51" fmla="*/ 26765 h 296894"/>
                <a:gd name="connsiteX52" fmla="*/ 96679 w 390334"/>
                <a:gd name="connsiteY52" fmla="*/ 24289 h 296894"/>
                <a:gd name="connsiteX53" fmla="*/ 103823 w 390334"/>
                <a:gd name="connsiteY53" fmla="*/ 23241 h 296894"/>
                <a:gd name="connsiteX54" fmla="*/ 119825 w 390334"/>
                <a:gd name="connsiteY54" fmla="*/ 20955 h 296894"/>
                <a:gd name="connsiteX55" fmla="*/ 136779 w 390334"/>
                <a:gd name="connsiteY55" fmla="*/ 18574 h 296894"/>
                <a:gd name="connsiteX56" fmla="*/ 153638 w 390334"/>
                <a:gd name="connsiteY56" fmla="*/ 14954 h 296894"/>
                <a:gd name="connsiteX57" fmla="*/ 170879 w 390334"/>
                <a:gd name="connsiteY57" fmla="*/ 10096 h 296894"/>
                <a:gd name="connsiteX58" fmla="*/ 203454 w 390334"/>
                <a:gd name="connsiteY58" fmla="*/ 0 h 296894"/>
                <a:gd name="connsiteX59" fmla="*/ 206216 w 390334"/>
                <a:gd name="connsiteY59" fmla="*/ 1143 h 296894"/>
                <a:gd name="connsiteX60" fmla="*/ 208026 w 390334"/>
                <a:gd name="connsiteY60" fmla="*/ 1905 h 296894"/>
                <a:gd name="connsiteX61" fmla="*/ 233934 w 390334"/>
                <a:gd name="connsiteY61" fmla="*/ 16383 h 296894"/>
                <a:gd name="connsiteX62" fmla="*/ 246983 w 390334"/>
                <a:gd name="connsiteY62" fmla="*/ 24289 h 296894"/>
                <a:gd name="connsiteX63" fmla="*/ 254794 w 390334"/>
                <a:gd name="connsiteY63" fmla="*/ 29051 h 296894"/>
                <a:gd name="connsiteX64" fmla="*/ 270796 w 390334"/>
                <a:gd name="connsiteY64" fmla="*/ 40291 h 296894"/>
                <a:gd name="connsiteX65" fmla="*/ 315373 w 390334"/>
                <a:gd name="connsiteY65" fmla="*/ 78486 h 29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90334" h="296894">
                  <a:moveTo>
                    <a:pt x="315373" y="78486"/>
                  </a:moveTo>
                  <a:lnTo>
                    <a:pt x="352520" y="122587"/>
                  </a:lnTo>
                  <a:lnTo>
                    <a:pt x="377380" y="164592"/>
                  </a:lnTo>
                  <a:lnTo>
                    <a:pt x="390335" y="183071"/>
                  </a:lnTo>
                  <a:lnTo>
                    <a:pt x="388525" y="184975"/>
                  </a:lnTo>
                  <a:lnTo>
                    <a:pt x="384906" y="187071"/>
                  </a:lnTo>
                  <a:lnTo>
                    <a:pt x="380619" y="189643"/>
                  </a:lnTo>
                  <a:lnTo>
                    <a:pt x="374238" y="192024"/>
                  </a:lnTo>
                  <a:lnTo>
                    <a:pt x="368998" y="193929"/>
                  </a:lnTo>
                  <a:lnTo>
                    <a:pt x="367855" y="194024"/>
                  </a:lnTo>
                  <a:lnTo>
                    <a:pt x="358330" y="191643"/>
                  </a:lnTo>
                  <a:lnTo>
                    <a:pt x="349663" y="189452"/>
                  </a:lnTo>
                  <a:lnTo>
                    <a:pt x="317945" y="191262"/>
                  </a:lnTo>
                  <a:lnTo>
                    <a:pt x="302800" y="194500"/>
                  </a:lnTo>
                  <a:lnTo>
                    <a:pt x="293561" y="196405"/>
                  </a:lnTo>
                  <a:lnTo>
                    <a:pt x="290036" y="196596"/>
                  </a:lnTo>
                  <a:lnTo>
                    <a:pt x="286703" y="196691"/>
                  </a:lnTo>
                  <a:lnTo>
                    <a:pt x="269367" y="197548"/>
                  </a:lnTo>
                  <a:lnTo>
                    <a:pt x="257556" y="185166"/>
                  </a:lnTo>
                  <a:lnTo>
                    <a:pt x="240125" y="160591"/>
                  </a:lnTo>
                  <a:lnTo>
                    <a:pt x="215265" y="157734"/>
                  </a:lnTo>
                  <a:lnTo>
                    <a:pt x="208122" y="160687"/>
                  </a:lnTo>
                  <a:lnTo>
                    <a:pt x="158591" y="189547"/>
                  </a:lnTo>
                  <a:lnTo>
                    <a:pt x="147161" y="196501"/>
                  </a:lnTo>
                  <a:lnTo>
                    <a:pt x="141827" y="199739"/>
                  </a:lnTo>
                  <a:lnTo>
                    <a:pt x="131255" y="207359"/>
                  </a:lnTo>
                  <a:lnTo>
                    <a:pt x="125825" y="214503"/>
                  </a:lnTo>
                  <a:lnTo>
                    <a:pt x="120015" y="232315"/>
                  </a:lnTo>
                  <a:lnTo>
                    <a:pt x="118586" y="240506"/>
                  </a:lnTo>
                  <a:lnTo>
                    <a:pt x="121158" y="248507"/>
                  </a:lnTo>
                  <a:lnTo>
                    <a:pt x="122015" y="262223"/>
                  </a:lnTo>
                  <a:lnTo>
                    <a:pt x="119634" y="282035"/>
                  </a:lnTo>
                  <a:lnTo>
                    <a:pt x="90869" y="290703"/>
                  </a:lnTo>
                  <a:lnTo>
                    <a:pt x="40767" y="296894"/>
                  </a:lnTo>
                  <a:lnTo>
                    <a:pt x="40863" y="273463"/>
                  </a:lnTo>
                  <a:lnTo>
                    <a:pt x="42767" y="255746"/>
                  </a:lnTo>
                  <a:lnTo>
                    <a:pt x="54959" y="231743"/>
                  </a:lnTo>
                  <a:lnTo>
                    <a:pt x="62484" y="219742"/>
                  </a:lnTo>
                  <a:lnTo>
                    <a:pt x="64484" y="217361"/>
                  </a:lnTo>
                  <a:lnTo>
                    <a:pt x="70295" y="210312"/>
                  </a:lnTo>
                  <a:lnTo>
                    <a:pt x="73819" y="206312"/>
                  </a:lnTo>
                  <a:lnTo>
                    <a:pt x="75629" y="203740"/>
                  </a:lnTo>
                  <a:lnTo>
                    <a:pt x="77343" y="196024"/>
                  </a:lnTo>
                  <a:lnTo>
                    <a:pt x="62199" y="116586"/>
                  </a:lnTo>
                  <a:lnTo>
                    <a:pt x="60770" y="114014"/>
                  </a:lnTo>
                  <a:lnTo>
                    <a:pt x="10287" y="61055"/>
                  </a:lnTo>
                  <a:lnTo>
                    <a:pt x="0" y="41720"/>
                  </a:lnTo>
                  <a:lnTo>
                    <a:pt x="10287" y="38862"/>
                  </a:lnTo>
                  <a:lnTo>
                    <a:pt x="14192" y="37814"/>
                  </a:lnTo>
                  <a:lnTo>
                    <a:pt x="27813" y="34004"/>
                  </a:lnTo>
                  <a:lnTo>
                    <a:pt x="32290" y="33338"/>
                  </a:lnTo>
                  <a:lnTo>
                    <a:pt x="78963" y="26765"/>
                  </a:lnTo>
                  <a:lnTo>
                    <a:pt x="96679" y="24289"/>
                  </a:lnTo>
                  <a:lnTo>
                    <a:pt x="103823" y="23241"/>
                  </a:lnTo>
                  <a:lnTo>
                    <a:pt x="119825" y="20955"/>
                  </a:lnTo>
                  <a:lnTo>
                    <a:pt x="136779" y="18574"/>
                  </a:lnTo>
                  <a:lnTo>
                    <a:pt x="153638" y="14954"/>
                  </a:lnTo>
                  <a:lnTo>
                    <a:pt x="170879" y="10096"/>
                  </a:lnTo>
                  <a:lnTo>
                    <a:pt x="203454" y="0"/>
                  </a:lnTo>
                  <a:lnTo>
                    <a:pt x="206216" y="1143"/>
                  </a:lnTo>
                  <a:lnTo>
                    <a:pt x="208026" y="1905"/>
                  </a:lnTo>
                  <a:lnTo>
                    <a:pt x="233934" y="16383"/>
                  </a:lnTo>
                  <a:lnTo>
                    <a:pt x="246983" y="24289"/>
                  </a:lnTo>
                  <a:lnTo>
                    <a:pt x="254794" y="29051"/>
                  </a:lnTo>
                  <a:lnTo>
                    <a:pt x="270796" y="40291"/>
                  </a:lnTo>
                  <a:lnTo>
                    <a:pt x="315373" y="7848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0" name="서울특별시 강남구 세곡동">
              <a:extLst>
                <a:ext uri="{FF2B5EF4-FFF2-40B4-BE49-F238E27FC236}">
                  <a16:creationId xmlns:a16="http://schemas.microsoft.com/office/drawing/2014/main" id="{B1C74BF3-C71F-48BE-4CBA-4F58AF3942E4}"/>
                </a:ext>
              </a:extLst>
            </p:cNvPr>
            <p:cNvSpPr/>
            <p:nvPr/>
          </p:nvSpPr>
          <p:spPr>
            <a:xfrm>
              <a:off x="8100631" y="4880419"/>
              <a:ext cx="687704" cy="477583"/>
            </a:xfrm>
            <a:custGeom>
              <a:avLst/>
              <a:gdLst>
                <a:gd name="connsiteX0" fmla="*/ 481203 w 687704"/>
                <a:gd name="connsiteY0" fmla="*/ 36290 h 477583"/>
                <a:gd name="connsiteX1" fmla="*/ 482155 w 687704"/>
                <a:gd name="connsiteY1" fmla="*/ 37052 h 477583"/>
                <a:gd name="connsiteX2" fmla="*/ 493204 w 687704"/>
                <a:gd name="connsiteY2" fmla="*/ 45244 h 477583"/>
                <a:gd name="connsiteX3" fmla="*/ 545592 w 687704"/>
                <a:gd name="connsiteY3" fmla="*/ 116300 h 477583"/>
                <a:gd name="connsiteX4" fmla="*/ 621982 w 687704"/>
                <a:gd name="connsiteY4" fmla="*/ 220123 h 477583"/>
                <a:gd name="connsiteX5" fmla="*/ 636555 w 687704"/>
                <a:gd name="connsiteY5" fmla="*/ 240316 h 477583"/>
                <a:gd name="connsiteX6" fmla="*/ 653510 w 687704"/>
                <a:gd name="connsiteY6" fmla="*/ 263938 h 477583"/>
                <a:gd name="connsiteX7" fmla="*/ 671131 w 687704"/>
                <a:gd name="connsiteY7" fmla="*/ 292227 h 477583"/>
                <a:gd name="connsiteX8" fmla="*/ 683323 w 687704"/>
                <a:gd name="connsiteY8" fmla="*/ 315849 h 477583"/>
                <a:gd name="connsiteX9" fmla="*/ 685419 w 687704"/>
                <a:gd name="connsiteY9" fmla="*/ 329470 h 477583"/>
                <a:gd name="connsiteX10" fmla="*/ 687705 w 687704"/>
                <a:gd name="connsiteY10" fmla="*/ 345853 h 477583"/>
                <a:gd name="connsiteX11" fmla="*/ 687324 w 687704"/>
                <a:gd name="connsiteY11" fmla="*/ 350615 h 477583"/>
                <a:gd name="connsiteX12" fmla="*/ 686562 w 687704"/>
                <a:gd name="connsiteY12" fmla="*/ 353282 h 477583"/>
                <a:gd name="connsiteX13" fmla="*/ 685323 w 687704"/>
                <a:gd name="connsiteY13" fmla="*/ 357569 h 477583"/>
                <a:gd name="connsiteX14" fmla="*/ 677227 w 687704"/>
                <a:gd name="connsiteY14" fmla="*/ 360902 h 477583"/>
                <a:gd name="connsiteX15" fmla="*/ 597694 w 687704"/>
                <a:gd name="connsiteY15" fmla="*/ 412718 h 477583"/>
                <a:gd name="connsiteX16" fmla="*/ 592645 w 687704"/>
                <a:gd name="connsiteY16" fmla="*/ 419100 h 477583"/>
                <a:gd name="connsiteX17" fmla="*/ 590740 w 687704"/>
                <a:gd name="connsiteY17" fmla="*/ 424244 h 477583"/>
                <a:gd name="connsiteX18" fmla="*/ 589216 w 687704"/>
                <a:gd name="connsiteY18" fmla="*/ 429292 h 477583"/>
                <a:gd name="connsiteX19" fmla="*/ 588454 w 687704"/>
                <a:gd name="connsiteY19" fmla="*/ 433769 h 477583"/>
                <a:gd name="connsiteX20" fmla="*/ 588073 w 687704"/>
                <a:gd name="connsiteY20" fmla="*/ 437864 h 477583"/>
                <a:gd name="connsiteX21" fmla="*/ 587502 w 687704"/>
                <a:gd name="connsiteY21" fmla="*/ 443008 h 477583"/>
                <a:gd name="connsiteX22" fmla="*/ 585406 w 687704"/>
                <a:gd name="connsiteY22" fmla="*/ 467678 h 477583"/>
                <a:gd name="connsiteX23" fmla="*/ 584739 w 687704"/>
                <a:gd name="connsiteY23" fmla="*/ 477583 h 477583"/>
                <a:gd name="connsiteX24" fmla="*/ 563975 w 687704"/>
                <a:gd name="connsiteY24" fmla="*/ 477583 h 477583"/>
                <a:gd name="connsiteX25" fmla="*/ 528447 w 687704"/>
                <a:gd name="connsiteY25" fmla="*/ 456819 h 477583"/>
                <a:gd name="connsiteX26" fmla="*/ 521303 w 687704"/>
                <a:gd name="connsiteY26" fmla="*/ 451485 h 477583"/>
                <a:gd name="connsiteX27" fmla="*/ 514635 w 687704"/>
                <a:gd name="connsiteY27" fmla="*/ 443294 h 477583"/>
                <a:gd name="connsiteX28" fmla="*/ 517017 w 687704"/>
                <a:gd name="connsiteY28" fmla="*/ 441674 h 477583"/>
                <a:gd name="connsiteX29" fmla="*/ 520732 w 687704"/>
                <a:gd name="connsiteY29" fmla="*/ 439007 h 477583"/>
                <a:gd name="connsiteX30" fmla="*/ 522161 w 687704"/>
                <a:gd name="connsiteY30" fmla="*/ 438055 h 477583"/>
                <a:gd name="connsiteX31" fmla="*/ 523494 w 687704"/>
                <a:gd name="connsiteY31" fmla="*/ 437102 h 477583"/>
                <a:gd name="connsiteX32" fmla="*/ 523970 w 687704"/>
                <a:gd name="connsiteY32" fmla="*/ 432721 h 477583"/>
                <a:gd name="connsiteX33" fmla="*/ 499014 w 687704"/>
                <a:gd name="connsiteY33" fmla="*/ 423863 h 477583"/>
                <a:gd name="connsiteX34" fmla="*/ 485680 w 687704"/>
                <a:gd name="connsiteY34" fmla="*/ 421196 h 477583"/>
                <a:gd name="connsiteX35" fmla="*/ 430911 w 687704"/>
                <a:gd name="connsiteY35" fmla="*/ 412813 h 477583"/>
                <a:gd name="connsiteX36" fmla="*/ 401574 w 687704"/>
                <a:gd name="connsiteY36" fmla="*/ 407194 h 477583"/>
                <a:gd name="connsiteX37" fmla="*/ 395478 w 687704"/>
                <a:gd name="connsiteY37" fmla="*/ 406051 h 477583"/>
                <a:gd name="connsiteX38" fmla="*/ 366903 w 687704"/>
                <a:gd name="connsiteY38" fmla="*/ 413195 h 477583"/>
                <a:gd name="connsiteX39" fmla="*/ 362331 w 687704"/>
                <a:gd name="connsiteY39" fmla="*/ 433578 h 477583"/>
                <a:gd name="connsiteX40" fmla="*/ 352901 w 687704"/>
                <a:gd name="connsiteY40" fmla="*/ 450152 h 477583"/>
                <a:gd name="connsiteX41" fmla="*/ 344614 w 687704"/>
                <a:gd name="connsiteY41" fmla="*/ 458914 h 477583"/>
                <a:gd name="connsiteX42" fmla="*/ 291274 w 687704"/>
                <a:gd name="connsiteY42" fmla="*/ 469297 h 477583"/>
                <a:gd name="connsiteX43" fmla="*/ 248793 w 687704"/>
                <a:gd name="connsiteY43" fmla="*/ 473964 h 477583"/>
                <a:gd name="connsiteX44" fmla="*/ 224028 w 687704"/>
                <a:gd name="connsiteY44" fmla="*/ 459200 h 477583"/>
                <a:gd name="connsiteX45" fmla="*/ 214407 w 687704"/>
                <a:gd name="connsiteY45" fmla="*/ 426148 h 477583"/>
                <a:gd name="connsiteX46" fmla="*/ 213264 w 687704"/>
                <a:gd name="connsiteY46" fmla="*/ 422338 h 477583"/>
                <a:gd name="connsiteX47" fmla="*/ 210217 w 687704"/>
                <a:gd name="connsiteY47" fmla="*/ 411671 h 477583"/>
                <a:gd name="connsiteX48" fmla="*/ 208597 w 687704"/>
                <a:gd name="connsiteY48" fmla="*/ 406813 h 477583"/>
                <a:gd name="connsiteX49" fmla="*/ 190785 w 687704"/>
                <a:gd name="connsiteY49" fmla="*/ 385763 h 477583"/>
                <a:gd name="connsiteX50" fmla="*/ 173069 w 687704"/>
                <a:gd name="connsiteY50" fmla="*/ 379857 h 477583"/>
                <a:gd name="connsiteX51" fmla="*/ 160782 w 687704"/>
                <a:gd name="connsiteY51" fmla="*/ 372428 h 477583"/>
                <a:gd name="connsiteX52" fmla="*/ 77438 w 687704"/>
                <a:gd name="connsiteY52" fmla="*/ 305753 h 477583"/>
                <a:gd name="connsiteX53" fmla="*/ 31146 w 687704"/>
                <a:gd name="connsiteY53" fmla="*/ 264223 h 477583"/>
                <a:gd name="connsiteX54" fmla="*/ 12763 w 687704"/>
                <a:gd name="connsiteY54" fmla="*/ 242506 h 477583"/>
                <a:gd name="connsiteX55" fmla="*/ 7429 w 687704"/>
                <a:gd name="connsiteY55" fmla="*/ 232505 h 477583"/>
                <a:gd name="connsiteX56" fmla="*/ 0 w 687704"/>
                <a:gd name="connsiteY56" fmla="*/ 218789 h 477583"/>
                <a:gd name="connsiteX57" fmla="*/ 10477 w 687704"/>
                <a:gd name="connsiteY57" fmla="*/ 181261 h 477583"/>
                <a:gd name="connsiteX58" fmla="*/ 12192 w 687704"/>
                <a:gd name="connsiteY58" fmla="*/ 175260 h 477583"/>
                <a:gd name="connsiteX59" fmla="*/ 19335 w 687704"/>
                <a:gd name="connsiteY59" fmla="*/ 170212 h 477583"/>
                <a:gd name="connsiteX60" fmla="*/ 39814 w 687704"/>
                <a:gd name="connsiteY60" fmla="*/ 161544 h 477583"/>
                <a:gd name="connsiteX61" fmla="*/ 135064 w 687704"/>
                <a:gd name="connsiteY61" fmla="*/ 137160 h 477583"/>
                <a:gd name="connsiteX62" fmla="*/ 154114 w 687704"/>
                <a:gd name="connsiteY62" fmla="*/ 139160 h 477583"/>
                <a:gd name="connsiteX63" fmla="*/ 204216 w 687704"/>
                <a:gd name="connsiteY63" fmla="*/ 132969 h 477583"/>
                <a:gd name="connsiteX64" fmla="*/ 232981 w 687704"/>
                <a:gd name="connsiteY64" fmla="*/ 124301 h 477583"/>
                <a:gd name="connsiteX65" fmla="*/ 235362 w 687704"/>
                <a:gd name="connsiteY65" fmla="*/ 104489 h 477583"/>
                <a:gd name="connsiteX66" fmla="*/ 234505 w 687704"/>
                <a:gd name="connsiteY66" fmla="*/ 90773 h 477583"/>
                <a:gd name="connsiteX67" fmla="*/ 231934 w 687704"/>
                <a:gd name="connsiteY67" fmla="*/ 82772 h 477583"/>
                <a:gd name="connsiteX68" fmla="*/ 233363 w 687704"/>
                <a:gd name="connsiteY68" fmla="*/ 74581 h 477583"/>
                <a:gd name="connsiteX69" fmla="*/ 239173 w 687704"/>
                <a:gd name="connsiteY69" fmla="*/ 56769 h 477583"/>
                <a:gd name="connsiteX70" fmla="*/ 244602 w 687704"/>
                <a:gd name="connsiteY70" fmla="*/ 49625 h 477583"/>
                <a:gd name="connsiteX71" fmla="*/ 255175 w 687704"/>
                <a:gd name="connsiteY71" fmla="*/ 42005 h 477583"/>
                <a:gd name="connsiteX72" fmla="*/ 260509 w 687704"/>
                <a:gd name="connsiteY72" fmla="*/ 38767 h 477583"/>
                <a:gd name="connsiteX73" fmla="*/ 271939 w 687704"/>
                <a:gd name="connsiteY73" fmla="*/ 31813 h 477583"/>
                <a:gd name="connsiteX74" fmla="*/ 321469 w 687704"/>
                <a:gd name="connsiteY74" fmla="*/ 2953 h 477583"/>
                <a:gd name="connsiteX75" fmla="*/ 328613 w 687704"/>
                <a:gd name="connsiteY75" fmla="*/ 0 h 477583"/>
                <a:gd name="connsiteX76" fmla="*/ 353473 w 687704"/>
                <a:gd name="connsiteY76" fmla="*/ 2857 h 477583"/>
                <a:gd name="connsiteX77" fmla="*/ 370904 w 687704"/>
                <a:gd name="connsiteY77" fmla="*/ 27432 h 477583"/>
                <a:gd name="connsiteX78" fmla="*/ 382714 w 687704"/>
                <a:gd name="connsiteY78" fmla="*/ 39814 h 477583"/>
                <a:gd name="connsiteX79" fmla="*/ 400050 w 687704"/>
                <a:gd name="connsiteY79" fmla="*/ 38957 h 477583"/>
                <a:gd name="connsiteX80" fmla="*/ 403384 w 687704"/>
                <a:gd name="connsiteY80" fmla="*/ 38862 h 477583"/>
                <a:gd name="connsiteX81" fmla="*/ 406908 w 687704"/>
                <a:gd name="connsiteY81" fmla="*/ 38671 h 477583"/>
                <a:gd name="connsiteX82" fmla="*/ 416147 w 687704"/>
                <a:gd name="connsiteY82" fmla="*/ 36766 h 477583"/>
                <a:gd name="connsiteX83" fmla="*/ 431292 w 687704"/>
                <a:gd name="connsiteY83" fmla="*/ 33528 h 477583"/>
                <a:gd name="connsiteX84" fmla="*/ 463010 w 687704"/>
                <a:gd name="connsiteY84" fmla="*/ 31718 h 477583"/>
                <a:gd name="connsiteX85" fmla="*/ 471678 w 687704"/>
                <a:gd name="connsiteY85" fmla="*/ 33909 h 477583"/>
                <a:gd name="connsiteX86" fmla="*/ 481203 w 687704"/>
                <a:gd name="connsiteY86" fmla="*/ 36290 h 477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87704" h="477583">
                  <a:moveTo>
                    <a:pt x="481203" y="36290"/>
                  </a:moveTo>
                  <a:lnTo>
                    <a:pt x="482155" y="37052"/>
                  </a:lnTo>
                  <a:lnTo>
                    <a:pt x="493204" y="45244"/>
                  </a:lnTo>
                  <a:lnTo>
                    <a:pt x="545592" y="116300"/>
                  </a:lnTo>
                  <a:lnTo>
                    <a:pt x="621982" y="220123"/>
                  </a:lnTo>
                  <a:lnTo>
                    <a:pt x="636555" y="240316"/>
                  </a:lnTo>
                  <a:lnTo>
                    <a:pt x="653510" y="263938"/>
                  </a:lnTo>
                  <a:lnTo>
                    <a:pt x="671131" y="292227"/>
                  </a:lnTo>
                  <a:lnTo>
                    <a:pt x="683323" y="315849"/>
                  </a:lnTo>
                  <a:lnTo>
                    <a:pt x="685419" y="329470"/>
                  </a:lnTo>
                  <a:lnTo>
                    <a:pt x="687705" y="345853"/>
                  </a:lnTo>
                  <a:lnTo>
                    <a:pt x="687324" y="350615"/>
                  </a:lnTo>
                  <a:lnTo>
                    <a:pt x="686562" y="353282"/>
                  </a:lnTo>
                  <a:lnTo>
                    <a:pt x="685323" y="357569"/>
                  </a:lnTo>
                  <a:lnTo>
                    <a:pt x="677227" y="360902"/>
                  </a:lnTo>
                  <a:lnTo>
                    <a:pt x="597694" y="412718"/>
                  </a:lnTo>
                  <a:lnTo>
                    <a:pt x="592645" y="419100"/>
                  </a:lnTo>
                  <a:lnTo>
                    <a:pt x="590740" y="424244"/>
                  </a:lnTo>
                  <a:lnTo>
                    <a:pt x="589216" y="429292"/>
                  </a:lnTo>
                  <a:lnTo>
                    <a:pt x="588454" y="433769"/>
                  </a:lnTo>
                  <a:lnTo>
                    <a:pt x="588073" y="437864"/>
                  </a:lnTo>
                  <a:lnTo>
                    <a:pt x="587502" y="443008"/>
                  </a:lnTo>
                  <a:lnTo>
                    <a:pt x="585406" y="467678"/>
                  </a:lnTo>
                  <a:lnTo>
                    <a:pt x="584739" y="477583"/>
                  </a:lnTo>
                  <a:lnTo>
                    <a:pt x="563975" y="477583"/>
                  </a:lnTo>
                  <a:lnTo>
                    <a:pt x="528447" y="456819"/>
                  </a:lnTo>
                  <a:lnTo>
                    <a:pt x="521303" y="451485"/>
                  </a:lnTo>
                  <a:lnTo>
                    <a:pt x="514635" y="443294"/>
                  </a:lnTo>
                  <a:lnTo>
                    <a:pt x="517017" y="441674"/>
                  </a:lnTo>
                  <a:lnTo>
                    <a:pt x="520732" y="439007"/>
                  </a:lnTo>
                  <a:lnTo>
                    <a:pt x="522161" y="438055"/>
                  </a:lnTo>
                  <a:lnTo>
                    <a:pt x="523494" y="437102"/>
                  </a:lnTo>
                  <a:lnTo>
                    <a:pt x="523970" y="432721"/>
                  </a:lnTo>
                  <a:lnTo>
                    <a:pt x="499014" y="423863"/>
                  </a:lnTo>
                  <a:lnTo>
                    <a:pt x="485680" y="421196"/>
                  </a:lnTo>
                  <a:lnTo>
                    <a:pt x="430911" y="412813"/>
                  </a:lnTo>
                  <a:lnTo>
                    <a:pt x="401574" y="407194"/>
                  </a:lnTo>
                  <a:lnTo>
                    <a:pt x="395478" y="406051"/>
                  </a:lnTo>
                  <a:lnTo>
                    <a:pt x="366903" y="413195"/>
                  </a:lnTo>
                  <a:lnTo>
                    <a:pt x="362331" y="433578"/>
                  </a:lnTo>
                  <a:lnTo>
                    <a:pt x="352901" y="450152"/>
                  </a:lnTo>
                  <a:lnTo>
                    <a:pt x="344614" y="458914"/>
                  </a:lnTo>
                  <a:lnTo>
                    <a:pt x="291274" y="469297"/>
                  </a:lnTo>
                  <a:lnTo>
                    <a:pt x="248793" y="473964"/>
                  </a:lnTo>
                  <a:lnTo>
                    <a:pt x="224028" y="459200"/>
                  </a:lnTo>
                  <a:lnTo>
                    <a:pt x="214407" y="426148"/>
                  </a:lnTo>
                  <a:lnTo>
                    <a:pt x="213264" y="422338"/>
                  </a:lnTo>
                  <a:lnTo>
                    <a:pt x="210217" y="411671"/>
                  </a:lnTo>
                  <a:lnTo>
                    <a:pt x="208597" y="406813"/>
                  </a:lnTo>
                  <a:lnTo>
                    <a:pt x="190785" y="385763"/>
                  </a:lnTo>
                  <a:lnTo>
                    <a:pt x="173069" y="379857"/>
                  </a:lnTo>
                  <a:lnTo>
                    <a:pt x="160782" y="372428"/>
                  </a:lnTo>
                  <a:lnTo>
                    <a:pt x="77438" y="305753"/>
                  </a:lnTo>
                  <a:lnTo>
                    <a:pt x="31146" y="264223"/>
                  </a:lnTo>
                  <a:lnTo>
                    <a:pt x="12763" y="242506"/>
                  </a:lnTo>
                  <a:lnTo>
                    <a:pt x="7429" y="232505"/>
                  </a:lnTo>
                  <a:lnTo>
                    <a:pt x="0" y="218789"/>
                  </a:lnTo>
                  <a:lnTo>
                    <a:pt x="10477" y="181261"/>
                  </a:lnTo>
                  <a:lnTo>
                    <a:pt x="12192" y="175260"/>
                  </a:lnTo>
                  <a:lnTo>
                    <a:pt x="19335" y="170212"/>
                  </a:lnTo>
                  <a:lnTo>
                    <a:pt x="39814" y="161544"/>
                  </a:lnTo>
                  <a:lnTo>
                    <a:pt x="135064" y="137160"/>
                  </a:lnTo>
                  <a:lnTo>
                    <a:pt x="154114" y="139160"/>
                  </a:lnTo>
                  <a:lnTo>
                    <a:pt x="204216" y="132969"/>
                  </a:lnTo>
                  <a:lnTo>
                    <a:pt x="232981" y="124301"/>
                  </a:lnTo>
                  <a:lnTo>
                    <a:pt x="235362" y="104489"/>
                  </a:lnTo>
                  <a:lnTo>
                    <a:pt x="234505" y="90773"/>
                  </a:lnTo>
                  <a:lnTo>
                    <a:pt x="231934" y="82772"/>
                  </a:lnTo>
                  <a:lnTo>
                    <a:pt x="233363" y="74581"/>
                  </a:lnTo>
                  <a:lnTo>
                    <a:pt x="239173" y="56769"/>
                  </a:lnTo>
                  <a:lnTo>
                    <a:pt x="244602" y="49625"/>
                  </a:lnTo>
                  <a:lnTo>
                    <a:pt x="255175" y="42005"/>
                  </a:lnTo>
                  <a:lnTo>
                    <a:pt x="260509" y="38767"/>
                  </a:lnTo>
                  <a:lnTo>
                    <a:pt x="271939" y="31813"/>
                  </a:lnTo>
                  <a:lnTo>
                    <a:pt x="321469" y="2953"/>
                  </a:lnTo>
                  <a:lnTo>
                    <a:pt x="328613" y="0"/>
                  </a:lnTo>
                  <a:lnTo>
                    <a:pt x="353473" y="2857"/>
                  </a:lnTo>
                  <a:lnTo>
                    <a:pt x="370904" y="27432"/>
                  </a:lnTo>
                  <a:lnTo>
                    <a:pt x="382714" y="39814"/>
                  </a:lnTo>
                  <a:lnTo>
                    <a:pt x="400050" y="38957"/>
                  </a:lnTo>
                  <a:lnTo>
                    <a:pt x="403384" y="38862"/>
                  </a:lnTo>
                  <a:lnTo>
                    <a:pt x="406908" y="38671"/>
                  </a:lnTo>
                  <a:lnTo>
                    <a:pt x="416147" y="36766"/>
                  </a:lnTo>
                  <a:lnTo>
                    <a:pt x="431292" y="33528"/>
                  </a:lnTo>
                  <a:lnTo>
                    <a:pt x="463010" y="31718"/>
                  </a:lnTo>
                  <a:lnTo>
                    <a:pt x="471678" y="33909"/>
                  </a:lnTo>
                  <a:lnTo>
                    <a:pt x="481203" y="3629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81" name="서울특별시 강남구 압구정동">
              <a:extLst>
                <a:ext uri="{FF2B5EF4-FFF2-40B4-BE49-F238E27FC236}">
                  <a16:creationId xmlns:a16="http://schemas.microsoft.com/office/drawing/2014/main" id="{79F2BC13-C46A-A62E-8C54-9981DDA10EDC}"/>
                </a:ext>
              </a:extLst>
            </p:cNvPr>
            <p:cNvSpPr/>
            <p:nvPr/>
          </p:nvSpPr>
          <p:spPr>
            <a:xfrm>
              <a:off x="6959822" y="3902773"/>
              <a:ext cx="442341" cy="349567"/>
            </a:xfrm>
            <a:custGeom>
              <a:avLst/>
              <a:gdLst>
                <a:gd name="connsiteX0" fmla="*/ 442341 w 442341"/>
                <a:gd name="connsiteY0" fmla="*/ 115348 h 349567"/>
                <a:gd name="connsiteX1" fmla="*/ 406622 w 442341"/>
                <a:gd name="connsiteY1" fmla="*/ 204788 h 349567"/>
                <a:gd name="connsiteX2" fmla="*/ 402907 w 442341"/>
                <a:gd name="connsiteY2" fmla="*/ 214122 h 349567"/>
                <a:gd name="connsiteX3" fmla="*/ 367284 w 442341"/>
                <a:gd name="connsiteY3" fmla="*/ 205740 h 349567"/>
                <a:gd name="connsiteX4" fmla="*/ 356045 w 442341"/>
                <a:gd name="connsiteY4" fmla="*/ 202787 h 349567"/>
                <a:gd name="connsiteX5" fmla="*/ 348710 w 442341"/>
                <a:gd name="connsiteY5" fmla="*/ 200787 h 349567"/>
                <a:gd name="connsiteX6" fmla="*/ 337471 w 442341"/>
                <a:gd name="connsiteY6" fmla="*/ 225647 h 349567"/>
                <a:gd name="connsiteX7" fmla="*/ 325945 w 442341"/>
                <a:gd name="connsiteY7" fmla="*/ 257937 h 349567"/>
                <a:gd name="connsiteX8" fmla="*/ 322040 w 442341"/>
                <a:gd name="connsiteY8" fmla="*/ 268796 h 349567"/>
                <a:gd name="connsiteX9" fmla="*/ 318325 w 442341"/>
                <a:gd name="connsiteY9" fmla="*/ 279178 h 349567"/>
                <a:gd name="connsiteX10" fmla="*/ 318325 w 442341"/>
                <a:gd name="connsiteY10" fmla="*/ 284131 h 349567"/>
                <a:gd name="connsiteX11" fmla="*/ 318421 w 442341"/>
                <a:gd name="connsiteY11" fmla="*/ 286226 h 349567"/>
                <a:gd name="connsiteX12" fmla="*/ 318421 w 442341"/>
                <a:gd name="connsiteY12" fmla="*/ 286893 h 349567"/>
                <a:gd name="connsiteX13" fmla="*/ 319278 w 442341"/>
                <a:gd name="connsiteY13" fmla="*/ 289370 h 349567"/>
                <a:gd name="connsiteX14" fmla="*/ 317182 w 442341"/>
                <a:gd name="connsiteY14" fmla="*/ 288893 h 349567"/>
                <a:gd name="connsiteX15" fmla="*/ 313087 w 442341"/>
                <a:gd name="connsiteY15" fmla="*/ 287941 h 349567"/>
                <a:gd name="connsiteX16" fmla="*/ 302800 w 442341"/>
                <a:gd name="connsiteY16" fmla="*/ 291179 h 349567"/>
                <a:gd name="connsiteX17" fmla="*/ 287274 w 442341"/>
                <a:gd name="connsiteY17" fmla="*/ 296037 h 349567"/>
                <a:gd name="connsiteX18" fmla="*/ 222980 w 442341"/>
                <a:gd name="connsiteY18" fmla="*/ 316230 h 349567"/>
                <a:gd name="connsiteX19" fmla="*/ 203549 w 442341"/>
                <a:gd name="connsiteY19" fmla="*/ 322421 h 349567"/>
                <a:gd name="connsiteX20" fmla="*/ 162306 w 442341"/>
                <a:gd name="connsiteY20" fmla="*/ 335566 h 349567"/>
                <a:gd name="connsiteX21" fmla="*/ 118110 w 442341"/>
                <a:gd name="connsiteY21" fmla="*/ 349568 h 349567"/>
                <a:gd name="connsiteX22" fmla="*/ 119634 w 442341"/>
                <a:gd name="connsiteY22" fmla="*/ 321469 h 349567"/>
                <a:gd name="connsiteX23" fmla="*/ 119824 w 442341"/>
                <a:gd name="connsiteY23" fmla="*/ 317659 h 349567"/>
                <a:gd name="connsiteX24" fmla="*/ 121158 w 442341"/>
                <a:gd name="connsiteY24" fmla="*/ 295466 h 349567"/>
                <a:gd name="connsiteX25" fmla="*/ 123444 w 442341"/>
                <a:gd name="connsiteY25" fmla="*/ 259080 h 349567"/>
                <a:gd name="connsiteX26" fmla="*/ 126778 w 442341"/>
                <a:gd name="connsiteY26" fmla="*/ 241363 h 349567"/>
                <a:gd name="connsiteX27" fmla="*/ 127349 w 442341"/>
                <a:gd name="connsiteY27" fmla="*/ 234410 h 349567"/>
                <a:gd name="connsiteX28" fmla="*/ 127921 w 442341"/>
                <a:gd name="connsiteY28" fmla="*/ 222123 h 349567"/>
                <a:gd name="connsiteX29" fmla="*/ 126873 w 442341"/>
                <a:gd name="connsiteY29" fmla="*/ 209550 h 349567"/>
                <a:gd name="connsiteX30" fmla="*/ 122872 w 442341"/>
                <a:gd name="connsiteY30" fmla="*/ 211265 h 349567"/>
                <a:gd name="connsiteX31" fmla="*/ 122301 w 442341"/>
                <a:gd name="connsiteY31" fmla="*/ 209836 h 349567"/>
                <a:gd name="connsiteX32" fmla="*/ 116681 w 442341"/>
                <a:gd name="connsiteY32" fmla="*/ 201073 h 349567"/>
                <a:gd name="connsiteX33" fmla="*/ 105918 w 442341"/>
                <a:gd name="connsiteY33" fmla="*/ 191643 h 349567"/>
                <a:gd name="connsiteX34" fmla="*/ 96203 w 442341"/>
                <a:gd name="connsiteY34" fmla="*/ 183547 h 349567"/>
                <a:gd name="connsiteX35" fmla="*/ 91154 w 442341"/>
                <a:gd name="connsiteY35" fmla="*/ 179356 h 349567"/>
                <a:gd name="connsiteX36" fmla="*/ 83629 w 442341"/>
                <a:gd name="connsiteY36" fmla="*/ 173165 h 349567"/>
                <a:gd name="connsiteX37" fmla="*/ 74866 w 442341"/>
                <a:gd name="connsiteY37" fmla="*/ 164497 h 349567"/>
                <a:gd name="connsiteX38" fmla="*/ 66675 w 442341"/>
                <a:gd name="connsiteY38" fmla="*/ 156401 h 349567"/>
                <a:gd name="connsiteX39" fmla="*/ 51816 w 442341"/>
                <a:gd name="connsiteY39" fmla="*/ 135350 h 349567"/>
                <a:gd name="connsiteX40" fmla="*/ 50578 w 442341"/>
                <a:gd name="connsiteY40" fmla="*/ 133541 h 349567"/>
                <a:gd name="connsiteX41" fmla="*/ 48578 w 442341"/>
                <a:gd name="connsiteY41" fmla="*/ 130588 h 349567"/>
                <a:gd name="connsiteX42" fmla="*/ 0 w 442341"/>
                <a:gd name="connsiteY42" fmla="*/ 60484 h 349567"/>
                <a:gd name="connsiteX43" fmla="*/ 74962 w 442341"/>
                <a:gd name="connsiteY43" fmla="*/ 18193 h 349567"/>
                <a:gd name="connsiteX44" fmla="*/ 121825 w 442341"/>
                <a:gd name="connsiteY44" fmla="*/ 6096 h 349567"/>
                <a:gd name="connsiteX45" fmla="*/ 122587 w 442341"/>
                <a:gd name="connsiteY45" fmla="*/ 5905 h 349567"/>
                <a:gd name="connsiteX46" fmla="*/ 150304 w 442341"/>
                <a:gd name="connsiteY46" fmla="*/ 0 h 349567"/>
                <a:gd name="connsiteX47" fmla="*/ 241078 w 442341"/>
                <a:gd name="connsiteY47" fmla="*/ 35243 h 349567"/>
                <a:gd name="connsiteX48" fmla="*/ 294608 w 442341"/>
                <a:gd name="connsiteY48" fmla="*/ 56007 h 349567"/>
                <a:gd name="connsiteX49" fmla="*/ 298037 w 442341"/>
                <a:gd name="connsiteY49" fmla="*/ 57341 h 349567"/>
                <a:gd name="connsiteX50" fmla="*/ 319468 w 442341"/>
                <a:gd name="connsiteY50" fmla="*/ 66008 h 349567"/>
                <a:gd name="connsiteX51" fmla="*/ 442341 w 442341"/>
                <a:gd name="connsiteY51" fmla="*/ 115348 h 34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42341" h="349567">
                  <a:moveTo>
                    <a:pt x="442341" y="115348"/>
                  </a:moveTo>
                  <a:lnTo>
                    <a:pt x="406622" y="204788"/>
                  </a:lnTo>
                  <a:lnTo>
                    <a:pt x="402907" y="214122"/>
                  </a:lnTo>
                  <a:lnTo>
                    <a:pt x="367284" y="205740"/>
                  </a:lnTo>
                  <a:lnTo>
                    <a:pt x="356045" y="202787"/>
                  </a:lnTo>
                  <a:lnTo>
                    <a:pt x="348710" y="200787"/>
                  </a:lnTo>
                  <a:lnTo>
                    <a:pt x="337471" y="225647"/>
                  </a:lnTo>
                  <a:lnTo>
                    <a:pt x="325945" y="257937"/>
                  </a:lnTo>
                  <a:lnTo>
                    <a:pt x="322040" y="268796"/>
                  </a:lnTo>
                  <a:lnTo>
                    <a:pt x="318325" y="279178"/>
                  </a:lnTo>
                  <a:lnTo>
                    <a:pt x="318325" y="284131"/>
                  </a:lnTo>
                  <a:lnTo>
                    <a:pt x="318421" y="286226"/>
                  </a:lnTo>
                  <a:lnTo>
                    <a:pt x="318421" y="286893"/>
                  </a:lnTo>
                  <a:lnTo>
                    <a:pt x="319278" y="289370"/>
                  </a:lnTo>
                  <a:lnTo>
                    <a:pt x="317182" y="288893"/>
                  </a:lnTo>
                  <a:lnTo>
                    <a:pt x="313087" y="287941"/>
                  </a:lnTo>
                  <a:lnTo>
                    <a:pt x="302800" y="291179"/>
                  </a:lnTo>
                  <a:lnTo>
                    <a:pt x="287274" y="296037"/>
                  </a:lnTo>
                  <a:lnTo>
                    <a:pt x="222980" y="316230"/>
                  </a:lnTo>
                  <a:lnTo>
                    <a:pt x="203549" y="322421"/>
                  </a:lnTo>
                  <a:lnTo>
                    <a:pt x="162306" y="335566"/>
                  </a:lnTo>
                  <a:lnTo>
                    <a:pt x="118110" y="349568"/>
                  </a:lnTo>
                  <a:lnTo>
                    <a:pt x="119634" y="321469"/>
                  </a:lnTo>
                  <a:lnTo>
                    <a:pt x="119824" y="317659"/>
                  </a:lnTo>
                  <a:lnTo>
                    <a:pt x="121158" y="295466"/>
                  </a:lnTo>
                  <a:lnTo>
                    <a:pt x="123444" y="259080"/>
                  </a:lnTo>
                  <a:lnTo>
                    <a:pt x="126778" y="241363"/>
                  </a:lnTo>
                  <a:lnTo>
                    <a:pt x="127349" y="234410"/>
                  </a:lnTo>
                  <a:lnTo>
                    <a:pt x="127921" y="222123"/>
                  </a:lnTo>
                  <a:lnTo>
                    <a:pt x="126873" y="209550"/>
                  </a:lnTo>
                  <a:lnTo>
                    <a:pt x="122872" y="211265"/>
                  </a:lnTo>
                  <a:lnTo>
                    <a:pt x="122301" y="209836"/>
                  </a:lnTo>
                  <a:lnTo>
                    <a:pt x="116681" y="201073"/>
                  </a:lnTo>
                  <a:lnTo>
                    <a:pt x="105918" y="191643"/>
                  </a:lnTo>
                  <a:lnTo>
                    <a:pt x="96203" y="183547"/>
                  </a:lnTo>
                  <a:lnTo>
                    <a:pt x="91154" y="179356"/>
                  </a:lnTo>
                  <a:lnTo>
                    <a:pt x="83629" y="173165"/>
                  </a:lnTo>
                  <a:lnTo>
                    <a:pt x="74866" y="164497"/>
                  </a:lnTo>
                  <a:lnTo>
                    <a:pt x="66675" y="156401"/>
                  </a:lnTo>
                  <a:lnTo>
                    <a:pt x="51816" y="135350"/>
                  </a:lnTo>
                  <a:lnTo>
                    <a:pt x="50578" y="133541"/>
                  </a:lnTo>
                  <a:lnTo>
                    <a:pt x="48578" y="130588"/>
                  </a:lnTo>
                  <a:lnTo>
                    <a:pt x="0" y="60484"/>
                  </a:lnTo>
                  <a:lnTo>
                    <a:pt x="74962" y="18193"/>
                  </a:lnTo>
                  <a:lnTo>
                    <a:pt x="121825" y="6096"/>
                  </a:lnTo>
                  <a:lnTo>
                    <a:pt x="122587" y="5905"/>
                  </a:lnTo>
                  <a:lnTo>
                    <a:pt x="150304" y="0"/>
                  </a:lnTo>
                  <a:lnTo>
                    <a:pt x="241078" y="35243"/>
                  </a:lnTo>
                  <a:lnTo>
                    <a:pt x="294608" y="56007"/>
                  </a:lnTo>
                  <a:lnTo>
                    <a:pt x="298037" y="57341"/>
                  </a:lnTo>
                  <a:lnTo>
                    <a:pt x="319468" y="66008"/>
                  </a:lnTo>
                  <a:lnTo>
                    <a:pt x="442341" y="11534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82" name="서울특별시 강남구 청담동">
              <a:extLst>
                <a:ext uri="{FF2B5EF4-FFF2-40B4-BE49-F238E27FC236}">
                  <a16:creationId xmlns:a16="http://schemas.microsoft.com/office/drawing/2014/main" id="{ACCC6DBD-9776-A713-5E96-C0A10DE188BD}"/>
                </a:ext>
              </a:extLst>
            </p:cNvPr>
            <p:cNvSpPr/>
            <p:nvPr/>
          </p:nvSpPr>
          <p:spPr>
            <a:xfrm>
              <a:off x="7278147" y="4017264"/>
              <a:ext cx="473964" cy="276415"/>
            </a:xfrm>
            <a:custGeom>
              <a:avLst/>
              <a:gdLst>
                <a:gd name="connsiteX0" fmla="*/ 316230 w 473964"/>
                <a:gd name="connsiteY0" fmla="*/ 62579 h 276415"/>
                <a:gd name="connsiteX1" fmla="*/ 383000 w 473964"/>
                <a:gd name="connsiteY1" fmla="*/ 91154 h 276415"/>
                <a:gd name="connsiteX2" fmla="*/ 473964 w 473964"/>
                <a:gd name="connsiteY2" fmla="*/ 125921 h 276415"/>
                <a:gd name="connsiteX3" fmla="*/ 413671 w 473964"/>
                <a:gd name="connsiteY3" fmla="*/ 188785 h 276415"/>
                <a:gd name="connsiteX4" fmla="*/ 406527 w 473964"/>
                <a:gd name="connsiteY4" fmla="*/ 196215 h 276415"/>
                <a:gd name="connsiteX5" fmla="*/ 389763 w 473964"/>
                <a:gd name="connsiteY5" fmla="*/ 204597 h 276415"/>
                <a:gd name="connsiteX6" fmla="*/ 388715 w 473964"/>
                <a:gd name="connsiteY6" fmla="*/ 205168 h 276415"/>
                <a:gd name="connsiteX7" fmla="*/ 384334 w 473964"/>
                <a:gd name="connsiteY7" fmla="*/ 206692 h 276415"/>
                <a:gd name="connsiteX8" fmla="*/ 357283 w 473964"/>
                <a:gd name="connsiteY8" fmla="*/ 216122 h 276415"/>
                <a:gd name="connsiteX9" fmla="*/ 349472 w 473964"/>
                <a:gd name="connsiteY9" fmla="*/ 218884 h 276415"/>
                <a:gd name="connsiteX10" fmla="*/ 347758 w 473964"/>
                <a:gd name="connsiteY10" fmla="*/ 219456 h 276415"/>
                <a:gd name="connsiteX11" fmla="*/ 343662 w 473964"/>
                <a:gd name="connsiteY11" fmla="*/ 220885 h 276415"/>
                <a:gd name="connsiteX12" fmla="*/ 338042 w 473964"/>
                <a:gd name="connsiteY12" fmla="*/ 222790 h 276415"/>
                <a:gd name="connsiteX13" fmla="*/ 329755 w 473964"/>
                <a:gd name="connsiteY13" fmla="*/ 225552 h 276415"/>
                <a:gd name="connsiteX14" fmla="*/ 324041 w 473964"/>
                <a:gd name="connsiteY14" fmla="*/ 226695 h 276415"/>
                <a:gd name="connsiteX15" fmla="*/ 309944 w 473964"/>
                <a:gd name="connsiteY15" fmla="*/ 229552 h 276415"/>
                <a:gd name="connsiteX16" fmla="*/ 217647 w 473964"/>
                <a:gd name="connsiteY16" fmla="*/ 245650 h 276415"/>
                <a:gd name="connsiteX17" fmla="*/ 202121 w 473964"/>
                <a:gd name="connsiteY17" fmla="*/ 248317 h 276415"/>
                <a:gd name="connsiteX18" fmla="*/ 38386 w 473964"/>
                <a:gd name="connsiteY18" fmla="*/ 276415 h 276415"/>
                <a:gd name="connsiteX19" fmla="*/ 953 w 473964"/>
                <a:gd name="connsiteY19" fmla="*/ 174879 h 276415"/>
                <a:gd name="connsiteX20" fmla="*/ 95 w 473964"/>
                <a:gd name="connsiteY20" fmla="*/ 172402 h 276415"/>
                <a:gd name="connsiteX21" fmla="*/ 95 w 473964"/>
                <a:gd name="connsiteY21" fmla="*/ 171736 h 276415"/>
                <a:gd name="connsiteX22" fmla="*/ 0 w 473964"/>
                <a:gd name="connsiteY22" fmla="*/ 169640 h 276415"/>
                <a:gd name="connsiteX23" fmla="*/ 0 w 473964"/>
                <a:gd name="connsiteY23" fmla="*/ 164687 h 276415"/>
                <a:gd name="connsiteX24" fmla="*/ 3715 w 473964"/>
                <a:gd name="connsiteY24" fmla="*/ 154305 h 276415"/>
                <a:gd name="connsiteX25" fmla="*/ 7620 w 473964"/>
                <a:gd name="connsiteY25" fmla="*/ 143446 h 276415"/>
                <a:gd name="connsiteX26" fmla="*/ 19145 w 473964"/>
                <a:gd name="connsiteY26" fmla="*/ 111157 h 276415"/>
                <a:gd name="connsiteX27" fmla="*/ 30385 w 473964"/>
                <a:gd name="connsiteY27" fmla="*/ 86296 h 276415"/>
                <a:gd name="connsiteX28" fmla="*/ 37719 w 473964"/>
                <a:gd name="connsiteY28" fmla="*/ 88297 h 276415"/>
                <a:gd name="connsiteX29" fmla="*/ 48959 w 473964"/>
                <a:gd name="connsiteY29" fmla="*/ 91249 h 276415"/>
                <a:gd name="connsiteX30" fmla="*/ 84582 w 473964"/>
                <a:gd name="connsiteY30" fmla="*/ 99631 h 276415"/>
                <a:gd name="connsiteX31" fmla="*/ 88297 w 473964"/>
                <a:gd name="connsiteY31" fmla="*/ 90297 h 276415"/>
                <a:gd name="connsiteX32" fmla="*/ 124016 w 473964"/>
                <a:gd name="connsiteY32" fmla="*/ 857 h 276415"/>
                <a:gd name="connsiteX33" fmla="*/ 180118 w 473964"/>
                <a:gd name="connsiteY33" fmla="*/ 0 h 276415"/>
                <a:gd name="connsiteX34" fmla="*/ 316230 w 473964"/>
                <a:gd name="connsiteY34" fmla="*/ 62579 h 2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3964" h="276415">
                  <a:moveTo>
                    <a:pt x="316230" y="62579"/>
                  </a:moveTo>
                  <a:lnTo>
                    <a:pt x="383000" y="91154"/>
                  </a:lnTo>
                  <a:lnTo>
                    <a:pt x="473964" y="125921"/>
                  </a:lnTo>
                  <a:lnTo>
                    <a:pt x="413671" y="188785"/>
                  </a:lnTo>
                  <a:lnTo>
                    <a:pt x="406527" y="196215"/>
                  </a:lnTo>
                  <a:lnTo>
                    <a:pt x="389763" y="204597"/>
                  </a:lnTo>
                  <a:lnTo>
                    <a:pt x="388715" y="205168"/>
                  </a:lnTo>
                  <a:lnTo>
                    <a:pt x="384334" y="206692"/>
                  </a:lnTo>
                  <a:lnTo>
                    <a:pt x="357283" y="216122"/>
                  </a:lnTo>
                  <a:lnTo>
                    <a:pt x="349472" y="218884"/>
                  </a:lnTo>
                  <a:lnTo>
                    <a:pt x="347758" y="219456"/>
                  </a:lnTo>
                  <a:lnTo>
                    <a:pt x="343662" y="220885"/>
                  </a:lnTo>
                  <a:lnTo>
                    <a:pt x="338042" y="222790"/>
                  </a:lnTo>
                  <a:lnTo>
                    <a:pt x="329755" y="225552"/>
                  </a:lnTo>
                  <a:lnTo>
                    <a:pt x="324041" y="226695"/>
                  </a:lnTo>
                  <a:lnTo>
                    <a:pt x="309944" y="229552"/>
                  </a:lnTo>
                  <a:lnTo>
                    <a:pt x="217647" y="245650"/>
                  </a:lnTo>
                  <a:lnTo>
                    <a:pt x="202121" y="248317"/>
                  </a:lnTo>
                  <a:lnTo>
                    <a:pt x="38386" y="276415"/>
                  </a:lnTo>
                  <a:lnTo>
                    <a:pt x="953" y="174879"/>
                  </a:lnTo>
                  <a:lnTo>
                    <a:pt x="95" y="172402"/>
                  </a:lnTo>
                  <a:lnTo>
                    <a:pt x="95" y="171736"/>
                  </a:lnTo>
                  <a:lnTo>
                    <a:pt x="0" y="169640"/>
                  </a:lnTo>
                  <a:lnTo>
                    <a:pt x="0" y="164687"/>
                  </a:lnTo>
                  <a:lnTo>
                    <a:pt x="3715" y="154305"/>
                  </a:lnTo>
                  <a:lnTo>
                    <a:pt x="7620" y="143446"/>
                  </a:lnTo>
                  <a:lnTo>
                    <a:pt x="19145" y="111157"/>
                  </a:lnTo>
                  <a:lnTo>
                    <a:pt x="30385" y="86296"/>
                  </a:lnTo>
                  <a:lnTo>
                    <a:pt x="37719" y="88297"/>
                  </a:lnTo>
                  <a:lnTo>
                    <a:pt x="48959" y="91249"/>
                  </a:lnTo>
                  <a:lnTo>
                    <a:pt x="84582" y="99631"/>
                  </a:lnTo>
                  <a:lnTo>
                    <a:pt x="88297" y="90297"/>
                  </a:lnTo>
                  <a:lnTo>
                    <a:pt x="124016" y="857"/>
                  </a:lnTo>
                  <a:lnTo>
                    <a:pt x="180118" y="0"/>
                  </a:lnTo>
                  <a:lnTo>
                    <a:pt x="316230" y="6257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3" name="서울특별시 강남구 대치2동">
              <a:extLst>
                <a:ext uri="{FF2B5EF4-FFF2-40B4-BE49-F238E27FC236}">
                  <a16:creationId xmlns:a16="http://schemas.microsoft.com/office/drawing/2014/main" id="{92367001-CAFE-B059-82FF-768D2FC83002}"/>
                </a:ext>
              </a:extLst>
            </p:cNvPr>
            <p:cNvSpPr/>
            <p:nvPr/>
          </p:nvSpPr>
          <p:spPr>
            <a:xfrm>
              <a:off x="7596663" y="4420933"/>
              <a:ext cx="340804" cy="366426"/>
            </a:xfrm>
            <a:custGeom>
              <a:avLst/>
              <a:gdLst>
                <a:gd name="connsiteX0" fmla="*/ 219551 w 340804"/>
                <a:gd name="connsiteY0" fmla="*/ 5143 h 366426"/>
                <a:gd name="connsiteX1" fmla="*/ 230791 w 340804"/>
                <a:gd name="connsiteY1" fmla="*/ 69532 h 366426"/>
                <a:gd name="connsiteX2" fmla="*/ 236030 w 340804"/>
                <a:gd name="connsiteY2" fmla="*/ 88773 h 366426"/>
                <a:gd name="connsiteX3" fmla="*/ 237744 w 340804"/>
                <a:gd name="connsiteY3" fmla="*/ 94964 h 366426"/>
                <a:gd name="connsiteX4" fmla="*/ 241173 w 340804"/>
                <a:gd name="connsiteY4" fmla="*/ 99250 h 366426"/>
                <a:gd name="connsiteX5" fmla="*/ 241554 w 340804"/>
                <a:gd name="connsiteY5" fmla="*/ 99822 h 366426"/>
                <a:gd name="connsiteX6" fmla="*/ 263271 w 340804"/>
                <a:gd name="connsiteY6" fmla="*/ 122682 h 366426"/>
                <a:gd name="connsiteX7" fmla="*/ 286321 w 340804"/>
                <a:gd name="connsiteY7" fmla="*/ 138970 h 366426"/>
                <a:gd name="connsiteX8" fmla="*/ 289465 w 340804"/>
                <a:gd name="connsiteY8" fmla="*/ 141160 h 366426"/>
                <a:gd name="connsiteX9" fmla="*/ 294037 w 340804"/>
                <a:gd name="connsiteY9" fmla="*/ 144399 h 366426"/>
                <a:gd name="connsiteX10" fmla="*/ 298895 w 340804"/>
                <a:gd name="connsiteY10" fmla="*/ 147828 h 366426"/>
                <a:gd name="connsiteX11" fmla="*/ 340805 w 340804"/>
                <a:gd name="connsiteY11" fmla="*/ 164687 h 366426"/>
                <a:gd name="connsiteX12" fmla="*/ 325660 w 340804"/>
                <a:gd name="connsiteY12" fmla="*/ 181070 h 366426"/>
                <a:gd name="connsiteX13" fmla="*/ 315087 w 340804"/>
                <a:gd name="connsiteY13" fmla="*/ 207073 h 366426"/>
                <a:gd name="connsiteX14" fmla="*/ 316992 w 340804"/>
                <a:gd name="connsiteY14" fmla="*/ 213074 h 366426"/>
                <a:gd name="connsiteX15" fmla="*/ 317088 w 340804"/>
                <a:gd name="connsiteY15" fmla="*/ 213931 h 366426"/>
                <a:gd name="connsiteX16" fmla="*/ 318707 w 340804"/>
                <a:gd name="connsiteY16" fmla="*/ 225838 h 366426"/>
                <a:gd name="connsiteX17" fmla="*/ 318897 w 340804"/>
                <a:gd name="connsiteY17" fmla="*/ 227266 h 366426"/>
                <a:gd name="connsiteX18" fmla="*/ 319278 w 340804"/>
                <a:gd name="connsiteY18" fmla="*/ 232315 h 366426"/>
                <a:gd name="connsiteX19" fmla="*/ 318135 w 340804"/>
                <a:gd name="connsiteY19" fmla="*/ 246793 h 366426"/>
                <a:gd name="connsiteX20" fmla="*/ 315944 w 340804"/>
                <a:gd name="connsiteY20" fmla="*/ 255651 h 366426"/>
                <a:gd name="connsiteX21" fmla="*/ 311087 w 340804"/>
                <a:gd name="connsiteY21" fmla="*/ 275368 h 366426"/>
                <a:gd name="connsiteX22" fmla="*/ 310515 w 340804"/>
                <a:gd name="connsiteY22" fmla="*/ 276225 h 366426"/>
                <a:gd name="connsiteX23" fmla="*/ 309944 w 340804"/>
                <a:gd name="connsiteY23" fmla="*/ 277082 h 366426"/>
                <a:gd name="connsiteX24" fmla="*/ 307848 w 340804"/>
                <a:gd name="connsiteY24" fmla="*/ 280511 h 366426"/>
                <a:gd name="connsiteX25" fmla="*/ 306134 w 340804"/>
                <a:gd name="connsiteY25" fmla="*/ 283178 h 366426"/>
                <a:gd name="connsiteX26" fmla="*/ 303466 w 340804"/>
                <a:gd name="connsiteY26" fmla="*/ 285750 h 366426"/>
                <a:gd name="connsiteX27" fmla="*/ 285655 w 340804"/>
                <a:gd name="connsiteY27" fmla="*/ 302990 h 366426"/>
                <a:gd name="connsiteX28" fmla="*/ 274511 w 340804"/>
                <a:gd name="connsiteY28" fmla="*/ 312896 h 366426"/>
                <a:gd name="connsiteX29" fmla="*/ 214599 w 340804"/>
                <a:gd name="connsiteY29" fmla="*/ 349377 h 366426"/>
                <a:gd name="connsiteX30" fmla="*/ 204978 w 340804"/>
                <a:gd name="connsiteY30" fmla="*/ 354139 h 366426"/>
                <a:gd name="connsiteX31" fmla="*/ 201644 w 340804"/>
                <a:gd name="connsiteY31" fmla="*/ 355759 h 366426"/>
                <a:gd name="connsiteX32" fmla="*/ 190595 w 340804"/>
                <a:gd name="connsiteY32" fmla="*/ 359664 h 366426"/>
                <a:gd name="connsiteX33" fmla="*/ 189833 w 340804"/>
                <a:gd name="connsiteY33" fmla="*/ 359855 h 366426"/>
                <a:gd name="connsiteX34" fmla="*/ 176594 w 340804"/>
                <a:gd name="connsiteY34" fmla="*/ 363188 h 366426"/>
                <a:gd name="connsiteX35" fmla="*/ 175070 w 340804"/>
                <a:gd name="connsiteY35" fmla="*/ 363569 h 366426"/>
                <a:gd name="connsiteX36" fmla="*/ 160211 w 340804"/>
                <a:gd name="connsiteY36" fmla="*/ 366426 h 366426"/>
                <a:gd name="connsiteX37" fmla="*/ 99917 w 340804"/>
                <a:gd name="connsiteY37" fmla="*/ 250698 h 366426"/>
                <a:gd name="connsiteX38" fmla="*/ 75533 w 340804"/>
                <a:gd name="connsiteY38" fmla="*/ 206883 h 366426"/>
                <a:gd name="connsiteX39" fmla="*/ 0 w 340804"/>
                <a:gd name="connsiteY39" fmla="*/ 62198 h 366426"/>
                <a:gd name="connsiteX40" fmla="*/ 68961 w 340804"/>
                <a:gd name="connsiteY40" fmla="*/ 41053 h 366426"/>
                <a:gd name="connsiteX41" fmla="*/ 178689 w 340804"/>
                <a:gd name="connsiteY41" fmla="*/ 6286 h 366426"/>
                <a:gd name="connsiteX42" fmla="*/ 193453 w 340804"/>
                <a:gd name="connsiteY42" fmla="*/ 3619 h 366426"/>
                <a:gd name="connsiteX43" fmla="*/ 213360 w 340804"/>
                <a:gd name="connsiteY43" fmla="*/ 0 h 366426"/>
                <a:gd name="connsiteX44" fmla="*/ 219551 w 340804"/>
                <a:gd name="connsiteY44" fmla="*/ 5143 h 36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40804" h="366426">
                  <a:moveTo>
                    <a:pt x="219551" y="5143"/>
                  </a:moveTo>
                  <a:lnTo>
                    <a:pt x="230791" y="69532"/>
                  </a:lnTo>
                  <a:lnTo>
                    <a:pt x="236030" y="88773"/>
                  </a:lnTo>
                  <a:lnTo>
                    <a:pt x="237744" y="94964"/>
                  </a:lnTo>
                  <a:lnTo>
                    <a:pt x="241173" y="99250"/>
                  </a:lnTo>
                  <a:lnTo>
                    <a:pt x="241554" y="99822"/>
                  </a:lnTo>
                  <a:lnTo>
                    <a:pt x="263271" y="122682"/>
                  </a:lnTo>
                  <a:lnTo>
                    <a:pt x="286321" y="138970"/>
                  </a:lnTo>
                  <a:lnTo>
                    <a:pt x="289465" y="141160"/>
                  </a:lnTo>
                  <a:lnTo>
                    <a:pt x="294037" y="144399"/>
                  </a:lnTo>
                  <a:lnTo>
                    <a:pt x="298895" y="147828"/>
                  </a:lnTo>
                  <a:lnTo>
                    <a:pt x="340805" y="164687"/>
                  </a:lnTo>
                  <a:lnTo>
                    <a:pt x="325660" y="181070"/>
                  </a:lnTo>
                  <a:lnTo>
                    <a:pt x="315087" y="207073"/>
                  </a:lnTo>
                  <a:lnTo>
                    <a:pt x="316992" y="213074"/>
                  </a:lnTo>
                  <a:lnTo>
                    <a:pt x="317088" y="213931"/>
                  </a:lnTo>
                  <a:lnTo>
                    <a:pt x="318707" y="225838"/>
                  </a:lnTo>
                  <a:lnTo>
                    <a:pt x="318897" y="227266"/>
                  </a:lnTo>
                  <a:lnTo>
                    <a:pt x="319278" y="232315"/>
                  </a:lnTo>
                  <a:lnTo>
                    <a:pt x="318135" y="246793"/>
                  </a:lnTo>
                  <a:lnTo>
                    <a:pt x="315944" y="255651"/>
                  </a:lnTo>
                  <a:lnTo>
                    <a:pt x="311087" y="275368"/>
                  </a:lnTo>
                  <a:lnTo>
                    <a:pt x="310515" y="276225"/>
                  </a:lnTo>
                  <a:lnTo>
                    <a:pt x="309944" y="277082"/>
                  </a:lnTo>
                  <a:lnTo>
                    <a:pt x="307848" y="280511"/>
                  </a:lnTo>
                  <a:lnTo>
                    <a:pt x="306134" y="283178"/>
                  </a:lnTo>
                  <a:lnTo>
                    <a:pt x="303466" y="285750"/>
                  </a:lnTo>
                  <a:lnTo>
                    <a:pt x="285655" y="302990"/>
                  </a:lnTo>
                  <a:lnTo>
                    <a:pt x="274511" y="312896"/>
                  </a:lnTo>
                  <a:lnTo>
                    <a:pt x="214599" y="349377"/>
                  </a:lnTo>
                  <a:lnTo>
                    <a:pt x="204978" y="354139"/>
                  </a:lnTo>
                  <a:lnTo>
                    <a:pt x="201644" y="355759"/>
                  </a:lnTo>
                  <a:lnTo>
                    <a:pt x="190595" y="359664"/>
                  </a:lnTo>
                  <a:lnTo>
                    <a:pt x="189833" y="359855"/>
                  </a:lnTo>
                  <a:lnTo>
                    <a:pt x="176594" y="363188"/>
                  </a:lnTo>
                  <a:lnTo>
                    <a:pt x="175070" y="363569"/>
                  </a:lnTo>
                  <a:lnTo>
                    <a:pt x="160211" y="366426"/>
                  </a:lnTo>
                  <a:lnTo>
                    <a:pt x="99917" y="250698"/>
                  </a:lnTo>
                  <a:lnTo>
                    <a:pt x="75533" y="206883"/>
                  </a:lnTo>
                  <a:lnTo>
                    <a:pt x="0" y="62198"/>
                  </a:lnTo>
                  <a:lnTo>
                    <a:pt x="68961" y="41053"/>
                  </a:lnTo>
                  <a:lnTo>
                    <a:pt x="178689" y="6286"/>
                  </a:lnTo>
                  <a:lnTo>
                    <a:pt x="193453" y="3619"/>
                  </a:lnTo>
                  <a:lnTo>
                    <a:pt x="213360" y="0"/>
                  </a:lnTo>
                  <a:lnTo>
                    <a:pt x="219551" y="514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4" name="서울특별시 강남구 개포2동">
              <a:extLst>
                <a:ext uri="{FF2B5EF4-FFF2-40B4-BE49-F238E27FC236}">
                  <a16:creationId xmlns:a16="http://schemas.microsoft.com/office/drawing/2014/main" id="{17616C7B-ADB8-58A7-F704-B49354873099}"/>
                </a:ext>
              </a:extLst>
            </p:cNvPr>
            <p:cNvSpPr/>
            <p:nvPr/>
          </p:nvSpPr>
          <p:spPr>
            <a:xfrm>
              <a:off x="7593520" y="4733829"/>
              <a:ext cx="390144" cy="253079"/>
            </a:xfrm>
            <a:custGeom>
              <a:avLst/>
              <a:gdLst>
                <a:gd name="connsiteX0" fmla="*/ 379476 w 390144"/>
                <a:gd name="connsiteY0" fmla="*/ 106966 h 253079"/>
                <a:gd name="connsiteX1" fmla="*/ 360617 w 390144"/>
                <a:gd name="connsiteY1" fmla="*/ 168974 h 253079"/>
                <a:gd name="connsiteX2" fmla="*/ 345758 w 390144"/>
                <a:gd name="connsiteY2" fmla="*/ 125635 h 253079"/>
                <a:gd name="connsiteX3" fmla="*/ 344615 w 390144"/>
                <a:gd name="connsiteY3" fmla="*/ 123730 h 253079"/>
                <a:gd name="connsiteX4" fmla="*/ 320516 w 390144"/>
                <a:gd name="connsiteY4" fmla="*/ 141446 h 253079"/>
                <a:gd name="connsiteX5" fmla="*/ 289084 w 390144"/>
                <a:gd name="connsiteY5" fmla="*/ 164497 h 253079"/>
                <a:gd name="connsiteX6" fmla="*/ 252985 w 390144"/>
                <a:gd name="connsiteY6" fmla="*/ 190881 h 253079"/>
                <a:gd name="connsiteX7" fmla="*/ 251651 w 390144"/>
                <a:gd name="connsiteY7" fmla="*/ 191738 h 253079"/>
                <a:gd name="connsiteX8" fmla="*/ 200311 w 390144"/>
                <a:gd name="connsiteY8" fmla="*/ 222790 h 253079"/>
                <a:gd name="connsiteX9" fmla="*/ 150305 w 390144"/>
                <a:gd name="connsiteY9" fmla="*/ 253079 h 253079"/>
                <a:gd name="connsiteX10" fmla="*/ 149066 w 390144"/>
                <a:gd name="connsiteY10" fmla="*/ 250793 h 253079"/>
                <a:gd name="connsiteX11" fmla="*/ 26861 w 390144"/>
                <a:gd name="connsiteY11" fmla="*/ 148780 h 253079"/>
                <a:gd name="connsiteX12" fmla="*/ 20384 w 390144"/>
                <a:gd name="connsiteY12" fmla="*/ 139732 h 253079"/>
                <a:gd name="connsiteX13" fmla="*/ 16764 w 390144"/>
                <a:gd name="connsiteY13" fmla="*/ 134588 h 253079"/>
                <a:gd name="connsiteX14" fmla="*/ 6287 w 390144"/>
                <a:gd name="connsiteY14" fmla="*/ 118491 h 253079"/>
                <a:gd name="connsiteX15" fmla="*/ 5525 w 390144"/>
                <a:gd name="connsiteY15" fmla="*/ 117348 h 253079"/>
                <a:gd name="connsiteX16" fmla="*/ 0 w 390144"/>
                <a:gd name="connsiteY16" fmla="*/ 97250 h 253079"/>
                <a:gd name="connsiteX17" fmla="*/ 762 w 390144"/>
                <a:gd name="connsiteY17" fmla="*/ 96869 h 253079"/>
                <a:gd name="connsiteX18" fmla="*/ 25051 w 390144"/>
                <a:gd name="connsiteY18" fmla="*/ 84106 h 253079"/>
                <a:gd name="connsiteX19" fmla="*/ 41339 w 390144"/>
                <a:gd name="connsiteY19" fmla="*/ 77534 h 253079"/>
                <a:gd name="connsiteX20" fmla="*/ 48769 w 390144"/>
                <a:gd name="connsiteY20" fmla="*/ 75629 h 253079"/>
                <a:gd name="connsiteX21" fmla="*/ 49911 w 390144"/>
                <a:gd name="connsiteY21" fmla="*/ 75343 h 253079"/>
                <a:gd name="connsiteX22" fmla="*/ 52102 w 390144"/>
                <a:gd name="connsiteY22" fmla="*/ 74771 h 253079"/>
                <a:gd name="connsiteX23" fmla="*/ 62865 w 390144"/>
                <a:gd name="connsiteY23" fmla="*/ 72295 h 253079"/>
                <a:gd name="connsiteX24" fmla="*/ 99727 w 390144"/>
                <a:gd name="connsiteY24" fmla="*/ 65342 h 253079"/>
                <a:gd name="connsiteX25" fmla="*/ 163354 w 390144"/>
                <a:gd name="connsiteY25" fmla="*/ 53530 h 253079"/>
                <a:gd name="connsiteX26" fmla="*/ 178213 w 390144"/>
                <a:gd name="connsiteY26" fmla="*/ 50673 h 253079"/>
                <a:gd name="connsiteX27" fmla="*/ 179737 w 390144"/>
                <a:gd name="connsiteY27" fmla="*/ 50292 h 253079"/>
                <a:gd name="connsiteX28" fmla="*/ 192977 w 390144"/>
                <a:gd name="connsiteY28" fmla="*/ 46958 h 253079"/>
                <a:gd name="connsiteX29" fmla="*/ 193739 w 390144"/>
                <a:gd name="connsiteY29" fmla="*/ 46768 h 253079"/>
                <a:gd name="connsiteX30" fmla="*/ 204788 w 390144"/>
                <a:gd name="connsiteY30" fmla="*/ 42863 h 253079"/>
                <a:gd name="connsiteX31" fmla="*/ 208122 w 390144"/>
                <a:gd name="connsiteY31" fmla="*/ 41243 h 253079"/>
                <a:gd name="connsiteX32" fmla="*/ 217742 w 390144"/>
                <a:gd name="connsiteY32" fmla="*/ 36481 h 253079"/>
                <a:gd name="connsiteX33" fmla="*/ 277654 w 390144"/>
                <a:gd name="connsiteY33" fmla="*/ 0 h 253079"/>
                <a:gd name="connsiteX34" fmla="*/ 287941 w 390144"/>
                <a:gd name="connsiteY34" fmla="*/ 30385 h 253079"/>
                <a:gd name="connsiteX35" fmla="*/ 294799 w 390144"/>
                <a:gd name="connsiteY35" fmla="*/ 31052 h 253079"/>
                <a:gd name="connsiteX36" fmla="*/ 334995 w 390144"/>
                <a:gd name="connsiteY36" fmla="*/ 17431 h 253079"/>
                <a:gd name="connsiteX37" fmla="*/ 334042 w 390144"/>
                <a:gd name="connsiteY37" fmla="*/ 15430 h 253079"/>
                <a:gd name="connsiteX38" fmla="*/ 342995 w 390144"/>
                <a:gd name="connsiteY38" fmla="*/ 12478 h 253079"/>
                <a:gd name="connsiteX39" fmla="*/ 356902 w 390144"/>
                <a:gd name="connsiteY39" fmla="*/ 7906 h 253079"/>
                <a:gd name="connsiteX40" fmla="*/ 362236 w 390144"/>
                <a:gd name="connsiteY40" fmla="*/ 18479 h 253079"/>
                <a:gd name="connsiteX41" fmla="*/ 375095 w 390144"/>
                <a:gd name="connsiteY41" fmla="*/ 44196 h 253079"/>
                <a:gd name="connsiteX42" fmla="*/ 390144 w 390144"/>
                <a:gd name="connsiteY42" fmla="*/ 93440 h 253079"/>
                <a:gd name="connsiteX43" fmla="*/ 379476 w 390144"/>
                <a:gd name="connsiteY43" fmla="*/ 106966 h 25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90144" h="253079">
                  <a:moveTo>
                    <a:pt x="379476" y="106966"/>
                  </a:moveTo>
                  <a:lnTo>
                    <a:pt x="360617" y="168974"/>
                  </a:lnTo>
                  <a:lnTo>
                    <a:pt x="345758" y="125635"/>
                  </a:lnTo>
                  <a:lnTo>
                    <a:pt x="344615" y="123730"/>
                  </a:lnTo>
                  <a:lnTo>
                    <a:pt x="320516" y="141446"/>
                  </a:lnTo>
                  <a:lnTo>
                    <a:pt x="289084" y="164497"/>
                  </a:lnTo>
                  <a:lnTo>
                    <a:pt x="252985" y="190881"/>
                  </a:lnTo>
                  <a:lnTo>
                    <a:pt x="251651" y="191738"/>
                  </a:lnTo>
                  <a:lnTo>
                    <a:pt x="200311" y="222790"/>
                  </a:lnTo>
                  <a:lnTo>
                    <a:pt x="150305" y="253079"/>
                  </a:lnTo>
                  <a:lnTo>
                    <a:pt x="149066" y="250793"/>
                  </a:lnTo>
                  <a:lnTo>
                    <a:pt x="26861" y="148780"/>
                  </a:lnTo>
                  <a:lnTo>
                    <a:pt x="20384" y="139732"/>
                  </a:lnTo>
                  <a:lnTo>
                    <a:pt x="16764" y="134588"/>
                  </a:lnTo>
                  <a:lnTo>
                    <a:pt x="6287" y="118491"/>
                  </a:lnTo>
                  <a:lnTo>
                    <a:pt x="5525" y="117348"/>
                  </a:lnTo>
                  <a:lnTo>
                    <a:pt x="0" y="97250"/>
                  </a:lnTo>
                  <a:lnTo>
                    <a:pt x="762" y="96869"/>
                  </a:lnTo>
                  <a:lnTo>
                    <a:pt x="25051" y="84106"/>
                  </a:lnTo>
                  <a:lnTo>
                    <a:pt x="41339" y="77534"/>
                  </a:lnTo>
                  <a:lnTo>
                    <a:pt x="48769" y="75629"/>
                  </a:lnTo>
                  <a:lnTo>
                    <a:pt x="49911" y="75343"/>
                  </a:lnTo>
                  <a:lnTo>
                    <a:pt x="52102" y="74771"/>
                  </a:lnTo>
                  <a:lnTo>
                    <a:pt x="62865" y="72295"/>
                  </a:lnTo>
                  <a:lnTo>
                    <a:pt x="99727" y="65342"/>
                  </a:lnTo>
                  <a:lnTo>
                    <a:pt x="163354" y="53530"/>
                  </a:lnTo>
                  <a:lnTo>
                    <a:pt x="178213" y="50673"/>
                  </a:lnTo>
                  <a:lnTo>
                    <a:pt x="179737" y="50292"/>
                  </a:lnTo>
                  <a:lnTo>
                    <a:pt x="192977" y="46958"/>
                  </a:lnTo>
                  <a:lnTo>
                    <a:pt x="193739" y="46768"/>
                  </a:lnTo>
                  <a:lnTo>
                    <a:pt x="204788" y="42863"/>
                  </a:lnTo>
                  <a:lnTo>
                    <a:pt x="208122" y="41243"/>
                  </a:lnTo>
                  <a:lnTo>
                    <a:pt x="217742" y="36481"/>
                  </a:lnTo>
                  <a:lnTo>
                    <a:pt x="277654" y="0"/>
                  </a:lnTo>
                  <a:lnTo>
                    <a:pt x="287941" y="30385"/>
                  </a:lnTo>
                  <a:lnTo>
                    <a:pt x="294799" y="31052"/>
                  </a:lnTo>
                  <a:lnTo>
                    <a:pt x="334995" y="17431"/>
                  </a:lnTo>
                  <a:lnTo>
                    <a:pt x="334042" y="15430"/>
                  </a:lnTo>
                  <a:lnTo>
                    <a:pt x="342995" y="12478"/>
                  </a:lnTo>
                  <a:lnTo>
                    <a:pt x="356902" y="7906"/>
                  </a:lnTo>
                  <a:lnTo>
                    <a:pt x="362236" y="18479"/>
                  </a:lnTo>
                  <a:lnTo>
                    <a:pt x="375095" y="44196"/>
                  </a:lnTo>
                  <a:lnTo>
                    <a:pt x="390144" y="93440"/>
                  </a:lnTo>
                  <a:lnTo>
                    <a:pt x="379476" y="10696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5" name="서울특별시 송파구">
            <a:extLst>
              <a:ext uri="{FF2B5EF4-FFF2-40B4-BE49-F238E27FC236}">
                <a16:creationId xmlns:a16="http://schemas.microsoft.com/office/drawing/2014/main" id="{8DE1994A-2856-CA2E-FBA0-6ACB3EC22A55}"/>
              </a:ext>
            </a:extLst>
          </p:cNvPr>
          <p:cNvGrpSpPr/>
          <p:nvPr/>
        </p:nvGrpSpPr>
        <p:grpSpPr>
          <a:xfrm>
            <a:off x="6377861" y="3298833"/>
            <a:ext cx="991647" cy="1029035"/>
            <a:chOff x="7774400" y="3819334"/>
            <a:chExt cx="1720119" cy="1418653"/>
          </a:xfrm>
          <a:solidFill>
            <a:srgbClr val="DC3545"/>
          </a:solidFill>
        </p:grpSpPr>
        <p:sp>
          <p:nvSpPr>
            <p:cNvPr id="536" name="서울특별시 송파구 풍납1동">
              <a:extLst>
                <a:ext uri="{FF2B5EF4-FFF2-40B4-BE49-F238E27FC236}">
                  <a16:creationId xmlns:a16="http://schemas.microsoft.com/office/drawing/2014/main" id="{B2973A95-F273-1827-6AFA-C5CD9596BB8D}"/>
                </a:ext>
              </a:extLst>
            </p:cNvPr>
            <p:cNvSpPr/>
            <p:nvPr/>
          </p:nvSpPr>
          <p:spPr>
            <a:xfrm>
              <a:off x="8457152" y="3819334"/>
              <a:ext cx="345376" cy="187833"/>
            </a:xfrm>
            <a:custGeom>
              <a:avLst/>
              <a:gdLst>
                <a:gd name="connsiteX0" fmla="*/ 345377 w 345376"/>
                <a:gd name="connsiteY0" fmla="*/ 89535 h 187833"/>
                <a:gd name="connsiteX1" fmla="*/ 331279 w 345376"/>
                <a:gd name="connsiteY1" fmla="*/ 130588 h 187833"/>
                <a:gd name="connsiteX2" fmla="*/ 310039 w 345376"/>
                <a:gd name="connsiteY2" fmla="*/ 187833 h 187833"/>
                <a:gd name="connsiteX3" fmla="*/ 283845 w 345376"/>
                <a:gd name="connsiteY3" fmla="*/ 180118 h 187833"/>
                <a:gd name="connsiteX4" fmla="*/ 146685 w 345376"/>
                <a:gd name="connsiteY4" fmla="*/ 141256 h 187833"/>
                <a:gd name="connsiteX5" fmla="*/ 139255 w 345376"/>
                <a:gd name="connsiteY5" fmla="*/ 139160 h 187833"/>
                <a:gd name="connsiteX6" fmla="*/ 127730 w 345376"/>
                <a:gd name="connsiteY6" fmla="*/ 136017 h 187833"/>
                <a:gd name="connsiteX7" fmla="*/ 122872 w 345376"/>
                <a:gd name="connsiteY7" fmla="*/ 134683 h 187833"/>
                <a:gd name="connsiteX8" fmla="*/ 102965 w 345376"/>
                <a:gd name="connsiteY8" fmla="*/ 134588 h 187833"/>
                <a:gd name="connsiteX9" fmla="*/ 0 w 345376"/>
                <a:gd name="connsiteY9" fmla="*/ 135350 h 187833"/>
                <a:gd name="connsiteX10" fmla="*/ 98012 w 345376"/>
                <a:gd name="connsiteY10" fmla="*/ 0 h 187833"/>
                <a:gd name="connsiteX11" fmla="*/ 234982 w 345376"/>
                <a:gd name="connsiteY11" fmla="*/ 38481 h 187833"/>
                <a:gd name="connsiteX12" fmla="*/ 258032 w 345376"/>
                <a:gd name="connsiteY12" fmla="*/ 45434 h 187833"/>
                <a:gd name="connsiteX13" fmla="*/ 258794 w 345376"/>
                <a:gd name="connsiteY13" fmla="*/ 45625 h 187833"/>
                <a:gd name="connsiteX14" fmla="*/ 260032 w 345376"/>
                <a:gd name="connsiteY14" fmla="*/ 46006 h 187833"/>
                <a:gd name="connsiteX15" fmla="*/ 261747 w 345376"/>
                <a:gd name="connsiteY15" fmla="*/ 46672 h 187833"/>
                <a:gd name="connsiteX16" fmla="*/ 270605 w 345376"/>
                <a:gd name="connsiteY16" fmla="*/ 50101 h 187833"/>
                <a:gd name="connsiteX17" fmla="*/ 278416 w 345376"/>
                <a:gd name="connsiteY17" fmla="*/ 54483 h 187833"/>
                <a:gd name="connsiteX18" fmla="*/ 279940 w 345376"/>
                <a:gd name="connsiteY18" fmla="*/ 55531 h 187833"/>
                <a:gd name="connsiteX19" fmla="*/ 283464 w 345376"/>
                <a:gd name="connsiteY19" fmla="*/ 57912 h 187833"/>
                <a:gd name="connsiteX20" fmla="*/ 295656 w 345376"/>
                <a:gd name="connsiteY20" fmla="*/ 66294 h 187833"/>
                <a:gd name="connsiteX21" fmla="*/ 312896 w 345376"/>
                <a:gd name="connsiteY21" fmla="*/ 76200 h 187833"/>
                <a:gd name="connsiteX22" fmla="*/ 314039 w 345376"/>
                <a:gd name="connsiteY22" fmla="*/ 76867 h 187833"/>
                <a:gd name="connsiteX23" fmla="*/ 316420 w 345376"/>
                <a:gd name="connsiteY23" fmla="*/ 78200 h 187833"/>
                <a:gd name="connsiteX24" fmla="*/ 345377 w 345376"/>
                <a:gd name="connsiteY24" fmla="*/ 89535 h 18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5376" h="187833">
                  <a:moveTo>
                    <a:pt x="345377" y="89535"/>
                  </a:moveTo>
                  <a:lnTo>
                    <a:pt x="331279" y="130588"/>
                  </a:lnTo>
                  <a:lnTo>
                    <a:pt x="310039" y="187833"/>
                  </a:lnTo>
                  <a:lnTo>
                    <a:pt x="283845" y="180118"/>
                  </a:lnTo>
                  <a:lnTo>
                    <a:pt x="146685" y="141256"/>
                  </a:lnTo>
                  <a:lnTo>
                    <a:pt x="139255" y="139160"/>
                  </a:lnTo>
                  <a:lnTo>
                    <a:pt x="127730" y="136017"/>
                  </a:lnTo>
                  <a:lnTo>
                    <a:pt x="122872" y="134683"/>
                  </a:lnTo>
                  <a:lnTo>
                    <a:pt x="102965" y="134588"/>
                  </a:lnTo>
                  <a:lnTo>
                    <a:pt x="0" y="135350"/>
                  </a:lnTo>
                  <a:lnTo>
                    <a:pt x="98012" y="0"/>
                  </a:lnTo>
                  <a:lnTo>
                    <a:pt x="234982" y="38481"/>
                  </a:lnTo>
                  <a:lnTo>
                    <a:pt x="258032" y="45434"/>
                  </a:lnTo>
                  <a:lnTo>
                    <a:pt x="258794" y="45625"/>
                  </a:lnTo>
                  <a:lnTo>
                    <a:pt x="260032" y="46006"/>
                  </a:lnTo>
                  <a:lnTo>
                    <a:pt x="261747" y="46672"/>
                  </a:lnTo>
                  <a:lnTo>
                    <a:pt x="270605" y="50101"/>
                  </a:lnTo>
                  <a:lnTo>
                    <a:pt x="278416" y="54483"/>
                  </a:lnTo>
                  <a:lnTo>
                    <a:pt x="279940" y="55531"/>
                  </a:lnTo>
                  <a:lnTo>
                    <a:pt x="283464" y="57912"/>
                  </a:lnTo>
                  <a:lnTo>
                    <a:pt x="295656" y="66294"/>
                  </a:lnTo>
                  <a:lnTo>
                    <a:pt x="312896" y="76200"/>
                  </a:lnTo>
                  <a:lnTo>
                    <a:pt x="314039" y="76867"/>
                  </a:lnTo>
                  <a:lnTo>
                    <a:pt x="316420" y="78200"/>
                  </a:lnTo>
                  <a:lnTo>
                    <a:pt x="345377" y="8953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7" name="서울특별시 송파구 풍납2동">
              <a:extLst>
                <a:ext uri="{FF2B5EF4-FFF2-40B4-BE49-F238E27FC236}">
                  <a16:creationId xmlns:a16="http://schemas.microsoft.com/office/drawing/2014/main" id="{3F0C5DF5-CE34-96E8-FE77-7C8962556DFD}"/>
                </a:ext>
              </a:extLst>
            </p:cNvPr>
            <p:cNvSpPr/>
            <p:nvPr/>
          </p:nvSpPr>
          <p:spPr>
            <a:xfrm>
              <a:off x="8362854" y="3953922"/>
              <a:ext cx="404336" cy="220122"/>
            </a:xfrm>
            <a:custGeom>
              <a:avLst/>
              <a:gdLst>
                <a:gd name="connsiteX0" fmla="*/ 404336 w 404336"/>
                <a:gd name="connsiteY0" fmla="*/ 53245 h 220122"/>
                <a:gd name="connsiteX1" fmla="*/ 394525 w 404336"/>
                <a:gd name="connsiteY1" fmla="*/ 85725 h 220122"/>
                <a:gd name="connsiteX2" fmla="*/ 366332 w 404336"/>
                <a:gd name="connsiteY2" fmla="*/ 144685 h 220122"/>
                <a:gd name="connsiteX3" fmla="*/ 316325 w 404336"/>
                <a:gd name="connsiteY3" fmla="*/ 218980 h 220122"/>
                <a:gd name="connsiteX4" fmla="*/ 130588 w 404336"/>
                <a:gd name="connsiteY4" fmla="*/ 220123 h 220122"/>
                <a:gd name="connsiteX5" fmla="*/ 97536 w 404336"/>
                <a:gd name="connsiteY5" fmla="*/ 214313 h 220122"/>
                <a:gd name="connsiteX6" fmla="*/ 0 w 404336"/>
                <a:gd name="connsiteY6" fmla="*/ 146685 h 220122"/>
                <a:gd name="connsiteX7" fmla="*/ 76962 w 404336"/>
                <a:gd name="connsiteY7" fmla="*/ 25051 h 220122"/>
                <a:gd name="connsiteX8" fmla="*/ 94298 w 404336"/>
                <a:gd name="connsiteY8" fmla="*/ 762 h 220122"/>
                <a:gd name="connsiteX9" fmla="*/ 197263 w 404336"/>
                <a:gd name="connsiteY9" fmla="*/ 0 h 220122"/>
                <a:gd name="connsiteX10" fmla="*/ 217170 w 404336"/>
                <a:gd name="connsiteY10" fmla="*/ 95 h 220122"/>
                <a:gd name="connsiteX11" fmla="*/ 222028 w 404336"/>
                <a:gd name="connsiteY11" fmla="*/ 1429 h 220122"/>
                <a:gd name="connsiteX12" fmla="*/ 233553 w 404336"/>
                <a:gd name="connsiteY12" fmla="*/ 4572 h 220122"/>
                <a:gd name="connsiteX13" fmla="*/ 240982 w 404336"/>
                <a:gd name="connsiteY13" fmla="*/ 6668 h 220122"/>
                <a:gd name="connsiteX14" fmla="*/ 378143 w 404336"/>
                <a:gd name="connsiteY14" fmla="*/ 45530 h 220122"/>
                <a:gd name="connsiteX15" fmla="*/ 404336 w 404336"/>
                <a:gd name="connsiteY15" fmla="*/ 53245 h 22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04336" h="220122">
                  <a:moveTo>
                    <a:pt x="404336" y="53245"/>
                  </a:moveTo>
                  <a:lnTo>
                    <a:pt x="394525" y="85725"/>
                  </a:lnTo>
                  <a:lnTo>
                    <a:pt x="366332" y="144685"/>
                  </a:lnTo>
                  <a:lnTo>
                    <a:pt x="316325" y="218980"/>
                  </a:lnTo>
                  <a:lnTo>
                    <a:pt x="130588" y="220123"/>
                  </a:lnTo>
                  <a:lnTo>
                    <a:pt x="97536" y="214313"/>
                  </a:lnTo>
                  <a:lnTo>
                    <a:pt x="0" y="146685"/>
                  </a:lnTo>
                  <a:lnTo>
                    <a:pt x="76962" y="25051"/>
                  </a:lnTo>
                  <a:lnTo>
                    <a:pt x="94298" y="762"/>
                  </a:lnTo>
                  <a:lnTo>
                    <a:pt x="197263" y="0"/>
                  </a:lnTo>
                  <a:lnTo>
                    <a:pt x="217170" y="95"/>
                  </a:lnTo>
                  <a:lnTo>
                    <a:pt x="222028" y="1429"/>
                  </a:lnTo>
                  <a:lnTo>
                    <a:pt x="233553" y="4572"/>
                  </a:lnTo>
                  <a:lnTo>
                    <a:pt x="240982" y="6668"/>
                  </a:lnTo>
                  <a:lnTo>
                    <a:pt x="378143" y="45530"/>
                  </a:lnTo>
                  <a:lnTo>
                    <a:pt x="404336" y="5324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8" name="서울특별시 송파구 거여1동">
              <a:extLst>
                <a:ext uri="{FF2B5EF4-FFF2-40B4-BE49-F238E27FC236}">
                  <a16:creationId xmlns:a16="http://schemas.microsoft.com/office/drawing/2014/main" id="{48AF742E-0D71-512F-3F1F-A5EF65D63953}"/>
                </a:ext>
              </a:extLst>
            </p:cNvPr>
            <p:cNvSpPr/>
            <p:nvPr/>
          </p:nvSpPr>
          <p:spPr>
            <a:xfrm>
              <a:off x="9031414" y="4617719"/>
              <a:ext cx="194786" cy="186880"/>
            </a:xfrm>
            <a:custGeom>
              <a:avLst/>
              <a:gdLst>
                <a:gd name="connsiteX0" fmla="*/ 194786 w 194786"/>
                <a:gd name="connsiteY0" fmla="*/ 26289 h 186880"/>
                <a:gd name="connsiteX1" fmla="*/ 174403 w 194786"/>
                <a:gd name="connsiteY1" fmla="*/ 72009 h 186880"/>
                <a:gd name="connsiteX2" fmla="*/ 141923 w 194786"/>
                <a:gd name="connsiteY2" fmla="*/ 149924 h 186880"/>
                <a:gd name="connsiteX3" fmla="*/ 124778 w 194786"/>
                <a:gd name="connsiteY3" fmla="*/ 186881 h 186880"/>
                <a:gd name="connsiteX4" fmla="*/ 121920 w 194786"/>
                <a:gd name="connsiteY4" fmla="*/ 186023 h 186880"/>
                <a:gd name="connsiteX5" fmla="*/ 118586 w 194786"/>
                <a:gd name="connsiteY5" fmla="*/ 181451 h 186880"/>
                <a:gd name="connsiteX6" fmla="*/ 120396 w 194786"/>
                <a:gd name="connsiteY6" fmla="*/ 170021 h 186880"/>
                <a:gd name="connsiteX7" fmla="*/ 120301 w 194786"/>
                <a:gd name="connsiteY7" fmla="*/ 162020 h 186880"/>
                <a:gd name="connsiteX8" fmla="*/ 118586 w 194786"/>
                <a:gd name="connsiteY8" fmla="*/ 154115 h 186880"/>
                <a:gd name="connsiteX9" fmla="*/ 113538 w 194786"/>
                <a:gd name="connsiteY9" fmla="*/ 152114 h 186880"/>
                <a:gd name="connsiteX10" fmla="*/ 108585 w 194786"/>
                <a:gd name="connsiteY10" fmla="*/ 140970 h 186880"/>
                <a:gd name="connsiteX11" fmla="*/ 102584 w 194786"/>
                <a:gd name="connsiteY11" fmla="*/ 140494 h 186880"/>
                <a:gd name="connsiteX12" fmla="*/ 34957 w 194786"/>
                <a:gd name="connsiteY12" fmla="*/ 163163 h 186880"/>
                <a:gd name="connsiteX13" fmla="*/ 15240 w 194786"/>
                <a:gd name="connsiteY13" fmla="*/ 186309 h 186880"/>
                <a:gd name="connsiteX14" fmla="*/ 0 w 194786"/>
                <a:gd name="connsiteY14" fmla="*/ 179642 h 186880"/>
                <a:gd name="connsiteX15" fmla="*/ 1143 w 194786"/>
                <a:gd name="connsiteY15" fmla="*/ 166783 h 186880"/>
                <a:gd name="connsiteX16" fmla="*/ 26194 w 194786"/>
                <a:gd name="connsiteY16" fmla="*/ 144304 h 186880"/>
                <a:gd name="connsiteX17" fmla="*/ 26861 w 194786"/>
                <a:gd name="connsiteY17" fmla="*/ 114776 h 186880"/>
                <a:gd name="connsiteX18" fmla="*/ 36386 w 194786"/>
                <a:gd name="connsiteY18" fmla="*/ 104966 h 186880"/>
                <a:gd name="connsiteX19" fmla="*/ 38576 w 194786"/>
                <a:gd name="connsiteY19" fmla="*/ 92964 h 186880"/>
                <a:gd name="connsiteX20" fmla="*/ 62389 w 194786"/>
                <a:gd name="connsiteY20" fmla="*/ 68390 h 186880"/>
                <a:gd name="connsiteX21" fmla="*/ 72104 w 194786"/>
                <a:gd name="connsiteY21" fmla="*/ 73438 h 186880"/>
                <a:gd name="connsiteX22" fmla="*/ 75629 w 194786"/>
                <a:gd name="connsiteY22" fmla="*/ 65818 h 186880"/>
                <a:gd name="connsiteX23" fmla="*/ 89249 w 194786"/>
                <a:gd name="connsiteY23" fmla="*/ 36767 h 186880"/>
                <a:gd name="connsiteX24" fmla="*/ 111252 w 194786"/>
                <a:gd name="connsiteY24" fmla="*/ 0 h 186880"/>
                <a:gd name="connsiteX25" fmla="*/ 194786 w 194786"/>
                <a:gd name="connsiteY25" fmla="*/ 26289 h 18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786" h="186880">
                  <a:moveTo>
                    <a:pt x="194786" y="26289"/>
                  </a:moveTo>
                  <a:lnTo>
                    <a:pt x="174403" y="72009"/>
                  </a:lnTo>
                  <a:lnTo>
                    <a:pt x="141923" y="149924"/>
                  </a:lnTo>
                  <a:lnTo>
                    <a:pt x="124778" y="186881"/>
                  </a:lnTo>
                  <a:lnTo>
                    <a:pt x="121920" y="186023"/>
                  </a:lnTo>
                  <a:lnTo>
                    <a:pt x="118586" y="181451"/>
                  </a:lnTo>
                  <a:lnTo>
                    <a:pt x="120396" y="170021"/>
                  </a:lnTo>
                  <a:lnTo>
                    <a:pt x="120301" y="162020"/>
                  </a:lnTo>
                  <a:lnTo>
                    <a:pt x="118586" y="154115"/>
                  </a:lnTo>
                  <a:lnTo>
                    <a:pt x="113538" y="152114"/>
                  </a:lnTo>
                  <a:lnTo>
                    <a:pt x="108585" y="140970"/>
                  </a:lnTo>
                  <a:lnTo>
                    <a:pt x="102584" y="140494"/>
                  </a:lnTo>
                  <a:lnTo>
                    <a:pt x="34957" y="163163"/>
                  </a:lnTo>
                  <a:lnTo>
                    <a:pt x="15240" y="186309"/>
                  </a:lnTo>
                  <a:lnTo>
                    <a:pt x="0" y="179642"/>
                  </a:lnTo>
                  <a:lnTo>
                    <a:pt x="1143" y="166783"/>
                  </a:lnTo>
                  <a:lnTo>
                    <a:pt x="26194" y="144304"/>
                  </a:lnTo>
                  <a:lnTo>
                    <a:pt x="26861" y="114776"/>
                  </a:lnTo>
                  <a:lnTo>
                    <a:pt x="36386" y="104966"/>
                  </a:lnTo>
                  <a:lnTo>
                    <a:pt x="38576" y="92964"/>
                  </a:lnTo>
                  <a:lnTo>
                    <a:pt x="62389" y="68390"/>
                  </a:lnTo>
                  <a:lnTo>
                    <a:pt x="72104" y="73438"/>
                  </a:lnTo>
                  <a:lnTo>
                    <a:pt x="75629" y="65818"/>
                  </a:lnTo>
                  <a:lnTo>
                    <a:pt x="89249" y="36767"/>
                  </a:lnTo>
                  <a:lnTo>
                    <a:pt x="111252" y="0"/>
                  </a:lnTo>
                  <a:lnTo>
                    <a:pt x="194786" y="2628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9" name="서울특별시 송파구 거여2동">
              <a:extLst>
                <a:ext uri="{FF2B5EF4-FFF2-40B4-BE49-F238E27FC236}">
                  <a16:creationId xmlns:a16="http://schemas.microsoft.com/office/drawing/2014/main" id="{20A4D2E2-1C1D-45CA-CFFE-1622CA1C6C10}"/>
                </a:ext>
              </a:extLst>
            </p:cNvPr>
            <p:cNvSpPr/>
            <p:nvPr/>
          </p:nvSpPr>
          <p:spPr>
            <a:xfrm>
              <a:off x="9156192" y="4644008"/>
              <a:ext cx="177355" cy="197262"/>
            </a:xfrm>
            <a:custGeom>
              <a:avLst/>
              <a:gdLst>
                <a:gd name="connsiteX0" fmla="*/ 113347 w 177355"/>
                <a:gd name="connsiteY0" fmla="*/ 30766 h 197262"/>
                <a:gd name="connsiteX1" fmla="*/ 137826 w 177355"/>
                <a:gd name="connsiteY1" fmla="*/ 47435 h 197262"/>
                <a:gd name="connsiteX2" fmla="*/ 148780 w 177355"/>
                <a:gd name="connsiteY2" fmla="*/ 57055 h 197262"/>
                <a:gd name="connsiteX3" fmla="*/ 151256 w 177355"/>
                <a:gd name="connsiteY3" fmla="*/ 59627 h 197262"/>
                <a:gd name="connsiteX4" fmla="*/ 155447 w 177355"/>
                <a:gd name="connsiteY4" fmla="*/ 64008 h 197262"/>
                <a:gd name="connsiteX5" fmla="*/ 159448 w 177355"/>
                <a:gd name="connsiteY5" fmla="*/ 68009 h 197262"/>
                <a:gd name="connsiteX6" fmla="*/ 160496 w 177355"/>
                <a:gd name="connsiteY6" fmla="*/ 69247 h 197262"/>
                <a:gd name="connsiteX7" fmla="*/ 164878 w 177355"/>
                <a:gd name="connsiteY7" fmla="*/ 74676 h 197262"/>
                <a:gd name="connsiteX8" fmla="*/ 177355 w 177355"/>
                <a:gd name="connsiteY8" fmla="*/ 90869 h 197262"/>
                <a:gd name="connsiteX9" fmla="*/ 155829 w 177355"/>
                <a:gd name="connsiteY9" fmla="*/ 96107 h 197262"/>
                <a:gd name="connsiteX10" fmla="*/ 138017 w 177355"/>
                <a:gd name="connsiteY10" fmla="*/ 107442 h 197262"/>
                <a:gd name="connsiteX11" fmla="*/ 140875 w 177355"/>
                <a:gd name="connsiteY11" fmla="*/ 115729 h 197262"/>
                <a:gd name="connsiteX12" fmla="*/ 143827 w 177355"/>
                <a:gd name="connsiteY12" fmla="*/ 118586 h 197262"/>
                <a:gd name="connsiteX13" fmla="*/ 138493 w 177355"/>
                <a:gd name="connsiteY13" fmla="*/ 122872 h 197262"/>
                <a:gd name="connsiteX14" fmla="*/ 125730 w 177355"/>
                <a:gd name="connsiteY14" fmla="*/ 136017 h 197262"/>
                <a:gd name="connsiteX15" fmla="*/ 103346 w 177355"/>
                <a:gd name="connsiteY15" fmla="*/ 143637 h 197262"/>
                <a:gd name="connsiteX16" fmla="*/ 83058 w 177355"/>
                <a:gd name="connsiteY16" fmla="*/ 162496 h 197262"/>
                <a:gd name="connsiteX17" fmla="*/ 83629 w 177355"/>
                <a:gd name="connsiteY17" fmla="*/ 164878 h 197262"/>
                <a:gd name="connsiteX18" fmla="*/ 81343 w 177355"/>
                <a:gd name="connsiteY18" fmla="*/ 177260 h 197262"/>
                <a:gd name="connsiteX19" fmla="*/ 74200 w 177355"/>
                <a:gd name="connsiteY19" fmla="*/ 190881 h 197262"/>
                <a:gd name="connsiteX20" fmla="*/ 72199 w 177355"/>
                <a:gd name="connsiteY20" fmla="*/ 193072 h 197262"/>
                <a:gd name="connsiteX21" fmla="*/ 65055 w 177355"/>
                <a:gd name="connsiteY21" fmla="*/ 194405 h 197262"/>
                <a:gd name="connsiteX22" fmla="*/ 59341 w 177355"/>
                <a:gd name="connsiteY22" fmla="*/ 194120 h 197262"/>
                <a:gd name="connsiteX23" fmla="*/ 54387 w 177355"/>
                <a:gd name="connsiteY23" fmla="*/ 197263 h 197262"/>
                <a:gd name="connsiteX24" fmla="*/ 46387 w 177355"/>
                <a:gd name="connsiteY24" fmla="*/ 192405 h 197262"/>
                <a:gd name="connsiteX25" fmla="*/ 42957 w 177355"/>
                <a:gd name="connsiteY25" fmla="*/ 191357 h 197262"/>
                <a:gd name="connsiteX26" fmla="*/ 35623 w 177355"/>
                <a:gd name="connsiteY26" fmla="*/ 191643 h 197262"/>
                <a:gd name="connsiteX27" fmla="*/ 33718 w 177355"/>
                <a:gd name="connsiteY27" fmla="*/ 191357 h 197262"/>
                <a:gd name="connsiteX28" fmla="*/ 32575 w 177355"/>
                <a:gd name="connsiteY28" fmla="*/ 189452 h 197262"/>
                <a:gd name="connsiteX29" fmla="*/ 31909 w 177355"/>
                <a:gd name="connsiteY29" fmla="*/ 185642 h 197262"/>
                <a:gd name="connsiteX30" fmla="*/ 27146 w 177355"/>
                <a:gd name="connsiteY30" fmla="*/ 178118 h 197262"/>
                <a:gd name="connsiteX31" fmla="*/ 29337 w 177355"/>
                <a:gd name="connsiteY31" fmla="*/ 172498 h 197262"/>
                <a:gd name="connsiteX32" fmla="*/ 9810 w 177355"/>
                <a:gd name="connsiteY32" fmla="*/ 167164 h 197262"/>
                <a:gd name="connsiteX33" fmla="*/ 5810 w 177355"/>
                <a:gd name="connsiteY33" fmla="*/ 163163 h 197262"/>
                <a:gd name="connsiteX34" fmla="*/ 0 w 177355"/>
                <a:gd name="connsiteY34" fmla="*/ 160592 h 197262"/>
                <a:gd name="connsiteX35" fmla="*/ 17145 w 177355"/>
                <a:gd name="connsiteY35" fmla="*/ 123635 h 197262"/>
                <a:gd name="connsiteX36" fmla="*/ 49625 w 177355"/>
                <a:gd name="connsiteY36" fmla="*/ 45720 h 197262"/>
                <a:gd name="connsiteX37" fmla="*/ 70009 w 177355"/>
                <a:gd name="connsiteY37" fmla="*/ 0 h 197262"/>
                <a:gd name="connsiteX38" fmla="*/ 113347 w 177355"/>
                <a:gd name="connsiteY38" fmla="*/ 30766 h 197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77355" h="197262">
                  <a:moveTo>
                    <a:pt x="113347" y="30766"/>
                  </a:moveTo>
                  <a:lnTo>
                    <a:pt x="137826" y="47435"/>
                  </a:lnTo>
                  <a:lnTo>
                    <a:pt x="148780" y="57055"/>
                  </a:lnTo>
                  <a:lnTo>
                    <a:pt x="151256" y="59627"/>
                  </a:lnTo>
                  <a:lnTo>
                    <a:pt x="155447" y="64008"/>
                  </a:lnTo>
                  <a:lnTo>
                    <a:pt x="159448" y="68009"/>
                  </a:lnTo>
                  <a:lnTo>
                    <a:pt x="160496" y="69247"/>
                  </a:lnTo>
                  <a:lnTo>
                    <a:pt x="164878" y="74676"/>
                  </a:lnTo>
                  <a:lnTo>
                    <a:pt x="177355" y="90869"/>
                  </a:lnTo>
                  <a:lnTo>
                    <a:pt x="155829" y="96107"/>
                  </a:lnTo>
                  <a:lnTo>
                    <a:pt x="138017" y="107442"/>
                  </a:lnTo>
                  <a:lnTo>
                    <a:pt x="140875" y="115729"/>
                  </a:lnTo>
                  <a:lnTo>
                    <a:pt x="143827" y="118586"/>
                  </a:lnTo>
                  <a:lnTo>
                    <a:pt x="138493" y="122872"/>
                  </a:lnTo>
                  <a:lnTo>
                    <a:pt x="125730" y="136017"/>
                  </a:lnTo>
                  <a:lnTo>
                    <a:pt x="103346" y="143637"/>
                  </a:lnTo>
                  <a:lnTo>
                    <a:pt x="83058" y="162496"/>
                  </a:lnTo>
                  <a:lnTo>
                    <a:pt x="83629" y="164878"/>
                  </a:lnTo>
                  <a:lnTo>
                    <a:pt x="81343" y="177260"/>
                  </a:lnTo>
                  <a:lnTo>
                    <a:pt x="74200" y="190881"/>
                  </a:lnTo>
                  <a:lnTo>
                    <a:pt x="72199" y="193072"/>
                  </a:lnTo>
                  <a:lnTo>
                    <a:pt x="65055" y="194405"/>
                  </a:lnTo>
                  <a:lnTo>
                    <a:pt x="59341" y="194120"/>
                  </a:lnTo>
                  <a:lnTo>
                    <a:pt x="54387" y="197263"/>
                  </a:lnTo>
                  <a:lnTo>
                    <a:pt x="46387" y="192405"/>
                  </a:lnTo>
                  <a:lnTo>
                    <a:pt x="42957" y="191357"/>
                  </a:lnTo>
                  <a:lnTo>
                    <a:pt x="35623" y="191643"/>
                  </a:lnTo>
                  <a:lnTo>
                    <a:pt x="33718" y="191357"/>
                  </a:lnTo>
                  <a:lnTo>
                    <a:pt x="32575" y="189452"/>
                  </a:lnTo>
                  <a:lnTo>
                    <a:pt x="31909" y="185642"/>
                  </a:lnTo>
                  <a:lnTo>
                    <a:pt x="27146" y="178118"/>
                  </a:lnTo>
                  <a:lnTo>
                    <a:pt x="29337" y="172498"/>
                  </a:lnTo>
                  <a:lnTo>
                    <a:pt x="9810" y="167164"/>
                  </a:lnTo>
                  <a:lnTo>
                    <a:pt x="5810" y="163163"/>
                  </a:lnTo>
                  <a:lnTo>
                    <a:pt x="0" y="160592"/>
                  </a:lnTo>
                  <a:lnTo>
                    <a:pt x="17145" y="123635"/>
                  </a:lnTo>
                  <a:lnTo>
                    <a:pt x="49625" y="45720"/>
                  </a:lnTo>
                  <a:lnTo>
                    <a:pt x="70009" y="0"/>
                  </a:lnTo>
                  <a:lnTo>
                    <a:pt x="113347" y="3076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0" name="서울특별시 송파구 마천1동">
              <a:extLst>
                <a:ext uri="{FF2B5EF4-FFF2-40B4-BE49-F238E27FC236}">
                  <a16:creationId xmlns:a16="http://schemas.microsoft.com/office/drawing/2014/main" id="{15F5B19D-8000-9777-7541-ED892E34B11A}"/>
                </a:ext>
              </a:extLst>
            </p:cNvPr>
            <p:cNvSpPr/>
            <p:nvPr/>
          </p:nvSpPr>
          <p:spPr>
            <a:xfrm>
              <a:off x="9269539" y="4636579"/>
              <a:ext cx="201739" cy="149066"/>
            </a:xfrm>
            <a:custGeom>
              <a:avLst/>
              <a:gdLst>
                <a:gd name="connsiteX0" fmla="*/ 201739 w 201739"/>
                <a:gd name="connsiteY0" fmla="*/ 22288 h 149066"/>
                <a:gd name="connsiteX1" fmla="*/ 200978 w 201739"/>
                <a:gd name="connsiteY1" fmla="*/ 68771 h 149066"/>
                <a:gd name="connsiteX2" fmla="*/ 200883 w 201739"/>
                <a:gd name="connsiteY2" fmla="*/ 70104 h 149066"/>
                <a:gd name="connsiteX3" fmla="*/ 200883 w 201739"/>
                <a:gd name="connsiteY3" fmla="*/ 71533 h 149066"/>
                <a:gd name="connsiteX4" fmla="*/ 200501 w 201739"/>
                <a:gd name="connsiteY4" fmla="*/ 72580 h 149066"/>
                <a:gd name="connsiteX5" fmla="*/ 199549 w 201739"/>
                <a:gd name="connsiteY5" fmla="*/ 75533 h 149066"/>
                <a:gd name="connsiteX6" fmla="*/ 196405 w 201739"/>
                <a:gd name="connsiteY6" fmla="*/ 83915 h 149066"/>
                <a:gd name="connsiteX7" fmla="*/ 195358 w 201739"/>
                <a:gd name="connsiteY7" fmla="*/ 86773 h 149066"/>
                <a:gd name="connsiteX8" fmla="*/ 171259 w 201739"/>
                <a:gd name="connsiteY8" fmla="*/ 139446 h 149066"/>
                <a:gd name="connsiteX9" fmla="*/ 167354 w 201739"/>
                <a:gd name="connsiteY9" fmla="*/ 143732 h 149066"/>
                <a:gd name="connsiteX10" fmla="*/ 157925 w 201739"/>
                <a:gd name="connsiteY10" fmla="*/ 149066 h 149066"/>
                <a:gd name="connsiteX11" fmla="*/ 134398 w 201739"/>
                <a:gd name="connsiteY11" fmla="*/ 135160 h 149066"/>
                <a:gd name="connsiteX12" fmla="*/ 64008 w 201739"/>
                <a:gd name="connsiteY12" fmla="*/ 98298 h 149066"/>
                <a:gd name="connsiteX13" fmla="*/ 51531 w 201739"/>
                <a:gd name="connsiteY13" fmla="*/ 82105 h 149066"/>
                <a:gd name="connsiteX14" fmla="*/ 47149 w 201739"/>
                <a:gd name="connsiteY14" fmla="*/ 76676 h 149066"/>
                <a:gd name="connsiteX15" fmla="*/ 46101 w 201739"/>
                <a:gd name="connsiteY15" fmla="*/ 75438 h 149066"/>
                <a:gd name="connsiteX16" fmla="*/ 42100 w 201739"/>
                <a:gd name="connsiteY16" fmla="*/ 71438 h 149066"/>
                <a:gd name="connsiteX17" fmla="*/ 37909 w 201739"/>
                <a:gd name="connsiteY17" fmla="*/ 67056 h 149066"/>
                <a:gd name="connsiteX18" fmla="*/ 35433 w 201739"/>
                <a:gd name="connsiteY18" fmla="*/ 64484 h 149066"/>
                <a:gd name="connsiteX19" fmla="*/ 24479 w 201739"/>
                <a:gd name="connsiteY19" fmla="*/ 54864 h 149066"/>
                <a:gd name="connsiteX20" fmla="*/ 0 w 201739"/>
                <a:gd name="connsiteY20" fmla="*/ 38195 h 149066"/>
                <a:gd name="connsiteX21" fmla="*/ 142970 w 201739"/>
                <a:gd name="connsiteY21" fmla="*/ 0 h 149066"/>
                <a:gd name="connsiteX22" fmla="*/ 201739 w 201739"/>
                <a:gd name="connsiteY22" fmla="*/ 22288 h 14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739" h="149066">
                  <a:moveTo>
                    <a:pt x="201739" y="22288"/>
                  </a:moveTo>
                  <a:lnTo>
                    <a:pt x="200978" y="68771"/>
                  </a:lnTo>
                  <a:lnTo>
                    <a:pt x="200883" y="70104"/>
                  </a:lnTo>
                  <a:lnTo>
                    <a:pt x="200883" y="71533"/>
                  </a:lnTo>
                  <a:lnTo>
                    <a:pt x="200501" y="72580"/>
                  </a:lnTo>
                  <a:lnTo>
                    <a:pt x="199549" y="75533"/>
                  </a:lnTo>
                  <a:lnTo>
                    <a:pt x="196405" y="83915"/>
                  </a:lnTo>
                  <a:lnTo>
                    <a:pt x="195358" y="86773"/>
                  </a:lnTo>
                  <a:lnTo>
                    <a:pt x="171259" y="139446"/>
                  </a:lnTo>
                  <a:lnTo>
                    <a:pt x="167354" y="143732"/>
                  </a:lnTo>
                  <a:lnTo>
                    <a:pt x="157925" y="149066"/>
                  </a:lnTo>
                  <a:lnTo>
                    <a:pt x="134398" y="135160"/>
                  </a:lnTo>
                  <a:lnTo>
                    <a:pt x="64008" y="98298"/>
                  </a:lnTo>
                  <a:lnTo>
                    <a:pt x="51531" y="82105"/>
                  </a:lnTo>
                  <a:lnTo>
                    <a:pt x="47149" y="76676"/>
                  </a:lnTo>
                  <a:lnTo>
                    <a:pt x="46101" y="75438"/>
                  </a:lnTo>
                  <a:lnTo>
                    <a:pt x="42100" y="71438"/>
                  </a:lnTo>
                  <a:lnTo>
                    <a:pt x="37909" y="67056"/>
                  </a:lnTo>
                  <a:lnTo>
                    <a:pt x="35433" y="64484"/>
                  </a:lnTo>
                  <a:lnTo>
                    <a:pt x="24479" y="54864"/>
                  </a:lnTo>
                  <a:lnTo>
                    <a:pt x="0" y="38195"/>
                  </a:lnTo>
                  <a:lnTo>
                    <a:pt x="142970" y="0"/>
                  </a:lnTo>
                  <a:lnTo>
                    <a:pt x="201739" y="2228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1" name="서울특별시 송파구 마천2동">
              <a:extLst>
                <a:ext uri="{FF2B5EF4-FFF2-40B4-BE49-F238E27FC236}">
                  <a16:creationId xmlns:a16="http://schemas.microsoft.com/office/drawing/2014/main" id="{ECA90EC4-1354-4120-6028-F54DB7E51FF4}"/>
                </a:ext>
              </a:extLst>
            </p:cNvPr>
            <p:cNvSpPr/>
            <p:nvPr/>
          </p:nvSpPr>
          <p:spPr>
            <a:xfrm>
              <a:off x="9142666" y="4525613"/>
              <a:ext cx="351853" cy="149161"/>
            </a:xfrm>
            <a:custGeom>
              <a:avLst/>
              <a:gdLst>
                <a:gd name="connsiteX0" fmla="*/ 328613 w 351853"/>
                <a:gd name="connsiteY0" fmla="*/ 133255 h 149161"/>
                <a:gd name="connsiteX1" fmla="*/ 269843 w 351853"/>
                <a:gd name="connsiteY1" fmla="*/ 110966 h 149161"/>
                <a:gd name="connsiteX2" fmla="*/ 126873 w 351853"/>
                <a:gd name="connsiteY2" fmla="*/ 149162 h 149161"/>
                <a:gd name="connsiteX3" fmla="*/ 83534 w 351853"/>
                <a:gd name="connsiteY3" fmla="*/ 118396 h 149161"/>
                <a:gd name="connsiteX4" fmla="*/ 0 w 351853"/>
                <a:gd name="connsiteY4" fmla="*/ 92107 h 149161"/>
                <a:gd name="connsiteX5" fmla="*/ 43529 w 351853"/>
                <a:gd name="connsiteY5" fmla="*/ 2191 h 149161"/>
                <a:gd name="connsiteX6" fmla="*/ 56007 w 351853"/>
                <a:gd name="connsiteY6" fmla="*/ 15526 h 149161"/>
                <a:gd name="connsiteX7" fmla="*/ 56674 w 351853"/>
                <a:gd name="connsiteY7" fmla="*/ 16097 h 149161"/>
                <a:gd name="connsiteX8" fmla="*/ 57341 w 351853"/>
                <a:gd name="connsiteY8" fmla="*/ 16669 h 149161"/>
                <a:gd name="connsiteX9" fmla="*/ 59246 w 351853"/>
                <a:gd name="connsiteY9" fmla="*/ 18288 h 149161"/>
                <a:gd name="connsiteX10" fmla="*/ 65818 w 351853"/>
                <a:gd name="connsiteY10" fmla="*/ 19526 h 149161"/>
                <a:gd name="connsiteX11" fmla="*/ 74009 w 351853"/>
                <a:gd name="connsiteY11" fmla="*/ 20669 h 149161"/>
                <a:gd name="connsiteX12" fmla="*/ 103632 w 351853"/>
                <a:gd name="connsiteY12" fmla="*/ 22479 h 149161"/>
                <a:gd name="connsiteX13" fmla="*/ 120968 w 351853"/>
                <a:gd name="connsiteY13" fmla="*/ 14192 h 149161"/>
                <a:gd name="connsiteX14" fmla="*/ 132588 w 351853"/>
                <a:gd name="connsiteY14" fmla="*/ 7906 h 149161"/>
                <a:gd name="connsiteX15" fmla="*/ 147733 w 351853"/>
                <a:gd name="connsiteY15" fmla="*/ 0 h 149161"/>
                <a:gd name="connsiteX16" fmla="*/ 160782 w 351853"/>
                <a:gd name="connsiteY16" fmla="*/ 7334 h 149161"/>
                <a:gd name="connsiteX17" fmla="*/ 175927 w 351853"/>
                <a:gd name="connsiteY17" fmla="*/ 20574 h 149161"/>
                <a:gd name="connsiteX18" fmla="*/ 178022 w 351853"/>
                <a:gd name="connsiteY18" fmla="*/ 22765 h 149161"/>
                <a:gd name="connsiteX19" fmla="*/ 180023 w 351853"/>
                <a:gd name="connsiteY19" fmla="*/ 24670 h 149161"/>
                <a:gd name="connsiteX20" fmla="*/ 182880 w 351853"/>
                <a:gd name="connsiteY20" fmla="*/ 25337 h 149161"/>
                <a:gd name="connsiteX21" fmla="*/ 184499 w 351853"/>
                <a:gd name="connsiteY21" fmla="*/ 25813 h 149161"/>
                <a:gd name="connsiteX22" fmla="*/ 186404 w 351853"/>
                <a:gd name="connsiteY22" fmla="*/ 25622 h 149161"/>
                <a:gd name="connsiteX23" fmla="*/ 193263 w 351853"/>
                <a:gd name="connsiteY23" fmla="*/ 25241 h 149161"/>
                <a:gd name="connsiteX24" fmla="*/ 196787 w 351853"/>
                <a:gd name="connsiteY24" fmla="*/ 26289 h 149161"/>
                <a:gd name="connsiteX25" fmla="*/ 200216 w 351853"/>
                <a:gd name="connsiteY25" fmla="*/ 29051 h 149161"/>
                <a:gd name="connsiteX26" fmla="*/ 203835 w 351853"/>
                <a:gd name="connsiteY26" fmla="*/ 31909 h 149161"/>
                <a:gd name="connsiteX27" fmla="*/ 208407 w 351853"/>
                <a:gd name="connsiteY27" fmla="*/ 31909 h 149161"/>
                <a:gd name="connsiteX28" fmla="*/ 210788 w 351853"/>
                <a:gd name="connsiteY28" fmla="*/ 31909 h 149161"/>
                <a:gd name="connsiteX29" fmla="*/ 212979 w 351853"/>
                <a:gd name="connsiteY29" fmla="*/ 31909 h 149161"/>
                <a:gd name="connsiteX30" fmla="*/ 217361 w 351853"/>
                <a:gd name="connsiteY30" fmla="*/ 31813 h 149161"/>
                <a:gd name="connsiteX31" fmla="*/ 220789 w 351853"/>
                <a:gd name="connsiteY31" fmla="*/ 32956 h 149161"/>
                <a:gd name="connsiteX32" fmla="*/ 228315 w 351853"/>
                <a:gd name="connsiteY32" fmla="*/ 35528 h 149161"/>
                <a:gd name="connsiteX33" fmla="*/ 241935 w 351853"/>
                <a:gd name="connsiteY33" fmla="*/ 40196 h 149161"/>
                <a:gd name="connsiteX34" fmla="*/ 257366 w 351853"/>
                <a:gd name="connsiteY34" fmla="*/ 45434 h 149161"/>
                <a:gd name="connsiteX35" fmla="*/ 258128 w 351853"/>
                <a:gd name="connsiteY35" fmla="*/ 45720 h 149161"/>
                <a:gd name="connsiteX36" fmla="*/ 262890 w 351853"/>
                <a:gd name="connsiteY36" fmla="*/ 47339 h 149161"/>
                <a:gd name="connsiteX37" fmla="*/ 266129 w 351853"/>
                <a:gd name="connsiteY37" fmla="*/ 44005 h 149161"/>
                <a:gd name="connsiteX38" fmla="*/ 283655 w 351853"/>
                <a:gd name="connsiteY38" fmla="*/ 25813 h 149161"/>
                <a:gd name="connsiteX39" fmla="*/ 288227 w 351853"/>
                <a:gd name="connsiteY39" fmla="*/ 27146 h 149161"/>
                <a:gd name="connsiteX40" fmla="*/ 336899 w 351853"/>
                <a:gd name="connsiteY40" fmla="*/ 60960 h 149161"/>
                <a:gd name="connsiteX41" fmla="*/ 351854 w 351853"/>
                <a:gd name="connsiteY41" fmla="*/ 77248 h 149161"/>
                <a:gd name="connsiteX42" fmla="*/ 351854 w 351853"/>
                <a:gd name="connsiteY42" fmla="*/ 84868 h 149161"/>
                <a:gd name="connsiteX43" fmla="*/ 351758 w 351853"/>
                <a:gd name="connsiteY43" fmla="*/ 88773 h 149161"/>
                <a:gd name="connsiteX44" fmla="*/ 337090 w 351853"/>
                <a:gd name="connsiteY44" fmla="*/ 123539 h 149161"/>
                <a:gd name="connsiteX45" fmla="*/ 328613 w 351853"/>
                <a:gd name="connsiteY45" fmla="*/ 133255 h 14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51853" h="149161">
                  <a:moveTo>
                    <a:pt x="328613" y="133255"/>
                  </a:moveTo>
                  <a:lnTo>
                    <a:pt x="269843" y="110966"/>
                  </a:lnTo>
                  <a:lnTo>
                    <a:pt x="126873" y="149162"/>
                  </a:lnTo>
                  <a:lnTo>
                    <a:pt x="83534" y="118396"/>
                  </a:lnTo>
                  <a:lnTo>
                    <a:pt x="0" y="92107"/>
                  </a:lnTo>
                  <a:lnTo>
                    <a:pt x="43529" y="2191"/>
                  </a:lnTo>
                  <a:lnTo>
                    <a:pt x="56007" y="15526"/>
                  </a:lnTo>
                  <a:lnTo>
                    <a:pt x="56674" y="16097"/>
                  </a:lnTo>
                  <a:lnTo>
                    <a:pt x="57341" y="16669"/>
                  </a:lnTo>
                  <a:lnTo>
                    <a:pt x="59246" y="18288"/>
                  </a:lnTo>
                  <a:lnTo>
                    <a:pt x="65818" y="19526"/>
                  </a:lnTo>
                  <a:lnTo>
                    <a:pt x="74009" y="20669"/>
                  </a:lnTo>
                  <a:lnTo>
                    <a:pt x="103632" y="22479"/>
                  </a:lnTo>
                  <a:lnTo>
                    <a:pt x="120968" y="14192"/>
                  </a:lnTo>
                  <a:lnTo>
                    <a:pt x="132588" y="7906"/>
                  </a:lnTo>
                  <a:lnTo>
                    <a:pt x="147733" y="0"/>
                  </a:lnTo>
                  <a:lnTo>
                    <a:pt x="160782" y="7334"/>
                  </a:lnTo>
                  <a:lnTo>
                    <a:pt x="175927" y="20574"/>
                  </a:lnTo>
                  <a:lnTo>
                    <a:pt x="178022" y="22765"/>
                  </a:lnTo>
                  <a:lnTo>
                    <a:pt x="180023" y="24670"/>
                  </a:lnTo>
                  <a:lnTo>
                    <a:pt x="182880" y="25337"/>
                  </a:lnTo>
                  <a:lnTo>
                    <a:pt x="184499" y="25813"/>
                  </a:lnTo>
                  <a:lnTo>
                    <a:pt x="186404" y="25622"/>
                  </a:lnTo>
                  <a:lnTo>
                    <a:pt x="193263" y="25241"/>
                  </a:lnTo>
                  <a:lnTo>
                    <a:pt x="196787" y="26289"/>
                  </a:lnTo>
                  <a:lnTo>
                    <a:pt x="200216" y="29051"/>
                  </a:lnTo>
                  <a:lnTo>
                    <a:pt x="203835" y="31909"/>
                  </a:lnTo>
                  <a:lnTo>
                    <a:pt x="208407" y="31909"/>
                  </a:lnTo>
                  <a:lnTo>
                    <a:pt x="210788" y="31909"/>
                  </a:lnTo>
                  <a:lnTo>
                    <a:pt x="212979" y="31909"/>
                  </a:lnTo>
                  <a:lnTo>
                    <a:pt x="217361" y="31813"/>
                  </a:lnTo>
                  <a:lnTo>
                    <a:pt x="220789" y="32956"/>
                  </a:lnTo>
                  <a:lnTo>
                    <a:pt x="228315" y="35528"/>
                  </a:lnTo>
                  <a:lnTo>
                    <a:pt x="241935" y="40196"/>
                  </a:lnTo>
                  <a:lnTo>
                    <a:pt x="257366" y="45434"/>
                  </a:lnTo>
                  <a:lnTo>
                    <a:pt x="258128" y="45720"/>
                  </a:lnTo>
                  <a:lnTo>
                    <a:pt x="262890" y="47339"/>
                  </a:lnTo>
                  <a:lnTo>
                    <a:pt x="266129" y="44005"/>
                  </a:lnTo>
                  <a:lnTo>
                    <a:pt x="283655" y="25813"/>
                  </a:lnTo>
                  <a:lnTo>
                    <a:pt x="288227" y="27146"/>
                  </a:lnTo>
                  <a:lnTo>
                    <a:pt x="336899" y="60960"/>
                  </a:lnTo>
                  <a:lnTo>
                    <a:pt x="351854" y="77248"/>
                  </a:lnTo>
                  <a:lnTo>
                    <a:pt x="351854" y="84868"/>
                  </a:lnTo>
                  <a:lnTo>
                    <a:pt x="351758" y="88773"/>
                  </a:lnTo>
                  <a:lnTo>
                    <a:pt x="337090" y="123539"/>
                  </a:lnTo>
                  <a:lnTo>
                    <a:pt x="328613" y="13325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2" name="서울특별시 송파구 방이1동">
              <a:extLst>
                <a:ext uri="{FF2B5EF4-FFF2-40B4-BE49-F238E27FC236}">
                  <a16:creationId xmlns:a16="http://schemas.microsoft.com/office/drawing/2014/main" id="{5298E673-6D2D-C514-8BBA-0EC87DA8EC05}"/>
                </a:ext>
              </a:extLst>
            </p:cNvPr>
            <p:cNvSpPr/>
            <p:nvPr/>
          </p:nvSpPr>
          <p:spPr>
            <a:xfrm>
              <a:off x="8683751" y="4342923"/>
              <a:ext cx="205454" cy="167068"/>
            </a:xfrm>
            <a:custGeom>
              <a:avLst/>
              <a:gdLst>
                <a:gd name="connsiteX0" fmla="*/ 205454 w 205454"/>
                <a:gd name="connsiteY0" fmla="*/ 51721 h 167068"/>
                <a:gd name="connsiteX1" fmla="*/ 131350 w 205454"/>
                <a:gd name="connsiteY1" fmla="*/ 167068 h 167068"/>
                <a:gd name="connsiteX2" fmla="*/ 104680 w 205454"/>
                <a:gd name="connsiteY2" fmla="*/ 166973 h 167068"/>
                <a:gd name="connsiteX3" fmla="*/ 0 w 205454"/>
                <a:gd name="connsiteY3" fmla="*/ 123730 h 167068"/>
                <a:gd name="connsiteX4" fmla="*/ 1810 w 205454"/>
                <a:gd name="connsiteY4" fmla="*/ 120967 h 167068"/>
                <a:gd name="connsiteX5" fmla="*/ 79248 w 205454"/>
                <a:gd name="connsiteY5" fmla="*/ 0 h 167068"/>
                <a:gd name="connsiteX6" fmla="*/ 205454 w 205454"/>
                <a:gd name="connsiteY6" fmla="*/ 51721 h 16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454" h="167068">
                  <a:moveTo>
                    <a:pt x="205454" y="51721"/>
                  </a:moveTo>
                  <a:lnTo>
                    <a:pt x="131350" y="167068"/>
                  </a:lnTo>
                  <a:lnTo>
                    <a:pt x="104680" y="166973"/>
                  </a:lnTo>
                  <a:lnTo>
                    <a:pt x="0" y="123730"/>
                  </a:lnTo>
                  <a:lnTo>
                    <a:pt x="1810" y="120967"/>
                  </a:lnTo>
                  <a:lnTo>
                    <a:pt x="79248" y="0"/>
                  </a:lnTo>
                  <a:lnTo>
                    <a:pt x="205454" y="5172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3" name="서울특별시 송파구 방이2동">
              <a:extLst>
                <a:ext uri="{FF2B5EF4-FFF2-40B4-BE49-F238E27FC236}">
                  <a16:creationId xmlns:a16="http://schemas.microsoft.com/office/drawing/2014/main" id="{1CC18610-5E4D-BF5A-537B-69BF141624B2}"/>
                </a:ext>
              </a:extLst>
            </p:cNvPr>
            <p:cNvSpPr/>
            <p:nvPr/>
          </p:nvSpPr>
          <p:spPr>
            <a:xfrm>
              <a:off x="8502300" y="4286154"/>
              <a:ext cx="260699" cy="180498"/>
            </a:xfrm>
            <a:custGeom>
              <a:avLst/>
              <a:gdLst>
                <a:gd name="connsiteX0" fmla="*/ 260699 w 260699"/>
                <a:gd name="connsiteY0" fmla="*/ 56769 h 180498"/>
                <a:gd name="connsiteX1" fmla="*/ 183261 w 260699"/>
                <a:gd name="connsiteY1" fmla="*/ 177737 h 180498"/>
                <a:gd name="connsiteX2" fmla="*/ 181451 w 260699"/>
                <a:gd name="connsiteY2" fmla="*/ 180499 h 180498"/>
                <a:gd name="connsiteX3" fmla="*/ 157734 w 260699"/>
                <a:gd name="connsiteY3" fmla="*/ 166497 h 180498"/>
                <a:gd name="connsiteX4" fmla="*/ 101441 w 260699"/>
                <a:gd name="connsiteY4" fmla="*/ 133350 h 180498"/>
                <a:gd name="connsiteX5" fmla="*/ 81819 w 260699"/>
                <a:gd name="connsiteY5" fmla="*/ 125635 h 180498"/>
                <a:gd name="connsiteX6" fmla="*/ 63627 w 260699"/>
                <a:gd name="connsiteY6" fmla="*/ 118491 h 180498"/>
                <a:gd name="connsiteX7" fmla="*/ 26194 w 260699"/>
                <a:gd name="connsiteY7" fmla="*/ 104108 h 180498"/>
                <a:gd name="connsiteX8" fmla="*/ 0 w 260699"/>
                <a:gd name="connsiteY8" fmla="*/ 40005 h 180498"/>
                <a:gd name="connsiteX9" fmla="*/ 110776 w 260699"/>
                <a:gd name="connsiteY9" fmla="*/ 0 h 180498"/>
                <a:gd name="connsiteX10" fmla="*/ 107061 w 260699"/>
                <a:gd name="connsiteY10" fmla="*/ 3715 h 180498"/>
                <a:gd name="connsiteX11" fmla="*/ 110490 w 260699"/>
                <a:gd name="connsiteY11" fmla="*/ 4953 h 180498"/>
                <a:gd name="connsiteX12" fmla="*/ 208598 w 260699"/>
                <a:gd name="connsiteY12" fmla="*/ 41148 h 180498"/>
                <a:gd name="connsiteX13" fmla="*/ 217456 w 260699"/>
                <a:gd name="connsiteY13" fmla="*/ 44482 h 180498"/>
                <a:gd name="connsiteX14" fmla="*/ 224409 w 260699"/>
                <a:gd name="connsiteY14" fmla="*/ 46958 h 180498"/>
                <a:gd name="connsiteX15" fmla="*/ 250603 w 260699"/>
                <a:gd name="connsiteY15" fmla="*/ 54007 h 180498"/>
                <a:gd name="connsiteX16" fmla="*/ 260699 w 260699"/>
                <a:gd name="connsiteY16" fmla="*/ 56769 h 18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0699" h="180498">
                  <a:moveTo>
                    <a:pt x="260699" y="56769"/>
                  </a:moveTo>
                  <a:lnTo>
                    <a:pt x="183261" y="177737"/>
                  </a:lnTo>
                  <a:lnTo>
                    <a:pt x="181451" y="180499"/>
                  </a:lnTo>
                  <a:lnTo>
                    <a:pt x="157734" y="166497"/>
                  </a:lnTo>
                  <a:lnTo>
                    <a:pt x="101441" y="133350"/>
                  </a:lnTo>
                  <a:lnTo>
                    <a:pt x="81819" y="125635"/>
                  </a:lnTo>
                  <a:lnTo>
                    <a:pt x="63627" y="118491"/>
                  </a:lnTo>
                  <a:lnTo>
                    <a:pt x="26194" y="104108"/>
                  </a:lnTo>
                  <a:lnTo>
                    <a:pt x="0" y="40005"/>
                  </a:lnTo>
                  <a:lnTo>
                    <a:pt x="110776" y="0"/>
                  </a:lnTo>
                  <a:lnTo>
                    <a:pt x="107061" y="3715"/>
                  </a:lnTo>
                  <a:lnTo>
                    <a:pt x="110490" y="4953"/>
                  </a:lnTo>
                  <a:lnTo>
                    <a:pt x="208598" y="41148"/>
                  </a:lnTo>
                  <a:lnTo>
                    <a:pt x="217456" y="44482"/>
                  </a:lnTo>
                  <a:lnTo>
                    <a:pt x="224409" y="46958"/>
                  </a:lnTo>
                  <a:lnTo>
                    <a:pt x="250603" y="54007"/>
                  </a:lnTo>
                  <a:lnTo>
                    <a:pt x="260699" y="5676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4" name="서울특별시 송파구 오륜동">
              <a:extLst>
                <a:ext uri="{FF2B5EF4-FFF2-40B4-BE49-F238E27FC236}">
                  <a16:creationId xmlns:a16="http://schemas.microsoft.com/office/drawing/2014/main" id="{D409568A-D31B-3865-9C07-058F5FB80B81}"/>
                </a:ext>
              </a:extLst>
            </p:cNvPr>
            <p:cNvSpPr/>
            <p:nvPr/>
          </p:nvSpPr>
          <p:spPr>
            <a:xfrm>
              <a:off x="8609361" y="4098607"/>
              <a:ext cx="595598" cy="356997"/>
            </a:xfrm>
            <a:custGeom>
              <a:avLst/>
              <a:gdLst>
                <a:gd name="connsiteX0" fmla="*/ 293465 w 595598"/>
                <a:gd name="connsiteY0" fmla="*/ 77438 h 356997"/>
                <a:gd name="connsiteX1" fmla="*/ 387096 w 595598"/>
                <a:gd name="connsiteY1" fmla="*/ 118301 h 356997"/>
                <a:gd name="connsiteX2" fmla="*/ 487013 w 595598"/>
                <a:gd name="connsiteY2" fmla="*/ 161830 h 356997"/>
                <a:gd name="connsiteX3" fmla="*/ 512636 w 595598"/>
                <a:gd name="connsiteY3" fmla="*/ 173260 h 356997"/>
                <a:gd name="connsiteX4" fmla="*/ 555689 w 595598"/>
                <a:gd name="connsiteY4" fmla="*/ 192500 h 356997"/>
                <a:gd name="connsiteX5" fmla="*/ 581216 w 595598"/>
                <a:gd name="connsiteY5" fmla="*/ 201263 h 356997"/>
                <a:gd name="connsiteX6" fmla="*/ 585978 w 595598"/>
                <a:gd name="connsiteY6" fmla="*/ 204216 h 356997"/>
                <a:gd name="connsiteX7" fmla="*/ 595599 w 595598"/>
                <a:gd name="connsiteY7" fmla="*/ 209931 h 356997"/>
                <a:gd name="connsiteX8" fmla="*/ 595503 w 595598"/>
                <a:gd name="connsiteY8" fmla="*/ 212693 h 356997"/>
                <a:gd name="connsiteX9" fmla="*/ 595408 w 595598"/>
                <a:gd name="connsiteY9" fmla="*/ 216979 h 356997"/>
                <a:gd name="connsiteX10" fmla="*/ 582073 w 595598"/>
                <a:gd name="connsiteY10" fmla="*/ 226886 h 356997"/>
                <a:gd name="connsiteX11" fmla="*/ 518065 w 595598"/>
                <a:gd name="connsiteY11" fmla="*/ 225171 h 356997"/>
                <a:gd name="connsiteX12" fmla="*/ 557213 w 595598"/>
                <a:gd name="connsiteY12" fmla="*/ 255365 h 356997"/>
                <a:gd name="connsiteX13" fmla="*/ 561499 w 595598"/>
                <a:gd name="connsiteY13" fmla="*/ 278702 h 356997"/>
                <a:gd name="connsiteX14" fmla="*/ 544449 w 595598"/>
                <a:gd name="connsiteY14" fmla="*/ 277559 h 356997"/>
                <a:gd name="connsiteX15" fmla="*/ 534924 w 595598"/>
                <a:gd name="connsiteY15" fmla="*/ 276892 h 356997"/>
                <a:gd name="connsiteX16" fmla="*/ 517970 w 595598"/>
                <a:gd name="connsiteY16" fmla="*/ 285369 h 356997"/>
                <a:gd name="connsiteX17" fmla="*/ 504349 w 595598"/>
                <a:gd name="connsiteY17" fmla="*/ 323564 h 356997"/>
                <a:gd name="connsiteX18" fmla="*/ 503682 w 595598"/>
                <a:gd name="connsiteY18" fmla="*/ 325565 h 356997"/>
                <a:gd name="connsiteX19" fmla="*/ 502444 w 595598"/>
                <a:gd name="connsiteY19" fmla="*/ 329279 h 356997"/>
                <a:gd name="connsiteX20" fmla="*/ 502063 w 595598"/>
                <a:gd name="connsiteY20" fmla="*/ 330518 h 356997"/>
                <a:gd name="connsiteX21" fmla="*/ 497014 w 595598"/>
                <a:gd name="connsiteY21" fmla="*/ 352996 h 356997"/>
                <a:gd name="connsiteX22" fmla="*/ 501682 w 595598"/>
                <a:gd name="connsiteY22" fmla="*/ 356616 h 356997"/>
                <a:gd name="connsiteX23" fmla="*/ 431578 w 595598"/>
                <a:gd name="connsiteY23" fmla="*/ 356997 h 356997"/>
                <a:gd name="connsiteX24" fmla="*/ 279845 w 595598"/>
                <a:gd name="connsiteY24" fmla="*/ 296037 h 356997"/>
                <a:gd name="connsiteX25" fmla="*/ 153638 w 595598"/>
                <a:gd name="connsiteY25" fmla="*/ 244316 h 356997"/>
                <a:gd name="connsiteX26" fmla="*/ 143542 w 595598"/>
                <a:gd name="connsiteY26" fmla="*/ 241554 h 356997"/>
                <a:gd name="connsiteX27" fmla="*/ 117348 w 595598"/>
                <a:gd name="connsiteY27" fmla="*/ 234506 h 356997"/>
                <a:gd name="connsiteX28" fmla="*/ 110395 w 595598"/>
                <a:gd name="connsiteY28" fmla="*/ 232029 h 356997"/>
                <a:gd name="connsiteX29" fmla="*/ 101537 w 595598"/>
                <a:gd name="connsiteY29" fmla="*/ 228695 h 356997"/>
                <a:gd name="connsiteX30" fmla="*/ 3429 w 595598"/>
                <a:gd name="connsiteY30" fmla="*/ 192500 h 356997"/>
                <a:gd name="connsiteX31" fmla="*/ 0 w 595598"/>
                <a:gd name="connsiteY31" fmla="*/ 191262 h 356997"/>
                <a:gd name="connsiteX32" fmla="*/ 3715 w 595598"/>
                <a:gd name="connsiteY32" fmla="*/ 187547 h 356997"/>
                <a:gd name="connsiteX33" fmla="*/ 69818 w 595598"/>
                <a:gd name="connsiteY33" fmla="*/ 74295 h 356997"/>
                <a:gd name="connsiteX34" fmla="*/ 119825 w 595598"/>
                <a:gd name="connsiteY34" fmla="*/ 0 h 356997"/>
                <a:gd name="connsiteX35" fmla="*/ 293465 w 595598"/>
                <a:gd name="connsiteY35" fmla="*/ 77438 h 35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95598" h="356997">
                  <a:moveTo>
                    <a:pt x="293465" y="77438"/>
                  </a:moveTo>
                  <a:lnTo>
                    <a:pt x="387096" y="118301"/>
                  </a:lnTo>
                  <a:lnTo>
                    <a:pt x="487013" y="161830"/>
                  </a:lnTo>
                  <a:lnTo>
                    <a:pt x="512636" y="173260"/>
                  </a:lnTo>
                  <a:lnTo>
                    <a:pt x="555689" y="192500"/>
                  </a:lnTo>
                  <a:lnTo>
                    <a:pt x="581216" y="201263"/>
                  </a:lnTo>
                  <a:lnTo>
                    <a:pt x="585978" y="204216"/>
                  </a:lnTo>
                  <a:lnTo>
                    <a:pt x="595599" y="209931"/>
                  </a:lnTo>
                  <a:lnTo>
                    <a:pt x="595503" y="212693"/>
                  </a:lnTo>
                  <a:lnTo>
                    <a:pt x="595408" y="216979"/>
                  </a:lnTo>
                  <a:lnTo>
                    <a:pt x="582073" y="226886"/>
                  </a:lnTo>
                  <a:lnTo>
                    <a:pt x="518065" y="225171"/>
                  </a:lnTo>
                  <a:lnTo>
                    <a:pt x="557213" y="255365"/>
                  </a:lnTo>
                  <a:lnTo>
                    <a:pt x="561499" y="278702"/>
                  </a:lnTo>
                  <a:lnTo>
                    <a:pt x="544449" y="277559"/>
                  </a:lnTo>
                  <a:lnTo>
                    <a:pt x="534924" y="276892"/>
                  </a:lnTo>
                  <a:lnTo>
                    <a:pt x="517970" y="285369"/>
                  </a:lnTo>
                  <a:lnTo>
                    <a:pt x="504349" y="323564"/>
                  </a:lnTo>
                  <a:lnTo>
                    <a:pt x="503682" y="325565"/>
                  </a:lnTo>
                  <a:lnTo>
                    <a:pt x="502444" y="329279"/>
                  </a:lnTo>
                  <a:lnTo>
                    <a:pt x="502063" y="330518"/>
                  </a:lnTo>
                  <a:lnTo>
                    <a:pt x="497014" y="352996"/>
                  </a:lnTo>
                  <a:lnTo>
                    <a:pt x="501682" y="356616"/>
                  </a:lnTo>
                  <a:lnTo>
                    <a:pt x="431578" y="356997"/>
                  </a:lnTo>
                  <a:lnTo>
                    <a:pt x="279845" y="296037"/>
                  </a:lnTo>
                  <a:lnTo>
                    <a:pt x="153638" y="244316"/>
                  </a:lnTo>
                  <a:lnTo>
                    <a:pt x="143542" y="241554"/>
                  </a:lnTo>
                  <a:lnTo>
                    <a:pt x="117348" y="234506"/>
                  </a:lnTo>
                  <a:lnTo>
                    <a:pt x="110395" y="232029"/>
                  </a:lnTo>
                  <a:lnTo>
                    <a:pt x="101537" y="228695"/>
                  </a:lnTo>
                  <a:lnTo>
                    <a:pt x="3429" y="192500"/>
                  </a:lnTo>
                  <a:lnTo>
                    <a:pt x="0" y="191262"/>
                  </a:lnTo>
                  <a:lnTo>
                    <a:pt x="3715" y="187547"/>
                  </a:lnTo>
                  <a:lnTo>
                    <a:pt x="69818" y="74295"/>
                  </a:lnTo>
                  <a:lnTo>
                    <a:pt x="119825" y="0"/>
                  </a:lnTo>
                  <a:lnTo>
                    <a:pt x="293465" y="774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5" name="서울특별시 송파구 오금동">
              <a:extLst>
                <a:ext uri="{FF2B5EF4-FFF2-40B4-BE49-F238E27FC236}">
                  <a16:creationId xmlns:a16="http://schemas.microsoft.com/office/drawing/2014/main" id="{7D3FBE12-28DB-966C-8F15-F97D56848103}"/>
                </a:ext>
              </a:extLst>
            </p:cNvPr>
            <p:cNvSpPr/>
            <p:nvPr/>
          </p:nvSpPr>
          <p:spPr>
            <a:xfrm>
              <a:off x="8815101" y="4394644"/>
              <a:ext cx="371094" cy="296513"/>
            </a:xfrm>
            <a:custGeom>
              <a:avLst/>
              <a:gdLst>
                <a:gd name="connsiteX0" fmla="*/ 295942 w 371094"/>
                <a:gd name="connsiteY0" fmla="*/ 60579 h 296513"/>
                <a:gd name="connsiteX1" fmla="*/ 315087 w 371094"/>
                <a:gd name="connsiteY1" fmla="*/ 86868 h 296513"/>
                <a:gd name="connsiteX2" fmla="*/ 312897 w 371094"/>
                <a:gd name="connsiteY2" fmla="*/ 98393 h 296513"/>
                <a:gd name="connsiteX3" fmla="*/ 308801 w 371094"/>
                <a:gd name="connsiteY3" fmla="*/ 109347 h 296513"/>
                <a:gd name="connsiteX4" fmla="*/ 310706 w 371094"/>
                <a:gd name="connsiteY4" fmla="*/ 111823 h 296513"/>
                <a:gd name="connsiteX5" fmla="*/ 312420 w 371094"/>
                <a:gd name="connsiteY5" fmla="*/ 113824 h 296513"/>
                <a:gd name="connsiteX6" fmla="*/ 346425 w 371094"/>
                <a:gd name="connsiteY6" fmla="*/ 128016 h 296513"/>
                <a:gd name="connsiteX7" fmla="*/ 353473 w 371094"/>
                <a:gd name="connsiteY7" fmla="*/ 130873 h 296513"/>
                <a:gd name="connsiteX8" fmla="*/ 356426 w 371094"/>
                <a:gd name="connsiteY8" fmla="*/ 132016 h 296513"/>
                <a:gd name="connsiteX9" fmla="*/ 371094 w 371094"/>
                <a:gd name="connsiteY9" fmla="*/ 133159 h 296513"/>
                <a:gd name="connsiteX10" fmla="*/ 327565 w 371094"/>
                <a:gd name="connsiteY10" fmla="*/ 223075 h 296513"/>
                <a:gd name="connsiteX11" fmla="*/ 305562 w 371094"/>
                <a:gd name="connsiteY11" fmla="*/ 259842 h 296513"/>
                <a:gd name="connsiteX12" fmla="*/ 291941 w 371094"/>
                <a:gd name="connsiteY12" fmla="*/ 288893 h 296513"/>
                <a:gd name="connsiteX13" fmla="*/ 288417 w 371094"/>
                <a:gd name="connsiteY13" fmla="*/ 296513 h 296513"/>
                <a:gd name="connsiteX14" fmla="*/ 278702 w 371094"/>
                <a:gd name="connsiteY14" fmla="*/ 291465 h 296513"/>
                <a:gd name="connsiteX15" fmla="*/ 200883 w 371094"/>
                <a:gd name="connsiteY15" fmla="*/ 252222 h 296513"/>
                <a:gd name="connsiteX16" fmla="*/ 149543 w 371094"/>
                <a:gd name="connsiteY16" fmla="*/ 221266 h 296513"/>
                <a:gd name="connsiteX17" fmla="*/ 129350 w 371094"/>
                <a:gd name="connsiteY17" fmla="*/ 210598 h 296513"/>
                <a:gd name="connsiteX18" fmla="*/ 122777 w 371094"/>
                <a:gd name="connsiteY18" fmla="*/ 207073 h 296513"/>
                <a:gd name="connsiteX19" fmla="*/ 119920 w 371094"/>
                <a:gd name="connsiteY19" fmla="*/ 205169 h 296513"/>
                <a:gd name="connsiteX20" fmla="*/ 76772 w 371094"/>
                <a:gd name="connsiteY20" fmla="*/ 176498 h 296513"/>
                <a:gd name="connsiteX21" fmla="*/ 0 w 371094"/>
                <a:gd name="connsiteY21" fmla="*/ 115348 h 296513"/>
                <a:gd name="connsiteX22" fmla="*/ 74105 w 371094"/>
                <a:gd name="connsiteY22" fmla="*/ 0 h 296513"/>
                <a:gd name="connsiteX23" fmla="*/ 225838 w 371094"/>
                <a:gd name="connsiteY23" fmla="*/ 60960 h 296513"/>
                <a:gd name="connsiteX24" fmla="*/ 295942 w 371094"/>
                <a:gd name="connsiteY24" fmla="*/ 60579 h 29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1094" h="296513">
                  <a:moveTo>
                    <a:pt x="295942" y="60579"/>
                  </a:moveTo>
                  <a:lnTo>
                    <a:pt x="315087" y="86868"/>
                  </a:lnTo>
                  <a:lnTo>
                    <a:pt x="312897" y="98393"/>
                  </a:lnTo>
                  <a:lnTo>
                    <a:pt x="308801" y="109347"/>
                  </a:lnTo>
                  <a:lnTo>
                    <a:pt x="310706" y="111823"/>
                  </a:lnTo>
                  <a:lnTo>
                    <a:pt x="312420" y="113824"/>
                  </a:lnTo>
                  <a:lnTo>
                    <a:pt x="346425" y="128016"/>
                  </a:lnTo>
                  <a:lnTo>
                    <a:pt x="353473" y="130873"/>
                  </a:lnTo>
                  <a:lnTo>
                    <a:pt x="356426" y="132016"/>
                  </a:lnTo>
                  <a:lnTo>
                    <a:pt x="371094" y="133159"/>
                  </a:lnTo>
                  <a:lnTo>
                    <a:pt x="327565" y="223075"/>
                  </a:lnTo>
                  <a:lnTo>
                    <a:pt x="305562" y="259842"/>
                  </a:lnTo>
                  <a:lnTo>
                    <a:pt x="291941" y="288893"/>
                  </a:lnTo>
                  <a:lnTo>
                    <a:pt x="288417" y="296513"/>
                  </a:lnTo>
                  <a:lnTo>
                    <a:pt x="278702" y="291465"/>
                  </a:lnTo>
                  <a:lnTo>
                    <a:pt x="200883" y="252222"/>
                  </a:lnTo>
                  <a:lnTo>
                    <a:pt x="149543" y="221266"/>
                  </a:lnTo>
                  <a:lnTo>
                    <a:pt x="129350" y="210598"/>
                  </a:lnTo>
                  <a:lnTo>
                    <a:pt x="122777" y="207073"/>
                  </a:lnTo>
                  <a:lnTo>
                    <a:pt x="119920" y="205169"/>
                  </a:lnTo>
                  <a:lnTo>
                    <a:pt x="76772" y="176498"/>
                  </a:lnTo>
                  <a:lnTo>
                    <a:pt x="0" y="115348"/>
                  </a:lnTo>
                  <a:lnTo>
                    <a:pt x="74105" y="0"/>
                  </a:lnTo>
                  <a:lnTo>
                    <a:pt x="225838" y="60960"/>
                  </a:lnTo>
                  <a:lnTo>
                    <a:pt x="295942" y="6057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6" name="서울특별시 송파구 송파1동">
              <a:extLst>
                <a:ext uri="{FF2B5EF4-FFF2-40B4-BE49-F238E27FC236}">
                  <a16:creationId xmlns:a16="http://schemas.microsoft.com/office/drawing/2014/main" id="{8729FE07-917A-A50F-07AA-00DBE0509926}"/>
                </a:ext>
              </a:extLst>
            </p:cNvPr>
            <p:cNvSpPr/>
            <p:nvPr/>
          </p:nvSpPr>
          <p:spPr>
            <a:xfrm>
              <a:off x="8454771" y="4390263"/>
              <a:ext cx="228980" cy="180975"/>
            </a:xfrm>
            <a:custGeom>
              <a:avLst/>
              <a:gdLst>
                <a:gd name="connsiteX0" fmla="*/ 228981 w 228980"/>
                <a:gd name="connsiteY0" fmla="*/ 76390 h 180975"/>
                <a:gd name="connsiteX1" fmla="*/ 201263 w 228980"/>
                <a:gd name="connsiteY1" fmla="*/ 120682 h 180975"/>
                <a:gd name="connsiteX2" fmla="*/ 194500 w 228980"/>
                <a:gd name="connsiteY2" fmla="*/ 130778 h 180975"/>
                <a:gd name="connsiteX3" fmla="*/ 183166 w 228980"/>
                <a:gd name="connsiteY3" fmla="*/ 143065 h 180975"/>
                <a:gd name="connsiteX4" fmla="*/ 177355 w 228980"/>
                <a:gd name="connsiteY4" fmla="*/ 148876 h 180975"/>
                <a:gd name="connsiteX5" fmla="*/ 171831 w 228980"/>
                <a:gd name="connsiteY5" fmla="*/ 152876 h 180975"/>
                <a:gd name="connsiteX6" fmla="*/ 166783 w 228980"/>
                <a:gd name="connsiteY6" fmla="*/ 156686 h 180975"/>
                <a:gd name="connsiteX7" fmla="*/ 166021 w 228980"/>
                <a:gd name="connsiteY7" fmla="*/ 157258 h 180975"/>
                <a:gd name="connsiteX8" fmla="*/ 163735 w 228980"/>
                <a:gd name="connsiteY8" fmla="*/ 158686 h 180975"/>
                <a:gd name="connsiteX9" fmla="*/ 155638 w 228980"/>
                <a:gd name="connsiteY9" fmla="*/ 163734 h 180975"/>
                <a:gd name="connsiteX10" fmla="*/ 144209 w 228980"/>
                <a:gd name="connsiteY10" fmla="*/ 169354 h 180975"/>
                <a:gd name="connsiteX11" fmla="*/ 134398 w 228980"/>
                <a:gd name="connsiteY11" fmla="*/ 173355 h 180975"/>
                <a:gd name="connsiteX12" fmla="*/ 132302 w 228980"/>
                <a:gd name="connsiteY12" fmla="*/ 174022 h 180975"/>
                <a:gd name="connsiteX13" fmla="*/ 128873 w 228980"/>
                <a:gd name="connsiteY13" fmla="*/ 175165 h 180975"/>
                <a:gd name="connsiteX14" fmla="*/ 120396 w 228980"/>
                <a:gd name="connsiteY14" fmla="*/ 177927 h 180975"/>
                <a:gd name="connsiteX15" fmla="*/ 110966 w 228980"/>
                <a:gd name="connsiteY15" fmla="*/ 180975 h 180975"/>
                <a:gd name="connsiteX16" fmla="*/ 30385 w 228980"/>
                <a:gd name="connsiteY16" fmla="*/ 99155 h 180975"/>
                <a:gd name="connsiteX17" fmla="*/ 0 w 228980"/>
                <a:gd name="connsiteY17" fmla="*/ 58483 h 180975"/>
                <a:gd name="connsiteX18" fmla="*/ 11144 w 228980"/>
                <a:gd name="connsiteY18" fmla="*/ 49530 h 180975"/>
                <a:gd name="connsiteX19" fmla="*/ 73723 w 228980"/>
                <a:gd name="connsiteY19" fmla="*/ 0 h 180975"/>
                <a:gd name="connsiteX20" fmla="*/ 111157 w 228980"/>
                <a:gd name="connsiteY20" fmla="*/ 14383 h 180975"/>
                <a:gd name="connsiteX21" fmla="*/ 129349 w 228980"/>
                <a:gd name="connsiteY21" fmla="*/ 21526 h 180975"/>
                <a:gd name="connsiteX22" fmla="*/ 148971 w 228980"/>
                <a:gd name="connsiteY22" fmla="*/ 29242 h 180975"/>
                <a:gd name="connsiteX23" fmla="*/ 205264 w 228980"/>
                <a:gd name="connsiteY23" fmla="*/ 62389 h 180975"/>
                <a:gd name="connsiteX24" fmla="*/ 228981 w 228980"/>
                <a:gd name="connsiteY24" fmla="*/ 7639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8980" h="180975">
                  <a:moveTo>
                    <a:pt x="228981" y="76390"/>
                  </a:moveTo>
                  <a:lnTo>
                    <a:pt x="201263" y="120682"/>
                  </a:lnTo>
                  <a:lnTo>
                    <a:pt x="194500" y="130778"/>
                  </a:lnTo>
                  <a:lnTo>
                    <a:pt x="183166" y="143065"/>
                  </a:lnTo>
                  <a:lnTo>
                    <a:pt x="177355" y="148876"/>
                  </a:lnTo>
                  <a:lnTo>
                    <a:pt x="171831" y="152876"/>
                  </a:lnTo>
                  <a:lnTo>
                    <a:pt x="166783" y="156686"/>
                  </a:lnTo>
                  <a:lnTo>
                    <a:pt x="166021" y="157258"/>
                  </a:lnTo>
                  <a:lnTo>
                    <a:pt x="163735" y="158686"/>
                  </a:lnTo>
                  <a:lnTo>
                    <a:pt x="155638" y="163734"/>
                  </a:lnTo>
                  <a:lnTo>
                    <a:pt x="144209" y="169354"/>
                  </a:lnTo>
                  <a:lnTo>
                    <a:pt x="134398" y="173355"/>
                  </a:lnTo>
                  <a:lnTo>
                    <a:pt x="132302" y="174022"/>
                  </a:lnTo>
                  <a:lnTo>
                    <a:pt x="128873" y="175165"/>
                  </a:lnTo>
                  <a:lnTo>
                    <a:pt x="120396" y="177927"/>
                  </a:lnTo>
                  <a:lnTo>
                    <a:pt x="110966" y="180975"/>
                  </a:lnTo>
                  <a:lnTo>
                    <a:pt x="30385" y="99155"/>
                  </a:lnTo>
                  <a:lnTo>
                    <a:pt x="0" y="58483"/>
                  </a:lnTo>
                  <a:lnTo>
                    <a:pt x="11144" y="49530"/>
                  </a:lnTo>
                  <a:lnTo>
                    <a:pt x="73723" y="0"/>
                  </a:lnTo>
                  <a:lnTo>
                    <a:pt x="111157" y="14383"/>
                  </a:lnTo>
                  <a:lnTo>
                    <a:pt x="129349" y="21526"/>
                  </a:lnTo>
                  <a:lnTo>
                    <a:pt x="148971" y="29242"/>
                  </a:lnTo>
                  <a:lnTo>
                    <a:pt x="205264" y="62389"/>
                  </a:lnTo>
                  <a:lnTo>
                    <a:pt x="228981" y="7639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7" name="서울특별시 송파구 송파2동">
              <a:extLst>
                <a:ext uri="{FF2B5EF4-FFF2-40B4-BE49-F238E27FC236}">
                  <a16:creationId xmlns:a16="http://schemas.microsoft.com/office/drawing/2014/main" id="{E9FD7FEE-0BB9-AFA2-A766-7558E2992E27}"/>
                </a:ext>
              </a:extLst>
            </p:cNvPr>
            <p:cNvSpPr/>
            <p:nvPr/>
          </p:nvSpPr>
          <p:spPr>
            <a:xfrm>
              <a:off x="8565737" y="4466653"/>
              <a:ext cx="222694" cy="173259"/>
            </a:xfrm>
            <a:custGeom>
              <a:avLst/>
              <a:gdLst>
                <a:gd name="connsiteX0" fmla="*/ 222695 w 222694"/>
                <a:gd name="connsiteY0" fmla="*/ 43244 h 173259"/>
                <a:gd name="connsiteX1" fmla="*/ 208788 w 222694"/>
                <a:gd name="connsiteY1" fmla="*/ 99441 h 173259"/>
                <a:gd name="connsiteX2" fmla="*/ 175641 w 222694"/>
                <a:gd name="connsiteY2" fmla="*/ 124206 h 173259"/>
                <a:gd name="connsiteX3" fmla="*/ 156210 w 222694"/>
                <a:gd name="connsiteY3" fmla="*/ 136112 h 173259"/>
                <a:gd name="connsiteX4" fmla="*/ 150876 w 222694"/>
                <a:gd name="connsiteY4" fmla="*/ 139446 h 173259"/>
                <a:gd name="connsiteX5" fmla="*/ 148304 w 222694"/>
                <a:gd name="connsiteY5" fmla="*/ 140970 h 173259"/>
                <a:gd name="connsiteX6" fmla="*/ 133731 w 222694"/>
                <a:gd name="connsiteY6" fmla="*/ 148685 h 173259"/>
                <a:gd name="connsiteX7" fmla="*/ 115348 w 222694"/>
                <a:gd name="connsiteY7" fmla="*/ 158401 h 173259"/>
                <a:gd name="connsiteX8" fmla="*/ 86678 w 222694"/>
                <a:gd name="connsiteY8" fmla="*/ 173164 h 173259"/>
                <a:gd name="connsiteX9" fmla="*/ 84297 w 222694"/>
                <a:gd name="connsiteY9" fmla="*/ 173260 h 173259"/>
                <a:gd name="connsiteX10" fmla="*/ 26765 w 222694"/>
                <a:gd name="connsiteY10" fmla="*/ 133540 h 173259"/>
                <a:gd name="connsiteX11" fmla="*/ 0 w 222694"/>
                <a:gd name="connsiteY11" fmla="*/ 104585 h 173259"/>
                <a:gd name="connsiteX12" fmla="*/ 9430 w 222694"/>
                <a:gd name="connsiteY12" fmla="*/ 101537 h 173259"/>
                <a:gd name="connsiteX13" fmla="*/ 17907 w 222694"/>
                <a:gd name="connsiteY13" fmla="*/ 98774 h 173259"/>
                <a:gd name="connsiteX14" fmla="*/ 21336 w 222694"/>
                <a:gd name="connsiteY14" fmla="*/ 97631 h 173259"/>
                <a:gd name="connsiteX15" fmla="*/ 23432 w 222694"/>
                <a:gd name="connsiteY15" fmla="*/ 96964 h 173259"/>
                <a:gd name="connsiteX16" fmla="*/ 33243 w 222694"/>
                <a:gd name="connsiteY16" fmla="*/ 92964 h 173259"/>
                <a:gd name="connsiteX17" fmla="*/ 44672 w 222694"/>
                <a:gd name="connsiteY17" fmla="*/ 87344 h 173259"/>
                <a:gd name="connsiteX18" fmla="*/ 52769 w 222694"/>
                <a:gd name="connsiteY18" fmla="*/ 82296 h 173259"/>
                <a:gd name="connsiteX19" fmla="*/ 55055 w 222694"/>
                <a:gd name="connsiteY19" fmla="*/ 80867 h 173259"/>
                <a:gd name="connsiteX20" fmla="*/ 55817 w 222694"/>
                <a:gd name="connsiteY20" fmla="*/ 80296 h 173259"/>
                <a:gd name="connsiteX21" fmla="*/ 60865 w 222694"/>
                <a:gd name="connsiteY21" fmla="*/ 76486 h 173259"/>
                <a:gd name="connsiteX22" fmla="*/ 66390 w 222694"/>
                <a:gd name="connsiteY22" fmla="*/ 72485 h 173259"/>
                <a:gd name="connsiteX23" fmla="*/ 72200 w 222694"/>
                <a:gd name="connsiteY23" fmla="*/ 66675 h 173259"/>
                <a:gd name="connsiteX24" fmla="*/ 83534 w 222694"/>
                <a:gd name="connsiteY24" fmla="*/ 54388 h 173259"/>
                <a:gd name="connsiteX25" fmla="*/ 90297 w 222694"/>
                <a:gd name="connsiteY25" fmla="*/ 44291 h 173259"/>
                <a:gd name="connsiteX26" fmla="*/ 118015 w 222694"/>
                <a:gd name="connsiteY26" fmla="*/ 0 h 173259"/>
                <a:gd name="connsiteX27" fmla="*/ 222695 w 222694"/>
                <a:gd name="connsiteY27" fmla="*/ 43244 h 17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694" h="173259">
                  <a:moveTo>
                    <a:pt x="222695" y="43244"/>
                  </a:moveTo>
                  <a:lnTo>
                    <a:pt x="208788" y="99441"/>
                  </a:lnTo>
                  <a:lnTo>
                    <a:pt x="175641" y="124206"/>
                  </a:lnTo>
                  <a:lnTo>
                    <a:pt x="156210" y="136112"/>
                  </a:lnTo>
                  <a:lnTo>
                    <a:pt x="150876" y="139446"/>
                  </a:lnTo>
                  <a:lnTo>
                    <a:pt x="148304" y="140970"/>
                  </a:lnTo>
                  <a:lnTo>
                    <a:pt x="133731" y="148685"/>
                  </a:lnTo>
                  <a:lnTo>
                    <a:pt x="115348" y="158401"/>
                  </a:lnTo>
                  <a:lnTo>
                    <a:pt x="86678" y="173164"/>
                  </a:lnTo>
                  <a:lnTo>
                    <a:pt x="84297" y="173260"/>
                  </a:lnTo>
                  <a:lnTo>
                    <a:pt x="26765" y="133540"/>
                  </a:lnTo>
                  <a:lnTo>
                    <a:pt x="0" y="104585"/>
                  </a:lnTo>
                  <a:lnTo>
                    <a:pt x="9430" y="101537"/>
                  </a:lnTo>
                  <a:lnTo>
                    <a:pt x="17907" y="98774"/>
                  </a:lnTo>
                  <a:lnTo>
                    <a:pt x="21336" y="97631"/>
                  </a:lnTo>
                  <a:lnTo>
                    <a:pt x="23432" y="96964"/>
                  </a:lnTo>
                  <a:lnTo>
                    <a:pt x="33243" y="92964"/>
                  </a:lnTo>
                  <a:lnTo>
                    <a:pt x="44672" y="87344"/>
                  </a:lnTo>
                  <a:lnTo>
                    <a:pt x="52769" y="82296"/>
                  </a:lnTo>
                  <a:lnTo>
                    <a:pt x="55055" y="80867"/>
                  </a:lnTo>
                  <a:lnTo>
                    <a:pt x="55817" y="80296"/>
                  </a:lnTo>
                  <a:lnTo>
                    <a:pt x="60865" y="76486"/>
                  </a:lnTo>
                  <a:lnTo>
                    <a:pt x="66390" y="72485"/>
                  </a:lnTo>
                  <a:lnTo>
                    <a:pt x="72200" y="66675"/>
                  </a:lnTo>
                  <a:lnTo>
                    <a:pt x="83534" y="54388"/>
                  </a:lnTo>
                  <a:lnTo>
                    <a:pt x="90297" y="44291"/>
                  </a:lnTo>
                  <a:lnTo>
                    <a:pt x="118015" y="0"/>
                  </a:lnTo>
                  <a:lnTo>
                    <a:pt x="222695" y="4324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8" name="서울특별시 송파구 석촌동">
              <a:extLst>
                <a:ext uri="{FF2B5EF4-FFF2-40B4-BE49-F238E27FC236}">
                  <a16:creationId xmlns:a16="http://schemas.microsoft.com/office/drawing/2014/main" id="{14A8471A-B36A-A0BB-233F-4876F576ABB4}"/>
                </a:ext>
              </a:extLst>
            </p:cNvPr>
            <p:cNvSpPr/>
            <p:nvPr/>
          </p:nvSpPr>
          <p:spPr>
            <a:xfrm>
              <a:off x="8319516" y="4448746"/>
              <a:ext cx="272986" cy="214026"/>
            </a:xfrm>
            <a:custGeom>
              <a:avLst/>
              <a:gdLst>
                <a:gd name="connsiteX0" fmla="*/ 246221 w 272986"/>
                <a:gd name="connsiteY0" fmla="*/ 122492 h 214026"/>
                <a:gd name="connsiteX1" fmla="*/ 272986 w 272986"/>
                <a:gd name="connsiteY1" fmla="*/ 151447 h 214026"/>
                <a:gd name="connsiteX2" fmla="*/ 254318 w 272986"/>
                <a:gd name="connsiteY2" fmla="*/ 157353 h 214026"/>
                <a:gd name="connsiteX3" fmla="*/ 236887 w 272986"/>
                <a:gd name="connsiteY3" fmla="*/ 140589 h 214026"/>
                <a:gd name="connsiteX4" fmla="*/ 28766 w 272986"/>
                <a:gd name="connsiteY4" fmla="*/ 202406 h 214026"/>
                <a:gd name="connsiteX5" fmla="*/ 19050 w 272986"/>
                <a:gd name="connsiteY5" fmla="*/ 205264 h 214026"/>
                <a:gd name="connsiteX6" fmla="*/ 14097 w 272986"/>
                <a:gd name="connsiteY6" fmla="*/ 214027 h 214026"/>
                <a:gd name="connsiteX7" fmla="*/ 5429 w 272986"/>
                <a:gd name="connsiteY7" fmla="*/ 211074 h 214026"/>
                <a:gd name="connsiteX8" fmla="*/ 0 w 272986"/>
                <a:gd name="connsiteY8" fmla="*/ 209074 h 214026"/>
                <a:gd name="connsiteX9" fmla="*/ 762 w 272986"/>
                <a:gd name="connsiteY9" fmla="*/ 197072 h 214026"/>
                <a:gd name="connsiteX10" fmla="*/ 6763 w 272986"/>
                <a:gd name="connsiteY10" fmla="*/ 115824 h 214026"/>
                <a:gd name="connsiteX11" fmla="*/ 8001 w 272986"/>
                <a:gd name="connsiteY11" fmla="*/ 101251 h 214026"/>
                <a:gd name="connsiteX12" fmla="*/ 8763 w 272986"/>
                <a:gd name="connsiteY12" fmla="*/ 92678 h 214026"/>
                <a:gd name="connsiteX13" fmla="*/ 9334 w 272986"/>
                <a:gd name="connsiteY13" fmla="*/ 86963 h 214026"/>
                <a:gd name="connsiteX14" fmla="*/ 13525 w 272986"/>
                <a:gd name="connsiteY14" fmla="*/ 40100 h 214026"/>
                <a:gd name="connsiteX15" fmla="*/ 20098 w 272986"/>
                <a:gd name="connsiteY15" fmla="*/ 41243 h 214026"/>
                <a:gd name="connsiteX16" fmla="*/ 26479 w 272986"/>
                <a:gd name="connsiteY16" fmla="*/ 41624 h 214026"/>
                <a:gd name="connsiteX17" fmla="*/ 34385 w 272986"/>
                <a:gd name="connsiteY17" fmla="*/ 41529 h 214026"/>
                <a:gd name="connsiteX18" fmla="*/ 39719 w 272986"/>
                <a:gd name="connsiteY18" fmla="*/ 40957 h 214026"/>
                <a:gd name="connsiteX19" fmla="*/ 42576 w 272986"/>
                <a:gd name="connsiteY19" fmla="*/ 40672 h 214026"/>
                <a:gd name="connsiteX20" fmla="*/ 45625 w 272986"/>
                <a:gd name="connsiteY20" fmla="*/ 40196 h 214026"/>
                <a:gd name="connsiteX21" fmla="*/ 51721 w 272986"/>
                <a:gd name="connsiteY21" fmla="*/ 39338 h 214026"/>
                <a:gd name="connsiteX22" fmla="*/ 60007 w 272986"/>
                <a:gd name="connsiteY22" fmla="*/ 37147 h 214026"/>
                <a:gd name="connsiteX23" fmla="*/ 67437 w 272986"/>
                <a:gd name="connsiteY23" fmla="*/ 34671 h 214026"/>
                <a:gd name="connsiteX24" fmla="*/ 74104 w 272986"/>
                <a:gd name="connsiteY24" fmla="*/ 32004 h 214026"/>
                <a:gd name="connsiteX25" fmla="*/ 83629 w 272986"/>
                <a:gd name="connsiteY25" fmla="*/ 28099 h 214026"/>
                <a:gd name="connsiteX26" fmla="*/ 101060 w 272986"/>
                <a:gd name="connsiteY26" fmla="*/ 20288 h 214026"/>
                <a:gd name="connsiteX27" fmla="*/ 110300 w 272986"/>
                <a:gd name="connsiteY27" fmla="*/ 15812 h 214026"/>
                <a:gd name="connsiteX28" fmla="*/ 116491 w 272986"/>
                <a:gd name="connsiteY28" fmla="*/ 12763 h 214026"/>
                <a:gd name="connsiteX29" fmla="*/ 135255 w 272986"/>
                <a:gd name="connsiteY29" fmla="*/ 0 h 214026"/>
                <a:gd name="connsiteX30" fmla="*/ 165640 w 272986"/>
                <a:gd name="connsiteY30" fmla="*/ 40672 h 214026"/>
                <a:gd name="connsiteX31" fmla="*/ 246221 w 272986"/>
                <a:gd name="connsiteY31" fmla="*/ 122492 h 214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72986" h="214026">
                  <a:moveTo>
                    <a:pt x="246221" y="122492"/>
                  </a:moveTo>
                  <a:lnTo>
                    <a:pt x="272986" y="151447"/>
                  </a:lnTo>
                  <a:lnTo>
                    <a:pt x="254318" y="157353"/>
                  </a:lnTo>
                  <a:lnTo>
                    <a:pt x="236887" y="140589"/>
                  </a:lnTo>
                  <a:lnTo>
                    <a:pt x="28766" y="202406"/>
                  </a:lnTo>
                  <a:lnTo>
                    <a:pt x="19050" y="205264"/>
                  </a:lnTo>
                  <a:lnTo>
                    <a:pt x="14097" y="214027"/>
                  </a:lnTo>
                  <a:lnTo>
                    <a:pt x="5429" y="211074"/>
                  </a:lnTo>
                  <a:lnTo>
                    <a:pt x="0" y="209074"/>
                  </a:lnTo>
                  <a:lnTo>
                    <a:pt x="762" y="197072"/>
                  </a:lnTo>
                  <a:lnTo>
                    <a:pt x="6763" y="115824"/>
                  </a:lnTo>
                  <a:lnTo>
                    <a:pt x="8001" y="101251"/>
                  </a:lnTo>
                  <a:lnTo>
                    <a:pt x="8763" y="92678"/>
                  </a:lnTo>
                  <a:lnTo>
                    <a:pt x="9334" y="86963"/>
                  </a:lnTo>
                  <a:lnTo>
                    <a:pt x="13525" y="40100"/>
                  </a:lnTo>
                  <a:lnTo>
                    <a:pt x="20098" y="41243"/>
                  </a:lnTo>
                  <a:lnTo>
                    <a:pt x="26479" y="41624"/>
                  </a:lnTo>
                  <a:lnTo>
                    <a:pt x="34385" y="41529"/>
                  </a:lnTo>
                  <a:lnTo>
                    <a:pt x="39719" y="40957"/>
                  </a:lnTo>
                  <a:lnTo>
                    <a:pt x="42576" y="40672"/>
                  </a:lnTo>
                  <a:lnTo>
                    <a:pt x="45625" y="40196"/>
                  </a:lnTo>
                  <a:lnTo>
                    <a:pt x="51721" y="39338"/>
                  </a:lnTo>
                  <a:lnTo>
                    <a:pt x="60007" y="37147"/>
                  </a:lnTo>
                  <a:lnTo>
                    <a:pt x="67437" y="34671"/>
                  </a:lnTo>
                  <a:lnTo>
                    <a:pt x="74104" y="32004"/>
                  </a:lnTo>
                  <a:lnTo>
                    <a:pt x="83629" y="28099"/>
                  </a:lnTo>
                  <a:lnTo>
                    <a:pt x="101060" y="20288"/>
                  </a:lnTo>
                  <a:lnTo>
                    <a:pt x="110300" y="15812"/>
                  </a:lnTo>
                  <a:lnTo>
                    <a:pt x="116491" y="12763"/>
                  </a:lnTo>
                  <a:lnTo>
                    <a:pt x="135255" y="0"/>
                  </a:lnTo>
                  <a:lnTo>
                    <a:pt x="165640" y="40672"/>
                  </a:lnTo>
                  <a:lnTo>
                    <a:pt x="246221" y="12249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9" name="서울특별시 송파구 삼전동">
              <a:extLst>
                <a:ext uri="{FF2B5EF4-FFF2-40B4-BE49-F238E27FC236}">
                  <a16:creationId xmlns:a16="http://schemas.microsoft.com/office/drawing/2014/main" id="{485B05B0-F817-1C30-C222-DD4532E3D5BB}"/>
                </a:ext>
              </a:extLst>
            </p:cNvPr>
            <p:cNvSpPr/>
            <p:nvPr/>
          </p:nvSpPr>
          <p:spPr>
            <a:xfrm>
              <a:off x="8085010" y="4470844"/>
              <a:ext cx="248602" cy="212121"/>
            </a:xfrm>
            <a:custGeom>
              <a:avLst/>
              <a:gdLst>
                <a:gd name="connsiteX0" fmla="*/ 248031 w 248602"/>
                <a:gd name="connsiteY0" fmla="*/ 18002 h 212121"/>
                <a:gd name="connsiteX1" fmla="*/ 243840 w 248602"/>
                <a:gd name="connsiteY1" fmla="*/ 64865 h 212121"/>
                <a:gd name="connsiteX2" fmla="*/ 243268 w 248602"/>
                <a:gd name="connsiteY2" fmla="*/ 70580 h 212121"/>
                <a:gd name="connsiteX3" fmla="*/ 242507 w 248602"/>
                <a:gd name="connsiteY3" fmla="*/ 79153 h 212121"/>
                <a:gd name="connsiteX4" fmla="*/ 241268 w 248602"/>
                <a:gd name="connsiteY4" fmla="*/ 93726 h 212121"/>
                <a:gd name="connsiteX5" fmla="*/ 235268 w 248602"/>
                <a:gd name="connsiteY5" fmla="*/ 174974 h 212121"/>
                <a:gd name="connsiteX6" fmla="*/ 234505 w 248602"/>
                <a:gd name="connsiteY6" fmla="*/ 186976 h 212121"/>
                <a:gd name="connsiteX7" fmla="*/ 239935 w 248602"/>
                <a:gd name="connsiteY7" fmla="*/ 188976 h 212121"/>
                <a:gd name="connsiteX8" fmla="*/ 248602 w 248602"/>
                <a:gd name="connsiteY8" fmla="*/ 191929 h 212121"/>
                <a:gd name="connsiteX9" fmla="*/ 237649 w 248602"/>
                <a:gd name="connsiteY9" fmla="*/ 212122 h 212121"/>
                <a:gd name="connsiteX10" fmla="*/ 124016 w 248602"/>
                <a:gd name="connsiteY10" fmla="*/ 182308 h 212121"/>
                <a:gd name="connsiteX11" fmla="*/ 0 w 248602"/>
                <a:gd name="connsiteY11" fmla="*/ 149828 h 212121"/>
                <a:gd name="connsiteX12" fmla="*/ 128588 w 248602"/>
                <a:gd name="connsiteY12" fmla="*/ 0 h 212121"/>
                <a:gd name="connsiteX13" fmla="*/ 248031 w 248602"/>
                <a:gd name="connsiteY13" fmla="*/ 18002 h 212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602" h="212121">
                  <a:moveTo>
                    <a:pt x="248031" y="18002"/>
                  </a:moveTo>
                  <a:lnTo>
                    <a:pt x="243840" y="64865"/>
                  </a:lnTo>
                  <a:lnTo>
                    <a:pt x="243268" y="70580"/>
                  </a:lnTo>
                  <a:lnTo>
                    <a:pt x="242507" y="79153"/>
                  </a:lnTo>
                  <a:lnTo>
                    <a:pt x="241268" y="93726"/>
                  </a:lnTo>
                  <a:lnTo>
                    <a:pt x="235268" y="174974"/>
                  </a:lnTo>
                  <a:lnTo>
                    <a:pt x="234505" y="186976"/>
                  </a:lnTo>
                  <a:lnTo>
                    <a:pt x="239935" y="188976"/>
                  </a:lnTo>
                  <a:lnTo>
                    <a:pt x="248602" y="191929"/>
                  </a:lnTo>
                  <a:lnTo>
                    <a:pt x="237649" y="212122"/>
                  </a:lnTo>
                  <a:lnTo>
                    <a:pt x="124016" y="182308"/>
                  </a:lnTo>
                  <a:lnTo>
                    <a:pt x="0" y="149828"/>
                  </a:lnTo>
                  <a:lnTo>
                    <a:pt x="128588" y="0"/>
                  </a:lnTo>
                  <a:lnTo>
                    <a:pt x="248031" y="1800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0" name="서울특별시 송파구 가락본동">
              <a:extLst>
                <a:ext uri="{FF2B5EF4-FFF2-40B4-BE49-F238E27FC236}">
                  <a16:creationId xmlns:a16="http://schemas.microsoft.com/office/drawing/2014/main" id="{FA644EA4-4A11-EB72-9031-9924B7704340}"/>
                </a:ext>
              </a:extLst>
            </p:cNvPr>
            <p:cNvSpPr/>
            <p:nvPr/>
          </p:nvSpPr>
          <p:spPr>
            <a:xfrm>
              <a:off x="8646985" y="4509897"/>
              <a:ext cx="244887" cy="296894"/>
            </a:xfrm>
            <a:custGeom>
              <a:avLst/>
              <a:gdLst>
                <a:gd name="connsiteX0" fmla="*/ 168116 w 244887"/>
                <a:gd name="connsiteY0" fmla="*/ 95 h 296894"/>
                <a:gd name="connsiteX1" fmla="*/ 244888 w 244887"/>
                <a:gd name="connsiteY1" fmla="*/ 61246 h 296894"/>
                <a:gd name="connsiteX2" fmla="*/ 235363 w 244887"/>
                <a:gd name="connsiteY2" fmla="*/ 71056 h 296894"/>
                <a:gd name="connsiteX3" fmla="*/ 230410 w 244887"/>
                <a:gd name="connsiteY3" fmla="*/ 76295 h 296894"/>
                <a:gd name="connsiteX4" fmla="*/ 228219 w 244887"/>
                <a:gd name="connsiteY4" fmla="*/ 79057 h 296894"/>
                <a:gd name="connsiteX5" fmla="*/ 224123 w 244887"/>
                <a:gd name="connsiteY5" fmla="*/ 84106 h 296894"/>
                <a:gd name="connsiteX6" fmla="*/ 217837 w 244887"/>
                <a:gd name="connsiteY6" fmla="*/ 91916 h 296894"/>
                <a:gd name="connsiteX7" fmla="*/ 158019 w 244887"/>
                <a:gd name="connsiteY7" fmla="*/ 188595 h 296894"/>
                <a:gd name="connsiteX8" fmla="*/ 189357 w 244887"/>
                <a:gd name="connsiteY8" fmla="*/ 225742 h 296894"/>
                <a:gd name="connsiteX9" fmla="*/ 210788 w 244887"/>
                <a:gd name="connsiteY9" fmla="*/ 251365 h 296894"/>
                <a:gd name="connsiteX10" fmla="*/ 116967 w 244887"/>
                <a:gd name="connsiteY10" fmla="*/ 296894 h 296894"/>
                <a:gd name="connsiteX11" fmla="*/ 68961 w 244887"/>
                <a:gd name="connsiteY11" fmla="*/ 233172 h 296894"/>
                <a:gd name="connsiteX12" fmla="*/ 36957 w 244887"/>
                <a:gd name="connsiteY12" fmla="*/ 191357 h 296894"/>
                <a:gd name="connsiteX13" fmla="*/ 19050 w 244887"/>
                <a:gd name="connsiteY13" fmla="*/ 171259 h 296894"/>
                <a:gd name="connsiteX14" fmla="*/ 16193 w 244887"/>
                <a:gd name="connsiteY14" fmla="*/ 168116 h 296894"/>
                <a:gd name="connsiteX15" fmla="*/ 11239 w 244887"/>
                <a:gd name="connsiteY15" fmla="*/ 162401 h 296894"/>
                <a:gd name="connsiteX16" fmla="*/ 10763 w 244887"/>
                <a:gd name="connsiteY16" fmla="*/ 161925 h 296894"/>
                <a:gd name="connsiteX17" fmla="*/ 0 w 244887"/>
                <a:gd name="connsiteY17" fmla="*/ 147638 h 296894"/>
                <a:gd name="connsiteX18" fmla="*/ 285 w 244887"/>
                <a:gd name="connsiteY18" fmla="*/ 145923 h 296894"/>
                <a:gd name="connsiteX19" fmla="*/ 3048 w 244887"/>
                <a:gd name="connsiteY19" fmla="*/ 130016 h 296894"/>
                <a:gd name="connsiteX20" fmla="*/ 5429 w 244887"/>
                <a:gd name="connsiteY20" fmla="*/ 129921 h 296894"/>
                <a:gd name="connsiteX21" fmla="*/ 34100 w 244887"/>
                <a:gd name="connsiteY21" fmla="*/ 115157 h 296894"/>
                <a:gd name="connsiteX22" fmla="*/ 52483 w 244887"/>
                <a:gd name="connsiteY22" fmla="*/ 105442 h 296894"/>
                <a:gd name="connsiteX23" fmla="*/ 67056 w 244887"/>
                <a:gd name="connsiteY23" fmla="*/ 97726 h 296894"/>
                <a:gd name="connsiteX24" fmla="*/ 69628 w 244887"/>
                <a:gd name="connsiteY24" fmla="*/ 96202 h 296894"/>
                <a:gd name="connsiteX25" fmla="*/ 74962 w 244887"/>
                <a:gd name="connsiteY25" fmla="*/ 92869 h 296894"/>
                <a:gd name="connsiteX26" fmla="*/ 94392 w 244887"/>
                <a:gd name="connsiteY26" fmla="*/ 80963 h 296894"/>
                <a:gd name="connsiteX27" fmla="*/ 127540 w 244887"/>
                <a:gd name="connsiteY27" fmla="*/ 56197 h 296894"/>
                <a:gd name="connsiteX28" fmla="*/ 141446 w 244887"/>
                <a:gd name="connsiteY28" fmla="*/ 0 h 296894"/>
                <a:gd name="connsiteX29" fmla="*/ 168116 w 244887"/>
                <a:gd name="connsiteY29" fmla="*/ 95 h 29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4887" h="296894">
                  <a:moveTo>
                    <a:pt x="168116" y="95"/>
                  </a:moveTo>
                  <a:lnTo>
                    <a:pt x="244888" y="61246"/>
                  </a:lnTo>
                  <a:lnTo>
                    <a:pt x="235363" y="71056"/>
                  </a:lnTo>
                  <a:lnTo>
                    <a:pt x="230410" y="76295"/>
                  </a:lnTo>
                  <a:lnTo>
                    <a:pt x="228219" y="79057"/>
                  </a:lnTo>
                  <a:lnTo>
                    <a:pt x="224123" y="84106"/>
                  </a:lnTo>
                  <a:lnTo>
                    <a:pt x="217837" y="91916"/>
                  </a:lnTo>
                  <a:lnTo>
                    <a:pt x="158019" y="188595"/>
                  </a:lnTo>
                  <a:lnTo>
                    <a:pt x="189357" y="225742"/>
                  </a:lnTo>
                  <a:lnTo>
                    <a:pt x="210788" y="251365"/>
                  </a:lnTo>
                  <a:lnTo>
                    <a:pt x="116967" y="296894"/>
                  </a:lnTo>
                  <a:lnTo>
                    <a:pt x="68961" y="233172"/>
                  </a:lnTo>
                  <a:lnTo>
                    <a:pt x="36957" y="191357"/>
                  </a:lnTo>
                  <a:lnTo>
                    <a:pt x="19050" y="171259"/>
                  </a:lnTo>
                  <a:lnTo>
                    <a:pt x="16193" y="168116"/>
                  </a:lnTo>
                  <a:lnTo>
                    <a:pt x="11239" y="162401"/>
                  </a:lnTo>
                  <a:lnTo>
                    <a:pt x="10763" y="161925"/>
                  </a:lnTo>
                  <a:lnTo>
                    <a:pt x="0" y="147638"/>
                  </a:lnTo>
                  <a:lnTo>
                    <a:pt x="285" y="145923"/>
                  </a:lnTo>
                  <a:lnTo>
                    <a:pt x="3048" y="130016"/>
                  </a:lnTo>
                  <a:lnTo>
                    <a:pt x="5429" y="129921"/>
                  </a:lnTo>
                  <a:lnTo>
                    <a:pt x="34100" y="115157"/>
                  </a:lnTo>
                  <a:lnTo>
                    <a:pt x="52483" y="105442"/>
                  </a:lnTo>
                  <a:lnTo>
                    <a:pt x="67056" y="97726"/>
                  </a:lnTo>
                  <a:lnTo>
                    <a:pt x="69628" y="96202"/>
                  </a:lnTo>
                  <a:lnTo>
                    <a:pt x="74962" y="92869"/>
                  </a:lnTo>
                  <a:lnTo>
                    <a:pt x="94392" y="80963"/>
                  </a:lnTo>
                  <a:lnTo>
                    <a:pt x="127540" y="56197"/>
                  </a:lnTo>
                  <a:lnTo>
                    <a:pt x="141446" y="0"/>
                  </a:lnTo>
                  <a:lnTo>
                    <a:pt x="168116" y="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1" name="서울특별시 송파구 가락1동">
              <a:extLst>
                <a:ext uri="{FF2B5EF4-FFF2-40B4-BE49-F238E27FC236}">
                  <a16:creationId xmlns:a16="http://schemas.microsoft.com/office/drawing/2014/main" id="{ADA2DE7E-DDB3-95BE-FA7A-E7CD179F8D10}"/>
                </a:ext>
              </a:extLst>
            </p:cNvPr>
            <p:cNvSpPr/>
            <p:nvPr/>
          </p:nvSpPr>
          <p:spPr>
            <a:xfrm>
              <a:off x="8322659" y="4589335"/>
              <a:ext cx="393287" cy="211835"/>
            </a:xfrm>
            <a:custGeom>
              <a:avLst/>
              <a:gdLst>
                <a:gd name="connsiteX0" fmla="*/ 269843 w 393287"/>
                <a:gd name="connsiteY0" fmla="*/ 10858 h 211835"/>
                <a:gd name="connsiteX1" fmla="*/ 327374 w 393287"/>
                <a:gd name="connsiteY1" fmla="*/ 50578 h 211835"/>
                <a:gd name="connsiteX2" fmla="*/ 324612 w 393287"/>
                <a:gd name="connsiteY2" fmla="*/ 66484 h 211835"/>
                <a:gd name="connsiteX3" fmla="*/ 324326 w 393287"/>
                <a:gd name="connsiteY3" fmla="*/ 68199 h 211835"/>
                <a:gd name="connsiteX4" fmla="*/ 335089 w 393287"/>
                <a:gd name="connsiteY4" fmla="*/ 82487 h 211835"/>
                <a:gd name="connsiteX5" fmla="*/ 335566 w 393287"/>
                <a:gd name="connsiteY5" fmla="*/ 82963 h 211835"/>
                <a:gd name="connsiteX6" fmla="*/ 340519 w 393287"/>
                <a:gd name="connsiteY6" fmla="*/ 88678 h 211835"/>
                <a:gd name="connsiteX7" fmla="*/ 343376 w 393287"/>
                <a:gd name="connsiteY7" fmla="*/ 91821 h 211835"/>
                <a:gd name="connsiteX8" fmla="*/ 361283 w 393287"/>
                <a:gd name="connsiteY8" fmla="*/ 111919 h 211835"/>
                <a:gd name="connsiteX9" fmla="*/ 393287 w 393287"/>
                <a:gd name="connsiteY9" fmla="*/ 153733 h 211835"/>
                <a:gd name="connsiteX10" fmla="*/ 206692 w 393287"/>
                <a:gd name="connsiteY10" fmla="*/ 211836 h 211835"/>
                <a:gd name="connsiteX11" fmla="*/ 162115 w 393287"/>
                <a:gd name="connsiteY11" fmla="*/ 173641 h 211835"/>
                <a:gd name="connsiteX12" fmla="*/ 146113 w 393287"/>
                <a:gd name="connsiteY12" fmla="*/ 162401 h 211835"/>
                <a:gd name="connsiteX13" fmla="*/ 138303 w 393287"/>
                <a:gd name="connsiteY13" fmla="*/ 157639 h 211835"/>
                <a:gd name="connsiteX14" fmla="*/ 125253 w 393287"/>
                <a:gd name="connsiteY14" fmla="*/ 149733 h 211835"/>
                <a:gd name="connsiteX15" fmla="*/ 99346 w 393287"/>
                <a:gd name="connsiteY15" fmla="*/ 135255 h 211835"/>
                <a:gd name="connsiteX16" fmla="*/ 97536 w 393287"/>
                <a:gd name="connsiteY16" fmla="*/ 134493 h 211835"/>
                <a:gd name="connsiteX17" fmla="*/ 94773 w 393287"/>
                <a:gd name="connsiteY17" fmla="*/ 133350 h 211835"/>
                <a:gd name="connsiteX18" fmla="*/ 0 w 393287"/>
                <a:gd name="connsiteY18" fmla="*/ 93631 h 211835"/>
                <a:gd name="connsiteX19" fmla="*/ 10953 w 393287"/>
                <a:gd name="connsiteY19" fmla="*/ 73438 h 211835"/>
                <a:gd name="connsiteX20" fmla="*/ 15907 w 393287"/>
                <a:gd name="connsiteY20" fmla="*/ 64675 h 211835"/>
                <a:gd name="connsiteX21" fmla="*/ 25622 w 393287"/>
                <a:gd name="connsiteY21" fmla="*/ 61817 h 211835"/>
                <a:gd name="connsiteX22" fmla="*/ 233743 w 393287"/>
                <a:gd name="connsiteY22" fmla="*/ 0 h 211835"/>
                <a:gd name="connsiteX23" fmla="*/ 251174 w 393287"/>
                <a:gd name="connsiteY23" fmla="*/ 16764 h 211835"/>
                <a:gd name="connsiteX24" fmla="*/ 269843 w 393287"/>
                <a:gd name="connsiteY24" fmla="*/ 10858 h 2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3287" h="211835">
                  <a:moveTo>
                    <a:pt x="269843" y="10858"/>
                  </a:moveTo>
                  <a:lnTo>
                    <a:pt x="327374" y="50578"/>
                  </a:lnTo>
                  <a:lnTo>
                    <a:pt x="324612" y="66484"/>
                  </a:lnTo>
                  <a:lnTo>
                    <a:pt x="324326" y="68199"/>
                  </a:lnTo>
                  <a:lnTo>
                    <a:pt x="335089" y="82487"/>
                  </a:lnTo>
                  <a:lnTo>
                    <a:pt x="335566" y="82963"/>
                  </a:lnTo>
                  <a:lnTo>
                    <a:pt x="340519" y="88678"/>
                  </a:lnTo>
                  <a:lnTo>
                    <a:pt x="343376" y="91821"/>
                  </a:lnTo>
                  <a:lnTo>
                    <a:pt x="361283" y="111919"/>
                  </a:lnTo>
                  <a:lnTo>
                    <a:pt x="393287" y="153733"/>
                  </a:lnTo>
                  <a:lnTo>
                    <a:pt x="206692" y="211836"/>
                  </a:lnTo>
                  <a:lnTo>
                    <a:pt x="162115" y="173641"/>
                  </a:lnTo>
                  <a:lnTo>
                    <a:pt x="146113" y="162401"/>
                  </a:lnTo>
                  <a:lnTo>
                    <a:pt x="138303" y="157639"/>
                  </a:lnTo>
                  <a:lnTo>
                    <a:pt x="125253" y="149733"/>
                  </a:lnTo>
                  <a:lnTo>
                    <a:pt x="99346" y="135255"/>
                  </a:lnTo>
                  <a:lnTo>
                    <a:pt x="97536" y="134493"/>
                  </a:lnTo>
                  <a:lnTo>
                    <a:pt x="94773" y="133350"/>
                  </a:lnTo>
                  <a:lnTo>
                    <a:pt x="0" y="93631"/>
                  </a:lnTo>
                  <a:lnTo>
                    <a:pt x="10953" y="73438"/>
                  </a:lnTo>
                  <a:lnTo>
                    <a:pt x="15907" y="64675"/>
                  </a:lnTo>
                  <a:lnTo>
                    <a:pt x="25622" y="61817"/>
                  </a:lnTo>
                  <a:lnTo>
                    <a:pt x="233743" y="0"/>
                  </a:lnTo>
                  <a:lnTo>
                    <a:pt x="251174" y="16764"/>
                  </a:lnTo>
                  <a:lnTo>
                    <a:pt x="269843" y="1085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2" name="서울특별시 송파구 가락2동">
              <a:extLst>
                <a:ext uri="{FF2B5EF4-FFF2-40B4-BE49-F238E27FC236}">
                  <a16:creationId xmlns:a16="http://schemas.microsoft.com/office/drawing/2014/main" id="{4AB8D555-3A5F-EE8E-1DDA-73DA22DA26F2}"/>
                </a:ext>
              </a:extLst>
            </p:cNvPr>
            <p:cNvSpPr/>
            <p:nvPr/>
          </p:nvSpPr>
          <p:spPr>
            <a:xfrm>
              <a:off x="8805004" y="4571142"/>
              <a:ext cx="288798" cy="207930"/>
            </a:xfrm>
            <a:custGeom>
              <a:avLst/>
              <a:gdLst>
                <a:gd name="connsiteX0" fmla="*/ 288798 w 288798"/>
                <a:gd name="connsiteY0" fmla="*/ 114967 h 207930"/>
                <a:gd name="connsiteX1" fmla="*/ 264986 w 288798"/>
                <a:gd name="connsiteY1" fmla="*/ 139541 h 207930"/>
                <a:gd name="connsiteX2" fmla="*/ 184976 w 288798"/>
                <a:gd name="connsiteY2" fmla="*/ 207931 h 207930"/>
                <a:gd name="connsiteX3" fmla="*/ 127159 w 288798"/>
                <a:gd name="connsiteY3" fmla="*/ 165925 h 207930"/>
                <a:gd name="connsiteX4" fmla="*/ 124016 w 288798"/>
                <a:gd name="connsiteY4" fmla="*/ 163735 h 207930"/>
                <a:gd name="connsiteX5" fmla="*/ 118872 w 288798"/>
                <a:gd name="connsiteY5" fmla="*/ 160306 h 207930"/>
                <a:gd name="connsiteX6" fmla="*/ 113634 w 288798"/>
                <a:gd name="connsiteY6" fmla="*/ 159067 h 207930"/>
                <a:gd name="connsiteX7" fmla="*/ 99632 w 288798"/>
                <a:gd name="connsiteY7" fmla="*/ 165354 h 207930"/>
                <a:gd name="connsiteX8" fmla="*/ 97346 w 288798"/>
                <a:gd name="connsiteY8" fmla="*/ 166306 h 207930"/>
                <a:gd name="connsiteX9" fmla="*/ 85154 w 288798"/>
                <a:gd name="connsiteY9" fmla="*/ 172783 h 207930"/>
                <a:gd name="connsiteX10" fmla="*/ 63437 w 288798"/>
                <a:gd name="connsiteY10" fmla="*/ 184309 h 207930"/>
                <a:gd name="connsiteX11" fmla="*/ 52769 w 288798"/>
                <a:gd name="connsiteY11" fmla="*/ 190119 h 207930"/>
                <a:gd name="connsiteX12" fmla="*/ 31338 w 288798"/>
                <a:gd name="connsiteY12" fmla="*/ 164497 h 207930"/>
                <a:gd name="connsiteX13" fmla="*/ 0 w 288798"/>
                <a:gd name="connsiteY13" fmla="*/ 127349 h 207930"/>
                <a:gd name="connsiteX14" fmla="*/ 59817 w 288798"/>
                <a:gd name="connsiteY14" fmla="*/ 30671 h 207930"/>
                <a:gd name="connsiteX15" fmla="*/ 66104 w 288798"/>
                <a:gd name="connsiteY15" fmla="*/ 22860 h 207930"/>
                <a:gd name="connsiteX16" fmla="*/ 70200 w 288798"/>
                <a:gd name="connsiteY16" fmla="*/ 17812 h 207930"/>
                <a:gd name="connsiteX17" fmla="*/ 72390 w 288798"/>
                <a:gd name="connsiteY17" fmla="*/ 15049 h 207930"/>
                <a:gd name="connsiteX18" fmla="*/ 77344 w 288798"/>
                <a:gd name="connsiteY18" fmla="*/ 9811 h 207930"/>
                <a:gd name="connsiteX19" fmla="*/ 86869 w 288798"/>
                <a:gd name="connsiteY19" fmla="*/ 0 h 207930"/>
                <a:gd name="connsiteX20" fmla="*/ 130016 w 288798"/>
                <a:gd name="connsiteY20" fmla="*/ 28670 h 207930"/>
                <a:gd name="connsiteX21" fmla="*/ 132874 w 288798"/>
                <a:gd name="connsiteY21" fmla="*/ 30575 h 207930"/>
                <a:gd name="connsiteX22" fmla="*/ 139446 w 288798"/>
                <a:gd name="connsiteY22" fmla="*/ 34099 h 207930"/>
                <a:gd name="connsiteX23" fmla="*/ 159639 w 288798"/>
                <a:gd name="connsiteY23" fmla="*/ 44767 h 207930"/>
                <a:gd name="connsiteX24" fmla="*/ 210979 w 288798"/>
                <a:gd name="connsiteY24" fmla="*/ 75724 h 207930"/>
                <a:gd name="connsiteX25" fmla="*/ 288798 w 288798"/>
                <a:gd name="connsiteY25" fmla="*/ 114967 h 20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8798" h="207930">
                  <a:moveTo>
                    <a:pt x="288798" y="114967"/>
                  </a:moveTo>
                  <a:lnTo>
                    <a:pt x="264986" y="139541"/>
                  </a:lnTo>
                  <a:lnTo>
                    <a:pt x="184976" y="207931"/>
                  </a:lnTo>
                  <a:lnTo>
                    <a:pt x="127159" y="165925"/>
                  </a:lnTo>
                  <a:lnTo>
                    <a:pt x="124016" y="163735"/>
                  </a:lnTo>
                  <a:lnTo>
                    <a:pt x="118872" y="160306"/>
                  </a:lnTo>
                  <a:lnTo>
                    <a:pt x="113634" y="159067"/>
                  </a:lnTo>
                  <a:lnTo>
                    <a:pt x="99632" y="165354"/>
                  </a:lnTo>
                  <a:lnTo>
                    <a:pt x="97346" y="166306"/>
                  </a:lnTo>
                  <a:lnTo>
                    <a:pt x="85154" y="172783"/>
                  </a:lnTo>
                  <a:lnTo>
                    <a:pt x="63437" y="184309"/>
                  </a:lnTo>
                  <a:lnTo>
                    <a:pt x="52769" y="190119"/>
                  </a:lnTo>
                  <a:lnTo>
                    <a:pt x="31338" y="164497"/>
                  </a:lnTo>
                  <a:lnTo>
                    <a:pt x="0" y="127349"/>
                  </a:lnTo>
                  <a:lnTo>
                    <a:pt x="59817" y="30671"/>
                  </a:lnTo>
                  <a:lnTo>
                    <a:pt x="66104" y="22860"/>
                  </a:lnTo>
                  <a:lnTo>
                    <a:pt x="70200" y="17812"/>
                  </a:lnTo>
                  <a:lnTo>
                    <a:pt x="72390" y="15049"/>
                  </a:lnTo>
                  <a:lnTo>
                    <a:pt x="77344" y="9811"/>
                  </a:lnTo>
                  <a:lnTo>
                    <a:pt x="86869" y="0"/>
                  </a:lnTo>
                  <a:lnTo>
                    <a:pt x="130016" y="28670"/>
                  </a:lnTo>
                  <a:lnTo>
                    <a:pt x="132874" y="30575"/>
                  </a:lnTo>
                  <a:lnTo>
                    <a:pt x="139446" y="34099"/>
                  </a:lnTo>
                  <a:lnTo>
                    <a:pt x="159639" y="44767"/>
                  </a:lnTo>
                  <a:lnTo>
                    <a:pt x="210979" y="75724"/>
                  </a:lnTo>
                  <a:lnTo>
                    <a:pt x="288798" y="114967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3" name="서울특별시 송파구 문정1동">
              <a:extLst>
                <a:ext uri="{FF2B5EF4-FFF2-40B4-BE49-F238E27FC236}">
                  <a16:creationId xmlns:a16="http://schemas.microsoft.com/office/drawing/2014/main" id="{D436D586-5D23-3D34-1BBD-ADE34AFC240C}"/>
                </a:ext>
              </a:extLst>
            </p:cNvPr>
            <p:cNvSpPr/>
            <p:nvPr/>
          </p:nvSpPr>
          <p:spPr>
            <a:xfrm>
              <a:off x="8763952" y="4730210"/>
              <a:ext cx="226028" cy="196881"/>
            </a:xfrm>
            <a:custGeom>
              <a:avLst/>
              <a:gdLst>
                <a:gd name="connsiteX0" fmla="*/ 226029 w 226028"/>
                <a:gd name="connsiteY0" fmla="*/ 48863 h 196881"/>
                <a:gd name="connsiteX1" fmla="*/ 158211 w 226028"/>
                <a:gd name="connsiteY1" fmla="*/ 108395 h 196881"/>
                <a:gd name="connsiteX2" fmla="*/ 96393 w 226028"/>
                <a:gd name="connsiteY2" fmla="*/ 188881 h 196881"/>
                <a:gd name="connsiteX3" fmla="*/ 55912 w 226028"/>
                <a:gd name="connsiteY3" fmla="*/ 196882 h 196881"/>
                <a:gd name="connsiteX4" fmla="*/ 0 w 226028"/>
                <a:gd name="connsiteY4" fmla="*/ 76581 h 196881"/>
                <a:gd name="connsiteX5" fmla="*/ 93822 w 226028"/>
                <a:gd name="connsiteY5" fmla="*/ 31052 h 196881"/>
                <a:gd name="connsiteX6" fmla="*/ 104490 w 226028"/>
                <a:gd name="connsiteY6" fmla="*/ 25241 h 196881"/>
                <a:gd name="connsiteX7" fmla="*/ 126206 w 226028"/>
                <a:gd name="connsiteY7" fmla="*/ 13716 h 196881"/>
                <a:gd name="connsiteX8" fmla="*/ 138399 w 226028"/>
                <a:gd name="connsiteY8" fmla="*/ 7239 h 196881"/>
                <a:gd name="connsiteX9" fmla="*/ 140684 w 226028"/>
                <a:gd name="connsiteY9" fmla="*/ 6287 h 196881"/>
                <a:gd name="connsiteX10" fmla="*/ 154686 w 226028"/>
                <a:gd name="connsiteY10" fmla="*/ 0 h 196881"/>
                <a:gd name="connsiteX11" fmla="*/ 159925 w 226028"/>
                <a:gd name="connsiteY11" fmla="*/ 1238 h 196881"/>
                <a:gd name="connsiteX12" fmla="*/ 165068 w 226028"/>
                <a:gd name="connsiteY12" fmla="*/ 4667 h 196881"/>
                <a:gd name="connsiteX13" fmla="*/ 168212 w 226028"/>
                <a:gd name="connsiteY13" fmla="*/ 6858 h 196881"/>
                <a:gd name="connsiteX14" fmla="*/ 226029 w 226028"/>
                <a:gd name="connsiteY14" fmla="*/ 48863 h 196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6028" h="196881">
                  <a:moveTo>
                    <a:pt x="226029" y="48863"/>
                  </a:moveTo>
                  <a:lnTo>
                    <a:pt x="158211" y="108395"/>
                  </a:lnTo>
                  <a:lnTo>
                    <a:pt x="96393" y="188881"/>
                  </a:lnTo>
                  <a:lnTo>
                    <a:pt x="55912" y="196882"/>
                  </a:lnTo>
                  <a:lnTo>
                    <a:pt x="0" y="76581"/>
                  </a:lnTo>
                  <a:lnTo>
                    <a:pt x="93822" y="31052"/>
                  </a:lnTo>
                  <a:lnTo>
                    <a:pt x="104490" y="25241"/>
                  </a:lnTo>
                  <a:lnTo>
                    <a:pt x="126206" y="13716"/>
                  </a:lnTo>
                  <a:lnTo>
                    <a:pt x="138399" y="7239"/>
                  </a:lnTo>
                  <a:lnTo>
                    <a:pt x="140684" y="6287"/>
                  </a:lnTo>
                  <a:lnTo>
                    <a:pt x="154686" y="0"/>
                  </a:lnTo>
                  <a:lnTo>
                    <a:pt x="159925" y="1238"/>
                  </a:lnTo>
                  <a:lnTo>
                    <a:pt x="165068" y="4667"/>
                  </a:lnTo>
                  <a:lnTo>
                    <a:pt x="168212" y="6858"/>
                  </a:lnTo>
                  <a:lnTo>
                    <a:pt x="226029" y="4886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4" name="서울특별시 송파구 문정2동">
              <a:extLst>
                <a:ext uri="{FF2B5EF4-FFF2-40B4-BE49-F238E27FC236}">
                  <a16:creationId xmlns:a16="http://schemas.microsoft.com/office/drawing/2014/main" id="{FA8E734D-836B-5713-9FFD-F9806E5141FD}"/>
                </a:ext>
              </a:extLst>
            </p:cNvPr>
            <p:cNvSpPr/>
            <p:nvPr/>
          </p:nvSpPr>
          <p:spPr>
            <a:xfrm>
              <a:off x="8529351" y="4743068"/>
              <a:ext cx="342423" cy="494919"/>
            </a:xfrm>
            <a:custGeom>
              <a:avLst/>
              <a:gdLst>
                <a:gd name="connsiteX0" fmla="*/ 234601 w 342423"/>
                <a:gd name="connsiteY0" fmla="*/ 63722 h 494919"/>
                <a:gd name="connsiteX1" fmla="*/ 290513 w 342423"/>
                <a:gd name="connsiteY1" fmla="*/ 184023 h 494919"/>
                <a:gd name="connsiteX2" fmla="*/ 299943 w 342423"/>
                <a:gd name="connsiteY2" fmla="*/ 198882 h 494919"/>
                <a:gd name="connsiteX3" fmla="*/ 306896 w 342423"/>
                <a:gd name="connsiteY3" fmla="*/ 210026 h 494919"/>
                <a:gd name="connsiteX4" fmla="*/ 311754 w 342423"/>
                <a:gd name="connsiteY4" fmla="*/ 219932 h 494919"/>
                <a:gd name="connsiteX5" fmla="*/ 312992 w 342423"/>
                <a:gd name="connsiteY5" fmla="*/ 222599 h 494919"/>
                <a:gd name="connsiteX6" fmla="*/ 319754 w 342423"/>
                <a:gd name="connsiteY6" fmla="*/ 237935 h 494919"/>
                <a:gd name="connsiteX7" fmla="*/ 332613 w 342423"/>
                <a:gd name="connsiteY7" fmla="*/ 271653 h 494919"/>
                <a:gd name="connsiteX8" fmla="*/ 342424 w 342423"/>
                <a:gd name="connsiteY8" fmla="*/ 300514 h 494919"/>
                <a:gd name="connsiteX9" fmla="*/ 340043 w 342423"/>
                <a:gd name="connsiteY9" fmla="*/ 344615 h 494919"/>
                <a:gd name="connsiteX10" fmla="*/ 334423 w 342423"/>
                <a:gd name="connsiteY10" fmla="*/ 429006 h 494919"/>
                <a:gd name="connsiteX11" fmla="*/ 319660 w 342423"/>
                <a:gd name="connsiteY11" fmla="*/ 422624 h 494919"/>
                <a:gd name="connsiteX12" fmla="*/ 306896 w 342423"/>
                <a:gd name="connsiteY12" fmla="*/ 428054 h 494919"/>
                <a:gd name="connsiteX13" fmla="*/ 284417 w 342423"/>
                <a:gd name="connsiteY13" fmla="*/ 475297 h 494919"/>
                <a:gd name="connsiteX14" fmla="*/ 256604 w 342423"/>
                <a:gd name="connsiteY14" fmla="*/ 494919 h 494919"/>
                <a:gd name="connsiteX15" fmla="*/ 257842 w 342423"/>
                <a:gd name="connsiteY15" fmla="*/ 490633 h 494919"/>
                <a:gd name="connsiteX16" fmla="*/ 258604 w 342423"/>
                <a:gd name="connsiteY16" fmla="*/ 487966 h 494919"/>
                <a:gd name="connsiteX17" fmla="*/ 258985 w 342423"/>
                <a:gd name="connsiteY17" fmla="*/ 483203 h 494919"/>
                <a:gd name="connsiteX18" fmla="*/ 256699 w 342423"/>
                <a:gd name="connsiteY18" fmla="*/ 466820 h 494919"/>
                <a:gd name="connsiteX19" fmla="*/ 254604 w 342423"/>
                <a:gd name="connsiteY19" fmla="*/ 453200 h 494919"/>
                <a:gd name="connsiteX20" fmla="*/ 242411 w 342423"/>
                <a:gd name="connsiteY20" fmla="*/ 429578 h 494919"/>
                <a:gd name="connsiteX21" fmla="*/ 224790 w 342423"/>
                <a:gd name="connsiteY21" fmla="*/ 401288 h 494919"/>
                <a:gd name="connsiteX22" fmla="*/ 207836 w 342423"/>
                <a:gd name="connsiteY22" fmla="*/ 377666 h 494919"/>
                <a:gd name="connsiteX23" fmla="*/ 193263 w 342423"/>
                <a:gd name="connsiteY23" fmla="*/ 357473 h 494919"/>
                <a:gd name="connsiteX24" fmla="*/ 116872 w 342423"/>
                <a:gd name="connsiteY24" fmla="*/ 253651 h 494919"/>
                <a:gd name="connsiteX25" fmla="*/ 64484 w 342423"/>
                <a:gd name="connsiteY25" fmla="*/ 182594 h 494919"/>
                <a:gd name="connsiteX26" fmla="*/ 53436 w 342423"/>
                <a:gd name="connsiteY26" fmla="*/ 174403 h 494919"/>
                <a:gd name="connsiteX27" fmla="*/ 52483 w 342423"/>
                <a:gd name="connsiteY27" fmla="*/ 173641 h 494919"/>
                <a:gd name="connsiteX28" fmla="*/ 53626 w 342423"/>
                <a:gd name="connsiteY28" fmla="*/ 173546 h 494919"/>
                <a:gd name="connsiteX29" fmla="*/ 58865 w 342423"/>
                <a:gd name="connsiteY29" fmla="*/ 171641 h 494919"/>
                <a:gd name="connsiteX30" fmla="*/ 65247 w 342423"/>
                <a:gd name="connsiteY30" fmla="*/ 169259 h 494919"/>
                <a:gd name="connsiteX31" fmla="*/ 69533 w 342423"/>
                <a:gd name="connsiteY31" fmla="*/ 166688 h 494919"/>
                <a:gd name="connsiteX32" fmla="*/ 73153 w 342423"/>
                <a:gd name="connsiteY32" fmla="*/ 164592 h 494919"/>
                <a:gd name="connsiteX33" fmla="*/ 74962 w 342423"/>
                <a:gd name="connsiteY33" fmla="*/ 162687 h 494919"/>
                <a:gd name="connsiteX34" fmla="*/ 62008 w 342423"/>
                <a:gd name="connsiteY34" fmla="*/ 144209 h 494919"/>
                <a:gd name="connsiteX35" fmla="*/ 37148 w 342423"/>
                <a:gd name="connsiteY35" fmla="*/ 102203 h 494919"/>
                <a:gd name="connsiteX36" fmla="*/ 0 w 342423"/>
                <a:gd name="connsiteY36" fmla="*/ 58103 h 494919"/>
                <a:gd name="connsiteX37" fmla="*/ 186595 w 342423"/>
                <a:gd name="connsiteY37" fmla="*/ 0 h 494919"/>
                <a:gd name="connsiteX38" fmla="*/ 234601 w 342423"/>
                <a:gd name="connsiteY38" fmla="*/ 63722 h 49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2423" h="494919">
                  <a:moveTo>
                    <a:pt x="234601" y="63722"/>
                  </a:moveTo>
                  <a:lnTo>
                    <a:pt x="290513" y="184023"/>
                  </a:lnTo>
                  <a:lnTo>
                    <a:pt x="299943" y="198882"/>
                  </a:lnTo>
                  <a:lnTo>
                    <a:pt x="306896" y="210026"/>
                  </a:lnTo>
                  <a:lnTo>
                    <a:pt x="311754" y="219932"/>
                  </a:lnTo>
                  <a:lnTo>
                    <a:pt x="312992" y="222599"/>
                  </a:lnTo>
                  <a:lnTo>
                    <a:pt x="319754" y="237935"/>
                  </a:lnTo>
                  <a:lnTo>
                    <a:pt x="332613" y="271653"/>
                  </a:lnTo>
                  <a:lnTo>
                    <a:pt x="342424" y="300514"/>
                  </a:lnTo>
                  <a:lnTo>
                    <a:pt x="340043" y="344615"/>
                  </a:lnTo>
                  <a:lnTo>
                    <a:pt x="334423" y="429006"/>
                  </a:lnTo>
                  <a:lnTo>
                    <a:pt x="319660" y="422624"/>
                  </a:lnTo>
                  <a:lnTo>
                    <a:pt x="306896" y="428054"/>
                  </a:lnTo>
                  <a:lnTo>
                    <a:pt x="284417" y="475297"/>
                  </a:lnTo>
                  <a:lnTo>
                    <a:pt x="256604" y="494919"/>
                  </a:lnTo>
                  <a:lnTo>
                    <a:pt x="257842" y="490633"/>
                  </a:lnTo>
                  <a:lnTo>
                    <a:pt x="258604" y="487966"/>
                  </a:lnTo>
                  <a:lnTo>
                    <a:pt x="258985" y="483203"/>
                  </a:lnTo>
                  <a:lnTo>
                    <a:pt x="256699" y="466820"/>
                  </a:lnTo>
                  <a:lnTo>
                    <a:pt x="254604" y="453200"/>
                  </a:lnTo>
                  <a:lnTo>
                    <a:pt x="242411" y="429578"/>
                  </a:lnTo>
                  <a:lnTo>
                    <a:pt x="224790" y="401288"/>
                  </a:lnTo>
                  <a:lnTo>
                    <a:pt x="207836" y="377666"/>
                  </a:lnTo>
                  <a:lnTo>
                    <a:pt x="193263" y="357473"/>
                  </a:lnTo>
                  <a:lnTo>
                    <a:pt x="116872" y="253651"/>
                  </a:lnTo>
                  <a:lnTo>
                    <a:pt x="64484" y="182594"/>
                  </a:lnTo>
                  <a:lnTo>
                    <a:pt x="53436" y="174403"/>
                  </a:lnTo>
                  <a:lnTo>
                    <a:pt x="52483" y="173641"/>
                  </a:lnTo>
                  <a:lnTo>
                    <a:pt x="53626" y="173546"/>
                  </a:lnTo>
                  <a:lnTo>
                    <a:pt x="58865" y="171641"/>
                  </a:lnTo>
                  <a:lnTo>
                    <a:pt x="65247" y="169259"/>
                  </a:lnTo>
                  <a:lnTo>
                    <a:pt x="69533" y="166688"/>
                  </a:lnTo>
                  <a:lnTo>
                    <a:pt x="73153" y="164592"/>
                  </a:lnTo>
                  <a:lnTo>
                    <a:pt x="74962" y="162687"/>
                  </a:lnTo>
                  <a:lnTo>
                    <a:pt x="62008" y="144209"/>
                  </a:lnTo>
                  <a:lnTo>
                    <a:pt x="37148" y="102203"/>
                  </a:lnTo>
                  <a:lnTo>
                    <a:pt x="0" y="58103"/>
                  </a:lnTo>
                  <a:lnTo>
                    <a:pt x="186595" y="0"/>
                  </a:lnTo>
                  <a:lnTo>
                    <a:pt x="234601" y="6372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5" name="서울특별시 송파구 잠실본동">
              <a:extLst>
                <a:ext uri="{FF2B5EF4-FFF2-40B4-BE49-F238E27FC236}">
                  <a16:creationId xmlns:a16="http://schemas.microsoft.com/office/drawing/2014/main" id="{74F7CF42-3B5C-AFC5-91A0-FD5E547CE8FF}"/>
                </a:ext>
              </a:extLst>
            </p:cNvPr>
            <p:cNvSpPr/>
            <p:nvPr/>
          </p:nvSpPr>
          <p:spPr>
            <a:xfrm>
              <a:off x="7895558" y="4392167"/>
              <a:ext cx="318039" cy="228504"/>
            </a:xfrm>
            <a:custGeom>
              <a:avLst/>
              <a:gdLst>
                <a:gd name="connsiteX0" fmla="*/ 244888 w 318039"/>
                <a:gd name="connsiteY0" fmla="*/ 2762 h 228504"/>
                <a:gd name="connsiteX1" fmla="*/ 224695 w 318039"/>
                <a:gd name="connsiteY1" fmla="*/ 8096 h 228504"/>
                <a:gd name="connsiteX2" fmla="*/ 229648 w 318039"/>
                <a:gd name="connsiteY2" fmla="*/ 26575 h 228504"/>
                <a:gd name="connsiteX3" fmla="*/ 231362 w 318039"/>
                <a:gd name="connsiteY3" fmla="*/ 30671 h 228504"/>
                <a:gd name="connsiteX4" fmla="*/ 232600 w 318039"/>
                <a:gd name="connsiteY4" fmla="*/ 33338 h 228504"/>
                <a:gd name="connsiteX5" fmla="*/ 232982 w 318039"/>
                <a:gd name="connsiteY5" fmla="*/ 34100 h 228504"/>
                <a:gd name="connsiteX6" fmla="*/ 233458 w 318039"/>
                <a:gd name="connsiteY6" fmla="*/ 35052 h 228504"/>
                <a:gd name="connsiteX7" fmla="*/ 233934 w 318039"/>
                <a:gd name="connsiteY7" fmla="*/ 35909 h 228504"/>
                <a:gd name="connsiteX8" fmla="*/ 234505 w 318039"/>
                <a:gd name="connsiteY8" fmla="*/ 36862 h 228504"/>
                <a:gd name="connsiteX9" fmla="*/ 236506 w 318039"/>
                <a:gd name="connsiteY9" fmla="*/ 40386 h 228504"/>
                <a:gd name="connsiteX10" fmla="*/ 237840 w 318039"/>
                <a:gd name="connsiteY10" fmla="*/ 42291 h 228504"/>
                <a:gd name="connsiteX11" fmla="*/ 239078 w 318039"/>
                <a:gd name="connsiteY11" fmla="*/ 44005 h 228504"/>
                <a:gd name="connsiteX12" fmla="*/ 240125 w 318039"/>
                <a:gd name="connsiteY12" fmla="*/ 45434 h 228504"/>
                <a:gd name="connsiteX13" fmla="*/ 244030 w 318039"/>
                <a:gd name="connsiteY13" fmla="*/ 50006 h 228504"/>
                <a:gd name="connsiteX14" fmla="*/ 248508 w 318039"/>
                <a:gd name="connsiteY14" fmla="*/ 54293 h 228504"/>
                <a:gd name="connsiteX15" fmla="*/ 249269 w 318039"/>
                <a:gd name="connsiteY15" fmla="*/ 54959 h 228504"/>
                <a:gd name="connsiteX16" fmla="*/ 250031 w 318039"/>
                <a:gd name="connsiteY16" fmla="*/ 55626 h 228504"/>
                <a:gd name="connsiteX17" fmla="*/ 254698 w 318039"/>
                <a:gd name="connsiteY17" fmla="*/ 59341 h 228504"/>
                <a:gd name="connsiteX18" fmla="*/ 259842 w 318039"/>
                <a:gd name="connsiteY18" fmla="*/ 62865 h 228504"/>
                <a:gd name="connsiteX19" fmla="*/ 267653 w 318039"/>
                <a:gd name="connsiteY19" fmla="*/ 66866 h 228504"/>
                <a:gd name="connsiteX20" fmla="*/ 273463 w 318039"/>
                <a:gd name="connsiteY20" fmla="*/ 69437 h 228504"/>
                <a:gd name="connsiteX21" fmla="*/ 281083 w 318039"/>
                <a:gd name="connsiteY21" fmla="*/ 72104 h 228504"/>
                <a:gd name="connsiteX22" fmla="*/ 283655 w 318039"/>
                <a:gd name="connsiteY22" fmla="*/ 72676 h 228504"/>
                <a:gd name="connsiteX23" fmla="*/ 286226 w 318039"/>
                <a:gd name="connsiteY23" fmla="*/ 73343 h 228504"/>
                <a:gd name="connsiteX24" fmla="*/ 318040 w 318039"/>
                <a:gd name="connsiteY24" fmla="*/ 78677 h 228504"/>
                <a:gd name="connsiteX25" fmla="*/ 189452 w 318039"/>
                <a:gd name="connsiteY25" fmla="*/ 228505 h 228504"/>
                <a:gd name="connsiteX26" fmla="*/ 41910 w 318039"/>
                <a:gd name="connsiteY26" fmla="*/ 193453 h 228504"/>
                <a:gd name="connsiteX27" fmla="*/ 0 w 318039"/>
                <a:gd name="connsiteY27" fmla="*/ 176594 h 228504"/>
                <a:gd name="connsiteX28" fmla="*/ 35433 w 318039"/>
                <a:gd name="connsiteY28" fmla="*/ 151162 h 228504"/>
                <a:gd name="connsiteX29" fmla="*/ 36481 w 318039"/>
                <a:gd name="connsiteY29" fmla="*/ 150495 h 228504"/>
                <a:gd name="connsiteX30" fmla="*/ 40100 w 318039"/>
                <a:gd name="connsiteY30" fmla="*/ 147828 h 228504"/>
                <a:gd name="connsiteX31" fmla="*/ 54388 w 318039"/>
                <a:gd name="connsiteY31" fmla="*/ 137446 h 228504"/>
                <a:gd name="connsiteX32" fmla="*/ 74962 w 318039"/>
                <a:gd name="connsiteY32" fmla="*/ 122396 h 228504"/>
                <a:gd name="connsiteX33" fmla="*/ 83058 w 318039"/>
                <a:gd name="connsiteY33" fmla="*/ 116396 h 228504"/>
                <a:gd name="connsiteX34" fmla="*/ 83630 w 318039"/>
                <a:gd name="connsiteY34" fmla="*/ 116110 h 228504"/>
                <a:gd name="connsiteX35" fmla="*/ 89345 w 318039"/>
                <a:gd name="connsiteY35" fmla="*/ 111728 h 228504"/>
                <a:gd name="connsiteX36" fmla="*/ 92583 w 318039"/>
                <a:gd name="connsiteY36" fmla="*/ 109347 h 228504"/>
                <a:gd name="connsiteX37" fmla="*/ 96584 w 318039"/>
                <a:gd name="connsiteY37" fmla="*/ 106299 h 228504"/>
                <a:gd name="connsiteX38" fmla="*/ 114109 w 318039"/>
                <a:gd name="connsiteY38" fmla="*/ 93154 h 228504"/>
                <a:gd name="connsiteX39" fmla="*/ 112490 w 318039"/>
                <a:gd name="connsiteY39" fmla="*/ 85249 h 228504"/>
                <a:gd name="connsiteX40" fmla="*/ 112300 w 318039"/>
                <a:gd name="connsiteY40" fmla="*/ 84487 h 228504"/>
                <a:gd name="connsiteX41" fmla="*/ 109918 w 318039"/>
                <a:gd name="connsiteY41" fmla="*/ 73723 h 228504"/>
                <a:gd name="connsiteX42" fmla="*/ 93250 w 318039"/>
                <a:gd name="connsiteY42" fmla="*/ 0 h 228504"/>
                <a:gd name="connsiteX43" fmla="*/ 147733 w 318039"/>
                <a:gd name="connsiteY43" fmla="*/ 2000 h 228504"/>
                <a:gd name="connsiteX44" fmla="*/ 244888 w 318039"/>
                <a:gd name="connsiteY44" fmla="*/ 2762 h 228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18039" h="228504">
                  <a:moveTo>
                    <a:pt x="244888" y="2762"/>
                  </a:moveTo>
                  <a:lnTo>
                    <a:pt x="224695" y="8096"/>
                  </a:lnTo>
                  <a:lnTo>
                    <a:pt x="229648" y="26575"/>
                  </a:lnTo>
                  <a:lnTo>
                    <a:pt x="231362" y="30671"/>
                  </a:lnTo>
                  <a:lnTo>
                    <a:pt x="232600" y="33338"/>
                  </a:lnTo>
                  <a:lnTo>
                    <a:pt x="232982" y="34100"/>
                  </a:lnTo>
                  <a:lnTo>
                    <a:pt x="233458" y="35052"/>
                  </a:lnTo>
                  <a:lnTo>
                    <a:pt x="233934" y="35909"/>
                  </a:lnTo>
                  <a:lnTo>
                    <a:pt x="234505" y="36862"/>
                  </a:lnTo>
                  <a:lnTo>
                    <a:pt x="236506" y="40386"/>
                  </a:lnTo>
                  <a:lnTo>
                    <a:pt x="237840" y="42291"/>
                  </a:lnTo>
                  <a:lnTo>
                    <a:pt x="239078" y="44005"/>
                  </a:lnTo>
                  <a:lnTo>
                    <a:pt x="240125" y="45434"/>
                  </a:lnTo>
                  <a:lnTo>
                    <a:pt x="244030" y="50006"/>
                  </a:lnTo>
                  <a:lnTo>
                    <a:pt x="248508" y="54293"/>
                  </a:lnTo>
                  <a:lnTo>
                    <a:pt x="249269" y="54959"/>
                  </a:lnTo>
                  <a:lnTo>
                    <a:pt x="250031" y="55626"/>
                  </a:lnTo>
                  <a:lnTo>
                    <a:pt x="254698" y="59341"/>
                  </a:lnTo>
                  <a:lnTo>
                    <a:pt x="259842" y="62865"/>
                  </a:lnTo>
                  <a:lnTo>
                    <a:pt x="267653" y="66866"/>
                  </a:lnTo>
                  <a:lnTo>
                    <a:pt x="273463" y="69437"/>
                  </a:lnTo>
                  <a:lnTo>
                    <a:pt x="281083" y="72104"/>
                  </a:lnTo>
                  <a:lnTo>
                    <a:pt x="283655" y="72676"/>
                  </a:lnTo>
                  <a:lnTo>
                    <a:pt x="286226" y="73343"/>
                  </a:lnTo>
                  <a:lnTo>
                    <a:pt x="318040" y="78677"/>
                  </a:lnTo>
                  <a:lnTo>
                    <a:pt x="189452" y="228505"/>
                  </a:lnTo>
                  <a:lnTo>
                    <a:pt x="41910" y="193453"/>
                  </a:lnTo>
                  <a:lnTo>
                    <a:pt x="0" y="176594"/>
                  </a:lnTo>
                  <a:lnTo>
                    <a:pt x="35433" y="151162"/>
                  </a:lnTo>
                  <a:lnTo>
                    <a:pt x="36481" y="150495"/>
                  </a:lnTo>
                  <a:lnTo>
                    <a:pt x="40100" y="147828"/>
                  </a:lnTo>
                  <a:lnTo>
                    <a:pt x="54388" y="137446"/>
                  </a:lnTo>
                  <a:lnTo>
                    <a:pt x="74962" y="122396"/>
                  </a:lnTo>
                  <a:lnTo>
                    <a:pt x="83058" y="116396"/>
                  </a:lnTo>
                  <a:lnTo>
                    <a:pt x="83630" y="116110"/>
                  </a:lnTo>
                  <a:lnTo>
                    <a:pt x="89345" y="111728"/>
                  </a:lnTo>
                  <a:lnTo>
                    <a:pt x="92583" y="109347"/>
                  </a:lnTo>
                  <a:lnTo>
                    <a:pt x="96584" y="106299"/>
                  </a:lnTo>
                  <a:lnTo>
                    <a:pt x="114109" y="93154"/>
                  </a:lnTo>
                  <a:lnTo>
                    <a:pt x="112490" y="85249"/>
                  </a:lnTo>
                  <a:lnTo>
                    <a:pt x="112300" y="84487"/>
                  </a:lnTo>
                  <a:lnTo>
                    <a:pt x="109918" y="73723"/>
                  </a:lnTo>
                  <a:lnTo>
                    <a:pt x="93250" y="0"/>
                  </a:lnTo>
                  <a:lnTo>
                    <a:pt x="147733" y="2000"/>
                  </a:lnTo>
                  <a:lnTo>
                    <a:pt x="244888" y="276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6" name="서울특별시 송파구 잠실4동">
              <a:extLst>
                <a:ext uri="{FF2B5EF4-FFF2-40B4-BE49-F238E27FC236}">
                  <a16:creationId xmlns:a16="http://schemas.microsoft.com/office/drawing/2014/main" id="{74F58134-201F-2846-2CF5-6B4A3AC7D016}"/>
                </a:ext>
              </a:extLst>
            </p:cNvPr>
            <p:cNvSpPr/>
            <p:nvPr/>
          </p:nvSpPr>
          <p:spPr>
            <a:xfrm>
              <a:off x="8347614" y="4100607"/>
              <a:ext cx="331565" cy="225551"/>
            </a:xfrm>
            <a:custGeom>
              <a:avLst/>
              <a:gdLst>
                <a:gd name="connsiteX0" fmla="*/ 331565 w 331565"/>
                <a:gd name="connsiteY0" fmla="*/ 72295 h 225551"/>
                <a:gd name="connsiteX1" fmla="*/ 265462 w 331565"/>
                <a:gd name="connsiteY1" fmla="*/ 185547 h 225551"/>
                <a:gd name="connsiteX2" fmla="*/ 154686 w 331565"/>
                <a:gd name="connsiteY2" fmla="*/ 225552 h 225551"/>
                <a:gd name="connsiteX3" fmla="*/ 94107 w 331565"/>
                <a:gd name="connsiteY3" fmla="*/ 117062 h 225551"/>
                <a:gd name="connsiteX4" fmla="*/ 92393 w 331565"/>
                <a:gd name="connsiteY4" fmla="*/ 114109 h 225551"/>
                <a:gd name="connsiteX5" fmla="*/ 88773 w 331565"/>
                <a:gd name="connsiteY5" fmla="*/ 107823 h 225551"/>
                <a:gd name="connsiteX6" fmla="*/ 0 w 331565"/>
                <a:gd name="connsiteY6" fmla="*/ 7144 h 225551"/>
                <a:gd name="connsiteX7" fmla="*/ 15240 w 331565"/>
                <a:gd name="connsiteY7" fmla="*/ 0 h 225551"/>
                <a:gd name="connsiteX8" fmla="*/ 112776 w 331565"/>
                <a:gd name="connsiteY8" fmla="*/ 67627 h 225551"/>
                <a:gd name="connsiteX9" fmla="*/ 145828 w 331565"/>
                <a:gd name="connsiteY9" fmla="*/ 73438 h 225551"/>
                <a:gd name="connsiteX10" fmla="*/ 331565 w 331565"/>
                <a:gd name="connsiteY10" fmla="*/ 72295 h 22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565" h="225551">
                  <a:moveTo>
                    <a:pt x="331565" y="72295"/>
                  </a:moveTo>
                  <a:lnTo>
                    <a:pt x="265462" y="185547"/>
                  </a:lnTo>
                  <a:lnTo>
                    <a:pt x="154686" y="225552"/>
                  </a:lnTo>
                  <a:lnTo>
                    <a:pt x="94107" y="117062"/>
                  </a:lnTo>
                  <a:lnTo>
                    <a:pt x="92393" y="114109"/>
                  </a:lnTo>
                  <a:lnTo>
                    <a:pt x="88773" y="107823"/>
                  </a:lnTo>
                  <a:lnTo>
                    <a:pt x="0" y="7144"/>
                  </a:lnTo>
                  <a:lnTo>
                    <a:pt x="15240" y="0"/>
                  </a:lnTo>
                  <a:lnTo>
                    <a:pt x="112776" y="67627"/>
                  </a:lnTo>
                  <a:lnTo>
                    <a:pt x="145828" y="73438"/>
                  </a:lnTo>
                  <a:lnTo>
                    <a:pt x="331565" y="7229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7" name="서울특별시 송파구 잠실6동">
              <a:extLst>
                <a:ext uri="{FF2B5EF4-FFF2-40B4-BE49-F238E27FC236}">
                  <a16:creationId xmlns:a16="http://schemas.microsoft.com/office/drawing/2014/main" id="{18C40B8B-89E5-3605-55B2-602A6776AC55}"/>
                </a:ext>
              </a:extLst>
            </p:cNvPr>
            <p:cNvSpPr/>
            <p:nvPr/>
          </p:nvSpPr>
          <p:spPr>
            <a:xfrm>
              <a:off x="8208454" y="4107751"/>
              <a:ext cx="320039" cy="340994"/>
            </a:xfrm>
            <a:custGeom>
              <a:avLst/>
              <a:gdLst>
                <a:gd name="connsiteX0" fmla="*/ 293846 w 320039"/>
                <a:gd name="connsiteY0" fmla="*/ 218408 h 340994"/>
                <a:gd name="connsiteX1" fmla="*/ 320040 w 320039"/>
                <a:gd name="connsiteY1" fmla="*/ 282512 h 340994"/>
                <a:gd name="connsiteX2" fmla="*/ 257460 w 320039"/>
                <a:gd name="connsiteY2" fmla="*/ 332041 h 340994"/>
                <a:gd name="connsiteX3" fmla="*/ 246316 w 320039"/>
                <a:gd name="connsiteY3" fmla="*/ 340995 h 340994"/>
                <a:gd name="connsiteX4" fmla="*/ 196405 w 320039"/>
                <a:gd name="connsiteY4" fmla="*/ 287560 h 340994"/>
                <a:gd name="connsiteX5" fmla="*/ 153066 w 320039"/>
                <a:gd name="connsiteY5" fmla="*/ 230029 h 340994"/>
                <a:gd name="connsiteX6" fmla="*/ 149066 w 320039"/>
                <a:gd name="connsiteY6" fmla="*/ 224790 h 340994"/>
                <a:gd name="connsiteX7" fmla="*/ 130492 w 320039"/>
                <a:gd name="connsiteY7" fmla="*/ 200882 h 340994"/>
                <a:gd name="connsiteX8" fmla="*/ 102298 w 320039"/>
                <a:gd name="connsiteY8" fmla="*/ 164306 h 340994"/>
                <a:gd name="connsiteX9" fmla="*/ 84867 w 320039"/>
                <a:gd name="connsiteY9" fmla="*/ 141732 h 340994"/>
                <a:gd name="connsiteX10" fmla="*/ 68294 w 320039"/>
                <a:gd name="connsiteY10" fmla="*/ 120587 h 340994"/>
                <a:gd name="connsiteX11" fmla="*/ 35528 w 320039"/>
                <a:gd name="connsiteY11" fmla="*/ 76390 h 340994"/>
                <a:gd name="connsiteX12" fmla="*/ 26860 w 320039"/>
                <a:gd name="connsiteY12" fmla="*/ 64675 h 340994"/>
                <a:gd name="connsiteX13" fmla="*/ 0 w 320039"/>
                <a:gd name="connsiteY13" fmla="*/ 28194 h 340994"/>
                <a:gd name="connsiteX14" fmla="*/ 32861 w 320039"/>
                <a:gd name="connsiteY14" fmla="*/ 14002 h 340994"/>
                <a:gd name="connsiteX15" fmla="*/ 139160 w 320039"/>
                <a:gd name="connsiteY15" fmla="*/ 0 h 340994"/>
                <a:gd name="connsiteX16" fmla="*/ 227933 w 320039"/>
                <a:gd name="connsiteY16" fmla="*/ 100679 h 340994"/>
                <a:gd name="connsiteX17" fmla="*/ 231553 w 320039"/>
                <a:gd name="connsiteY17" fmla="*/ 106966 h 340994"/>
                <a:gd name="connsiteX18" fmla="*/ 233267 w 320039"/>
                <a:gd name="connsiteY18" fmla="*/ 109918 h 340994"/>
                <a:gd name="connsiteX19" fmla="*/ 293846 w 320039"/>
                <a:gd name="connsiteY19" fmla="*/ 218408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0039" h="340994">
                  <a:moveTo>
                    <a:pt x="293846" y="218408"/>
                  </a:moveTo>
                  <a:lnTo>
                    <a:pt x="320040" y="282512"/>
                  </a:lnTo>
                  <a:lnTo>
                    <a:pt x="257460" y="332041"/>
                  </a:lnTo>
                  <a:lnTo>
                    <a:pt x="246316" y="340995"/>
                  </a:lnTo>
                  <a:lnTo>
                    <a:pt x="196405" y="287560"/>
                  </a:lnTo>
                  <a:lnTo>
                    <a:pt x="153066" y="230029"/>
                  </a:lnTo>
                  <a:lnTo>
                    <a:pt x="149066" y="224790"/>
                  </a:lnTo>
                  <a:lnTo>
                    <a:pt x="130492" y="200882"/>
                  </a:lnTo>
                  <a:lnTo>
                    <a:pt x="102298" y="164306"/>
                  </a:lnTo>
                  <a:lnTo>
                    <a:pt x="84867" y="141732"/>
                  </a:lnTo>
                  <a:lnTo>
                    <a:pt x="68294" y="120587"/>
                  </a:lnTo>
                  <a:lnTo>
                    <a:pt x="35528" y="76390"/>
                  </a:lnTo>
                  <a:lnTo>
                    <a:pt x="26860" y="64675"/>
                  </a:lnTo>
                  <a:lnTo>
                    <a:pt x="0" y="28194"/>
                  </a:lnTo>
                  <a:lnTo>
                    <a:pt x="32861" y="14002"/>
                  </a:lnTo>
                  <a:lnTo>
                    <a:pt x="139160" y="0"/>
                  </a:lnTo>
                  <a:lnTo>
                    <a:pt x="227933" y="100679"/>
                  </a:lnTo>
                  <a:lnTo>
                    <a:pt x="231553" y="106966"/>
                  </a:lnTo>
                  <a:lnTo>
                    <a:pt x="233267" y="109918"/>
                  </a:lnTo>
                  <a:lnTo>
                    <a:pt x="293846" y="21840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8" name="서울특별시 송파구 잠실7동">
              <a:extLst>
                <a:ext uri="{FF2B5EF4-FFF2-40B4-BE49-F238E27FC236}">
                  <a16:creationId xmlns:a16="http://schemas.microsoft.com/office/drawing/2014/main" id="{516F1BAE-75F5-3973-EBB0-834F7CB53E2F}"/>
                </a:ext>
              </a:extLst>
            </p:cNvPr>
            <p:cNvSpPr/>
            <p:nvPr/>
          </p:nvSpPr>
          <p:spPr>
            <a:xfrm>
              <a:off x="7816214" y="4392167"/>
              <a:ext cx="193452" cy="176593"/>
            </a:xfrm>
            <a:custGeom>
              <a:avLst/>
              <a:gdLst>
                <a:gd name="connsiteX0" fmla="*/ 79343 w 193452"/>
                <a:gd name="connsiteY0" fmla="*/ 176594 h 176593"/>
                <a:gd name="connsiteX1" fmla="*/ 74486 w 193452"/>
                <a:gd name="connsiteY1" fmla="*/ 173164 h 176593"/>
                <a:gd name="connsiteX2" fmla="*/ 69914 w 193452"/>
                <a:gd name="connsiteY2" fmla="*/ 169926 h 176593"/>
                <a:gd name="connsiteX3" fmla="*/ 66770 w 193452"/>
                <a:gd name="connsiteY3" fmla="*/ 167735 h 176593"/>
                <a:gd name="connsiteX4" fmla="*/ 43720 w 193452"/>
                <a:gd name="connsiteY4" fmla="*/ 151447 h 176593"/>
                <a:gd name="connsiteX5" fmla="*/ 22003 w 193452"/>
                <a:gd name="connsiteY5" fmla="*/ 128588 h 176593"/>
                <a:gd name="connsiteX6" fmla="*/ 21622 w 193452"/>
                <a:gd name="connsiteY6" fmla="*/ 128016 h 176593"/>
                <a:gd name="connsiteX7" fmla="*/ 18193 w 193452"/>
                <a:gd name="connsiteY7" fmla="*/ 123730 h 176593"/>
                <a:gd name="connsiteX8" fmla="*/ 16479 w 193452"/>
                <a:gd name="connsiteY8" fmla="*/ 117538 h 176593"/>
                <a:gd name="connsiteX9" fmla="*/ 11240 w 193452"/>
                <a:gd name="connsiteY9" fmla="*/ 98298 h 176593"/>
                <a:gd name="connsiteX10" fmla="*/ 0 w 193452"/>
                <a:gd name="connsiteY10" fmla="*/ 33909 h 176593"/>
                <a:gd name="connsiteX11" fmla="*/ 55817 w 193452"/>
                <a:gd name="connsiteY11" fmla="*/ 20098 h 176593"/>
                <a:gd name="connsiteX12" fmla="*/ 87535 w 193452"/>
                <a:gd name="connsiteY12" fmla="*/ 12668 h 176593"/>
                <a:gd name="connsiteX13" fmla="*/ 172593 w 193452"/>
                <a:gd name="connsiteY13" fmla="*/ 0 h 176593"/>
                <a:gd name="connsiteX14" fmla="*/ 189262 w 193452"/>
                <a:gd name="connsiteY14" fmla="*/ 73723 h 176593"/>
                <a:gd name="connsiteX15" fmla="*/ 191643 w 193452"/>
                <a:gd name="connsiteY15" fmla="*/ 84487 h 176593"/>
                <a:gd name="connsiteX16" fmla="*/ 191834 w 193452"/>
                <a:gd name="connsiteY16" fmla="*/ 85249 h 176593"/>
                <a:gd name="connsiteX17" fmla="*/ 193453 w 193452"/>
                <a:gd name="connsiteY17" fmla="*/ 93154 h 176593"/>
                <a:gd name="connsiteX18" fmla="*/ 175927 w 193452"/>
                <a:gd name="connsiteY18" fmla="*/ 106299 h 176593"/>
                <a:gd name="connsiteX19" fmla="*/ 171927 w 193452"/>
                <a:gd name="connsiteY19" fmla="*/ 109347 h 176593"/>
                <a:gd name="connsiteX20" fmla="*/ 168688 w 193452"/>
                <a:gd name="connsiteY20" fmla="*/ 111728 h 176593"/>
                <a:gd name="connsiteX21" fmla="*/ 162973 w 193452"/>
                <a:gd name="connsiteY21" fmla="*/ 116110 h 176593"/>
                <a:gd name="connsiteX22" fmla="*/ 162402 w 193452"/>
                <a:gd name="connsiteY22" fmla="*/ 116396 h 176593"/>
                <a:gd name="connsiteX23" fmla="*/ 154305 w 193452"/>
                <a:gd name="connsiteY23" fmla="*/ 122396 h 176593"/>
                <a:gd name="connsiteX24" fmla="*/ 133731 w 193452"/>
                <a:gd name="connsiteY24" fmla="*/ 137446 h 176593"/>
                <a:gd name="connsiteX25" fmla="*/ 119444 w 193452"/>
                <a:gd name="connsiteY25" fmla="*/ 147828 h 176593"/>
                <a:gd name="connsiteX26" fmla="*/ 115824 w 193452"/>
                <a:gd name="connsiteY26" fmla="*/ 150495 h 176593"/>
                <a:gd name="connsiteX27" fmla="*/ 114777 w 193452"/>
                <a:gd name="connsiteY27" fmla="*/ 151162 h 176593"/>
                <a:gd name="connsiteX28" fmla="*/ 79343 w 193452"/>
                <a:gd name="connsiteY28" fmla="*/ 176594 h 176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3452" h="176593">
                  <a:moveTo>
                    <a:pt x="79343" y="176594"/>
                  </a:moveTo>
                  <a:lnTo>
                    <a:pt x="74486" y="173164"/>
                  </a:lnTo>
                  <a:lnTo>
                    <a:pt x="69914" y="169926"/>
                  </a:lnTo>
                  <a:lnTo>
                    <a:pt x="66770" y="167735"/>
                  </a:lnTo>
                  <a:lnTo>
                    <a:pt x="43720" y="151447"/>
                  </a:lnTo>
                  <a:lnTo>
                    <a:pt x="22003" y="128588"/>
                  </a:lnTo>
                  <a:lnTo>
                    <a:pt x="21622" y="128016"/>
                  </a:lnTo>
                  <a:lnTo>
                    <a:pt x="18193" y="123730"/>
                  </a:lnTo>
                  <a:lnTo>
                    <a:pt x="16479" y="117538"/>
                  </a:lnTo>
                  <a:lnTo>
                    <a:pt x="11240" y="98298"/>
                  </a:lnTo>
                  <a:lnTo>
                    <a:pt x="0" y="33909"/>
                  </a:lnTo>
                  <a:lnTo>
                    <a:pt x="55817" y="20098"/>
                  </a:lnTo>
                  <a:lnTo>
                    <a:pt x="87535" y="12668"/>
                  </a:lnTo>
                  <a:lnTo>
                    <a:pt x="172593" y="0"/>
                  </a:lnTo>
                  <a:lnTo>
                    <a:pt x="189262" y="73723"/>
                  </a:lnTo>
                  <a:lnTo>
                    <a:pt x="191643" y="84487"/>
                  </a:lnTo>
                  <a:lnTo>
                    <a:pt x="191834" y="85249"/>
                  </a:lnTo>
                  <a:lnTo>
                    <a:pt x="193453" y="93154"/>
                  </a:lnTo>
                  <a:lnTo>
                    <a:pt x="175927" y="106299"/>
                  </a:lnTo>
                  <a:lnTo>
                    <a:pt x="171927" y="109347"/>
                  </a:lnTo>
                  <a:lnTo>
                    <a:pt x="168688" y="111728"/>
                  </a:lnTo>
                  <a:lnTo>
                    <a:pt x="162973" y="116110"/>
                  </a:lnTo>
                  <a:lnTo>
                    <a:pt x="162402" y="116396"/>
                  </a:lnTo>
                  <a:lnTo>
                    <a:pt x="154305" y="122396"/>
                  </a:lnTo>
                  <a:lnTo>
                    <a:pt x="133731" y="137446"/>
                  </a:lnTo>
                  <a:lnTo>
                    <a:pt x="119444" y="147828"/>
                  </a:lnTo>
                  <a:lnTo>
                    <a:pt x="115824" y="150495"/>
                  </a:lnTo>
                  <a:lnTo>
                    <a:pt x="114777" y="151162"/>
                  </a:lnTo>
                  <a:lnTo>
                    <a:pt x="79343" y="17659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9" name="서울특별시 송파구 잠실2동">
              <a:extLst>
                <a:ext uri="{FF2B5EF4-FFF2-40B4-BE49-F238E27FC236}">
                  <a16:creationId xmlns:a16="http://schemas.microsoft.com/office/drawing/2014/main" id="{8D1174B6-1F5A-68E2-D586-987F9DA8FDDC}"/>
                </a:ext>
              </a:extLst>
            </p:cNvPr>
            <p:cNvSpPr/>
            <p:nvPr/>
          </p:nvSpPr>
          <p:spPr>
            <a:xfrm>
              <a:off x="7774400" y="4145280"/>
              <a:ext cx="472344" cy="280796"/>
            </a:xfrm>
            <a:custGeom>
              <a:avLst/>
              <a:gdLst>
                <a:gd name="connsiteX0" fmla="*/ 366046 w 472344"/>
                <a:gd name="connsiteY0" fmla="*/ 249650 h 280796"/>
                <a:gd name="connsiteX1" fmla="*/ 268891 w 472344"/>
                <a:gd name="connsiteY1" fmla="*/ 248888 h 280796"/>
                <a:gd name="connsiteX2" fmla="*/ 214407 w 472344"/>
                <a:gd name="connsiteY2" fmla="*/ 246888 h 280796"/>
                <a:gd name="connsiteX3" fmla="*/ 129349 w 472344"/>
                <a:gd name="connsiteY3" fmla="*/ 259556 h 280796"/>
                <a:gd name="connsiteX4" fmla="*/ 97631 w 472344"/>
                <a:gd name="connsiteY4" fmla="*/ 266986 h 280796"/>
                <a:gd name="connsiteX5" fmla="*/ 41814 w 472344"/>
                <a:gd name="connsiteY5" fmla="*/ 280797 h 280796"/>
                <a:gd name="connsiteX6" fmla="*/ 35623 w 472344"/>
                <a:gd name="connsiteY6" fmla="*/ 275654 h 280796"/>
                <a:gd name="connsiteX7" fmla="*/ 35242 w 472344"/>
                <a:gd name="connsiteY7" fmla="*/ 254794 h 280796"/>
                <a:gd name="connsiteX8" fmla="*/ 34194 w 472344"/>
                <a:gd name="connsiteY8" fmla="*/ 238982 h 280796"/>
                <a:gd name="connsiteX9" fmla="*/ 12001 w 472344"/>
                <a:gd name="connsiteY9" fmla="*/ 99917 h 280796"/>
                <a:gd name="connsiteX10" fmla="*/ 0 w 472344"/>
                <a:gd name="connsiteY10" fmla="*/ 82677 h 280796"/>
                <a:gd name="connsiteX11" fmla="*/ 8477 w 472344"/>
                <a:gd name="connsiteY11" fmla="*/ 7429 h 280796"/>
                <a:gd name="connsiteX12" fmla="*/ 110204 w 472344"/>
                <a:gd name="connsiteY12" fmla="*/ 31051 h 280796"/>
                <a:gd name="connsiteX13" fmla="*/ 115252 w 472344"/>
                <a:gd name="connsiteY13" fmla="*/ 32194 h 280796"/>
                <a:gd name="connsiteX14" fmla="*/ 189452 w 472344"/>
                <a:gd name="connsiteY14" fmla="*/ 34385 h 280796"/>
                <a:gd name="connsiteX15" fmla="*/ 200882 w 472344"/>
                <a:gd name="connsiteY15" fmla="*/ 34671 h 280796"/>
                <a:gd name="connsiteX16" fmla="*/ 242792 w 472344"/>
                <a:gd name="connsiteY16" fmla="*/ 29432 h 280796"/>
                <a:gd name="connsiteX17" fmla="*/ 287655 w 472344"/>
                <a:gd name="connsiteY17" fmla="*/ 23813 h 280796"/>
                <a:gd name="connsiteX18" fmla="*/ 306800 w 472344"/>
                <a:gd name="connsiteY18" fmla="*/ 21336 h 280796"/>
                <a:gd name="connsiteX19" fmla="*/ 322516 w 472344"/>
                <a:gd name="connsiteY19" fmla="*/ 19336 h 280796"/>
                <a:gd name="connsiteX20" fmla="*/ 346138 w 472344"/>
                <a:gd name="connsiteY20" fmla="*/ 13525 h 280796"/>
                <a:gd name="connsiteX21" fmla="*/ 382428 w 472344"/>
                <a:gd name="connsiteY21" fmla="*/ 4381 h 280796"/>
                <a:gd name="connsiteX22" fmla="*/ 399288 w 472344"/>
                <a:gd name="connsiteY22" fmla="*/ 0 h 280796"/>
                <a:gd name="connsiteX23" fmla="*/ 399193 w 472344"/>
                <a:gd name="connsiteY23" fmla="*/ 26575 h 280796"/>
                <a:gd name="connsiteX24" fmla="*/ 399097 w 472344"/>
                <a:gd name="connsiteY24" fmla="*/ 41624 h 280796"/>
                <a:gd name="connsiteX25" fmla="*/ 438055 w 472344"/>
                <a:gd name="connsiteY25" fmla="*/ 153352 h 280796"/>
                <a:gd name="connsiteX26" fmla="*/ 447294 w 472344"/>
                <a:gd name="connsiteY26" fmla="*/ 179356 h 280796"/>
                <a:gd name="connsiteX27" fmla="*/ 461200 w 472344"/>
                <a:gd name="connsiteY27" fmla="*/ 218027 h 280796"/>
                <a:gd name="connsiteX28" fmla="*/ 466915 w 472344"/>
                <a:gd name="connsiteY28" fmla="*/ 233363 h 280796"/>
                <a:gd name="connsiteX29" fmla="*/ 472344 w 472344"/>
                <a:gd name="connsiteY29" fmla="*/ 246126 h 280796"/>
                <a:gd name="connsiteX30" fmla="*/ 471392 w 472344"/>
                <a:gd name="connsiteY30" fmla="*/ 246221 h 280796"/>
                <a:gd name="connsiteX31" fmla="*/ 456629 w 472344"/>
                <a:gd name="connsiteY31" fmla="*/ 247840 h 280796"/>
                <a:gd name="connsiteX32" fmla="*/ 420624 w 472344"/>
                <a:gd name="connsiteY32" fmla="*/ 251746 h 280796"/>
                <a:gd name="connsiteX33" fmla="*/ 403764 w 472344"/>
                <a:gd name="connsiteY33" fmla="*/ 253555 h 280796"/>
                <a:gd name="connsiteX34" fmla="*/ 366046 w 472344"/>
                <a:gd name="connsiteY34" fmla="*/ 249650 h 2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2344" h="280796">
                  <a:moveTo>
                    <a:pt x="366046" y="249650"/>
                  </a:moveTo>
                  <a:lnTo>
                    <a:pt x="268891" y="248888"/>
                  </a:lnTo>
                  <a:lnTo>
                    <a:pt x="214407" y="246888"/>
                  </a:lnTo>
                  <a:lnTo>
                    <a:pt x="129349" y="259556"/>
                  </a:lnTo>
                  <a:lnTo>
                    <a:pt x="97631" y="266986"/>
                  </a:lnTo>
                  <a:lnTo>
                    <a:pt x="41814" y="280797"/>
                  </a:lnTo>
                  <a:lnTo>
                    <a:pt x="35623" y="275654"/>
                  </a:lnTo>
                  <a:lnTo>
                    <a:pt x="35242" y="254794"/>
                  </a:lnTo>
                  <a:lnTo>
                    <a:pt x="34194" y="238982"/>
                  </a:lnTo>
                  <a:lnTo>
                    <a:pt x="12001" y="99917"/>
                  </a:lnTo>
                  <a:lnTo>
                    <a:pt x="0" y="82677"/>
                  </a:lnTo>
                  <a:lnTo>
                    <a:pt x="8477" y="7429"/>
                  </a:lnTo>
                  <a:lnTo>
                    <a:pt x="110204" y="31051"/>
                  </a:lnTo>
                  <a:lnTo>
                    <a:pt x="115252" y="32194"/>
                  </a:lnTo>
                  <a:lnTo>
                    <a:pt x="189452" y="34385"/>
                  </a:lnTo>
                  <a:lnTo>
                    <a:pt x="200882" y="34671"/>
                  </a:lnTo>
                  <a:lnTo>
                    <a:pt x="242792" y="29432"/>
                  </a:lnTo>
                  <a:lnTo>
                    <a:pt x="287655" y="23813"/>
                  </a:lnTo>
                  <a:lnTo>
                    <a:pt x="306800" y="21336"/>
                  </a:lnTo>
                  <a:lnTo>
                    <a:pt x="322516" y="19336"/>
                  </a:lnTo>
                  <a:lnTo>
                    <a:pt x="346138" y="13525"/>
                  </a:lnTo>
                  <a:lnTo>
                    <a:pt x="382428" y="4381"/>
                  </a:lnTo>
                  <a:lnTo>
                    <a:pt x="399288" y="0"/>
                  </a:lnTo>
                  <a:lnTo>
                    <a:pt x="399193" y="26575"/>
                  </a:lnTo>
                  <a:lnTo>
                    <a:pt x="399097" y="41624"/>
                  </a:lnTo>
                  <a:lnTo>
                    <a:pt x="438055" y="153352"/>
                  </a:lnTo>
                  <a:lnTo>
                    <a:pt x="447294" y="179356"/>
                  </a:lnTo>
                  <a:lnTo>
                    <a:pt x="461200" y="218027"/>
                  </a:lnTo>
                  <a:lnTo>
                    <a:pt x="466915" y="233363"/>
                  </a:lnTo>
                  <a:lnTo>
                    <a:pt x="472344" y="246126"/>
                  </a:lnTo>
                  <a:lnTo>
                    <a:pt x="471392" y="246221"/>
                  </a:lnTo>
                  <a:lnTo>
                    <a:pt x="456629" y="247840"/>
                  </a:lnTo>
                  <a:lnTo>
                    <a:pt x="420624" y="251746"/>
                  </a:lnTo>
                  <a:lnTo>
                    <a:pt x="403764" y="253555"/>
                  </a:lnTo>
                  <a:lnTo>
                    <a:pt x="366046" y="24965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60" name="서울특별시 송파구 장지동">
              <a:extLst>
                <a:ext uri="{FF2B5EF4-FFF2-40B4-BE49-F238E27FC236}">
                  <a16:creationId xmlns:a16="http://schemas.microsoft.com/office/drawing/2014/main" id="{43A99A62-66BA-7740-5FBF-05AEC97ED841}"/>
                </a:ext>
              </a:extLst>
            </p:cNvPr>
            <p:cNvSpPr/>
            <p:nvPr/>
          </p:nvSpPr>
          <p:spPr>
            <a:xfrm>
              <a:off x="8819863" y="4710683"/>
              <a:ext cx="270129" cy="376999"/>
            </a:xfrm>
            <a:custGeom>
              <a:avLst/>
              <a:gdLst>
                <a:gd name="connsiteX0" fmla="*/ 226791 w 270129"/>
                <a:gd name="connsiteY0" fmla="*/ 93345 h 376999"/>
                <a:gd name="connsiteX1" fmla="*/ 202692 w 270129"/>
                <a:gd name="connsiteY1" fmla="*/ 233648 h 376999"/>
                <a:gd name="connsiteX2" fmla="*/ 229838 w 270129"/>
                <a:gd name="connsiteY2" fmla="*/ 232410 h 376999"/>
                <a:gd name="connsiteX3" fmla="*/ 236982 w 270129"/>
                <a:gd name="connsiteY3" fmla="*/ 230505 h 376999"/>
                <a:gd name="connsiteX4" fmla="*/ 245174 w 270129"/>
                <a:gd name="connsiteY4" fmla="*/ 229076 h 376999"/>
                <a:gd name="connsiteX5" fmla="*/ 270129 w 270129"/>
                <a:gd name="connsiteY5" fmla="*/ 228314 h 376999"/>
                <a:gd name="connsiteX6" fmla="*/ 260700 w 270129"/>
                <a:gd name="connsiteY6" fmla="*/ 244602 h 376999"/>
                <a:gd name="connsiteX7" fmla="*/ 256223 w 270129"/>
                <a:gd name="connsiteY7" fmla="*/ 250603 h 376999"/>
                <a:gd name="connsiteX8" fmla="*/ 243364 w 270129"/>
                <a:gd name="connsiteY8" fmla="*/ 261461 h 376999"/>
                <a:gd name="connsiteX9" fmla="*/ 236220 w 270129"/>
                <a:gd name="connsiteY9" fmla="*/ 266033 h 376999"/>
                <a:gd name="connsiteX10" fmla="*/ 230029 w 270129"/>
                <a:gd name="connsiteY10" fmla="*/ 268986 h 376999"/>
                <a:gd name="connsiteX11" fmla="*/ 221838 w 270129"/>
                <a:gd name="connsiteY11" fmla="*/ 271463 h 376999"/>
                <a:gd name="connsiteX12" fmla="*/ 219361 w 270129"/>
                <a:gd name="connsiteY12" fmla="*/ 271558 h 376999"/>
                <a:gd name="connsiteX13" fmla="*/ 210027 w 270129"/>
                <a:gd name="connsiteY13" fmla="*/ 274034 h 376999"/>
                <a:gd name="connsiteX14" fmla="*/ 198692 w 270129"/>
                <a:gd name="connsiteY14" fmla="*/ 278130 h 376999"/>
                <a:gd name="connsiteX15" fmla="*/ 172403 w 270129"/>
                <a:gd name="connsiteY15" fmla="*/ 290798 h 376999"/>
                <a:gd name="connsiteX16" fmla="*/ 112395 w 270129"/>
                <a:gd name="connsiteY16" fmla="*/ 335566 h 376999"/>
                <a:gd name="connsiteX17" fmla="*/ 49530 w 270129"/>
                <a:gd name="connsiteY17" fmla="*/ 377000 h 376999"/>
                <a:gd name="connsiteX18" fmla="*/ 51911 w 270129"/>
                <a:gd name="connsiteY18" fmla="*/ 332899 h 376999"/>
                <a:gd name="connsiteX19" fmla="*/ 42101 w 270129"/>
                <a:gd name="connsiteY19" fmla="*/ 304038 h 376999"/>
                <a:gd name="connsiteX20" fmla="*/ 29242 w 270129"/>
                <a:gd name="connsiteY20" fmla="*/ 270320 h 376999"/>
                <a:gd name="connsiteX21" fmla="*/ 22479 w 270129"/>
                <a:gd name="connsiteY21" fmla="*/ 254984 h 376999"/>
                <a:gd name="connsiteX22" fmla="*/ 21241 w 270129"/>
                <a:gd name="connsiteY22" fmla="*/ 252317 h 376999"/>
                <a:gd name="connsiteX23" fmla="*/ 16383 w 270129"/>
                <a:gd name="connsiteY23" fmla="*/ 242411 h 376999"/>
                <a:gd name="connsiteX24" fmla="*/ 9430 w 270129"/>
                <a:gd name="connsiteY24" fmla="*/ 231267 h 376999"/>
                <a:gd name="connsiteX25" fmla="*/ 0 w 270129"/>
                <a:gd name="connsiteY25" fmla="*/ 216408 h 376999"/>
                <a:gd name="connsiteX26" fmla="*/ 40481 w 270129"/>
                <a:gd name="connsiteY26" fmla="*/ 208407 h 376999"/>
                <a:gd name="connsiteX27" fmla="*/ 102299 w 270129"/>
                <a:gd name="connsiteY27" fmla="*/ 127921 h 376999"/>
                <a:gd name="connsiteX28" fmla="*/ 170117 w 270129"/>
                <a:gd name="connsiteY28" fmla="*/ 68389 h 376999"/>
                <a:gd name="connsiteX29" fmla="*/ 250127 w 270129"/>
                <a:gd name="connsiteY29" fmla="*/ 0 h 376999"/>
                <a:gd name="connsiteX30" fmla="*/ 247936 w 270129"/>
                <a:gd name="connsiteY30" fmla="*/ 12002 h 376999"/>
                <a:gd name="connsiteX31" fmla="*/ 238411 w 270129"/>
                <a:gd name="connsiteY31" fmla="*/ 21812 h 376999"/>
                <a:gd name="connsiteX32" fmla="*/ 237744 w 270129"/>
                <a:gd name="connsiteY32" fmla="*/ 51340 h 376999"/>
                <a:gd name="connsiteX33" fmla="*/ 212693 w 270129"/>
                <a:gd name="connsiteY33" fmla="*/ 73819 h 376999"/>
                <a:gd name="connsiteX34" fmla="*/ 211550 w 270129"/>
                <a:gd name="connsiteY34" fmla="*/ 86678 h 376999"/>
                <a:gd name="connsiteX35" fmla="*/ 226791 w 270129"/>
                <a:gd name="connsiteY35" fmla="*/ 93345 h 37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0129" h="376999">
                  <a:moveTo>
                    <a:pt x="226791" y="93345"/>
                  </a:moveTo>
                  <a:lnTo>
                    <a:pt x="202692" y="233648"/>
                  </a:lnTo>
                  <a:lnTo>
                    <a:pt x="229838" y="232410"/>
                  </a:lnTo>
                  <a:lnTo>
                    <a:pt x="236982" y="230505"/>
                  </a:lnTo>
                  <a:lnTo>
                    <a:pt x="245174" y="229076"/>
                  </a:lnTo>
                  <a:lnTo>
                    <a:pt x="270129" y="228314"/>
                  </a:lnTo>
                  <a:lnTo>
                    <a:pt x="260700" y="244602"/>
                  </a:lnTo>
                  <a:lnTo>
                    <a:pt x="256223" y="250603"/>
                  </a:lnTo>
                  <a:lnTo>
                    <a:pt x="243364" y="261461"/>
                  </a:lnTo>
                  <a:lnTo>
                    <a:pt x="236220" y="266033"/>
                  </a:lnTo>
                  <a:lnTo>
                    <a:pt x="230029" y="268986"/>
                  </a:lnTo>
                  <a:lnTo>
                    <a:pt x="221838" y="271463"/>
                  </a:lnTo>
                  <a:lnTo>
                    <a:pt x="219361" y="271558"/>
                  </a:lnTo>
                  <a:lnTo>
                    <a:pt x="210027" y="274034"/>
                  </a:lnTo>
                  <a:lnTo>
                    <a:pt x="198692" y="278130"/>
                  </a:lnTo>
                  <a:lnTo>
                    <a:pt x="172403" y="290798"/>
                  </a:lnTo>
                  <a:lnTo>
                    <a:pt x="112395" y="335566"/>
                  </a:lnTo>
                  <a:lnTo>
                    <a:pt x="49530" y="377000"/>
                  </a:lnTo>
                  <a:lnTo>
                    <a:pt x="51911" y="332899"/>
                  </a:lnTo>
                  <a:lnTo>
                    <a:pt x="42101" y="304038"/>
                  </a:lnTo>
                  <a:lnTo>
                    <a:pt x="29242" y="270320"/>
                  </a:lnTo>
                  <a:lnTo>
                    <a:pt x="22479" y="254984"/>
                  </a:lnTo>
                  <a:lnTo>
                    <a:pt x="21241" y="252317"/>
                  </a:lnTo>
                  <a:lnTo>
                    <a:pt x="16383" y="242411"/>
                  </a:lnTo>
                  <a:lnTo>
                    <a:pt x="9430" y="231267"/>
                  </a:lnTo>
                  <a:lnTo>
                    <a:pt x="0" y="216408"/>
                  </a:lnTo>
                  <a:lnTo>
                    <a:pt x="40481" y="208407"/>
                  </a:lnTo>
                  <a:lnTo>
                    <a:pt x="102299" y="127921"/>
                  </a:lnTo>
                  <a:lnTo>
                    <a:pt x="170117" y="68389"/>
                  </a:lnTo>
                  <a:lnTo>
                    <a:pt x="250127" y="0"/>
                  </a:lnTo>
                  <a:lnTo>
                    <a:pt x="247936" y="12002"/>
                  </a:lnTo>
                  <a:lnTo>
                    <a:pt x="238411" y="21812"/>
                  </a:lnTo>
                  <a:lnTo>
                    <a:pt x="237744" y="51340"/>
                  </a:lnTo>
                  <a:lnTo>
                    <a:pt x="212693" y="73819"/>
                  </a:lnTo>
                  <a:lnTo>
                    <a:pt x="211550" y="86678"/>
                  </a:lnTo>
                  <a:lnTo>
                    <a:pt x="226791" y="9334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1" name="서울특별시 송파구 위례동">
              <a:extLst>
                <a:ext uri="{FF2B5EF4-FFF2-40B4-BE49-F238E27FC236}">
                  <a16:creationId xmlns:a16="http://schemas.microsoft.com/office/drawing/2014/main" id="{34D3B8F9-E952-CF90-11CE-E454230AD411}"/>
                </a:ext>
              </a:extLst>
            </p:cNvPr>
            <p:cNvSpPr/>
            <p:nvPr/>
          </p:nvSpPr>
          <p:spPr>
            <a:xfrm>
              <a:off x="8863774" y="4734877"/>
              <a:ext cx="563689" cy="459390"/>
            </a:xfrm>
            <a:custGeom>
              <a:avLst/>
              <a:gdLst>
                <a:gd name="connsiteX0" fmla="*/ 563689 w 563689"/>
                <a:gd name="connsiteY0" fmla="*/ 50768 h 459390"/>
                <a:gd name="connsiteX1" fmla="*/ 556736 w 563689"/>
                <a:gd name="connsiteY1" fmla="*/ 60484 h 459390"/>
                <a:gd name="connsiteX2" fmla="*/ 562927 w 563689"/>
                <a:gd name="connsiteY2" fmla="*/ 69342 h 459390"/>
                <a:gd name="connsiteX3" fmla="*/ 465201 w 563689"/>
                <a:gd name="connsiteY3" fmla="*/ 121825 h 459390"/>
                <a:gd name="connsiteX4" fmla="*/ 460057 w 563689"/>
                <a:gd name="connsiteY4" fmla="*/ 115824 h 459390"/>
                <a:gd name="connsiteX5" fmla="*/ 421577 w 563689"/>
                <a:gd name="connsiteY5" fmla="*/ 139541 h 459390"/>
                <a:gd name="connsiteX6" fmla="*/ 401669 w 563689"/>
                <a:gd name="connsiteY6" fmla="*/ 162782 h 459390"/>
                <a:gd name="connsiteX7" fmla="*/ 383095 w 563689"/>
                <a:gd name="connsiteY7" fmla="*/ 203359 h 459390"/>
                <a:gd name="connsiteX8" fmla="*/ 377285 w 563689"/>
                <a:gd name="connsiteY8" fmla="*/ 285464 h 459390"/>
                <a:gd name="connsiteX9" fmla="*/ 320135 w 563689"/>
                <a:gd name="connsiteY9" fmla="*/ 283559 h 459390"/>
                <a:gd name="connsiteX10" fmla="*/ 319088 w 563689"/>
                <a:gd name="connsiteY10" fmla="*/ 297466 h 459390"/>
                <a:gd name="connsiteX11" fmla="*/ 313849 w 563689"/>
                <a:gd name="connsiteY11" fmla="*/ 307657 h 459390"/>
                <a:gd name="connsiteX12" fmla="*/ 307277 w 563689"/>
                <a:gd name="connsiteY12" fmla="*/ 321278 h 459390"/>
                <a:gd name="connsiteX13" fmla="*/ 305657 w 563689"/>
                <a:gd name="connsiteY13" fmla="*/ 341947 h 459390"/>
                <a:gd name="connsiteX14" fmla="*/ 191548 w 563689"/>
                <a:gd name="connsiteY14" fmla="*/ 337661 h 459390"/>
                <a:gd name="connsiteX15" fmla="*/ 108775 w 563689"/>
                <a:gd name="connsiteY15" fmla="*/ 328517 h 459390"/>
                <a:gd name="connsiteX16" fmla="*/ 104870 w 563689"/>
                <a:gd name="connsiteY16" fmla="*/ 394145 h 459390"/>
                <a:gd name="connsiteX17" fmla="*/ 103346 w 563689"/>
                <a:gd name="connsiteY17" fmla="*/ 411289 h 459390"/>
                <a:gd name="connsiteX18" fmla="*/ 95726 w 563689"/>
                <a:gd name="connsiteY18" fmla="*/ 421196 h 459390"/>
                <a:gd name="connsiteX19" fmla="*/ 110394 w 563689"/>
                <a:gd name="connsiteY19" fmla="*/ 448342 h 459390"/>
                <a:gd name="connsiteX20" fmla="*/ 79248 w 563689"/>
                <a:gd name="connsiteY20" fmla="*/ 458057 h 459390"/>
                <a:gd name="connsiteX21" fmla="*/ 72104 w 563689"/>
                <a:gd name="connsiteY21" fmla="*/ 459391 h 459390"/>
                <a:gd name="connsiteX22" fmla="*/ 59531 w 563689"/>
                <a:gd name="connsiteY22" fmla="*/ 454342 h 459390"/>
                <a:gd name="connsiteX23" fmla="*/ 38862 w 563689"/>
                <a:gd name="connsiteY23" fmla="*/ 454247 h 459390"/>
                <a:gd name="connsiteX24" fmla="*/ 38100 w 563689"/>
                <a:gd name="connsiteY24" fmla="*/ 453962 h 459390"/>
                <a:gd name="connsiteX25" fmla="*/ 37052 w 563689"/>
                <a:gd name="connsiteY25" fmla="*/ 453485 h 459390"/>
                <a:gd name="connsiteX26" fmla="*/ 29146 w 563689"/>
                <a:gd name="connsiteY26" fmla="*/ 450056 h 459390"/>
                <a:gd name="connsiteX27" fmla="*/ 0 w 563689"/>
                <a:gd name="connsiteY27" fmla="*/ 437197 h 459390"/>
                <a:gd name="connsiteX28" fmla="*/ 5619 w 563689"/>
                <a:gd name="connsiteY28" fmla="*/ 352806 h 459390"/>
                <a:gd name="connsiteX29" fmla="*/ 68485 w 563689"/>
                <a:gd name="connsiteY29" fmla="*/ 311372 h 459390"/>
                <a:gd name="connsiteX30" fmla="*/ 128492 w 563689"/>
                <a:gd name="connsiteY30" fmla="*/ 266605 h 459390"/>
                <a:gd name="connsiteX31" fmla="*/ 154781 w 563689"/>
                <a:gd name="connsiteY31" fmla="*/ 253937 h 459390"/>
                <a:gd name="connsiteX32" fmla="*/ 166116 w 563689"/>
                <a:gd name="connsiteY32" fmla="*/ 249841 h 459390"/>
                <a:gd name="connsiteX33" fmla="*/ 175450 w 563689"/>
                <a:gd name="connsiteY33" fmla="*/ 247364 h 459390"/>
                <a:gd name="connsiteX34" fmla="*/ 177927 w 563689"/>
                <a:gd name="connsiteY34" fmla="*/ 247269 h 459390"/>
                <a:gd name="connsiteX35" fmla="*/ 186118 w 563689"/>
                <a:gd name="connsiteY35" fmla="*/ 244792 h 459390"/>
                <a:gd name="connsiteX36" fmla="*/ 192310 w 563689"/>
                <a:gd name="connsiteY36" fmla="*/ 241840 h 459390"/>
                <a:gd name="connsiteX37" fmla="*/ 199454 w 563689"/>
                <a:gd name="connsiteY37" fmla="*/ 237268 h 459390"/>
                <a:gd name="connsiteX38" fmla="*/ 212312 w 563689"/>
                <a:gd name="connsiteY38" fmla="*/ 226409 h 459390"/>
                <a:gd name="connsiteX39" fmla="*/ 216789 w 563689"/>
                <a:gd name="connsiteY39" fmla="*/ 220408 h 459390"/>
                <a:gd name="connsiteX40" fmla="*/ 226219 w 563689"/>
                <a:gd name="connsiteY40" fmla="*/ 204121 h 459390"/>
                <a:gd name="connsiteX41" fmla="*/ 201263 w 563689"/>
                <a:gd name="connsiteY41" fmla="*/ 204883 h 459390"/>
                <a:gd name="connsiteX42" fmla="*/ 193071 w 563689"/>
                <a:gd name="connsiteY42" fmla="*/ 206312 h 459390"/>
                <a:gd name="connsiteX43" fmla="*/ 185928 w 563689"/>
                <a:gd name="connsiteY43" fmla="*/ 208216 h 459390"/>
                <a:gd name="connsiteX44" fmla="*/ 158782 w 563689"/>
                <a:gd name="connsiteY44" fmla="*/ 209455 h 459390"/>
                <a:gd name="connsiteX45" fmla="*/ 182880 w 563689"/>
                <a:gd name="connsiteY45" fmla="*/ 69151 h 459390"/>
                <a:gd name="connsiteX46" fmla="*/ 202596 w 563689"/>
                <a:gd name="connsiteY46" fmla="*/ 46006 h 459390"/>
                <a:gd name="connsiteX47" fmla="*/ 270224 w 563689"/>
                <a:gd name="connsiteY47" fmla="*/ 23336 h 459390"/>
                <a:gd name="connsiteX48" fmla="*/ 276225 w 563689"/>
                <a:gd name="connsiteY48" fmla="*/ 23813 h 459390"/>
                <a:gd name="connsiteX49" fmla="*/ 281178 w 563689"/>
                <a:gd name="connsiteY49" fmla="*/ 34957 h 459390"/>
                <a:gd name="connsiteX50" fmla="*/ 286226 w 563689"/>
                <a:gd name="connsiteY50" fmla="*/ 36957 h 459390"/>
                <a:gd name="connsiteX51" fmla="*/ 287941 w 563689"/>
                <a:gd name="connsiteY51" fmla="*/ 44863 h 459390"/>
                <a:gd name="connsiteX52" fmla="*/ 288036 w 563689"/>
                <a:gd name="connsiteY52" fmla="*/ 52864 h 459390"/>
                <a:gd name="connsiteX53" fmla="*/ 286226 w 563689"/>
                <a:gd name="connsiteY53" fmla="*/ 64294 h 459390"/>
                <a:gd name="connsiteX54" fmla="*/ 289560 w 563689"/>
                <a:gd name="connsiteY54" fmla="*/ 68866 h 459390"/>
                <a:gd name="connsiteX55" fmla="*/ 292418 w 563689"/>
                <a:gd name="connsiteY55" fmla="*/ 69723 h 459390"/>
                <a:gd name="connsiteX56" fmla="*/ 298228 w 563689"/>
                <a:gd name="connsiteY56" fmla="*/ 72295 h 459390"/>
                <a:gd name="connsiteX57" fmla="*/ 302228 w 563689"/>
                <a:gd name="connsiteY57" fmla="*/ 76295 h 459390"/>
                <a:gd name="connsiteX58" fmla="*/ 321754 w 563689"/>
                <a:gd name="connsiteY58" fmla="*/ 81629 h 459390"/>
                <a:gd name="connsiteX59" fmla="*/ 319564 w 563689"/>
                <a:gd name="connsiteY59" fmla="*/ 87249 h 459390"/>
                <a:gd name="connsiteX60" fmla="*/ 324326 w 563689"/>
                <a:gd name="connsiteY60" fmla="*/ 94774 h 459390"/>
                <a:gd name="connsiteX61" fmla="*/ 324993 w 563689"/>
                <a:gd name="connsiteY61" fmla="*/ 98584 h 459390"/>
                <a:gd name="connsiteX62" fmla="*/ 326136 w 563689"/>
                <a:gd name="connsiteY62" fmla="*/ 100489 h 459390"/>
                <a:gd name="connsiteX63" fmla="*/ 328041 w 563689"/>
                <a:gd name="connsiteY63" fmla="*/ 100774 h 459390"/>
                <a:gd name="connsiteX64" fmla="*/ 335375 w 563689"/>
                <a:gd name="connsiteY64" fmla="*/ 100489 h 459390"/>
                <a:gd name="connsiteX65" fmla="*/ 338804 w 563689"/>
                <a:gd name="connsiteY65" fmla="*/ 101537 h 459390"/>
                <a:gd name="connsiteX66" fmla="*/ 346805 w 563689"/>
                <a:gd name="connsiteY66" fmla="*/ 106394 h 459390"/>
                <a:gd name="connsiteX67" fmla="*/ 351758 w 563689"/>
                <a:gd name="connsiteY67" fmla="*/ 103251 h 459390"/>
                <a:gd name="connsiteX68" fmla="*/ 357473 w 563689"/>
                <a:gd name="connsiteY68" fmla="*/ 103537 h 459390"/>
                <a:gd name="connsiteX69" fmla="*/ 364617 w 563689"/>
                <a:gd name="connsiteY69" fmla="*/ 102203 h 459390"/>
                <a:gd name="connsiteX70" fmla="*/ 366617 w 563689"/>
                <a:gd name="connsiteY70" fmla="*/ 100013 h 459390"/>
                <a:gd name="connsiteX71" fmla="*/ 373761 w 563689"/>
                <a:gd name="connsiteY71" fmla="*/ 86392 h 459390"/>
                <a:gd name="connsiteX72" fmla="*/ 376047 w 563689"/>
                <a:gd name="connsiteY72" fmla="*/ 74009 h 459390"/>
                <a:gd name="connsiteX73" fmla="*/ 375475 w 563689"/>
                <a:gd name="connsiteY73" fmla="*/ 71628 h 459390"/>
                <a:gd name="connsiteX74" fmla="*/ 395764 w 563689"/>
                <a:gd name="connsiteY74" fmla="*/ 52769 h 459390"/>
                <a:gd name="connsiteX75" fmla="*/ 418147 w 563689"/>
                <a:gd name="connsiteY75" fmla="*/ 45148 h 459390"/>
                <a:gd name="connsiteX76" fmla="*/ 430911 w 563689"/>
                <a:gd name="connsiteY76" fmla="*/ 32004 h 459390"/>
                <a:gd name="connsiteX77" fmla="*/ 436245 w 563689"/>
                <a:gd name="connsiteY77" fmla="*/ 27718 h 459390"/>
                <a:gd name="connsiteX78" fmla="*/ 433292 w 563689"/>
                <a:gd name="connsiteY78" fmla="*/ 24860 h 459390"/>
                <a:gd name="connsiteX79" fmla="*/ 430435 w 563689"/>
                <a:gd name="connsiteY79" fmla="*/ 16573 h 459390"/>
                <a:gd name="connsiteX80" fmla="*/ 448246 w 563689"/>
                <a:gd name="connsiteY80" fmla="*/ 5239 h 459390"/>
                <a:gd name="connsiteX81" fmla="*/ 469773 w 563689"/>
                <a:gd name="connsiteY81" fmla="*/ 0 h 459390"/>
                <a:gd name="connsiteX82" fmla="*/ 540162 w 563689"/>
                <a:gd name="connsiteY82" fmla="*/ 36862 h 459390"/>
                <a:gd name="connsiteX83" fmla="*/ 563689 w 563689"/>
                <a:gd name="connsiteY83" fmla="*/ 50768 h 45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63689" h="459390">
                  <a:moveTo>
                    <a:pt x="563689" y="50768"/>
                  </a:moveTo>
                  <a:lnTo>
                    <a:pt x="556736" y="60484"/>
                  </a:lnTo>
                  <a:lnTo>
                    <a:pt x="562927" y="69342"/>
                  </a:lnTo>
                  <a:lnTo>
                    <a:pt x="465201" y="121825"/>
                  </a:lnTo>
                  <a:lnTo>
                    <a:pt x="460057" y="115824"/>
                  </a:lnTo>
                  <a:lnTo>
                    <a:pt x="421577" y="139541"/>
                  </a:lnTo>
                  <a:lnTo>
                    <a:pt x="401669" y="162782"/>
                  </a:lnTo>
                  <a:lnTo>
                    <a:pt x="383095" y="203359"/>
                  </a:lnTo>
                  <a:lnTo>
                    <a:pt x="377285" y="285464"/>
                  </a:lnTo>
                  <a:lnTo>
                    <a:pt x="320135" y="283559"/>
                  </a:lnTo>
                  <a:lnTo>
                    <a:pt x="319088" y="297466"/>
                  </a:lnTo>
                  <a:lnTo>
                    <a:pt x="313849" y="307657"/>
                  </a:lnTo>
                  <a:lnTo>
                    <a:pt x="307277" y="321278"/>
                  </a:lnTo>
                  <a:lnTo>
                    <a:pt x="305657" y="341947"/>
                  </a:lnTo>
                  <a:lnTo>
                    <a:pt x="191548" y="337661"/>
                  </a:lnTo>
                  <a:lnTo>
                    <a:pt x="108775" y="328517"/>
                  </a:lnTo>
                  <a:lnTo>
                    <a:pt x="104870" y="394145"/>
                  </a:lnTo>
                  <a:lnTo>
                    <a:pt x="103346" y="411289"/>
                  </a:lnTo>
                  <a:lnTo>
                    <a:pt x="95726" y="421196"/>
                  </a:lnTo>
                  <a:lnTo>
                    <a:pt x="110394" y="448342"/>
                  </a:lnTo>
                  <a:lnTo>
                    <a:pt x="79248" y="458057"/>
                  </a:lnTo>
                  <a:lnTo>
                    <a:pt x="72104" y="459391"/>
                  </a:lnTo>
                  <a:lnTo>
                    <a:pt x="59531" y="454342"/>
                  </a:lnTo>
                  <a:lnTo>
                    <a:pt x="38862" y="454247"/>
                  </a:lnTo>
                  <a:lnTo>
                    <a:pt x="38100" y="453962"/>
                  </a:lnTo>
                  <a:lnTo>
                    <a:pt x="37052" y="453485"/>
                  </a:lnTo>
                  <a:lnTo>
                    <a:pt x="29146" y="450056"/>
                  </a:lnTo>
                  <a:lnTo>
                    <a:pt x="0" y="437197"/>
                  </a:lnTo>
                  <a:lnTo>
                    <a:pt x="5619" y="352806"/>
                  </a:lnTo>
                  <a:lnTo>
                    <a:pt x="68485" y="311372"/>
                  </a:lnTo>
                  <a:lnTo>
                    <a:pt x="128492" y="266605"/>
                  </a:lnTo>
                  <a:lnTo>
                    <a:pt x="154781" y="253937"/>
                  </a:lnTo>
                  <a:lnTo>
                    <a:pt x="166116" y="249841"/>
                  </a:lnTo>
                  <a:lnTo>
                    <a:pt x="175450" y="247364"/>
                  </a:lnTo>
                  <a:lnTo>
                    <a:pt x="177927" y="247269"/>
                  </a:lnTo>
                  <a:lnTo>
                    <a:pt x="186118" y="244792"/>
                  </a:lnTo>
                  <a:lnTo>
                    <a:pt x="192310" y="241840"/>
                  </a:lnTo>
                  <a:lnTo>
                    <a:pt x="199454" y="237268"/>
                  </a:lnTo>
                  <a:lnTo>
                    <a:pt x="212312" y="226409"/>
                  </a:lnTo>
                  <a:lnTo>
                    <a:pt x="216789" y="220408"/>
                  </a:lnTo>
                  <a:lnTo>
                    <a:pt x="226219" y="204121"/>
                  </a:lnTo>
                  <a:lnTo>
                    <a:pt x="201263" y="204883"/>
                  </a:lnTo>
                  <a:lnTo>
                    <a:pt x="193071" y="206312"/>
                  </a:lnTo>
                  <a:lnTo>
                    <a:pt x="185928" y="208216"/>
                  </a:lnTo>
                  <a:lnTo>
                    <a:pt x="158782" y="209455"/>
                  </a:lnTo>
                  <a:lnTo>
                    <a:pt x="182880" y="69151"/>
                  </a:lnTo>
                  <a:lnTo>
                    <a:pt x="202596" y="46006"/>
                  </a:lnTo>
                  <a:lnTo>
                    <a:pt x="270224" y="23336"/>
                  </a:lnTo>
                  <a:lnTo>
                    <a:pt x="276225" y="23813"/>
                  </a:lnTo>
                  <a:lnTo>
                    <a:pt x="281178" y="34957"/>
                  </a:lnTo>
                  <a:lnTo>
                    <a:pt x="286226" y="36957"/>
                  </a:lnTo>
                  <a:lnTo>
                    <a:pt x="287941" y="44863"/>
                  </a:lnTo>
                  <a:lnTo>
                    <a:pt x="288036" y="52864"/>
                  </a:lnTo>
                  <a:lnTo>
                    <a:pt x="286226" y="64294"/>
                  </a:lnTo>
                  <a:lnTo>
                    <a:pt x="289560" y="68866"/>
                  </a:lnTo>
                  <a:lnTo>
                    <a:pt x="292418" y="69723"/>
                  </a:lnTo>
                  <a:lnTo>
                    <a:pt x="298228" y="72295"/>
                  </a:lnTo>
                  <a:lnTo>
                    <a:pt x="302228" y="76295"/>
                  </a:lnTo>
                  <a:lnTo>
                    <a:pt x="321754" y="81629"/>
                  </a:lnTo>
                  <a:lnTo>
                    <a:pt x="319564" y="87249"/>
                  </a:lnTo>
                  <a:lnTo>
                    <a:pt x="324326" y="94774"/>
                  </a:lnTo>
                  <a:lnTo>
                    <a:pt x="324993" y="98584"/>
                  </a:lnTo>
                  <a:lnTo>
                    <a:pt x="326136" y="100489"/>
                  </a:lnTo>
                  <a:lnTo>
                    <a:pt x="328041" y="100774"/>
                  </a:lnTo>
                  <a:lnTo>
                    <a:pt x="335375" y="100489"/>
                  </a:lnTo>
                  <a:lnTo>
                    <a:pt x="338804" y="101537"/>
                  </a:lnTo>
                  <a:lnTo>
                    <a:pt x="346805" y="106394"/>
                  </a:lnTo>
                  <a:lnTo>
                    <a:pt x="351758" y="103251"/>
                  </a:lnTo>
                  <a:lnTo>
                    <a:pt x="357473" y="103537"/>
                  </a:lnTo>
                  <a:lnTo>
                    <a:pt x="364617" y="102203"/>
                  </a:lnTo>
                  <a:lnTo>
                    <a:pt x="366617" y="100013"/>
                  </a:lnTo>
                  <a:lnTo>
                    <a:pt x="373761" y="86392"/>
                  </a:lnTo>
                  <a:lnTo>
                    <a:pt x="376047" y="74009"/>
                  </a:lnTo>
                  <a:lnTo>
                    <a:pt x="375475" y="71628"/>
                  </a:lnTo>
                  <a:lnTo>
                    <a:pt x="395764" y="52769"/>
                  </a:lnTo>
                  <a:lnTo>
                    <a:pt x="418147" y="45148"/>
                  </a:lnTo>
                  <a:lnTo>
                    <a:pt x="430911" y="32004"/>
                  </a:lnTo>
                  <a:lnTo>
                    <a:pt x="436245" y="27718"/>
                  </a:lnTo>
                  <a:lnTo>
                    <a:pt x="433292" y="24860"/>
                  </a:lnTo>
                  <a:lnTo>
                    <a:pt x="430435" y="16573"/>
                  </a:lnTo>
                  <a:lnTo>
                    <a:pt x="448246" y="5239"/>
                  </a:lnTo>
                  <a:lnTo>
                    <a:pt x="469773" y="0"/>
                  </a:lnTo>
                  <a:lnTo>
                    <a:pt x="540162" y="36862"/>
                  </a:lnTo>
                  <a:lnTo>
                    <a:pt x="563689" y="5076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2" name="서울특별시 송파구 잠실3동">
              <a:extLst>
                <a:ext uri="{FF2B5EF4-FFF2-40B4-BE49-F238E27FC236}">
                  <a16:creationId xmlns:a16="http://schemas.microsoft.com/office/drawing/2014/main" id="{81A71FB5-0AAE-2C67-9C45-2E5D7C0DE83C}"/>
                </a:ext>
              </a:extLst>
            </p:cNvPr>
            <p:cNvSpPr/>
            <p:nvPr/>
          </p:nvSpPr>
          <p:spPr>
            <a:xfrm>
              <a:off x="8120253" y="4135945"/>
              <a:ext cx="334517" cy="354425"/>
            </a:xfrm>
            <a:custGeom>
              <a:avLst/>
              <a:gdLst>
                <a:gd name="connsiteX0" fmla="*/ 334518 w 334517"/>
                <a:gd name="connsiteY0" fmla="*/ 312801 h 354425"/>
                <a:gd name="connsiteX1" fmla="*/ 315753 w 334517"/>
                <a:gd name="connsiteY1" fmla="*/ 325564 h 354425"/>
                <a:gd name="connsiteX2" fmla="*/ 309563 w 334517"/>
                <a:gd name="connsiteY2" fmla="*/ 328613 h 354425"/>
                <a:gd name="connsiteX3" fmla="*/ 300323 w 334517"/>
                <a:gd name="connsiteY3" fmla="*/ 333089 h 354425"/>
                <a:gd name="connsiteX4" fmla="*/ 282892 w 334517"/>
                <a:gd name="connsiteY4" fmla="*/ 340900 h 354425"/>
                <a:gd name="connsiteX5" fmla="*/ 273367 w 334517"/>
                <a:gd name="connsiteY5" fmla="*/ 344805 h 354425"/>
                <a:gd name="connsiteX6" fmla="*/ 266700 w 334517"/>
                <a:gd name="connsiteY6" fmla="*/ 347472 h 354425"/>
                <a:gd name="connsiteX7" fmla="*/ 259270 w 334517"/>
                <a:gd name="connsiteY7" fmla="*/ 349948 h 354425"/>
                <a:gd name="connsiteX8" fmla="*/ 250984 w 334517"/>
                <a:gd name="connsiteY8" fmla="*/ 352139 h 354425"/>
                <a:gd name="connsiteX9" fmla="*/ 244887 w 334517"/>
                <a:gd name="connsiteY9" fmla="*/ 352996 h 354425"/>
                <a:gd name="connsiteX10" fmla="*/ 241839 w 334517"/>
                <a:gd name="connsiteY10" fmla="*/ 353473 h 354425"/>
                <a:gd name="connsiteX11" fmla="*/ 238982 w 334517"/>
                <a:gd name="connsiteY11" fmla="*/ 353758 h 354425"/>
                <a:gd name="connsiteX12" fmla="*/ 233648 w 334517"/>
                <a:gd name="connsiteY12" fmla="*/ 354330 h 354425"/>
                <a:gd name="connsiteX13" fmla="*/ 225742 w 334517"/>
                <a:gd name="connsiteY13" fmla="*/ 354425 h 354425"/>
                <a:gd name="connsiteX14" fmla="*/ 219360 w 334517"/>
                <a:gd name="connsiteY14" fmla="*/ 354044 h 354425"/>
                <a:gd name="connsiteX15" fmla="*/ 212788 w 334517"/>
                <a:gd name="connsiteY15" fmla="*/ 352901 h 354425"/>
                <a:gd name="connsiteX16" fmla="*/ 93345 w 334517"/>
                <a:gd name="connsiteY16" fmla="*/ 334899 h 354425"/>
                <a:gd name="connsiteX17" fmla="*/ 61531 w 334517"/>
                <a:gd name="connsiteY17" fmla="*/ 329565 h 354425"/>
                <a:gd name="connsiteX18" fmla="*/ 58960 w 334517"/>
                <a:gd name="connsiteY18" fmla="*/ 328898 h 354425"/>
                <a:gd name="connsiteX19" fmla="*/ 56388 w 334517"/>
                <a:gd name="connsiteY19" fmla="*/ 328327 h 354425"/>
                <a:gd name="connsiteX20" fmla="*/ 48768 w 334517"/>
                <a:gd name="connsiteY20" fmla="*/ 325660 h 354425"/>
                <a:gd name="connsiteX21" fmla="*/ 42958 w 334517"/>
                <a:gd name="connsiteY21" fmla="*/ 323088 h 354425"/>
                <a:gd name="connsiteX22" fmla="*/ 35147 w 334517"/>
                <a:gd name="connsiteY22" fmla="*/ 319088 h 354425"/>
                <a:gd name="connsiteX23" fmla="*/ 30003 w 334517"/>
                <a:gd name="connsiteY23" fmla="*/ 315563 h 354425"/>
                <a:gd name="connsiteX24" fmla="*/ 25336 w 334517"/>
                <a:gd name="connsiteY24" fmla="*/ 311848 h 354425"/>
                <a:gd name="connsiteX25" fmla="*/ 24574 w 334517"/>
                <a:gd name="connsiteY25" fmla="*/ 311182 h 354425"/>
                <a:gd name="connsiteX26" fmla="*/ 23813 w 334517"/>
                <a:gd name="connsiteY26" fmla="*/ 310515 h 354425"/>
                <a:gd name="connsiteX27" fmla="*/ 19335 w 334517"/>
                <a:gd name="connsiteY27" fmla="*/ 306229 h 354425"/>
                <a:gd name="connsiteX28" fmla="*/ 15430 w 334517"/>
                <a:gd name="connsiteY28" fmla="*/ 301657 h 354425"/>
                <a:gd name="connsiteX29" fmla="*/ 14383 w 334517"/>
                <a:gd name="connsiteY29" fmla="*/ 300228 h 354425"/>
                <a:gd name="connsiteX30" fmla="*/ 13145 w 334517"/>
                <a:gd name="connsiteY30" fmla="*/ 298513 h 354425"/>
                <a:gd name="connsiteX31" fmla="*/ 11811 w 334517"/>
                <a:gd name="connsiteY31" fmla="*/ 296608 h 354425"/>
                <a:gd name="connsiteX32" fmla="*/ 9810 w 334517"/>
                <a:gd name="connsiteY32" fmla="*/ 293084 h 354425"/>
                <a:gd name="connsiteX33" fmla="*/ 9239 w 334517"/>
                <a:gd name="connsiteY33" fmla="*/ 292132 h 354425"/>
                <a:gd name="connsiteX34" fmla="*/ 8763 w 334517"/>
                <a:gd name="connsiteY34" fmla="*/ 291274 h 354425"/>
                <a:gd name="connsiteX35" fmla="*/ 8287 w 334517"/>
                <a:gd name="connsiteY35" fmla="*/ 290322 h 354425"/>
                <a:gd name="connsiteX36" fmla="*/ 7905 w 334517"/>
                <a:gd name="connsiteY36" fmla="*/ 289560 h 354425"/>
                <a:gd name="connsiteX37" fmla="*/ 6667 w 334517"/>
                <a:gd name="connsiteY37" fmla="*/ 286893 h 354425"/>
                <a:gd name="connsiteX38" fmla="*/ 4953 w 334517"/>
                <a:gd name="connsiteY38" fmla="*/ 282797 h 354425"/>
                <a:gd name="connsiteX39" fmla="*/ 0 w 334517"/>
                <a:gd name="connsiteY39" fmla="*/ 264319 h 354425"/>
                <a:gd name="connsiteX40" fmla="*/ 20193 w 334517"/>
                <a:gd name="connsiteY40" fmla="*/ 258985 h 354425"/>
                <a:gd name="connsiteX41" fmla="*/ 57912 w 334517"/>
                <a:gd name="connsiteY41" fmla="*/ 262890 h 354425"/>
                <a:gd name="connsiteX42" fmla="*/ 74771 w 334517"/>
                <a:gd name="connsiteY42" fmla="*/ 261080 h 354425"/>
                <a:gd name="connsiteX43" fmla="*/ 110776 w 334517"/>
                <a:gd name="connsiteY43" fmla="*/ 257175 h 354425"/>
                <a:gd name="connsiteX44" fmla="*/ 125539 w 334517"/>
                <a:gd name="connsiteY44" fmla="*/ 255556 h 354425"/>
                <a:gd name="connsiteX45" fmla="*/ 126492 w 334517"/>
                <a:gd name="connsiteY45" fmla="*/ 255461 h 354425"/>
                <a:gd name="connsiteX46" fmla="*/ 121062 w 334517"/>
                <a:gd name="connsiteY46" fmla="*/ 242697 h 354425"/>
                <a:gd name="connsiteX47" fmla="*/ 115348 w 334517"/>
                <a:gd name="connsiteY47" fmla="*/ 227362 h 354425"/>
                <a:gd name="connsiteX48" fmla="*/ 101441 w 334517"/>
                <a:gd name="connsiteY48" fmla="*/ 188690 h 354425"/>
                <a:gd name="connsiteX49" fmla="*/ 92202 w 334517"/>
                <a:gd name="connsiteY49" fmla="*/ 162687 h 354425"/>
                <a:gd name="connsiteX50" fmla="*/ 53244 w 334517"/>
                <a:gd name="connsiteY50" fmla="*/ 50959 h 354425"/>
                <a:gd name="connsiteX51" fmla="*/ 53340 w 334517"/>
                <a:gd name="connsiteY51" fmla="*/ 35909 h 354425"/>
                <a:gd name="connsiteX52" fmla="*/ 53435 w 334517"/>
                <a:gd name="connsiteY52" fmla="*/ 9335 h 354425"/>
                <a:gd name="connsiteX53" fmla="*/ 88202 w 334517"/>
                <a:gd name="connsiteY53" fmla="*/ 0 h 354425"/>
                <a:gd name="connsiteX54" fmla="*/ 115062 w 334517"/>
                <a:gd name="connsiteY54" fmla="*/ 36481 h 354425"/>
                <a:gd name="connsiteX55" fmla="*/ 123730 w 334517"/>
                <a:gd name="connsiteY55" fmla="*/ 48196 h 354425"/>
                <a:gd name="connsiteX56" fmla="*/ 156496 w 334517"/>
                <a:gd name="connsiteY56" fmla="*/ 92393 h 354425"/>
                <a:gd name="connsiteX57" fmla="*/ 173069 w 334517"/>
                <a:gd name="connsiteY57" fmla="*/ 113538 h 354425"/>
                <a:gd name="connsiteX58" fmla="*/ 190500 w 334517"/>
                <a:gd name="connsiteY58" fmla="*/ 136112 h 354425"/>
                <a:gd name="connsiteX59" fmla="*/ 218694 w 334517"/>
                <a:gd name="connsiteY59" fmla="*/ 172688 h 354425"/>
                <a:gd name="connsiteX60" fmla="*/ 237268 w 334517"/>
                <a:gd name="connsiteY60" fmla="*/ 196596 h 354425"/>
                <a:gd name="connsiteX61" fmla="*/ 241268 w 334517"/>
                <a:gd name="connsiteY61" fmla="*/ 201835 h 354425"/>
                <a:gd name="connsiteX62" fmla="*/ 284607 w 334517"/>
                <a:gd name="connsiteY62" fmla="*/ 259366 h 354425"/>
                <a:gd name="connsiteX63" fmla="*/ 334518 w 334517"/>
                <a:gd name="connsiteY63" fmla="*/ 312801 h 35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34517" h="354425">
                  <a:moveTo>
                    <a:pt x="334518" y="312801"/>
                  </a:moveTo>
                  <a:lnTo>
                    <a:pt x="315753" y="325564"/>
                  </a:lnTo>
                  <a:lnTo>
                    <a:pt x="309563" y="328613"/>
                  </a:lnTo>
                  <a:lnTo>
                    <a:pt x="300323" y="333089"/>
                  </a:lnTo>
                  <a:lnTo>
                    <a:pt x="282892" y="340900"/>
                  </a:lnTo>
                  <a:lnTo>
                    <a:pt x="273367" y="344805"/>
                  </a:lnTo>
                  <a:lnTo>
                    <a:pt x="266700" y="347472"/>
                  </a:lnTo>
                  <a:lnTo>
                    <a:pt x="259270" y="349948"/>
                  </a:lnTo>
                  <a:lnTo>
                    <a:pt x="250984" y="352139"/>
                  </a:lnTo>
                  <a:lnTo>
                    <a:pt x="244887" y="352996"/>
                  </a:lnTo>
                  <a:lnTo>
                    <a:pt x="241839" y="353473"/>
                  </a:lnTo>
                  <a:lnTo>
                    <a:pt x="238982" y="353758"/>
                  </a:lnTo>
                  <a:lnTo>
                    <a:pt x="233648" y="354330"/>
                  </a:lnTo>
                  <a:lnTo>
                    <a:pt x="225742" y="354425"/>
                  </a:lnTo>
                  <a:lnTo>
                    <a:pt x="219360" y="354044"/>
                  </a:lnTo>
                  <a:lnTo>
                    <a:pt x="212788" y="352901"/>
                  </a:lnTo>
                  <a:lnTo>
                    <a:pt x="93345" y="334899"/>
                  </a:lnTo>
                  <a:lnTo>
                    <a:pt x="61531" y="329565"/>
                  </a:lnTo>
                  <a:lnTo>
                    <a:pt x="58960" y="328898"/>
                  </a:lnTo>
                  <a:lnTo>
                    <a:pt x="56388" y="328327"/>
                  </a:lnTo>
                  <a:lnTo>
                    <a:pt x="48768" y="325660"/>
                  </a:lnTo>
                  <a:lnTo>
                    <a:pt x="42958" y="323088"/>
                  </a:lnTo>
                  <a:lnTo>
                    <a:pt x="35147" y="319088"/>
                  </a:lnTo>
                  <a:lnTo>
                    <a:pt x="30003" y="315563"/>
                  </a:lnTo>
                  <a:lnTo>
                    <a:pt x="25336" y="311848"/>
                  </a:lnTo>
                  <a:lnTo>
                    <a:pt x="24574" y="311182"/>
                  </a:lnTo>
                  <a:lnTo>
                    <a:pt x="23813" y="310515"/>
                  </a:lnTo>
                  <a:lnTo>
                    <a:pt x="19335" y="306229"/>
                  </a:lnTo>
                  <a:lnTo>
                    <a:pt x="15430" y="301657"/>
                  </a:lnTo>
                  <a:lnTo>
                    <a:pt x="14383" y="300228"/>
                  </a:lnTo>
                  <a:lnTo>
                    <a:pt x="13145" y="298513"/>
                  </a:lnTo>
                  <a:lnTo>
                    <a:pt x="11811" y="296608"/>
                  </a:lnTo>
                  <a:lnTo>
                    <a:pt x="9810" y="293084"/>
                  </a:lnTo>
                  <a:lnTo>
                    <a:pt x="9239" y="292132"/>
                  </a:lnTo>
                  <a:lnTo>
                    <a:pt x="8763" y="291274"/>
                  </a:lnTo>
                  <a:lnTo>
                    <a:pt x="8287" y="290322"/>
                  </a:lnTo>
                  <a:lnTo>
                    <a:pt x="7905" y="289560"/>
                  </a:lnTo>
                  <a:lnTo>
                    <a:pt x="6667" y="286893"/>
                  </a:lnTo>
                  <a:lnTo>
                    <a:pt x="4953" y="282797"/>
                  </a:lnTo>
                  <a:lnTo>
                    <a:pt x="0" y="264319"/>
                  </a:lnTo>
                  <a:lnTo>
                    <a:pt x="20193" y="258985"/>
                  </a:lnTo>
                  <a:lnTo>
                    <a:pt x="57912" y="262890"/>
                  </a:lnTo>
                  <a:lnTo>
                    <a:pt x="74771" y="261080"/>
                  </a:lnTo>
                  <a:lnTo>
                    <a:pt x="110776" y="257175"/>
                  </a:lnTo>
                  <a:lnTo>
                    <a:pt x="125539" y="255556"/>
                  </a:lnTo>
                  <a:lnTo>
                    <a:pt x="126492" y="255461"/>
                  </a:lnTo>
                  <a:lnTo>
                    <a:pt x="121062" y="242697"/>
                  </a:lnTo>
                  <a:lnTo>
                    <a:pt x="115348" y="227362"/>
                  </a:lnTo>
                  <a:lnTo>
                    <a:pt x="101441" y="188690"/>
                  </a:lnTo>
                  <a:lnTo>
                    <a:pt x="92202" y="162687"/>
                  </a:lnTo>
                  <a:lnTo>
                    <a:pt x="53244" y="50959"/>
                  </a:lnTo>
                  <a:lnTo>
                    <a:pt x="53340" y="35909"/>
                  </a:lnTo>
                  <a:lnTo>
                    <a:pt x="53435" y="9335"/>
                  </a:lnTo>
                  <a:lnTo>
                    <a:pt x="88202" y="0"/>
                  </a:lnTo>
                  <a:lnTo>
                    <a:pt x="115062" y="36481"/>
                  </a:lnTo>
                  <a:lnTo>
                    <a:pt x="123730" y="48196"/>
                  </a:lnTo>
                  <a:lnTo>
                    <a:pt x="156496" y="92393"/>
                  </a:lnTo>
                  <a:lnTo>
                    <a:pt x="173069" y="113538"/>
                  </a:lnTo>
                  <a:lnTo>
                    <a:pt x="190500" y="136112"/>
                  </a:lnTo>
                  <a:lnTo>
                    <a:pt x="218694" y="172688"/>
                  </a:lnTo>
                  <a:lnTo>
                    <a:pt x="237268" y="196596"/>
                  </a:lnTo>
                  <a:lnTo>
                    <a:pt x="241268" y="201835"/>
                  </a:lnTo>
                  <a:lnTo>
                    <a:pt x="284607" y="259366"/>
                  </a:lnTo>
                  <a:lnTo>
                    <a:pt x="334518" y="31280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516" name="서울특별시 강동구">
            <a:extLst>
              <a:ext uri="{FF2B5EF4-FFF2-40B4-BE49-F238E27FC236}">
                <a16:creationId xmlns:a16="http://schemas.microsoft.com/office/drawing/2014/main" id="{80C97B03-41B8-C5F3-7B02-85C68C79C9F7}"/>
              </a:ext>
            </a:extLst>
          </p:cNvPr>
          <p:cNvGrpSpPr/>
          <p:nvPr/>
        </p:nvGrpSpPr>
        <p:grpSpPr>
          <a:xfrm>
            <a:off x="6827970" y="2807460"/>
            <a:ext cx="773265" cy="840280"/>
            <a:chOff x="8555164" y="3141916"/>
            <a:chExt cx="1341310" cy="1158430"/>
          </a:xfrm>
          <a:solidFill>
            <a:srgbClr val="DC3545"/>
          </a:solidFill>
        </p:grpSpPr>
        <p:sp>
          <p:nvSpPr>
            <p:cNvPr id="517" name="서울특별시 강동구 명일1동">
              <a:extLst>
                <a:ext uri="{FF2B5EF4-FFF2-40B4-BE49-F238E27FC236}">
                  <a16:creationId xmlns:a16="http://schemas.microsoft.com/office/drawing/2014/main" id="{6A1E8755-C521-25BA-EEB6-8AAC8C55581A}"/>
                </a:ext>
              </a:extLst>
            </p:cNvPr>
            <p:cNvSpPr/>
            <p:nvPr/>
          </p:nvSpPr>
          <p:spPr>
            <a:xfrm>
              <a:off x="9112662" y="3614451"/>
              <a:ext cx="179355" cy="188690"/>
            </a:xfrm>
            <a:custGeom>
              <a:avLst/>
              <a:gdLst>
                <a:gd name="connsiteX0" fmla="*/ 179355 w 179355"/>
                <a:gd name="connsiteY0" fmla="*/ 1429 h 188690"/>
                <a:gd name="connsiteX1" fmla="*/ 169545 w 179355"/>
                <a:gd name="connsiteY1" fmla="*/ 64294 h 188690"/>
                <a:gd name="connsiteX2" fmla="*/ 149637 w 179355"/>
                <a:gd name="connsiteY2" fmla="*/ 162973 h 188690"/>
                <a:gd name="connsiteX3" fmla="*/ 132016 w 179355"/>
                <a:gd name="connsiteY3" fmla="*/ 159163 h 188690"/>
                <a:gd name="connsiteX4" fmla="*/ 109347 w 179355"/>
                <a:gd name="connsiteY4" fmla="*/ 172307 h 188690"/>
                <a:gd name="connsiteX5" fmla="*/ 96393 w 179355"/>
                <a:gd name="connsiteY5" fmla="*/ 179737 h 188690"/>
                <a:gd name="connsiteX6" fmla="*/ 97345 w 179355"/>
                <a:gd name="connsiteY6" fmla="*/ 182975 h 188690"/>
                <a:gd name="connsiteX7" fmla="*/ 97917 w 179355"/>
                <a:gd name="connsiteY7" fmla="*/ 185071 h 188690"/>
                <a:gd name="connsiteX8" fmla="*/ 98679 w 179355"/>
                <a:gd name="connsiteY8" fmla="*/ 188690 h 188690"/>
                <a:gd name="connsiteX9" fmla="*/ 43815 w 179355"/>
                <a:gd name="connsiteY9" fmla="*/ 175831 h 188690"/>
                <a:gd name="connsiteX10" fmla="*/ 47625 w 179355"/>
                <a:gd name="connsiteY10" fmla="*/ 173927 h 188690"/>
                <a:gd name="connsiteX11" fmla="*/ 54197 w 179355"/>
                <a:gd name="connsiteY11" fmla="*/ 155257 h 188690"/>
                <a:gd name="connsiteX12" fmla="*/ 65913 w 179355"/>
                <a:gd name="connsiteY12" fmla="*/ 72199 h 188690"/>
                <a:gd name="connsiteX13" fmla="*/ 16097 w 179355"/>
                <a:gd name="connsiteY13" fmla="*/ 70676 h 188690"/>
                <a:gd name="connsiteX14" fmla="*/ 11335 w 179355"/>
                <a:gd name="connsiteY14" fmla="*/ 70199 h 188690"/>
                <a:gd name="connsiteX15" fmla="*/ 6382 w 179355"/>
                <a:gd name="connsiteY15" fmla="*/ 69723 h 188690"/>
                <a:gd name="connsiteX16" fmla="*/ 4476 w 179355"/>
                <a:gd name="connsiteY16" fmla="*/ 68485 h 188690"/>
                <a:gd name="connsiteX17" fmla="*/ 4000 w 179355"/>
                <a:gd name="connsiteY17" fmla="*/ 68104 h 188690"/>
                <a:gd name="connsiteX18" fmla="*/ 2000 w 179355"/>
                <a:gd name="connsiteY18" fmla="*/ 66389 h 188690"/>
                <a:gd name="connsiteX19" fmla="*/ 1048 w 179355"/>
                <a:gd name="connsiteY19" fmla="*/ 65627 h 188690"/>
                <a:gd name="connsiteX20" fmla="*/ 762 w 179355"/>
                <a:gd name="connsiteY20" fmla="*/ 64770 h 188690"/>
                <a:gd name="connsiteX21" fmla="*/ 0 w 179355"/>
                <a:gd name="connsiteY21" fmla="*/ 62579 h 188690"/>
                <a:gd name="connsiteX22" fmla="*/ 52101 w 179355"/>
                <a:gd name="connsiteY22" fmla="*/ 2857 h 188690"/>
                <a:gd name="connsiteX23" fmla="*/ 75342 w 179355"/>
                <a:gd name="connsiteY23" fmla="*/ 0 h 188690"/>
                <a:gd name="connsiteX24" fmla="*/ 179355 w 179355"/>
                <a:gd name="connsiteY24" fmla="*/ 1429 h 188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355" h="188690">
                  <a:moveTo>
                    <a:pt x="179355" y="1429"/>
                  </a:moveTo>
                  <a:lnTo>
                    <a:pt x="169545" y="64294"/>
                  </a:lnTo>
                  <a:lnTo>
                    <a:pt x="149637" y="162973"/>
                  </a:lnTo>
                  <a:lnTo>
                    <a:pt x="132016" y="159163"/>
                  </a:lnTo>
                  <a:lnTo>
                    <a:pt x="109347" y="172307"/>
                  </a:lnTo>
                  <a:lnTo>
                    <a:pt x="96393" y="179737"/>
                  </a:lnTo>
                  <a:lnTo>
                    <a:pt x="97345" y="182975"/>
                  </a:lnTo>
                  <a:lnTo>
                    <a:pt x="97917" y="185071"/>
                  </a:lnTo>
                  <a:lnTo>
                    <a:pt x="98679" y="188690"/>
                  </a:lnTo>
                  <a:lnTo>
                    <a:pt x="43815" y="175831"/>
                  </a:lnTo>
                  <a:lnTo>
                    <a:pt x="47625" y="173927"/>
                  </a:lnTo>
                  <a:lnTo>
                    <a:pt x="54197" y="155257"/>
                  </a:lnTo>
                  <a:lnTo>
                    <a:pt x="65913" y="72199"/>
                  </a:lnTo>
                  <a:lnTo>
                    <a:pt x="16097" y="70676"/>
                  </a:lnTo>
                  <a:lnTo>
                    <a:pt x="11335" y="70199"/>
                  </a:lnTo>
                  <a:lnTo>
                    <a:pt x="6382" y="69723"/>
                  </a:lnTo>
                  <a:lnTo>
                    <a:pt x="4476" y="68485"/>
                  </a:lnTo>
                  <a:lnTo>
                    <a:pt x="4000" y="68104"/>
                  </a:lnTo>
                  <a:lnTo>
                    <a:pt x="2000" y="66389"/>
                  </a:lnTo>
                  <a:lnTo>
                    <a:pt x="1048" y="65627"/>
                  </a:lnTo>
                  <a:lnTo>
                    <a:pt x="762" y="64770"/>
                  </a:lnTo>
                  <a:lnTo>
                    <a:pt x="0" y="62579"/>
                  </a:lnTo>
                  <a:lnTo>
                    <a:pt x="52101" y="2857"/>
                  </a:lnTo>
                  <a:lnTo>
                    <a:pt x="75342" y="0"/>
                  </a:lnTo>
                  <a:lnTo>
                    <a:pt x="179355" y="1429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8" name="서울특별시 강동구 명일2동">
              <a:extLst>
                <a:ext uri="{FF2B5EF4-FFF2-40B4-BE49-F238E27FC236}">
                  <a16:creationId xmlns:a16="http://schemas.microsoft.com/office/drawing/2014/main" id="{A310ABD3-2003-6049-A021-4FD69136939F}"/>
                </a:ext>
              </a:extLst>
            </p:cNvPr>
            <p:cNvSpPr/>
            <p:nvPr/>
          </p:nvSpPr>
          <p:spPr>
            <a:xfrm>
              <a:off x="9262300" y="3603498"/>
              <a:ext cx="265080" cy="249745"/>
            </a:xfrm>
            <a:custGeom>
              <a:avLst/>
              <a:gdLst>
                <a:gd name="connsiteX0" fmla="*/ 265081 w 265080"/>
                <a:gd name="connsiteY0" fmla="*/ 187738 h 249745"/>
                <a:gd name="connsiteX1" fmla="*/ 214503 w 265080"/>
                <a:gd name="connsiteY1" fmla="*/ 249746 h 249745"/>
                <a:gd name="connsiteX2" fmla="*/ 202597 w 265080"/>
                <a:gd name="connsiteY2" fmla="*/ 235363 h 249745"/>
                <a:gd name="connsiteX3" fmla="*/ 195167 w 265080"/>
                <a:gd name="connsiteY3" fmla="*/ 229362 h 249745"/>
                <a:gd name="connsiteX4" fmla="*/ 192120 w 265080"/>
                <a:gd name="connsiteY4" fmla="*/ 227647 h 249745"/>
                <a:gd name="connsiteX5" fmla="*/ 149638 w 265080"/>
                <a:gd name="connsiteY5" fmla="*/ 217456 h 249745"/>
                <a:gd name="connsiteX6" fmla="*/ 91536 w 265080"/>
                <a:gd name="connsiteY6" fmla="*/ 219742 h 249745"/>
                <a:gd name="connsiteX7" fmla="*/ 2572 w 265080"/>
                <a:gd name="connsiteY7" fmla="*/ 185356 h 249745"/>
                <a:gd name="connsiteX8" fmla="*/ 0 w 265080"/>
                <a:gd name="connsiteY8" fmla="*/ 173926 h 249745"/>
                <a:gd name="connsiteX9" fmla="*/ 19908 w 265080"/>
                <a:gd name="connsiteY9" fmla="*/ 75247 h 249745"/>
                <a:gd name="connsiteX10" fmla="*/ 29718 w 265080"/>
                <a:gd name="connsiteY10" fmla="*/ 12382 h 249745"/>
                <a:gd name="connsiteX11" fmla="*/ 145161 w 265080"/>
                <a:gd name="connsiteY11" fmla="*/ 0 h 249745"/>
                <a:gd name="connsiteX12" fmla="*/ 144875 w 265080"/>
                <a:gd name="connsiteY12" fmla="*/ 5048 h 249745"/>
                <a:gd name="connsiteX13" fmla="*/ 143828 w 265080"/>
                <a:gd name="connsiteY13" fmla="*/ 19717 h 249745"/>
                <a:gd name="connsiteX14" fmla="*/ 140494 w 265080"/>
                <a:gd name="connsiteY14" fmla="*/ 66961 h 249745"/>
                <a:gd name="connsiteX15" fmla="*/ 133636 w 265080"/>
                <a:gd name="connsiteY15" fmla="*/ 165925 h 249745"/>
                <a:gd name="connsiteX16" fmla="*/ 189262 w 265080"/>
                <a:gd name="connsiteY16" fmla="*/ 178213 h 249745"/>
                <a:gd name="connsiteX17" fmla="*/ 201549 w 265080"/>
                <a:gd name="connsiteY17" fmla="*/ 178403 h 249745"/>
                <a:gd name="connsiteX18" fmla="*/ 226505 w 265080"/>
                <a:gd name="connsiteY18" fmla="*/ 175165 h 249745"/>
                <a:gd name="connsiteX19" fmla="*/ 252794 w 265080"/>
                <a:gd name="connsiteY19" fmla="*/ 171640 h 249745"/>
                <a:gd name="connsiteX20" fmla="*/ 257842 w 265080"/>
                <a:gd name="connsiteY20" fmla="*/ 176689 h 249745"/>
                <a:gd name="connsiteX21" fmla="*/ 265081 w 265080"/>
                <a:gd name="connsiteY21" fmla="*/ 187738 h 24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5080" h="249745">
                  <a:moveTo>
                    <a:pt x="265081" y="187738"/>
                  </a:moveTo>
                  <a:lnTo>
                    <a:pt x="214503" y="249746"/>
                  </a:lnTo>
                  <a:lnTo>
                    <a:pt x="202597" y="235363"/>
                  </a:lnTo>
                  <a:lnTo>
                    <a:pt x="195167" y="229362"/>
                  </a:lnTo>
                  <a:lnTo>
                    <a:pt x="192120" y="227647"/>
                  </a:lnTo>
                  <a:lnTo>
                    <a:pt x="149638" y="217456"/>
                  </a:lnTo>
                  <a:lnTo>
                    <a:pt x="91536" y="219742"/>
                  </a:lnTo>
                  <a:lnTo>
                    <a:pt x="2572" y="185356"/>
                  </a:lnTo>
                  <a:lnTo>
                    <a:pt x="0" y="173926"/>
                  </a:lnTo>
                  <a:lnTo>
                    <a:pt x="19908" y="75247"/>
                  </a:lnTo>
                  <a:lnTo>
                    <a:pt x="29718" y="12382"/>
                  </a:lnTo>
                  <a:lnTo>
                    <a:pt x="145161" y="0"/>
                  </a:lnTo>
                  <a:lnTo>
                    <a:pt x="144875" y="5048"/>
                  </a:lnTo>
                  <a:lnTo>
                    <a:pt x="143828" y="19717"/>
                  </a:lnTo>
                  <a:lnTo>
                    <a:pt x="140494" y="66961"/>
                  </a:lnTo>
                  <a:lnTo>
                    <a:pt x="133636" y="165925"/>
                  </a:lnTo>
                  <a:lnTo>
                    <a:pt x="189262" y="178213"/>
                  </a:lnTo>
                  <a:lnTo>
                    <a:pt x="201549" y="178403"/>
                  </a:lnTo>
                  <a:lnTo>
                    <a:pt x="226505" y="175165"/>
                  </a:lnTo>
                  <a:lnTo>
                    <a:pt x="252794" y="171640"/>
                  </a:lnTo>
                  <a:lnTo>
                    <a:pt x="257842" y="176689"/>
                  </a:lnTo>
                  <a:lnTo>
                    <a:pt x="265081" y="187738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9" name="서울특별시 강동구 고덕1동">
              <a:extLst>
                <a:ext uri="{FF2B5EF4-FFF2-40B4-BE49-F238E27FC236}">
                  <a16:creationId xmlns:a16="http://schemas.microsoft.com/office/drawing/2014/main" id="{6955428F-3D72-7D54-1423-6B10936D01F1}"/>
                </a:ext>
              </a:extLst>
            </p:cNvPr>
            <p:cNvSpPr/>
            <p:nvPr/>
          </p:nvSpPr>
          <p:spPr>
            <a:xfrm>
              <a:off x="9131046" y="3270694"/>
              <a:ext cx="282797" cy="345185"/>
            </a:xfrm>
            <a:custGeom>
              <a:avLst/>
              <a:gdLst>
                <a:gd name="connsiteX0" fmla="*/ 276415 w 282797"/>
                <a:gd name="connsiteY0" fmla="*/ 332804 h 345185"/>
                <a:gd name="connsiteX1" fmla="*/ 160972 w 282797"/>
                <a:gd name="connsiteY1" fmla="*/ 345186 h 345185"/>
                <a:gd name="connsiteX2" fmla="*/ 56959 w 282797"/>
                <a:gd name="connsiteY2" fmla="*/ 343757 h 345185"/>
                <a:gd name="connsiteX3" fmla="*/ 57531 w 282797"/>
                <a:gd name="connsiteY3" fmla="*/ 337852 h 345185"/>
                <a:gd name="connsiteX4" fmla="*/ 59341 w 282797"/>
                <a:gd name="connsiteY4" fmla="*/ 316802 h 345185"/>
                <a:gd name="connsiteX5" fmla="*/ 49720 w 282797"/>
                <a:gd name="connsiteY5" fmla="*/ 273463 h 345185"/>
                <a:gd name="connsiteX6" fmla="*/ 74962 w 282797"/>
                <a:gd name="connsiteY6" fmla="*/ 249269 h 345185"/>
                <a:gd name="connsiteX7" fmla="*/ 83629 w 282797"/>
                <a:gd name="connsiteY7" fmla="*/ 241078 h 345185"/>
                <a:gd name="connsiteX8" fmla="*/ 107346 w 282797"/>
                <a:gd name="connsiteY8" fmla="*/ 223552 h 345185"/>
                <a:gd name="connsiteX9" fmla="*/ 70675 w 282797"/>
                <a:gd name="connsiteY9" fmla="*/ 149638 h 345185"/>
                <a:gd name="connsiteX10" fmla="*/ 19240 w 282797"/>
                <a:gd name="connsiteY10" fmla="*/ 84010 h 345185"/>
                <a:gd name="connsiteX11" fmla="*/ 0 w 282797"/>
                <a:gd name="connsiteY11" fmla="*/ 62675 h 345185"/>
                <a:gd name="connsiteX12" fmla="*/ 106203 w 282797"/>
                <a:gd name="connsiteY12" fmla="*/ 36481 h 345185"/>
                <a:gd name="connsiteX13" fmla="*/ 211455 w 282797"/>
                <a:gd name="connsiteY13" fmla="*/ 0 h 345185"/>
                <a:gd name="connsiteX14" fmla="*/ 217361 w 282797"/>
                <a:gd name="connsiteY14" fmla="*/ 112490 h 345185"/>
                <a:gd name="connsiteX15" fmla="*/ 236125 w 282797"/>
                <a:gd name="connsiteY15" fmla="*/ 103060 h 345185"/>
                <a:gd name="connsiteX16" fmla="*/ 242792 w 282797"/>
                <a:gd name="connsiteY16" fmla="*/ 100584 h 345185"/>
                <a:gd name="connsiteX17" fmla="*/ 253555 w 282797"/>
                <a:gd name="connsiteY17" fmla="*/ 99917 h 345185"/>
                <a:gd name="connsiteX18" fmla="*/ 255746 w 282797"/>
                <a:gd name="connsiteY18" fmla="*/ 100870 h 345185"/>
                <a:gd name="connsiteX19" fmla="*/ 264795 w 282797"/>
                <a:gd name="connsiteY19" fmla="*/ 104299 h 345185"/>
                <a:gd name="connsiteX20" fmla="*/ 272510 w 282797"/>
                <a:gd name="connsiteY20" fmla="*/ 115538 h 345185"/>
                <a:gd name="connsiteX21" fmla="*/ 282797 w 282797"/>
                <a:gd name="connsiteY21" fmla="*/ 195263 h 345185"/>
                <a:gd name="connsiteX22" fmla="*/ 281178 w 282797"/>
                <a:gd name="connsiteY22" fmla="*/ 237649 h 345185"/>
                <a:gd name="connsiteX23" fmla="*/ 281178 w 282797"/>
                <a:gd name="connsiteY23" fmla="*/ 238506 h 345185"/>
                <a:gd name="connsiteX24" fmla="*/ 279273 w 282797"/>
                <a:gd name="connsiteY24" fmla="*/ 275368 h 345185"/>
                <a:gd name="connsiteX25" fmla="*/ 276892 w 282797"/>
                <a:gd name="connsiteY25" fmla="*/ 323183 h 345185"/>
                <a:gd name="connsiteX26" fmla="*/ 276415 w 282797"/>
                <a:gd name="connsiteY26" fmla="*/ 332804 h 34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2797" h="345185">
                  <a:moveTo>
                    <a:pt x="276415" y="332804"/>
                  </a:moveTo>
                  <a:lnTo>
                    <a:pt x="160972" y="345186"/>
                  </a:lnTo>
                  <a:lnTo>
                    <a:pt x="56959" y="343757"/>
                  </a:lnTo>
                  <a:lnTo>
                    <a:pt x="57531" y="337852"/>
                  </a:lnTo>
                  <a:lnTo>
                    <a:pt x="59341" y="316802"/>
                  </a:lnTo>
                  <a:lnTo>
                    <a:pt x="49720" y="273463"/>
                  </a:lnTo>
                  <a:lnTo>
                    <a:pt x="74962" y="249269"/>
                  </a:lnTo>
                  <a:lnTo>
                    <a:pt x="83629" y="241078"/>
                  </a:lnTo>
                  <a:lnTo>
                    <a:pt x="107346" y="223552"/>
                  </a:lnTo>
                  <a:lnTo>
                    <a:pt x="70675" y="149638"/>
                  </a:lnTo>
                  <a:lnTo>
                    <a:pt x="19240" y="84010"/>
                  </a:lnTo>
                  <a:lnTo>
                    <a:pt x="0" y="62675"/>
                  </a:lnTo>
                  <a:lnTo>
                    <a:pt x="106203" y="36481"/>
                  </a:lnTo>
                  <a:lnTo>
                    <a:pt x="211455" y="0"/>
                  </a:lnTo>
                  <a:lnTo>
                    <a:pt x="217361" y="112490"/>
                  </a:lnTo>
                  <a:lnTo>
                    <a:pt x="236125" y="103060"/>
                  </a:lnTo>
                  <a:lnTo>
                    <a:pt x="242792" y="100584"/>
                  </a:lnTo>
                  <a:lnTo>
                    <a:pt x="253555" y="99917"/>
                  </a:lnTo>
                  <a:lnTo>
                    <a:pt x="255746" y="100870"/>
                  </a:lnTo>
                  <a:lnTo>
                    <a:pt x="264795" y="104299"/>
                  </a:lnTo>
                  <a:lnTo>
                    <a:pt x="272510" y="115538"/>
                  </a:lnTo>
                  <a:lnTo>
                    <a:pt x="282797" y="195263"/>
                  </a:lnTo>
                  <a:lnTo>
                    <a:pt x="281178" y="237649"/>
                  </a:lnTo>
                  <a:lnTo>
                    <a:pt x="281178" y="238506"/>
                  </a:lnTo>
                  <a:lnTo>
                    <a:pt x="279273" y="275368"/>
                  </a:lnTo>
                  <a:lnTo>
                    <a:pt x="276892" y="323183"/>
                  </a:lnTo>
                  <a:lnTo>
                    <a:pt x="276415" y="33280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0" name="서울특별시 강동구 고덕2동">
              <a:extLst>
                <a:ext uri="{FF2B5EF4-FFF2-40B4-BE49-F238E27FC236}">
                  <a16:creationId xmlns:a16="http://schemas.microsoft.com/office/drawing/2014/main" id="{0D81D497-90F8-373F-B524-F672C2EE8F60}"/>
                </a:ext>
              </a:extLst>
            </p:cNvPr>
            <p:cNvSpPr/>
            <p:nvPr/>
          </p:nvSpPr>
          <p:spPr>
            <a:xfrm>
              <a:off x="9342501" y="3196875"/>
              <a:ext cx="335279" cy="406622"/>
            </a:xfrm>
            <a:custGeom>
              <a:avLst/>
              <a:gdLst>
                <a:gd name="connsiteX0" fmla="*/ 335280 w 335279"/>
                <a:gd name="connsiteY0" fmla="*/ 371284 h 406622"/>
                <a:gd name="connsiteX1" fmla="*/ 252222 w 335279"/>
                <a:gd name="connsiteY1" fmla="*/ 380619 h 406622"/>
                <a:gd name="connsiteX2" fmla="*/ 221361 w 335279"/>
                <a:gd name="connsiteY2" fmla="*/ 384238 h 406622"/>
                <a:gd name="connsiteX3" fmla="*/ 199834 w 335279"/>
                <a:gd name="connsiteY3" fmla="*/ 387477 h 406622"/>
                <a:gd name="connsiteX4" fmla="*/ 159639 w 335279"/>
                <a:gd name="connsiteY4" fmla="*/ 393382 h 406622"/>
                <a:gd name="connsiteX5" fmla="*/ 64960 w 335279"/>
                <a:gd name="connsiteY5" fmla="*/ 406622 h 406622"/>
                <a:gd name="connsiteX6" fmla="*/ 65437 w 335279"/>
                <a:gd name="connsiteY6" fmla="*/ 397002 h 406622"/>
                <a:gd name="connsiteX7" fmla="*/ 67818 w 335279"/>
                <a:gd name="connsiteY7" fmla="*/ 349187 h 406622"/>
                <a:gd name="connsiteX8" fmla="*/ 69722 w 335279"/>
                <a:gd name="connsiteY8" fmla="*/ 312325 h 406622"/>
                <a:gd name="connsiteX9" fmla="*/ 69722 w 335279"/>
                <a:gd name="connsiteY9" fmla="*/ 311467 h 406622"/>
                <a:gd name="connsiteX10" fmla="*/ 71342 w 335279"/>
                <a:gd name="connsiteY10" fmla="*/ 269081 h 406622"/>
                <a:gd name="connsiteX11" fmla="*/ 61055 w 335279"/>
                <a:gd name="connsiteY11" fmla="*/ 189357 h 406622"/>
                <a:gd name="connsiteX12" fmla="*/ 53340 w 335279"/>
                <a:gd name="connsiteY12" fmla="*/ 178117 h 406622"/>
                <a:gd name="connsiteX13" fmla="*/ 44291 w 335279"/>
                <a:gd name="connsiteY13" fmla="*/ 174688 h 406622"/>
                <a:gd name="connsiteX14" fmla="*/ 42100 w 335279"/>
                <a:gd name="connsiteY14" fmla="*/ 173736 h 406622"/>
                <a:gd name="connsiteX15" fmla="*/ 31337 w 335279"/>
                <a:gd name="connsiteY15" fmla="*/ 174403 h 406622"/>
                <a:gd name="connsiteX16" fmla="*/ 24669 w 335279"/>
                <a:gd name="connsiteY16" fmla="*/ 176879 h 406622"/>
                <a:gd name="connsiteX17" fmla="*/ 5905 w 335279"/>
                <a:gd name="connsiteY17" fmla="*/ 186309 h 406622"/>
                <a:gd name="connsiteX18" fmla="*/ 0 w 335279"/>
                <a:gd name="connsiteY18" fmla="*/ 73819 h 406622"/>
                <a:gd name="connsiteX19" fmla="*/ 155447 w 335279"/>
                <a:gd name="connsiteY19" fmla="*/ 0 h 406622"/>
                <a:gd name="connsiteX20" fmla="*/ 224028 w 335279"/>
                <a:gd name="connsiteY20" fmla="*/ 70390 h 406622"/>
                <a:gd name="connsiteX21" fmla="*/ 226980 w 335279"/>
                <a:gd name="connsiteY21" fmla="*/ 74581 h 406622"/>
                <a:gd name="connsiteX22" fmla="*/ 261461 w 335279"/>
                <a:gd name="connsiteY22" fmla="*/ 123444 h 406622"/>
                <a:gd name="connsiteX23" fmla="*/ 259556 w 335279"/>
                <a:gd name="connsiteY23" fmla="*/ 124968 h 406622"/>
                <a:gd name="connsiteX24" fmla="*/ 218122 w 335279"/>
                <a:gd name="connsiteY24" fmla="*/ 158401 h 406622"/>
                <a:gd name="connsiteX25" fmla="*/ 221361 w 335279"/>
                <a:gd name="connsiteY25" fmla="*/ 163068 h 406622"/>
                <a:gd name="connsiteX26" fmla="*/ 235744 w 335279"/>
                <a:gd name="connsiteY26" fmla="*/ 203930 h 406622"/>
                <a:gd name="connsiteX27" fmla="*/ 256127 w 335279"/>
                <a:gd name="connsiteY27" fmla="*/ 233458 h 406622"/>
                <a:gd name="connsiteX28" fmla="*/ 286988 w 335279"/>
                <a:gd name="connsiteY28" fmla="*/ 254032 h 406622"/>
                <a:gd name="connsiteX29" fmla="*/ 310800 w 335279"/>
                <a:gd name="connsiteY29" fmla="*/ 270415 h 406622"/>
                <a:gd name="connsiteX30" fmla="*/ 317278 w 335279"/>
                <a:gd name="connsiteY30" fmla="*/ 279273 h 406622"/>
                <a:gd name="connsiteX31" fmla="*/ 326993 w 335279"/>
                <a:gd name="connsiteY31" fmla="*/ 334899 h 406622"/>
                <a:gd name="connsiteX32" fmla="*/ 335280 w 335279"/>
                <a:gd name="connsiteY32" fmla="*/ 371284 h 4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5279" h="406622">
                  <a:moveTo>
                    <a:pt x="335280" y="371284"/>
                  </a:moveTo>
                  <a:lnTo>
                    <a:pt x="252222" y="380619"/>
                  </a:lnTo>
                  <a:lnTo>
                    <a:pt x="221361" y="384238"/>
                  </a:lnTo>
                  <a:lnTo>
                    <a:pt x="199834" y="387477"/>
                  </a:lnTo>
                  <a:lnTo>
                    <a:pt x="159639" y="393382"/>
                  </a:lnTo>
                  <a:lnTo>
                    <a:pt x="64960" y="406622"/>
                  </a:lnTo>
                  <a:lnTo>
                    <a:pt x="65437" y="397002"/>
                  </a:lnTo>
                  <a:lnTo>
                    <a:pt x="67818" y="349187"/>
                  </a:lnTo>
                  <a:lnTo>
                    <a:pt x="69722" y="312325"/>
                  </a:lnTo>
                  <a:lnTo>
                    <a:pt x="69722" y="311467"/>
                  </a:lnTo>
                  <a:lnTo>
                    <a:pt x="71342" y="269081"/>
                  </a:lnTo>
                  <a:lnTo>
                    <a:pt x="61055" y="189357"/>
                  </a:lnTo>
                  <a:lnTo>
                    <a:pt x="53340" y="178117"/>
                  </a:lnTo>
                  <a:lnTo>
                    <a:pt x="44291" y="174688"/>
                  </a:lnTo>
                  <a:lnTo>
                    <a:pt x="42100" y="173736"/>
                  </a:lnTo>
                  <a:lnTo>
                    <a:pt x="31337" y="174403"/>
                  </a:lnTo>
                  <a:lnTo>
                    <a:pt x="24669" y="176879"/>
                  </a:lnTo>
                  <a:lnTo>
                    <a:pt x="5905" y="186309"/>
                  </a:lnTo>
                  <a:lnTo>
                    <a:pt x="0" y="73819"/>
                  </a:lnTo>
                  <a:lnTo>
                    <a:pt x="155447" y="0"/>
                  </a:lnTo>
                  <a:lnTo>
                    <a:pt x="224028" y="70390"/>
                  </a:lnTo>
                  <a:lnTo>
                    <a:pt x="226980" y="74581"/>
                  </a:lnTo>
                  <a:lnTo>
                    <a:pt x="261461" y="123444"/>
                  </a:lnTo>
                  <a:lnTo>
                    <a:pt x="259556" y="124968"/>
                  </a:lnTo>
                  <a:lnTo>
                    <a:pt x="218122" y="158401"/>
                  </a:lnTo>
                  <a:lnTo>
                    <a:pt x="221361" y="163068"/>
                  </a:lnTo>
                  <a:lnTo>
                    <a:pt x="235744" y="203930"/>
                  </a:lnTo>
                  <a:lnTo>
                    <a:pt x="256127" y="233458"/>
                  </a:lnTo>
                  <a:lnTo>
                    <a:pt x="286988" y="254032"/>
                  </a:lnTo>
                  <a:lnTo>
                    <a:pt x="310800" y="270415"/>
                  </a:lnTo>
                  <a:lnTo>
                    <a:pt x="317278" y="279273"/>
                  </a:lnTo>
                  <a:lnTo>
                    <a:pt x="326993" y="334899"/>
                  </a:lnTo>
                  <a:lnTo>
                    <a:pt x="335280" y="371284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1" name="서울특별시 강동구 암사2동">
              <a:extLst>
                <a:ext uri="{FF2B5EF4-FFF2-40B4-BE49-F238E27FC236}">
                  <a16:creationId xmlns:a16="http://schemas.microsoft.com/office/drawing/2014/main" id="{4E3DC3AF-4049-CA42-52AC-FE0C4EFFDD54}"/>
                </a:ext>
              </a:extLst>
            </p:cNvPr>
            <p:cNvSpPr/>
            <p:nvPr/>
          </p:nvSpPr>
          <p:spPr>
            <a:xfrm>
              <a:off x="8607361" y="3366516"/>
              <a:ext cx="387572" cy="372617"/>
            </a:xfrm>
            <a:custGeom>
              <a:avLst/>
              <a:gdLst>
                <a:gd name="connsiteX0" fmla="*/ 303657 w 387572"/>
                <a:gd name="connsiteY0" fmla="*/ 248126 h 372617"/>
                <a:gd name="connsiteX1" fmla="*/ 275940 w 387572"/>
                <a:gd name="connsiteY1" fmla="*/ 333185 h 372617"/>
                <a:gd name="connsiteX2" fmla="*/ 259175 w 387572"/>
                <a:gd name="connsiteY2" fmla="*/ 372618 h 372617"/>
                <a:gd name="connsiteX3" fmla="*/ 240506 w 387572"/>
                <a:gd name="connsiteY3" fmla="*/ 368332 h 372617"/>
                <a:gd name="connsiteX4" fmla="*/ 234411 w 387572"/>
                <a:gd name="connsiteY4" fmla="*/ 366903 h 372617"/>
                <a:gd name="connsiteX5" fmla="*/ 190595 w 387572"/>
                <a:gd name="connsiteY5" fmla="*/ 356806 h 372617"/>
                <a:gd name="connsiteX6" fmla="*/ 189738 w 387572"/>
                <a:gd name="connsiteY6" fmla="*/ 356616 h 372617"/>
                <a:gd name="connsiteX7" fmla="*/ 193548 w 387572"/>
                <a:gd name="connsiteY7" fmla="*/ 345662 h 372617"/>
                <a:gd name="connsiteX8" fmla="*/ 194120 w 387572"/>
                <a:gd name="connsiteY8" fmla="*/ 343948 h 372617"/>
                <a:gd name="connsiteX9" fmla="*/ 0 w 387572"/>
                <a:gd name="connsiteY9" fmla="*/ 343376 h 372617"/>
                <a:gd name="connsiteX10" fmla="*/ 11335 w 387572"/>
                <a:gd name="connsiteY10" fmla="*/ 310324 h 372617"/>
                <a:gd name="connsiteX11" fmla="*/ 16288 w 387572"/>
                <a:gd name="connsiteY11" fmla="*/ 298228 h 372617"/>
                <a:gd name="connsiteX12" fmla="*/ 16574 w 387572"/>
                <a:gd name="connsiteY12" fmla="*/ 297561 h 372617"/>
                <a:gd name="connsiteX13" fmla="*/ 26194 w 387572"/>
                <a:gd name="connsiteY13" fmla="*/ 274034 h 372617"/>
                <a:gd name="connsiteX14" fmla="*/ 26289 w 387572"/>
                <a:gd name="connsiteY14" fmla="*/ 241554 h 372617"/>
                <a:gd name="connsiteX15" fmla="*/ 26289 w 387572"/>
                <a:gd name="connsiteY15" fmla="*/ 213646 h 372617"/>
                <a:gd name="connsiteX16" fmla="*/ 26384 w 387572"/>
                <a:gd name="connsiteY16" fmla="*/ 178498 h 372617"/>
                <a:gd name="connsiteX17" fmla="*/ 24003 w 387572"/>
                <a:gd name="connsiteY17" fmla="*/ 173355 h 372617"/>
                <a:gd name="connsiteX18" fmla="*/ 18860 w 387572"/>
                <a:gd name="connsiteY18" fmla="*/ 148590 h 372617"/>
                <a:gd name="connsiteX19" fmla="*/ 26956 w 387572"/>
                <a:gd name="connsiteY19" fmla="*/ 150209 h 372617"/>
                <a:gd name="connsiteX20" fmla="*/ 35624 w 387572"/>
                <a:gd name="connsiteY20" fmla="*/ 151924 h 372617"/>
                <a:gd name="connsiteX21" fmla="*/ 46197 w 387572"/>
                <a:gd name="connsiteY21" fmla="*/ 154019 h 372617"/>
                <a:gd name="connsiteX22" fmla="*/ 55055 w 387572"/>
                <a:gd name="connsiteY22" fmla="*/ 155829 h 372617"/>
                <a:gd name="connsiteX23" fmla="*/ 73724 w 387572"/>
                <a:gd name="connsiteY23" fmla="*/ 153162 h 372617"/>
                <a:gd name="connsiteX24" fmla="*/ 76867 w 387572"/>
                <a:gd name="connsiteY24" fmla="*/ 152781 h 372617"/>
                <a:gd name="connsiteX25" fmla="*/ 79439 w 387572"/>
                <a:gd name="connsiteY25" fmla="*/ 150019 h 372617"/>
                <a:gd name="connsiteX26" fmla="*/ 93155 w 387572"/>
                <a:gd name="connsiteY26" fmla="*/ 135446 h 372617"/>
                <a:gd name="connsiteX27" fmla="*/ 125349 w 387572"/>
                <a:gd name="connsiteY27" fmla="*/ 104965 h 372617"/>
                <a:gd name="connsiteX28" fmla="*/ 150876 w 387572"/>
                <a:gd name="connsiteY28" fmla="*/ 89535 h 372617"/>
                <a:gd name="connsiteX29" fmla="*/ 168688 w 387572"/>
                <a:gd name="connsiteY29" fmla="*/ 80677 h 372617"/>
                <a:gd name="connsiteX30" fmla="*/ 178308 w 387572"/>
                <a:gd name="connsiteY30" fmla="*/ 76010 h 372617"/>
                <a:gd name="connsiteX31" fmla="*/ 179832 w 387572"/>
                <a:gd name="connsiteY31" fmla="*/ 75438 h 372617"/>
                <a:gd name="connsiteX32" fmla="*/ 343186 w 387572"/>
                <a:gd name="connsiteY32" fmla="*/ 18002 h 372617"/>
                <a:gd name="connsiteX33" fmla="*/ 344805 w 387572"/>
                <a:gd name="connsiteY33" fmla="*/ 17431 h 372617"/>
                <a:gd name="connsiteX34" fmla="*/ 349758 w 387572"/>
                <a:gd name="connsiteY34" fmla="*/ 15526 h 372617"/>
                <a:gd name="connsiteX35" fmla="*/ 351568 w 387572"/>
                <a:gd name="connsiteY35" fmla="*/ 14764 h 372617"/>
                <a:gd name="connsiteX36" fmla="*/ 355759 w 387572"/>
                <a:gd name="connsiteY36" fmla="*/ 13145 h 372617"/>
                <a:gd name="connsiteX37" fmla="*/ 359569 w 387572"/>
                <a:gd name="connsiteY37" fmla="*/ 11621 h 372617"/>
                <a:gd name="connsiteX38" fmla="*/ 368522 w 387572"/>
                <a:gd name="connsiteY38" fmla="*/ 8001 h 372617"/>
                <a:gd name="connsiteX39" fmla="*/ 372333 w 387572"/>
                <a:gd name="connsiteY39" fmla="*/ 6382 h 372617"/>
                <a:gd name="connsiteX40" fmla="*/ 376714 w 387572"/>
                <a:gd name="connsiteY40" fmla="*/ 4572 h 372617"/>
                <a:gd name="connsiteX41" fmla="*/ 387572 w 387572"/>
                <a:gd name="connsiteY41" fmla="*/ 0 h 372617"/>
                <a:gd name="connsiteX42" fmla="*/ 380810 w 387572"/>
                <a:gd name="connsiteY42" fmla="*/ 61627 h 372617"/>
                <a:gd name="connsiteX43" fmla="*/ 380619 w 387572"/>
                <a:gd name="connsiteY43" fmla="*/ 63532 h 372617"/>
                <a:gd name="connsiteX44" fmla="*/ 360522 w 387572"/>
                <a:gd name="connsiteY44" fmla="*/ 125539 h 372617"/>
                <a:gd name="connsiteX45" fmla="*/ 358997 w 387572"/>
                <a:gd name="connsiteY45" fmla="*/ 127540 h 372617"/>
                <a:gd name="connsiteX46" fmla="*/ 338233 w 387572"/>
                <a:gd name="connsiteY46" fmla="*/ 157544 h 372617"/>
                <a:gd name="connsiteX47" fmla="*/ 337090 w 387572"/>
                <a:gd name="connsiteY47" fmla="*/ 159829 h 372617"/>
                <a:gd name="connsiteX48" fmla="*/ 329279 w 387572"/>
                <a:gd name="connsiteY48" fmla="*/ 177927 h 372617"/>
                <a:gd name="connsiteX49" fmla="*/ 320993 w 387572"/>
                <a:gd name="connsiteY49" fmla="*/ 200501 h 372617"/>
                <a:gd name="connsiteX50" fmla="*/ 318040 w 387572"/>
                <a:gd name="connsiteY50" fmla="*/ 208597 h 372617"/>
                <a:gd name="connsiteX51" fmla="*/ 314992 w 387572"/>
                <a:gd name="connsiteY51" fmla="*/ 216979 h 372617"/>
                <a:gd name="connsiteX52" fmla="*/ 309182 w 387572"/>
                <a:gd name="connsiteY52" fmla="*/ 232981 h 372617"/>
                <a:gd name="connsiteX53" fmla="*/ 303657 w 387572"/>
                <a:gd name="connsiteY53" fmla="*/ 248126 h 372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87572" h="372617">
                  <a:moveTo>
                    <a:pt x="303657" y="248126"/>
                  </a:moveTo>
                  <a:lnTo>
                    <a:pt x="275940" y="333185"/>
                  </a:lnTo>
                  <a:lnTo>
                    <a:pt x="259175" y="372618"/>
                  </a:lnTo>
                  <a:lnTo>
                    <a:pt x="240506" y="368332"/>
                  </a:lnTo>
                  <a:lnTo>
                    <a:pt x="234411" y="366903"/>
                  </a:lnTo>
                  <a:lnTo>
                    <a:pt x="190595" y="356806"/>
                  </a:lnTo>
                  <a:lnTo>
                    <a:pt x="189738" y="356616"/>
                  </a:lnTo>
                  <a:lnTo>
                    <a:pt x="193548" y="345662"/>
                  </a:lnTo>
                  <a:lnTo>
                    <a:pt x="194120" y="343948"/>
                  </a:lnTo>
                  <a:lnTo>
                    <a:pt x="0" y="343376"/>
                  </a:lnTo>
                  <a:lnTo>
                    <a:pt x="11335" y="310324"/>
                  </a:lnTo>
                  <a:lnTo>
                    <a:pt x="16288" y="298228"/>
                  </a:lnTo>
                  <a:lnTo>
                    <a:pt x="16574" y="297561"/>
                  </a:lnTo>
                  <a:lnTo>
                    <a:pt x="26194" y="274034"/>
                  </a:lnTo>
                  <a:lnTo>
                    <a:pt x="26289" y="241554"/>
                  </a:lnTo>
                  <a:lnTo>
                    <a:pt x="26289" y="213646"/>
                  </a:lnTo>
                  <a:lnTo>
                    <a:pt x="26384" y="178498"/>
                  </a:lnTo>
                  <a:lnTo>
                    <a:pt x="24003" y="173355"/>
                  </a:lnTo>
                  <a:lnTo>
                    <a:pt x="18860" y="148590"/>
                  </a:lnTo>
                  <a:lnTo>
                    <a:pt x="26956" y="150209"/>
                  </a:lnTo>
                  <a:lnTo>
                    <a:pt x="35624" y="151924"/>
                  </a:lnTo>
                  <a:lnTo>
                    <a:pt x="46197" y="154019"/>
                  </a:lnTo>
                  <a:lnTo>
                    <a:pt x="55055" y="155829"/>
                  </a:lnTo>
                  <a:lnTo>
                    <a:pt x="73724" y="153162"/>
                  </a:lnTo>
                  <a:lnTo>
                    <a:pt x="76867" y="152781"/>
                  </a:lnTo>
                  <a:lnTo>
                    <a:pt x="79439" y="150019"/>
                  </a:lnTo>
                  <a:lnTo>
                    <a:pt x="93155" y="135446"/>
                  </a:lnTo>
                  <a:lnTo>
                    <a:pt x="125349" y="104965"/>
                  </a:lnTo>
                  <a:lnTo>
                    <a:pt x="150876" y="89535"/>
                  </a:lnTo>
                  <a:lnTo>
                    <a:pt x="168688" y="80677"/>
                  </a:lnTo>
                  <a:lnTo>
                    <a:pt x="178308" y="76010"/>
                  </a:lnTo>
                  <a:lnTo>
                    <a:pt x="179832" y="75438"/>
                  </a:lnTo>
                  <a:lnTo>
                    <a:pt x="343186" y="18002"/>
                  </a:lnTo>
                  <a:lnTo>
                    <a:pt x="344805" y="17431"/>
                  </a:lnTo>
                  <a:lnTo>
                    <a:pt x="349758" y="15526"/>
                  </a:lnTo>
                  <a:lnTo>
                    <a:pt x="351568" y="14764"/>
                  </a:lnTo>
                  <a:lnTo>
                    <a:pt x="355759" y="13145"/>
                  </a:lnTo>
                  <a:lnTo>
                    <a:pt x="359569" y="11621"/>
                  </a:lnTo>
                  <a:lnTo>
                    <a:pt x="368522" y="8001"/>
                  </a:lnTo>
                  <a:lnTo>
                    <a:pt x="372333" y="6382"/>
                  </a:lnTo>
                  <a:lnTo>
                    <a:pt x="376714" y="4572"/>
                  </a:lnTo>
                  <a:lnTo>
                    <a:pt x="387572" y="0"/>
                  </a:lnTo>
                  <a:lnTo>
                    <a:pt x="380810" y="61627"/>
                  </a:lnTo>
                  <a:lnTo>
                    <a:pt x="380619" y="63532"/>
                  </a:lnTo>
                  <a:lnTo>
                    <a:pt x="360522" y="125539"/>
                  </a:lnTo>
                  <a:lnTo>
                    <a:pt x="358997" y="127540"/>
                  </a:lnTo>
                  <a:lnTo>
                    <a:pt x="338233" y="157544"/>
                  </a:lnTo>
                  <a:lnTo>
                    <a:pt x="337090" y="159829"/>
                  </a:lnTo>
                  <a:lnTo>
                    <a:pt x="329279" y="177927"/>
                  </a:lnTo>
                  <a:lnTo>
                    <a:pt x="320993" y="200501"/>
                  </a:lnTo>
                  <a:lnTo>
                    <a:pt x="318040" y="208597"/>
                  </a:lnTo>
                  <a:lnTo>
                    <a:pt x="314992" y="216979"/>
                  </a:lnTo>
                  <a:lnTo>
                    <a:pt x="309182" y="232981"/>
                  </a:lnTo>
                  <a:lnTo>
                    <a:pt x="303657" y="24812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2" name="서울특별시 강동구 암사3동">
              <a:extLst>
                <a:ext uri="{FF2B5EF4-FFF2-40B4-BE49-F238E27FC236}">
                  <a16:creationId xmlns:a16="http://schemas.microsoft.com/office/drawing/2014/main" id="{46D28E42-4E6E-73D3-AB03-2FC285989AEF}"/>
                </a:ext>
              </a:extLst>
            </p:cNvPr>
            <p:cNvSpPr/>
            <p:nvPr/>
          </p:nvSpPr>
          <p:spPr>
            <a:xfrm>
              <a:off x="8911018" y="3333369"/>
              <a:ext cx="327374" cy="281273"/>
            </a:xfrm>
            <a:custGeom>
              <a:avLst/>
              <a:gdLst>
                <a:gd name="connsiteX0" fmla="*/ 276987 w 327374"/>
                <a:gd name="connsiteY0" fmla="*/ 281083 h 281273"/>
                <a:gd name="connsiteX1" fmla="*/ 13811 w 327374"/>
                <a:gd name="connsiteY1" fmla="*/ 281273 h 281273"/>
                <a:gd name="connsiteX2" fmla="*/ 0 w 327374"/>
                <a:gd name="connsiteY2" fmla="*/ 281273 h 281273"/>
                <a:gd name="connsiteX3" fmla="*/ 5525 w 327374"/>
                <a:gd name="connsiteY3" fmla="*/ 266128 h 281273"/>
                <a:gd name="connsiteX4" fmla="*/ 11335 w 327374"/>
                <a:gd name="connsiteY4" fmla="*/ 250126 h 281273"/>
                <a:gd name="connsiteX5" fmla="*/ 14383 w 327374"/>
                <a:gd name="connsiteY5" fmla="*/ 241744 h 281273"/>
                <a:gd name="connsiteX6" fmla="*/ 17336 w 327374"/>
                <a:gd name="connsiteY6" fmla="*/ 233648 h 281273"/>
                <a:gd name="connsiteX7" fmla="*/ 25622 w 327374"/>
                <a:gd name="connsiteY7" fmla="*/ 211074 h 281273"/>
                <a:gd name="connsiteX8" fmla="*/ 33433 w 327374"/>
                <a:gd name="connsiteY8" fmla="*/ 192976 h 281273"/>
                <a:gd name="connsiteX9" fmla="*/ 34576 w 327374"/>
                <a:gd name="connsiteY9" fmla="*/ 190691 h 281273"/>
                <a:gd name="connsiteX10" fmla="*/ 55340 w 327374"/>
                <a:gd name="connsiteY10" fmla="*/ 160687 h 281273"/>
                <a:gd name="connsiteX11" fmla="*/ 56865 w 327374"/>
                <a:gd name="connsiteY11" fmla="*/ 158686 h 281273"/>
                <a:gd name="connsiteX12" fmla="*/ 76962 w 327374"/>
                <a:gd name="connsiteY12" fmla="*/ 96679 h 281273"/>
                <a:gd name="connsiteX13" fmla="*/ 77153 w 327374"/>
                <a:gd name="connsiteY13" fmla="*/ 94774 h 281273"/>
                <a:gd name="connsiteX14" fmla="*/ 83915 w 327374"/>
                <a:gd name="connsiteY14" fmla="*/ 33147 h 281273"/>
                <a:gd name="connsiteX15" fmla="*/ 220028 w 327374"/>
                <a:gd name="connsiteY15" fmla="*/ 0 h 281273"/>
                <a:gd name="connsiteX16" fmla="*/ 239268 w 327374"/>
                <a:gd name="connsiteY16" fmla="*/ 21336 h 281273"/>
                <a:gd name="connsiteX17" fmla="*/ 290703 w 327374"/>
                <a:gd name="connsiteY17" fmla="*/ 86963 h 281273"/>
                <a:gd name="connsiteX18" fmla="*/ 327374 w 327374"/>
                <a:gd name="connsiteY18" fmla="*/ 160877 h 281273"/>
                <a:gd name="connsiteX19" fmla="*/ 303657 w 327374"/>
                <a:gd name="connsiteY19" fmla="*/ 178403 h 281273"/>
                <a:gd name="connsiteX20" fmla="*/ 294990 w 327374"/>
                <a:gd name="connsiteY20" fmla="*/ 186595 h 281273"/>
                <a:gd name="connsiteX21" fmla="*/ 269748 w 327374"/>
                <a:gd name="connsiteY21" fmla="*/ 210788 h 281273"/>
                <a:gd name="connsiteX22" fmla="*/ 279368 w 327374"/>
                <a:gd name="connsiteY22" fmla="*/ 254127 h 281273"/>
                <a:gd name="connsiteX23" fmla="*/ 277559 w 327374"/>
                <a:gd name="connsiteY23" fmla="*/ 275177 h 281273"/>
                <a:gd name="connsiteX24" fmla="*/ 276987 w 327374"/>
                <a:gd name="connsiteY24" fmla="*/ 281083 h 281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7374" h="281273">
                  <a:moveTo>
                    <a:pt x="276987" y="281083"/>
                  </a:moveTo>
                  <a:lnTo>
                    <a:pt x="13811" y="281273"/>
                  </a:lnTo>
                  <a:lnTo>
                    <a:pt x="0" y="281273"/>
                  </a:lnTo>
                  <a:lnTo>
                    <a:pt x="5525" y="266128"/>
                  </a:lnTo>
                  <a:lnTo>
                    <a:pt x="11335" y="250126"/>
                  </a:lnTo>
                  <a:lnTo>
                    <a:pt x="14383" y="241744"/>
                  </a:lnTo>
                  <a:lnTo>
                    <a:pt x="17336" y="233648"/>
                  </a:lnTo>
                  <a:lnTo>
                    <a:pt x="25622" y="211074"/>
                  </a:lnTo>
                  <a:lnTo>
                    <a:pt x="33433" y="192976"/>
                  </a:lnTo>
                  <a:lnTo>
                    <a:pt x="34576" y="190691"/>
                  </a:lnTo>
                  <a:lnTo>
                    <a:pt x="55340" y="160687"/>
                  </a:lnTo>
                  <a:lnTo>
                    <a:pt x="56865" y="158686"/>
                  </a:lnTo>
                  <a:lnTo>
                    <a:pt x="76962" y="96679"/>
                  </a:lnTo>
                  <a:lnTo>
                    <a:pt x="77153" y="94774"/>
                  </a:lnTo>
                  <a:lnTo>
                    <a:pt x="83915" y="33147"/>
                  </a:lnTo>
                  <a:lnTo>
                    <a:pt x="220028" y="0"/>
                  </a:lnTo>
                  <a:lnTo>
                    <a:pt x="239268" y="21336"/>
                  </a:lnTo>
                  <a:lnTo>
                    <a:pt x="290703" y="86963"/>
                  </a:lnTo>
                  <a:lnTo>
                    <a:pt x="327374" y="160877"/>
                  </a:lnTo>
                  <a:lnTo>
                    <a:pt x="303657" y="178403"/>
                  </a:lnTo>
                  <a:lnTo>
                    <a:pt x="294990" y="186595"/>
                  </a:lnTo>
                  <a:lnTo>
                    <a:pt x="269748" y="210788"/>
                  </a:lnTo>
                  <a:lnTo>
                    <a:pt x="279368" y="254127"/>
                  </a:lnTo>
                  <a:lnTo>
                    <a:pt x="277559" y="275177"/>
                  </a:lnTo>
                  <a:lnTo>
                    <a:pt x="276987" y="28108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3" name="서울특별시 강동구 천호1동">
              <a:extLst>
                <a:ext uri="{FF2B5EF4-FFF2-40B4-BE49-F238E27FC236}">
                  <a16:creationId xmlns:a16="http://schemas.microsoft.com/office/drawing/2014/main" id="{C7A6CFB5-A505-A5B0-2B22-5EB42B17A85E}"/>
                </a:ext>
              </a:extLst>
            </p:cNvPr>
            <p:cNvSpPr/>
            <p:nvPr/>
          </p:nvSpPr>
          <p:spPr>
            <a:xfrm>
              <a:off x="8946451" y="3685127"/>
              <a:ext cx="232124" cy="155828"/>
            </a:xfrm>
            <a:custGeom>
              <a:avLst/>
              <a:gdLst>
                <a:gd name="connsiteX0" fmla="*/ 210026 w 232124"/>
                <a:gd name="connsiteY0" fmla="*/ 105156 h 155828"/>
                <a:gd name="connsiteX1" fmla="*/ 191071 w 232124"/>
                <a:gd name="connsiteY1" fmla="*/ 155829 h 155828"/>
                <a:gd name="connsiteX2" fmla="*/ 178689 w 232124"/>
                <a:gd name="connsiteY2" fmla="*/ 152876 h 155828"/>
                <a:gd name="connsiteX3" fmla="*/ 125539 w 232124"/>
                <a:gd name="connsiteY3" fmla="*/ 140303 h 155828"/>
                <a:gd name="connsiteX4" fmla="*/ 44577 w 232124"/>
                <a:gd name="connsiteY4" fmla="*/ 153162 h 155828"/>
                <a:gd name="connsiteX5" fmla="*/ 42005 w 232124"/>
                <a:gd name="connsiteY5" fmla="*/ 153352 h 155828"/>
                <a:gd name="connsiteX6" fmla="*/ 36100 w 232124"/>
                <a:gd name="connsiteY6" fmla="*/ 153733 h 155828"/>
                <a:gd name="connsiteX7" fmla="*/ 30099 w 232124"/>
                <a:gd name="connsiteY7" fmla="*/ 154019 h 155828"/>
                <a:gd name="connsiteX8" fmla="*/ 29242 w 232124"/>
                <a:gd name="connsiteY8" fmla="*/ 154114 h 155828"/>
                <a:gd name="connsiteX9" fmla="*/ 21812 w 232124"/>
                <a:gd name="connsiteY9" fmla="*/ 154209 h 155828"/>
                <a:gd name="connsiteX10" fmla="*/ 0 w 232124"/>
                <a:gd name="connsiteY10" fmla="*/ 153733 h 155828"/>
                <a:gd name="connsiteX11" fmla="*/ 62198 w 232124"/>
                <a:gd name="connsiteY11" fmla="*/ 68008 h 155828"/>
                <a:gd name="connsiteX12" fmla="*/ 72294 w 232124"/>
                <a:gd name="connsiteY12" fmla="*/ 55435 h 155828"/>
                <a:gd name="connsiteX13" fmla="*/ 83344 w 232124"/>
                <a:gd name="connsiteY13" fmla="*/ 44386 h 155828"/>
                <a:gd name="connsiteX14" fmla="*/ 98393 w 232124"/>
                <a:gd name="connsiteY14" fmla="*/ 29813 h 155828"/>
                <a:gd name="connsiteX15" fmla="*/ 111728 w 232124"/>
                <a:gd name="connsiteY15" fmla="*/ 17335 h 155828"/>
                <a:gd name="connsiteX16" fmla="*/ 123254 w 232124"/>
                <a:gd name="connsiteY16" fmla="*/ 11049 h 155828"/>
                <a:gd name="connsiteX17" fmla="*/ 137636 w 232124"/>
                <a:gd name="connsiteY17" fmla="*/ 8382 h 155828"/>
                <a:gd name="connsiteX18" fmla="*/ 145161 w 232124"/>
                <a:gd name="connsiteY18" fmla="*/ 6953 h 155828"/>
                <a:gd name="connsiteX19" fmla="*/ 182309 w 232124"/>
                <a:gd name="connsiteY19" fmla="*/ 0 h 155828"/>
                <a:gd name="connsiteX20" fmla="*/ 232124 w 232124"/>
                <a:gd name="connsiteY20" fmla="*/ 1524 h 155828"/>
                <a:gd name="connsiteX21" fmla="*/ 220409 w 232124"/>
                <a:gd name="connsiteY21" fmla="*/ 84582 h 155828"/>
                <a:gd name="connsiteX22" fmla="*/ 213836 w 232124"/>
                <a:gd name="connsiteY22" fmla="*/ 103251 h 155828"/>
                <a:gd name="connsiteX23" fmla="*/ 210026 w 232124"/>
                <a:gd name="connsiteY23" fmla="*/ 105156 h 1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2124" h="155828">
                  <a:moveTo>
                    <a:pt x="210026" y="105156"/>
                  </a:moveTo>
                  <a:lnTo>
                    <a:pt x="191071" y="155829"/>
                  </a:lnTo>
                  <a:lnTo>
                    <a:pt x="178689" y="152876"/>
                  </a:lnTo>
                  <a:lnTo>
                    <a:pt x="125539" y="140303"/>
                  </a:lnTo>
                  <a:lnTo>
                    <a:pt x="44577" y="153162"/>
                  </a:lnTo>
                  <a:lnTo>
                    <a:pt x="42005" y="153352"/>
                  </a:lnTo>
                  <a:lnTo>
                    <a:pt x="36100" y="153733"/>
                  </a:lnTo>
                  <a:lnTo>
                    <a:pt x="30099" y="154019"/>
                  </a:lnTo>
                  <a:lnTo>
                    <a:pt x="29242" y="154114"/>
                  </a:lnTo>
                  <a:lnTo>
                    <a:pt x="21812" y="154209"/>
                  </a:lnTo>
                  <a:lnTo>
                    <a:pt x="0" y="153733"/>
                  </a:lnTo>
                  <a:lnTo>
                    <a:pt x="62198" y="68008"/>
                  </a:lnTo>
                  <a:lnTo>
                    <a:pt x="72294" y="55435"/>
                  </a:lnTo>
                  <a:lnTo>
                    <a:pt x="83344" y="44386"/>
                  </a:lnTo>
                  <a:lnTo>
                    <a:pt x="98393" y="29813"/>
                  </a:lnTo>
                  <a:lnTo>
                    <a:pt x="111728" y="17335"/>
                  </a:lnTo>
                  <a:lnTo>
                    <a:pt x="123254" y="11049"/>
                  </a:lnTo>
                  <a:lnTo>
                    <a:pt x="137636" y="8382"/>
                  </a:lnTo>
                  <a:lnTo>
                    <a:pt x="145161" y="6953"/>
                  </a:lnTo>
                  <a:lnTo>
                    <a:pt x="182309" y="0"/>
                  </a:lnTo>
                  <a:lnTo>
                    <a:pt x="232124" y="1524"/>
                  </a:lnTo>
                  <a:lnTo>
                    <a:pt x="220409" y="84582"/>
                  </a:lnTo>
                  <a:lnTo>
                    <a:pt x="213836" y="103251"/>
                  </a:lnTo>
                  <a:lnTo>
                    <a:pt x="210026" y="10515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4" name="서울특별시 강동구 천호3동">
              <a:extLst>
                <a:ext uri="{FF2B5EF4-FFF2-40B4-BE49-F238E27FC236}">
                  <a16:creationId xmlns:a16="http://schemas.microsoft.com/office/drawing/2014/main" id="{21078906-DE59-A19B-16CE-E6EDB09E69E7}"/>
                </a:ext>
              </a:extLst>
            </p:cNvPr>
            <p:cNvSpPr/>
            <p:nvPr/>
          </p:nvSpPr>
          <p:spPr>
            <a:xfrm>
              <a:off x="8860821" y="3825430"/>
              <a:ext cx="276701" cy="138874"/>
            </a:xfrm>
            <a:custGeom>
              <a:avLst/>
              <a:gdLst>
                <a:gd name="connsiteX0" fmla="*/ 276701 w 276701"/>
                <a:gd name="connsiteY0" fmla="*/ 15526 h 138874"/>
                <a:gd name="connsiteX1" fmla="*/ 240411 w 276701"/>
                <a:gd name="connsiteY1" fmla="*/ 37338 h 138874"/>
                <a:gd name="connsiteX2" fmla="*/ 208312 w 276701"/>
                <a:gd name="connsiteY2" fmla="*/ 35719 h 138874"/>
                <a:gd name="connsiteX3" fmla="*/ 205740 w 276701"/>
                <a:gd name="connsiteY3" fmla="*/ 36195 h 138874"/>
                <a:gd name="connsiteX4" fmla="*/ 198787 w 276701"/>
                <a:gd name="connsiteY4" fmla="*/ 37624 h 138874"/>
                <a:gd name="connsiteX5" fmla="*/ 193262 w 276701"/>
                <a:gd name="connsiteY5" fmla="*/ 41815 h 138874"/>
                <a:gd name="connsiteX6" fmla="*/ 188309 w 276701"/>
                <a:gd name="connsiteY6" fmla="*/ 49054 h 138874"/>
                <a:gd name="connsiteX7" fmla="*/ 186404 w 276701"/>
                <a:gd name="connsiteY7" fmla="*/ 52483 h 138874"/>
                <a:gd name="connsiteX8" fmla="*/ 179261 w 276701"/>
                <a:gd name="connsiteY8" fmla="*/ 66008 h 138874"/>
                <a:gd name="connsiteX9" fmla="*/ 144399 w 276701"/>
                <a:gd name="connsiteY9" fmla="*/ 138875 h 138874"/>
                <a:gd name="connsiteX10" fmla="*/ 118205 w 276701"/>
                <a:gd name="connsiteY10" fmla="*/ 130778 h 138874"/>
                <a:gd name="connsiteX11" fmla="*/ 63722 w 276701"/>
                <a:gd name="connsiteY11" fmla="*/ 117348 h 138874"/>
                <a:gd name="connsiteX12" fmla="*/ 0 w 276701"/>
                <a:gd name="connsiteY12" fmla="*/ 99251 h 138874"/>
                <a:gd name="connsiteX13" fmla="*/ 18097 w 276701"/>
                <a:gd name="connsiteY13" fmla="*/ 74867 h 138874"/>
                <a:gd name="connsiteX14" fmla="*/ 40767 w 276701"/>
                <a:gd name="connsiteY14" fmla="*/ 46577 h 138874"/>
                <a:gd name="connsiteX15" fmla="*/ 42386 w 276701"/>
                <a:gd name="connsiteY15" fmla="*/ 46196 h 138874"/>
                <a:gd name="connsiteX16" fmla="*/ 48292 w 276701"/>
                <a:gd name="connsiteY16" fmla="*/ 44482 h 138874"/>
                <a:gd name="connsiteX17" fmla="*/ 52959 w 276701"/>
                <a:gd name="connsiteY17" fmla="*/ 43053 h 138874"/>
                <a:gd name="connsiteX18" fmla="*/ 60674 w 276701"/>
                <a:gd name="connsiteY18" fmla="*/ 39338 h 138874"/>
                <a:gd name="connsiteX19" fmla="*/ 61341 w 276701"/>
                <a:gd name="connsiteY19" fmla="*/ 38767 h 138874"/>
                <a:gd name="connsiteX20" fmla="*/ 66675 w 276701"/>
                <a:gd name="connsiteY20" fmla="*/ 34576 h 138874"/>
                <a:gd name="connsiteX21" fmla="*/ 71151 w 276701"/>
                <a:gd name="connsiteY21" fmla="*/ 31052 h 138874"/>
                <a:gd name="connsiteX22" fmla="*/ 74295 w 276701"/>
                <a:gd name="connsiteY22" fmla="*/ 28004 h 138874"/>
                <a:gd name="connsiteX23" fmla="*/ 80391 w 276701"/>
                <a:gd name="connsiteY23" fmla="*/ 20384 h 138874"/>
                <a:gd name="connsiteX24" fmla="*/ 85630 w 276701"/>
                <a:gd name="connsiteY24" fmla="*/ 13430 h 138874"/>
                <a:gd name="connsiteX25" fmla="*/ 107442 w 276701"/>
                <a:gd name="connsiteY25" fmla="*/ 13906 h 138874"/>
                <a:gd name="connsiteX26" fmla="*/ 114871 w 276701"/>
                <a:gd name="connsiteY26" fmla="*/ 13811 h 138874"/>
                <a:gd name="connsiteX27" fmla="*/ 115728 w 276701"/>
                <a:gd name="connsiteY27" fmla="*/ 13716 h 138874"/>
                <a:gd name="connsiteX28" fmla="*/ 121729 w 276701"/>
                <a:gd name="connsiteY28" fmla="*/ 13430 h 138874"/>
                <a:gd name="connsiteX29" fmla="*/ 127635 w 276701"/>
                <a:gd name="connsiteY29" fmla="*/ 13049 h 138874"/>
                <a:gd name="connsiteX30" fmla="*/ 130207 w 276701"/>
                <a:gd name="connsiteY30" fmla="*/ 12859 h 138874"/>
                <a:gd name="connsiteX31" fmla="*/ 211169 w 276701"/>
                <a:gd name="connsiteY31" fmla="*/ 0 h 138874"/>
                <a:gd name="connsiteX32" fmla="*/ 264319 w 276701"/>
                <a:gd name="connsiteY32" fmla="*/ 12573 h 138874"/>
                <a:gd name="connsiteX33" fmla="*/ 276701 w 276701"/>
                <a:gd name="connsiteY33" fmla="*/ 15526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6701" h="138874">
                  <a:moveTo>
                    <a:pt x="276701" y="15526"/>
                  </a:moveTo>
                  <a:lnTo>
                    <a:pt x="240411" y="37338"/>
                  </a:lnTo>
                  <a:lnTo>
                    <a:pt x="208312" y="35719"/>
                  </a:lnTo>
                  <a:lnTo>
                    <a:pt x="205740" y="36195"/>
                  </a:lnTo>
                  <a:lnTo>
                    <a:pt x="198787" y="37624"/>
                  </a:lnTo>
                  <a:lnTo>
                    <a:pt x="193262" y="41815"/>
                  </a:lnTo>
                  <a:lnTo>
                    <a:pt x="188309" y="49054"/>
                  </a:lnTo>
                  <a:lnTo>
                    <a:pt x="186404" y="52483"/>
                  </a:lnTo>
                  <a:lnTo>
                    <a:pt x="179261" y="66008"/>
                  </a:lnTo>
                  <a:lnTo>
                    <a:pt x="144399" y="138875"/>
                  </a:lnTo>
                  <a:lnTo>
                    <a:pt x="118205" y="130778"/>
                  </a:lnTo>
                  <a:lnTo>
                    <a:pt x="63722" y="117348"/>
                  </a:lnTo>
                  <a:lnTo>
                    <a:pt x="0" y="99251"/>
                  </a:lnTo>
                  <a:lnTo>
                    <a:pt x="18097" y="74867"/>
                  </a:lnTo>
                  <a:lnTo>
                    <a:pt x="40767" y="46577"/>
                  </a:lnTo>
                  <a:lnTo>
                    <a:pt x="42386" y="46196"/>
                  </a:lnTo>
                  <a:lnTo>
                    <a:pt x="48292" y="44482"/>
                  </a:lnTo>
                  <a:lnTo>
                    <a:pt x="52959" y="43053"/>
                  </a:lnTo>
                  <a:lnTo>
                    <a:pt x="60674" y="39338"/>
                  </a:lnTo>
                  <a:lnTo>
                    <a:pt x="61341" y="38767"/>
                  </a:lnTo>
                  <a:lnTo>
                    <a:pt x="66675" y="34576"/>
                  </a:lnTo>
                  <a:lnTo>
                    <a:pt x="71151" y="31052"/>
                  </a:lnTo>
                  <a:lnTo>
                    <a:pt x="74295" y="28004"/>
                  </a:lnTo>
                  <a:lnTo>
                    <a:pt x="80391" y="20384"/>
                  </a:lnTo>
                  <a:lnTo>
                    <a:pt x="85630" y="13430"/>
                  </a:lnTo>
                  <a:lnTo>
                    <a:pt x="107442" y="13906"/>
                  </a:lnTo>
                  <a:lnTo>
                    <a:pt x="114871" y="13811"/>
                  </a:lnTo>
                  <a:lnTo>
                    <a:pt x="115728" y="13716"/>
                  </a:lnTo>
                  <a:lnTo>
                    <a:pt x="121729" y="13430"/>
                  </a:lnTo>
                  <a:lnTo>
                    <a:pt x="127635" y="13049"/>
                  </a:lnTo>
                  <a:lnTo>
                    <a:pt x="130207" y="12859"/>
                  </a:lnTo>
                  <a:lnTo>
                    <a:pt x="211169" y="0"/>
                  </a:lnTo>
                  <a:lnTo>
                    <a:pt x="264319" y="12573"/>
                  </a:lnTo>
                  <a:lnTo>
                    <a:pt x="276701" y="1552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5" name="서울특별시 강동구 성내1동">
              <a:extLst>
                <a:ext uri="{FF2B5EF4-FFF2-40B4-BE49-F238E27FC236}">
                  <a16:creationId xmlns:a16="http://schemas.microsoft.com/office/drawing/2014/main" id="{CC6D4BE9-13E9-9F6B-EEE1-C8F1F4C9101C}"/>
                </a:ext>
              </a:extLst>
            </p:cNvPr>
            <p:cNvSpPr/>
            <p:nvPr/>
          </p:nvSpPr>
          <p:spPr>
            <a:xfrm>
              <a:off x="8729186" y="4007167"/>
              <a:ext cx="229456" cy="168878"/>
            </a:xfrm>
            <a:custGeom>
              <a:avLst/>
              <a:gdLst>
                <a:gd name="connsiteX0" fmla="*/ 229457 w 229456"/>
                <a:gd name="connsiteY0" fmla="*/ 53816 h 168878"/>
                <a:gd name="connsiteX1" fmla="*/ 173641 w 229456"/>
                <a:gd name="connsiteY1" fmla="*/ 168878 h 168878"/>
                <a:gd name="connsiteX2" fmla="*/ 0 w 229456"/>
                <a:gd name="connsiteY2" fmla="*/ 91440 h 168878"/>
                <a:gd name="connsiteX3" fmla="*/ 28194 w 229456"/>
                <a:gd name="connsiteY3" fmla="*/ 32480 h 168878"/>
                <a:gd name="connsiteX4" fmla="*/ 38005 w 229456"/>
                <a:gd name="connsiteY4" fmla="*/ 0 h 168878"/>
                <a:gd name="connsiteX5" fmla="*/ 116491 w 229456"/>
                <a:gd name="connsiteY5" fmla="*/ 22479 h 168878"/>
                <a:gd name="connsiteX6" fmla="*/ 124968 w 229456"/>
                <a:gd name="connsiteY6" fmla="*/ 9049 h 168878"/>
                <a:gd name="connsiteX7" fmla="*/ 126968 w 229456"/>
                <a:gd name="connsiteY7" fmla="*/ 7048 h 168878"/>
                <a:gd name="connsiteX8" fmla="*/ 129444 w 229456"/>
                <a:gd name="connsiteY8" fmla="*/ 4477 h 168878"/>
                <a:gd name="connsiteX9" fmla="*/ 131636 w 229456"/>
                <a:gd name="connsiteY9" fmla="*/ 2762 h 168878"/>
                <a:gd name="connsiteX10" fmla="*/ 132969 w 229456"/>
                <a:gd name="connsiteY10" fmla="*/ 1810 h 168878"/>
                <a:gd name="connsiteX11" fmla="*/ 134684 w 229456"/>
                <a:gd name="connsiteY11" fmla="*/ 3905 h 168878"/>
                <a:gd name="connsiteX12" fmla="*/ 135255 w 229456"/>
                <a:gd name="connsiteY12" fmla="*/ 4572 h 168878"/>
                <a:gd name="connsiteX13" fmla="*/ 146780 w 229456"/>
                <a:gd name="connsiteY13" fmla="*/ 19812 h 168878"/>
                <a:gd name="connsiteX14" fmla="*/ 146209 w 229456"/>
                <a:gd name="connsiteY14" fmla="*/ 21907 h 168878"/>
                <a:gd name="connsiteX15" fmla="*/ 143065 w 229456"/>
                <a:gd name="connsiteY15" fmla="*/ 29718 h 168878"/>
                <a:gd name="connsiteX16" fmla="*/ 154305 w 229456"/>
                <a:gd name="connsiteY16" fmla="*/ 33147 h 168878"/>
                <a:gd name="connsiteX17" fmla="*/ 169450 w 229456"/>
                <a:gd name="connsiteY17" fmla="*/ 37624 h 168878"/>
                <a:gd name="connsiteX18" fmla="*/ 192786 w 229456"/>
                <a:gd name="connsiteY18" fmla="*/ 44005 h 168878"/>
                <a:gd name="connsiteX19" fmla="*/ 206693 w 229456"/>
                <a:gd name="connsiteY19" fmla="*/ 47815 h 168878"/>
                <a:gd name="connsiteX20" fmla="*/ 229457 w 229456"/>
                <a:gd name="connsiteY20" fmla="*/ 53816 h 16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456" h="168878">
                  <a:moveTo>
                    <a:pt x="229457" y="53816"/>
                  </a:moveTo>
                  <a:lnTo>
                    <a:pt x="173641" y="168878"/>
                  </a:lnTo>
                  <a:lnTo>
                    <a:pt x="0" y="91440"/>
                  </a:lnTo>
                  <a:lnTo>
                    <a:pt x="28194" y="32480"/>
                  </a:lnTo>
                  <a:lnTo>
                    <a:pt x="38005" y="0"/>
                  </a:lnTo>
                  <a:lnTo>
                    <a:pt x="116491" y="22479"/>
                  </a:lnTo>
                  <a:lnTo>
                    <a:pt x="124968" y="9049"/>
                  </a:lnTo>
                  <a:lnTo>
                    <a:pt x="126968" y="7048"/>
                  </a:lnTo>
                  <a:lnTo>
                    <a:pt x="129444" y="4477"/>
                  </a:lnTo>
                  <a:lnTo>
                    <a:pt x="131636" y="2762"/>
                  </a:lnTo>
                  <a:lnTo>
                    <a:pt x="132969" y="1810"/>
                  </a:lnTo>
                  <a:lnTo>
                    <a:pt x="134684" y="3905"/>
                  </a:lnTo>
                  <a:lnTo>
                    <a:pt x="135255" y="4572"/>
                  </a:lnTo>
                  <a:lnTo>
                    <a:pt x="146780" y="19812"/>
                  </a:lnTo>
                  <a:lnTo>
                    <a:pt x="146209" y="21907"/>
                  </a:lnTo>
                  <a:lnTo>
                    <a:pt x="143065" y="29718"/>
                  </a:lnTo>
                  <a:lnTo>
                    <a:pt x="154305" y="33147"/>
                  </a:lnTo>
                  <a:lnTo>
                    <a:pt x="169450" y="37624"/>
                  </a:lnTo>
                  <a:lnTo>
                    <a:pt x="192786" y="44005"/>
                  </a:lnTo>
                  <a:lnTo>
                    <a:pt x="206693" y="47815"/>
                  </a:lnTo>
                  <a:lnTo>
                    <a:pt x="229457" y="5381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6" name="서울특별시 강동구 성내2동">
              <a:extLst>
                <a:ext uri="{FF2B5EF4-FFF2-40B4-BE49-F238E27FC236}">
                  <a16:creationId xmlns:a16="http://schemas.microsoft.com/office/drawing/2014/main" id="{8BF40CFD-2F26-4302-A9B5-CD0AD33064B4}"/>
                </a:ext>
              </a:extLst>
            </p:cNvPr>
            <p:cNvSpPr/>
            <p:nvPr/>
          </p:nvSpPr>
          <p:spPr>
            <a:xfrm>
              <a:off x="8767191" y="3908869"/>
              <a:ext cx="238029" cy="152114"/>
            </a:xfrm>
            <a:custGeom>
              <a:avLst/>
              <a:gdLst>
                <a:gd name="connsiteX0" fmla="*/ 93631 w 238029"/>
                <a:gd name="connsiteY0" fmla="*/ 15812 h 152114"/>
                <a:gd name="connsiteX1" fmla="*/ 157353 w 238029"/>
                <a:gd name="connsiteY1" fmla="*/ 33909 h 152114"/>
                <a:gd name="connsiteX2" fmla="*/ 211836 w 238029"/>
                <a:gd name="connsiteY2" fmla="*/ 47339 h 152114"/>
                <a:gd name="connsiteX3" fmla="*/ 238030 w 238029"/>
                <a:gd name="connsiteY3" fmla="*/ 55436 h 152114"/>
                <a:gd name="connsiteX4" fmla="*/ 236220 w 238029"/>
                <a:gd name="connsiteY4" fmla="*/ 59055 h 152114"/>
                <a:gd name="connsiteX5" fmla="*/ 191452 w 238029"/>
                <a:gd name="connsiteY5" fmla="*/ 152114 h 152114"/>
                <a:gd name="connsiteX6" fmla="*/ 168688 w 238029"/>
                <a:gd name="connsiteY6" fmla="*/ 146113 h 152114"/>
                <a:gd name="connsiteX7" fmla="*/ 154781 w 238029"/>
                <a:gd name="connsiteY7" fmla="*/ 142304 h 152114"/>
                <a:gd name="connsiteX8" fmla="*/ 131445 w 238029"/>
                <a:gd name="connsiteY8" fmla="*/ 135922 h 152114"/>
                <a:gd name="connsiteX9" fmla="*/ 116300 w 238029"/>
                <a:gd name="connsiteY9" fmla="*/ 131445 h 152114"/>
                <a:gd name="connsiteX10" fmla="*/ 105060 w 238029"/>
                <a:gd name="connsiteY10" fmla="*/ 128016 h 152114"/>
                <a:gd name="connsiteX11" fmla="*/ 108204 w 238029"/>
                <a:gd name="connsiteY11" fmla="*/ 120205 h 152114"/>
                <a:gd name="connsiteX12" fmla="*/ 108775 w 238029"/>
                <a:gd name="connsiteY12" fmla="*/ 118110 h 152114"/>
                <a:gd name="connsiteX13" fmla="*/ 97250 w 238029"/>
                <a:gd name="connsiteY13" fmla="*/ 102870 h 152114"/>
                <a:gd name="connsiteX14" fmla="*/ 96679 w 238029"/>
                <a:gd name="connsiteY14" fmla="*/ 102203 h 152114"/>
                <a:gd name="connsiteX15" fmla="*/ 94964 w 238029"/>
                <a:gd name="connsiteY15" fmla="*/ 100108 h 152114"/>
                <a:gd name="connsiteX16" fmla="*/ 93631 w 238029"/>
                <a:gd name="connsiteY16" fmla="*/ 101060 h 152114"/>
                <a:gd name="connsiteX17" fmla="*/ 91440 w 238029"/>
                <a:gd name="connsiteY17" fmla="*/ 102775 h 152114"/>
                <a:gd name="connsiteX18" fmla="*/ 88964 w 238029"/>
                <a:gd name="connsiteY18" fmla="*/ 105346 h 152114"/>
                <a:gd name="connsiteX19" fmla="*/ 86963 w 238029"/>
                <a:gd name="connsiteY19" fmla="*/ 107347 h 152114"/>
                <a:gd name="connsiteX20" fmla="*/ 78486 w 238029"/>
                <a:gd name="connsiteY20" fmla="*/ 120777 h 152114"/>
                <a:gd name="connsiteX21" fmla="*/ 0 w 238029"/>
                <a:gd name="connsiteY21" fmla="*/ 98298 h 152114"/>
                <a:gd name="connsiteX22" fmla="*/ 21241 w 238029"/>
                <a:gd name="connsiteY22" fmla="*/ 41053 h 152114"/>
                <a:gd name="connsiteX23" fmla="*/ 35338 w 238029"/>
                <a:gd name="connsiteY23" fmla="*/ 0 h 152114"/>
                <a:gd name="connsiteX24" fmla="*/ 51054 w 238029"/>
                <a:gd name="connsiteY24" fmla="*/ 5524 h 152114"/>
                <a:gd name="connsiteX25" fmla="*/ 93631 w 238029"/>
                <a:gd name="connsiteY25" fmla="*/ 15812 h 15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8029" h="152114">
                  <a:moveTo>
                    <a:pt x="93631" y="15812"/>
                  </a:moveTo>
                  <a:lnTo>
                    <a:pt x="157353" y="33909"/>
                  </a:lnTo>
                  <a:lnTo>
                    <a:pt x="211836" y="47339"/>
                  </a:lnTo>
                  <a:lnTo>
                    <a:pt x="238030" y="55436"/>
                  </a:lnTo>
                  <a:lnTo>
                    <a:pt x="236220" y="59055"/>
                  </a:lnTo>
                  <a:lnTo>
                    <a:pt x="191452" y="152114"/>
                  </a:lnTo>
                  <a:lnTo>
                    <a:pt x="168688" y="146113"/>
                  </a:lnTo>
                  <a:lnTo>
                    <a:pt x="154781" y="142304"/>
                  </a:lnTo>
                  <a:lnTo>
                    <a:pt x="131445" y="135922"/>
                  </a:lnTo>
                  <a:lnTo>
                    <a:pt x="116300" y="131445"/>
                  </a:lnTo>
                  <a:lnTo>
                    <a:pt x="105060" y="128016"/>
                  </a:lnTo>
                  <a:lnTo>
                    <a:pt x="108204" y="120205"/>
                  </a:lnTo>
                  <a:lnTo>
                    <a:pt x="108775" y="118110"/>
                  </a:lnTo>
                  <a:lnTo>
                    <a:pt x="97250" y="102870"/>
                  </a:lnTo>
                  <a:lnTo>
                    <a:pt x="96679" y="102203"/>
                  </a:lnTo>
                  <a:lnTo>
                    <a:pt x="94964" y="100108"/>
                  </a:lnTo>
                  <a:lnTo>
                    <a:pt x="93631" y="101060"/>
                  </a:lnTo>
                  <a:lnTo>
                    <a:pt x="91440" y="102775"/>
                  </a:lnTo>
                  <a:lnTo>
                    <a:pt x="88964" y="105346"/>
                  </a:lnTo>
                  <a:lnTo>
                    <a:pt x="86963" y="107347"/>
                  </a:lnTo>
                  <a:lnTo>
                    <a:pt x="78486" y="120777"/>
                  </a:lnTo>
                  <a:lnTo>
                    <a:pt x="0" y="98298"/>
                  </a:lnTo>
                  <a:lnTo>
                    <a:pt x="21241" y="41053"/>
                  </a:lnTo>
                  <a:lnTo>
                    <a:pt x="35338" y="0"/>
                  </a:lnTo>
                  <a:lnTo>
                    <a:pt x="51054" y="5524"/>
                  </a:lnTo>
                  <a:lnTo>
                    <a:pt x="93631" y="1581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7" name="서울특별시 강동구 성내3동">
              <a:extLst>
                <a:ext uri="{FF2B5EF4-FFF2-40B4-BE49-F238E27FC236}">
                  <a16:creationId xmlns:a16="http://schemas.microsoft.com/office/drawing/2014/main" id="{316AE32E-F350-D136-3FC9-05E2111F2BF5}"/>
                </a:ext>
              </a:extLst>
            </p:cNvPr>
            <p:cNvSpPr/>
            <p:nvPr/>
          </p:nvSpPr>
          <p:spPr>
            <a:xfrm>
              <a:off x="8902826" y="3967924"/>
              <a:ext cx="178212" cy="248983"/>
            </a:xfrm>
            <a:custGeom>
              <a:avLst/>
              <a:gdLst>
                <a:gd name="connsiteX0" fmla="*/ 178213 w 178212"/>
                <a:gd name="connsiteY0" fmla="*/ 23336 h 248983"/>
                <a:gd name="connsiteX1" fmla="*/ 147828 w 178212"/>
                <a:gd name="connsiteY1" fmla="*/ 104299 h 248983"/>
                <a:gd name="connsiteX2" fmla="*/ 143066 w 178212"/>
                <a:gd name="connsiteY2" fmla="*/ 116872 h 248983"/>
                <a:gd name="connsiteX3" fmla="*/ 93631 w 178212"/>
                <a:gd name="connsiteY3" fmla="*/ 248984 h 248983"/>
                <a:gd name="connsiteX4" fmla="*/ 0 w 178212"/>
                <a:gd name="connsiteY4" fmla="*/ 208121 h 248983"/>
                <a:gd name="connsiteX5" fmla="*/ 55816 w 178212"/>
                <a:gd name="connsiteY5" fmla="*/ 93059 h 248983"/>
                <a:gd name="connsiteX6" fmla="*/ 100584 w 178212"/>
                <a:gd name="connsiteY6" fmla="*/ 0 h 248983"/>
                <a:gd name="connsiteX7" fmla="*/ 178213 w 178212"/>
                <a:gd name="connsiteY7" fmla="*/ 23336 h 248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212" h="248983">
                  <a:moveTo>
                    <a:pt x="178213" y="23336"/>
                  </a:moveTo>
                  <a:lnTo>
                    <a:pt x="147828" y="104299"/>
                  </a:lnTo>
                  <a:lnTo>
                    <a:pt x="143066" y="116872"/>
                  </a:lnTo>
                  <a:lnTo>
                    <a:pt x="93631" y="248984"/>
                  </a:lnTo>
                  <a:lnTo>
                    <a:pt x="0" y="208121"/>
                  </a:lnTo>
                  <a:lnTo>
                    <a:pt x="55816" y="93059"/>
                  </a:lnTo>
                  <a:lnTo>
                    <a:pt x="100584" y="0"/>
                  </a:lnTo>
                  <a:lnTo>
                    <a:pt x="178213" y="23336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8" name="서울특별시 강동구 둔촌1동">
              <a:extLst>
                <a:ext uri="{FF2B5EF4-FFF2-40B4-BE49-F238E27FC236}">
                  <a16:creationId xmlns:a16="http://schemas.microsoft.com/office/drawing/2014/main" id="{C03BA64B-EF0E-59A2-929B-C57C9E5F7FB0}"/>
                </a:ext>
              </a:extLst>
            </p:cNvPr>
            <p:cNvSpPr/>
            <p:nvPr/>
          </p:nvSpPr>
          <p:spPr>
            <a:xfrm>
              <a:off x="8996457" y="4084796"/>
              <a:ext cx="222218" cy="215550"/>
            </a:xfrm>
            <a:custGeom>
              <a:avLst/>
              <a:gdLst>
                <a:gd name="connsiteX0" fmla="*/ 215646 w 222218"/>
                <a:gd name="connsiteY0" fmla="*/ 123920 h 215550"/>
                <a:gd name="connsiteX1" fmla="*/ 212693 w 222218"/>
                <a:gd name="connsiteY1" fmla="*/ 130588 h 215550"/>
                <a:gd name="connsiteX2" fmla="*/ 205454 w 222218"/>
                <a:gd name="connsiteY2" fmla="*/ 148114 h 215550"/>
                <a:gd name="connsiteX3" fmla="*/ 202502 w 222218"/>
                <a:gd name="connsiteY3" fmla="*/ 155257 h 215550"/>
                <a:gd name="connsiteX4" fmla="*/ 196215 w 222218"/>
                <a:gd name="connsiteY4" fmla="*/ 170593 h 215550"/>
                <a:gd name="connsiteX5" fmla="*/ 198215 w 222218"/>
                <a:gd name="connsiteY5" fmla="*/ 195739 h 215550"/>
                <a:gd name="connsiteX6" fmla="*/ 198882 w 222218"/>
                <a:gd name="connsiteY6" fmla="*/ 200406 h 215550"/>
                <a:gd name="connsiteX7" fmla="*/ 199454 w 222218"/>
                <a:gd name="connsiteY7" fmla="*/ 204311 h 215550"/>
                <a:gd name="connsiteX8" fmla="*/ 201263 w 222218"/>
                <a:gd name="connsiteY8" fmla="*/ 215551 h 215550"/>
                <a:gd name="connsiteX9" fmla="*/ 194120 w 222218"/>
                <a:gd name="connsiteY9" fmla="*/ 215074 h 215550"/>
                <a:gd name="connsiteX10" fmla="*/ 168593 w 222218"/>
                <a:gd name="connsiteY10" fmla="*/ 206312 h 215550"/>
                <a:gd name="connsiteX11" fmla="*/ 125539 w 222218"/>
                <a:gd name="connsiteY11" fmla="*/ 187071 h 215550"/>
                <a:gd name="connsiteX12" fmla="*/ 99917 w 222218"/>
                <a:gd name="connsiteY12" fmla="*/ 175641 h 215550"/>
                <a:gd name="connsiteX13" fmla="*/ 0 w 222218"/>
                <a:gd name="connsiteY13" fmla="*/ 132112 h 215550"/>
                <a:gd name="connsiteX14" fmla="*/ 49435 w 222218"/>
                <a:gd name="connsiteY14" fmla="*/ 0 h 215550"/>
                <a:gd name="connsiteX15" fmla="*/ 171926 w 222218"/>
                <a:gd name="connsiteY15" fmla="*/ 34671 h 215550"/>
                <a:gd name="connsiteX16" fmla="*/ 196215 w 222218"/>
                <a:gd name="connsiteY16" fmla="*/ 41529 h 215550"/>
                <a:gd name="connsiteX17" fmla="*/ 200120 w 222218"/>
                <a:gd name="connsiteY17" fmla="*/ 48196 h 215550"/>
                <a:gd name="connsiteX18" fmla="*/ 214789 w 222218"/>
                <a:gd name="connsiteY18" fmla="*/ 74771 h 215550"/>
                <a:gd name="connsiteX19" fmla="*/ 219360 w 222218"/>
                <a:gd name="connsiteY19" fmla="*/ 83439 h 215550"/>
                <a:gd name="connsiteX20" fmla="*/ 221266 w 222218"/>
                <a:gd name="connsiteY20" fmla="*/ 87821 h 215550"/>
                <a:gd name="connsiteX21" fmla="*/ 222218 w 222218"/>
                <a:gd name="connsiteY21" fmla="*/ 94964 h 215550"/>
                <a:gd name="connsiteX22" fmla="*/ 221932 w 222218"/>
                <a:gd name="connsiteY22" fmla="*/ 104204 h 215550"/>
                <a:gd name="connsiteX23" fmla="*/ 220123 w 222218"/>
                <a:gd name="connsiteY23" fmla="*/ 112490 h 215550"/>
                <a:gd name="connsiteX24" fmla="*/ 215646 w 222218"/>
                <a:gd name="connsiteY24" fmla="*/ 123920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2218" h="215550">
                  <a:moveTo>
                    <a:pt x="215646" y="123920"/>
                  </a:moveTo>
                  <a:lnTo>
                    <a:pt x="212693" y="130588"/>
                  </a:lnTo>
                  <a:lnTo>
                    <a:pt x="205454" y="148114"/>
                  </a:lnTo>
                  <a:lnTo>
                    <a:pt x="202502" y="155257"/>
                  </a:lnTo>
                  <a:lnTo>
                    <a:pt x="196215" y="170593"/>
                  </a:lnTo>
                  <a:lnTo>
                    <a:pt x="198215" y="195739"/>
                  </a:lnTo>
                  <a:lnTo>
                    <a:pt x="198882" y="200406"/>
                  </a:lnTo>
                  <a:lnTo>
                    <a:pt x="199454" y="204311"/>
                  </a:lnTo>
                  <a:lnTo>
                    <a:pt x="201263" y="215551"/>
                  </a:lnTo>
                  <a:lnTo>
                    <a:pt x="194120" y="215074"/>
                  </a:lnTo>
                  <a:lnTo>
                    <a:pt x="168593" y="206312"/>
                  </a:lnTo>
                  <a:lnTo>
                    <a:pt x="125539" y="187071"/>
                  </a:lnTo>
                  <a:lnTo>
                    <a:pt x="99917" y="175641"/>
                  </a:lnTo>
                  <a:lnTo>
                    <a:pt x="0" y="132112"/>
                  </a:lnTo>
                  <a:lnTo>
                    <a:pt x="49435" y="0"/>
                  </a:lnTo>
                  <a:lnTo>
                    <a:pt x="171926" y="34671"/>
                  </a:lnTo>
                  <a:lnTo>
                    <a:pt x="196215" y="41529"/>
                  </a:lnTo>
                  <a:lnTo>
                    <a:pt x="200120" y="48196"/>
                  </a:lnTo>
                  <a:lnTo>
                    <a:pt x="214789" y="74771"/>
                  </a:lnTo>
                  <a:lnTo>
                    <a:pt x="219360" y="83439"/>
                  </a:lnTo>
                  <a:lnTo>
                    <a:pt x="221266" y="87821"/>
                  </a:lnTo>
                  <a:lnTo>
                    <a:pt x="222218" y="94964"/>
                  </a:lnTo>
                  <a:lnTo>
                    <a:pt x="221932" y="104204"/>
                  </a:lnTo>
                  <a:lnTo>
                    <a:pt x="220123" y="112490"/>
                  </a:lnTo>
                  <a:lnTo>
                    <a:pt x="215646" y="12392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529" name="서울특별시 강동구 둔촌2동">
              <a:extLst>
                <a:ext uri="{FF2B5EF4-FFF2-40B4-BE49-F238E27FC236}">
                  <a16:creationId xmlns:a16="http://schemas.microsoft.com/office/drawing/2014/main" id="{4356312F-3567-A92C-6D55-7D107AEE94A0}"/>
                </a:ext>
              </a:extLst>
            </p:cNvPr>
            <p:cNvSpPr/>
            <p:nvPr/>
          </p:nvSpPr>
          <p:spPr>
            <a:xfrm>
              <a:off x="9045892" y="3853243"/>
              <a:ext cx="430910" cy="355472"/>
            </a:xfrm>
            <a:custGeom>
              <a:avLst/>
              <a:gdLst>
                <a:gd name="connsiteX0" fmla="*/ 166211 w 430910"/>
                <a:gd name="connsiteY0" fmla="*/ 355473 h 355472"/>
                <a:gd name="connsiteX1" fmla="*/ 170688 w 430910"/>
                <a:gd name="connsiteY1" fmla="*/ 344043 h 355472"/>
                <a:gd name="connsiteX2" fmla="*/ 172498 w 430910"/>
                <a:gd name="connsiteY2" fmla="*/ 335756 h 355472"/>
                <a:gd name="connsiteX3" fmla="*/ 172784 w 430910"/>
                <a:gd name="connsiteY3" fmla="*/ 326517 h 355472"/>
                <a:gd name="connsiteX4" fmla="*/ 171831 w 430910"/>
                <a:gd name="connsiteY4" fmla="*/ 319373 h 355472"/>
                <a:gd name="connsiteX5" fmla="*/ 169926 w 430910"/>
                <a:gd name="connsiteY5" fmla="*/ 314992 h 355472"/>
                <a:gd name="connsiteX6" fmla="*/ 165354 w 430910"/>
                <a:gd name="connsiteY6" fmla="*/ 306324 h 355472"/>
                <a:gd name="connsiteX7" fmla="*/ 150686 w 430910"/>
                <a:gd name="connsiteY7" fmla="*/ 279749 h 355472"/>
                <a:gd name="connsiteX8" fmla="*/ 146780 w 430910"/>
                <a:gd name="connsiteY8" fmla="*/ 273082 h 355472"/>
                <a:gd name="connsiteX9" fmla="*/ 122491 w 430910"/>
                <a:gd name="connsiteY9" fmla="*/ 266224 h 355472"/>
                <a:gd name="connsiteX10" fmla="*/ 0 w 430910"/>
                <a:gd name="connsiteY10" fmla="*/ 231553 h 355472"/>
                <a:gd name="connsiteX11" fmla="*/ 4763 w 430910"/>
                <a:gd name="connsiteY11" fmla="*/ 218980 h 355472"/>
                <a:gd name="connsiteX12" fmla="*/ 35147 w 430910"/>
                <a:gd name="connsiteY12" fmla="*/ 138017 h 355472"/>
                <a:gd name="connsiteX13" fmla="*/ 48577 w 430910"/>
                <a:gd name="connsiteY13" fmla="*/ 140398 h 355472"/>
                <a:gd name="connsiteX14" fmla="*/ 56579 w 430910"/>
                <a:gd name="connsiteY14" fmla="*/ 141256 h 355472"/>
                <a:gd name="connsiteX15" fmla="*/ 60674 w 430910"/>
                <a:gd name="connsiteY15" fmla="*/ 141637 h 355472"/>
                <a:gd name="connsiteX16" fmla="*/ 69818 w 430910"/>
                <a:gd name="connsiteY16" fmla="*/ 142494 h 355472"/>
                <a:gd name="connsiteX17" fmla="*/ 73819 w 430910"/>
                <a:gd name="connsiteY17" fmla="*/ 142304 h 355472"/>
                <a:gd name="connsiteX18" fmla="*/ 75342 w 430910"/>
                <a:gd name="connsiteY18" fmla="*/ 142208 h 355472"/>
                <a:gd name="connsiteX19" fmla="*/ 77914 w 430910"/>
                <a:gd name="connsiteY19" fmla="*/ 142113 h 355472"/>
                <a:gd name="connsiteX20" fmla="*/ 88011 w 430910"/>
                <a:gd name="connsiteY20" fmla="*/ 141065 h 355472"/>
                <a:gd name="connsiteX21" fmla="*/ 92869 w 430910"/>
                <a:gd name="connsiteY21" fmla="*/ 140494 h 355472"/>
                <a:gd name="connsiteX22" fmla="*/ 110394 w 430910"/>
                <a:gd name="connsiteY22" fmla="*/ 134874 h 355472"/>
                <a:gd name="connsiteX23" fmla="*/ 116395 w 430910"/>
                <a:gd name="connsiteY23" fmla="*/ 132969 h 355472"/>
                <a:gd name="connsiteX24" fmla="*/ 148018 w 430910"/>
                <a:gd name="connsiteY24" fmla="*/ 120015 h 355472"/>
                <a:gd name="connsiteX25" fmla="*/ 154877 w 430910"/>
                <a:gd name="connsiteY25" fmla="*/ 117062 h 355472"/>
                <a:gd name="connsiteX26" fmla="*/ 239268 w 430910"/>
                <a:gd name="connsiteY26" fmla="*/ 80772 h 355472"/>
                <a:gd name="connsiteX27" fmla="*/ 399479 w 430910"/>
                <a:gd name="connsiteY27" fmla="*/ 12954 h 355472"/>
                <a:gd name="connsiteX28" fmla="*/ 404431 w 430910"/>
                <a:gd name="connsiteY28" fmla="*/ 10858 h 355472"/>
                <a:gd name="connsiteX29" fmla="*/ 430911 w 430910"/>
                <a:gd name="connsiteY29" fmla="*/ 0 h 355472"/>
                <a:gd name="connsiteX30" fmla="*/ 417481 w 430910"/>
                <a:gd name="connsiteY30" fmla="*/ 10858 h 355472"/>
                <a:gd name="connsiteX31" fmla="*/ 399669 w 430910"/>
                <a:gd name="connsiteY31" fmla="*/ 26289 h 355472"/>
                <a:gd name="connsiteX32" fmla="*/ 379476 w 430910"/>
                <a:gd name="connsiteY32" fmla="*/ 46482 h 355472"/>
                <a:gd name="connsiteX33" fmla="*/ 369094 w 430910"/>
                <a:gd name="connsiteY33" fmla="*/ 58579 h 355472"/>
                <a:gd name="connsiteX34" fmla="*/ 369284 w 430910"/>
                <a:gd name="connsiteY34" fmla="*/ 62103 h 355472"/>
                <a:gd name="connsiteX35" fmla="*/ 369379 w 430910"/>
                <a:gd name="connsiteY35" fmla="*/ 64389 h 355472"/>
                <a:gd name="connsiteX36" fmla="*/ 368998 w 430910"/>
                <a:gd name="connsiteY36" fmla="*/ 66294 h 355472"/>
                <a:gd name="connsiteX37" fmla="*/ 366903 w 430910"/>
                <a:gd name="connsiteY37" fmla="*/ 69532 h 355472"/>
                <a:gd name="connsiteX38" fmla="*/ 364331 w 430910"/>
                <a:gd name="connsiteY38" fmla="*/ 72962 h 355472"/>
                <a:gd name="connsiteX39" fmla="*/ 324898 w 430910"/>
                <a:gd name="connsiteY39" fmla="*/ 120967 h 355472"/>
                <a:gd name="connsiteX40" fmla="*/ 322231 w 430910"/>
                <a:gd name="connsiteY40" fmla="*/ 123920 h 355472"/>
                <a:gd name="connsiteX41" fmla="*/ 312134 w 430910"/>
                <a:gd name="connsiteY41" fmla="*/ 134588 h 355472"/>
                <a:gd name="connsiteX42" fmla="*/ 306705 w 430910"/>
                <a:gd name="connsiteY42" fmla="*/ 137827 h 355472"/>
                <a:gd name="connsiteX43" fmla="*/ 307086 w 430910"/>
                <a:gd name="connsiteY43" fmla="*/ 191738 h 355472"/>
                <a:gd name="connsiteX44" fmla="*/ 306038 w 430910"/>
                <a:gd name="connsiteY44" fmla="*/ 204311 h 355472"/>
                <a:gd name="connsiteX45" fmla="*/ 301466 w 430910"/>
                <a:gd name="connsiteY45" fmla="*/ 222409 h 355472"/>
                <a:gd name="connsiteX46" fmla="*/ 298704 w 430910"/>
                <a:gd name="connsiteY46" fmla="*/ 226695 h 355472"/>
                <a:gd name="connsiteX47" fmla="*/ 290513 w 430910"/>
                <a:gd name="connsiteY47" fmla="*/ 236410 h 355472"/>
                <a:gd name="connsiteX48" fmla="*/ 286417 w 430910"/>
                <a:gd name="connsiteY48" fmla="*/ 240506 h 355472"/>
                <a:gd name="connsiteX49" fmla="*/ 282511 w 430910"/>
                <a:gd name="connsiteY49" fmla="*/ 243935 h 355472"/>
                <a:gd name="connsiteX50" fmla="*/ 277463 w 430910"/>
                <a:gd name="connsiteY50" fmla="*/ 248126 h 355472"/>
                <a:gd name="connsiteX51" fmla="*/ 257175 w 430910"/>
                <a:gd name="connsiteY51" fmla="*/ 265176 h 355472"/>
                <a:gd name="connsiteX52" fmla="*/ 238696 w 430910"/>
                <a:gd name="connsiteY52" fmla="*/ 280892 h 355472"/>
                <a:gd name="connsiteX53" fmla="*/ 236125 w 430910"/>
                <a:gd name="connsiteY53" fmla="*/ 283559 h 355472"/>
                <a:gd name="connsiteX54" fmla="*/ 234791 w 430910"/>
                <a:gd name="connsiteY54" fmla="*/ 284893 h 355472"/>
                <a:gd name="connsiteX55" fmla="*/ 231934 w 430910"/>
                <a:gd name="connsiteY55" fmla="*/ 289465 h 355472"/>
                <a:gd name="connsiteX56" fmla="*/ 225171 w 430910"/>
                <a:gd name="connsiteY56" fmla="*/ 308134 h 355472"/>
                <a:gd name="connsiteX57" fmla="*/ 223647 w 430910"/>
                <a:gd name="connsiteY57" fmla="*/ 312515 h 355472"/>
                <a:gd name="connsiteX58" fmla="*/ 223361 w 430910"/>
                <a:gd name="connsiteY58" fmla="*/ 313468 h 355472"/>
                <a:gd name="connsiteX59" fmla="*/ 223742 w 430910"/>
                <a:gd name="connsiteY59" fmla="*/ 315658 h 355472"/>
                <a:gd name="connsiteX60" fmla="*/ 215836 w 430910"/>
                <a:gd name="connsiteY60" fmla="*/ 332613 h 355472"/>
                <a:gd name="connsiteX61" fmla="*/ 215455 w 430910"/>
                <a:gd name="connsiteY61" fmla="*/ 333470 h 355472"/>
                <a:gd name="connsiteX62" fmla="*/ 214026 w 430910"/>
                <a:gd name="connsiteY62" fmla="*/ 336613 h 355472"/>
                <a:gd name="connsiteX63" fmla="*/ 201739 w 430910"/>
                <a:gd name="connsiteY63" fmla="*/ 352234 h 355472"/>
                <a:gd name="connsiteX64" fmla="*/ 195548 w 430910"/>
                <a:gd name="connsiteY64" fmla="*/ 354044 h 355472"/>
                <a:gd name="connsiteX65" fmla="*/ 179356 w 430910"/>
                <a:gd name="connsiteY65" fmla="*/ 354997 h 355472"/>
                <a:gd name="connsiteX66" fmla="*/ 176213 w 430910"/>
                <a:gd name="connsiteY66" fmla="*/ 355092 h 355472"/>
                <a:gd name="connsiteX67" fmla="*/ 166211 w 430910"/>
                <a:gd name="connsiteY67" fmla="*/ 355473 h 35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30910" h="355472">
                  <a:moveTo>
                    <a:pt x="166211" y="355473"/>
                  </a:moveTo>
                  <a:lnTo>
                    <a:pt x="170688" y="344043"/>
                  </a:lnTo>
                  <a:lnTo>
                    <a:pt x="172498" y="335756"/>
                  </a:lnTo>
                  <a:lnTo>
                    <a:pt x="172784" y="326517"/>
                  </a:lnTo>
                  <a:lnTo>
                    <a:pt x="171831" y="319373"/>
                  </a:lnTo>
                  <a:lnTo>
                    <a:pt x="169926" y="314992"/>
                  </a:lnTo>
                  <a:lnTo>
                    <a:pt x="165354" y="306324"/>
                  </a:lnTo>
                  <a:lnTo>
                    <a:pt x="150686" y="279749"/>
                  </a:lnTo>
                  <a:lnTo>
                    <a:pt x="146780" y="273082"/>
                  </a:lnTo>
                  <a:lnTo>
                    <a:pt x="122491" y="266224"/>
                  </a:lnTo>
                  <a:lnTo>
                    <a:pt x="0" y="231553"/>
                  </a:lnTo>
                  <a:lnTo>
                    <a:pt x="4763" y="218980"/>
                  </a:lnTo>
                  <a:lnTo>
                    <a:pt x="35147" y="138017"/>
                  </a:lnTo>
                  <a:lnTo>
                    <a:pt x="48577" y="140398"/>
                  </a:lnTo>
                  <a:lnTo>
                    <a:pt x="56579" y="141256"/>
                  </a:lnTo>
                  <a:lnTo>
                    <a:pt x="60674" y="141637"/>
                  </a:lnTo>
                  <a:lnTo>
                    <a:pt x="69818" y="142494"/>
                  </a:lnTo>
                  <a:lnTo>
                    <a:pt x="73819" y="142304"/>
                  </a:lnTo>
                  <a:lnTo>
                    <a:pt x="75342" y="142208"/>
                  </a:lnTo>
                  <a:lnTo>
                    <a:pt x="77914" y="142113"/>
                  </a:lnTo>
                  <a:lnTo>
                    <a:pt x="88011" y="141065"/>
                  </a:lnTo>
                  <a:lnTo>
                    <a:pt x="92869" y="140494"/>
                  </a:lnTo>
                  <a:lnTo>
                    <a:pt x="110394" y="134874"/>
                  </a:lnTo>
                  <a:lnTo>
                    <a:pt x="116395" y="132969"/>
                  </a:lnTo>
                  <a:lnTo>
                    <a:pt x="148018" y="120015"/>
                  </a:lnTo>
                  <a:lnTo>
                    <a:pt x="154877" y="117062"/>
                  </a:lnTo>
                  <a:lnTo>
                    <a:pt x="239268" y="80772"/>
                  </a:lnTo>
                  <a:lnTo>
                    <a:pt x="399479" y="12954"/>
                  </a:lnTo>
                  <a:lnTo>
                    <a:pt x="404431" y="10858"/>
                  </a:lnTo>
                  <a:lnTo>
                    <a:pt x="430911" y="0"/>
                  </a:lnTo>
                  <a:lnTo>
                    <a:pt x="417481" y="10858"/>
                  </a:lnTo>
                  <a:lnTo>
                    <a:pt x="399669" y="26289"/>
                  </a:lnTo>
                  <a:lnTo>
                    <a:pt x="379476" y="46482"/>
                  </a:lnTo>
                  <a:lnTo>
                    <a:pt x="369094" y="58579"/>
                  </a:lnTo>
                  <a:lnTo>
                    <a:pt x="369284" y="62103"/>
                  </a:lnTo>
                  <a:lnTo>
                    <a:pt x="369379" y="64389"/>
                  </a:lnTo>
                  <a:lnTo>
                    <a:pt x="368998" y="66294"/>
                  </a:lnTo>
                  <a:lnTo>
                    <a:pt x="366903" y="69532"/>
                  </a:lnTo>
                  <a:lnTo>
                    <a:pt x="364331" y="72962"/>
                  </a:lnTo>
                  <a:lnTo>
                    <a:pt x="324898" y="120967"/>
                  </a:lnTo>
                  <a:lnTo>
                    <a:pt x="322231" y="123920"/>
                  </a:lnTo>
                  <a:lnTo>
                    <a:pt x="312134" y="134588"/>
                  </a:lnTo>
                  <a:lnTo>
                    <a:pt x="306705" y="137827"/>
                  </a:lnTo>
                  <a:lnTo>
                    <a:pt x="307086" y="191738"/>
                  </a:lnTo>
                  <a:lnTo>
                    <a:pt x="306038" y="204311"/>
                  </a:lnTo>
                  <a:lnTo>
                    <a:pt x="301466" y="222409"/>
                  </a:lnTo>
                  <a:lnTo>
                    <a:pt x="298704" y="226695"/>
                  </a:lnTo>
                  <a:lnTo>
                    <a:pt x="290513" y="236410"/>
                  </a:lnTo>
                  <a:lnTo>
                    <a:pt x="286417" y="240506"/>
                  </a:lnTo>
                  <a:lnTo>
                    <a:pt x="282511" y="243935"/>
                  </a:lnTo>
                  <a:lnTo>
                    <a:pt x="277463" y="248126"/>
                  </a:lnTo>
                  <a:lnTo>
                    <a:pt x="257175" y="265176"/>
                  </a:lnTo>
                  <a:lnTo>
                    <a:pt x="238696" y="280892"/>
                  </a:lnTo>
                  <a:lnTo>
                    <a:pt x="236125" y="283559"/>
                  </a:lnTo>
                  <a:lnTo>
                    <a:pt x="234791" y="284893"/>
                  </a:lnTo>
                  <a:lnTo>
                    <a:pt x="231934" y="289465"/>
                  </a:lnTo>
                  <a:lnTo>
                    <a:pt x="225171" y="308134"/>
                  </a:lnTo>
                  <a:lnTo>
                    <a:pt x="223647" y="312515"/>
                  </a:lnTo>
                  <a:lnTo>
                    <a:pt x="223361" y="313468"/>
                  </a:lnTo>
                  <a:lnTo>
                    <a:pt x="223742" y="315658"/>
                  </a:lnTo>
                  <a:lnTo>
                    <a:pt x="215836" y="332613"/>
                  </a:lnTo>
                  <a:lnTo>
                    <a:pt x="215455" y="333470"/>
                  </a:lnTo>
                  <a:lnTo>
                    <a:pt x="214026" y="336613"/>
                  </a:lnTo>
                  <a:lnTo>
                    <a:pt x="201739" y="352234"/>
                  </a:lnTo>
                  <a:lnTo>
                    <a:pt x="195548" y="354044"/>
                  </a:lnTo>
                  <a:lnTo>
                    <a:pt x="179356" y="354997"/>
                  </a:lnTo>
                  <a:lnTo>
                    <a:pt x="176213" y="355092"/>
                  </a:lnTo>
                  <a:lnTo>
                    <a:pt x="166211" y="35547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0" name="서울특별시 강동구 암사1동">
              <a:extLst>
                <a:ext uri="{FF2B5EF4-FFF2-40B4-BE49-F238E27FC236}">
                  <a16:creationId xmlns:a16="http://schemas.microsoft.com/office/drawing/2014/main" id="{047C1437-CA12-2F7B-2391-9F518B49DB51}"/>
                </a:ext>
              </a:extLst>
            </p:cNvPr>
            <p:cNvSpPr/>
            <p:nvPr/>
          </p:nvSpPr>
          <p:spPr>
            <a:xfrm>
              <a:off x="8883300" y="3614451"/>
              <a:ext cx="304704" cy="138683"/>
            </a:xfrm>
            <a:custGeom>
              <a:avLst/>
              <a:gdLst>
                <a:gd name="connsiteX0" fmla="*/ 304705 w 304704"/>
                <a:gd name="connsiteY0" fmla="*/ 0 h 138683"/>
                <a:gd name="connsiteX1" fmla="*/ 281464 w 304704"/>
                <a:gd name="connsiteY1" fmla="*/ 2857 h 138683"/>
                <a:gd name="connsiteX2" fmla="*/ 229362 w 304704"/>
                <a:gd name="connsiteY2" fmla="*/ 62579 h 138683"/>
                <a:gd name="connsiteX3" fmla="*/ 230124 w 304704"/>
                <a:gd name="connsiteY3" fmla="*/ 64770 h 138683"/>
                <a:gd name="connsiteX4" fmla="*/ 230410 w 304704"/>
                <a:gd name="connsiteY4" fmla="*/ 65627 h 138683"/>
                <a:gd name="connsiteX5" fmla="*/ 231362 w 304704"/>
                <a:gd name="connsiteY5" fmla="*/ 66389 h 138683"/>
                <a:gd name="connsiteX6" fmla="*/ 233363 w 304704"/>
                <a:gd name="connsiteY6" fmla="*/ 68104 h 138683"/>
                <a:gd name="connsiteX7" fmla="*/ 233839 w 304704"/>
                <a:gd name="connsiteY7" fmla="*/ 68485 h 138683"/>
                <a:gd name="connsiteX8" fmla="*/ 235744 w 304704"/>
                <a:gd name="connsiteY8" fmla="*/ 69723 h 138683"/>
                <a:gd name="connsiteX9" fmla="*/ 240697 w 304704"/>
                <a:gd name="connsiteY9" fmla="*/ 70199 h 138683"/>
                <a:gd name="connsiteX10" fmla="*/ 245459 w 304704"/>
                <a:gd name="connsiteY10" fmla="*/ 70676 h 138683"/>
                <a:gd name="connsiteX11" fmla="*/ 208312 w 304704"/>
                <a:gd name="connsiteY11" fmla="*/ 77629 h 138683"/>
                <a:gd name="connsiteX12" fmla="*/ 200787 w 304704"/>
                <a:gd name="connsiteY12" fmla="*/ 79057 h 138683"/>
                <a:gd name="connsiteX13" fmla="*/ 186404 w 304704"/>
                <a:gd name="connsiteY13" fmla="*/ 81724 h 138683"/>
                <a:gd name="connsiteX14" fmla="*/ 174879 w 304704"/>
                <a:gd name="connsiteY14" fmla="*/ 88011 h 138683"/>
                <a:gd name="connsiteX15" fmla="*/ 161544 w 304704"/>
                <a:gd name="connsiteY15" fmla="*/ 100489 h 138683"/>
                <a:gd name="connsiteX16" fmla="*/ 146495 w 304704"/>
                <a:gd name="connsiteY16" fmla="*/ 115062 h 138683"/>
                <a:gd name="connsiteX17" fmla="*/ 135445 w 304704"/>
                <a:gd name="connsiteY17" fmla="*/ 126111 h 138683"/>
                <a:gd name="connsiteX18" fmla="*/ 125349 w 304704"/>
                <a:gd name="connsiteY18" fmla="*/ 138684 h 138683"/>
                <a:gd name="connsiteX19" fmla="*/ 4953 w 304704"/>
                <a:gd name="connsiteY19" fmla="*/ 87344 h 138683"/>
                <a:gd name="connsiteX20" fmla="*/ 0 w 304704"/>
                <a:gd name="connsiteY20" fmla="*/ 85249 h 138683"/>
                <a:gd name="connsiteX21" fmla="*/ 27717 w 304704"/>
                <a:gd name="connsiteY21" fmla="*/ 190 h 138683"/>
                <a:gd name="connsiteX22" fmla="*/ 41529 w 304704"/>
                <a:gd name="connsiteY22" fmla="*/ 190 h 138683"/>
                <a:gd name="connsiteX23" fmla="*/ 304705 w 304704"/>
                <a:gd name="connsiteY23" fmla="*/ 0 h 13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4704" h="138683">
                  <a:moveTo>
                    <a:pt x="304705" y="0"/>
                  </a:moveTo>
                  <a:lnTo>
                    <a:pt x="281464" y="2857"/>
                  </a:lnTo>
                  <a:lnTo>
                    <a:pt x="229362" y="62579"/>
                  </a:lnTo>
                  <a:lnTo>
                    <a:pt x="230124" y="64770"/>
                  </a:lnTo>
                  <a:lnTo>
                    <a:pt x="230410" y="65627"/>
                  </a:lnTo>
                  <a:lnTo>
                    <a:pt x="231362" y="66389"/>
                  </a:lnTo>
                  <a:lnTo>
                    <a:pt x="233363" y="68104"/>
                  </a:lnTo>
                  <a:lnTo>
                    <a:pt x="233839" y="68485"/>
                  </a:lnTo>
                  <a:lnTo>
                    <a:pt x="235744" y="69723"/>
                  </a:lnTo>
                  <a:lnTo>
                    <a:pt x="240697" y="70199"/>
                  </a:lnTo>
                  <a:lnTo>
                    <a:pt x="245459" y="70676"/>
                  </a:lnTo>
                  <a:lnTo>
                    <a:pt x="208312" y="77629"/>
                  </a:lnTo>
                  <a:lnTo>
                    <a:pt x="200787" y="79057"/>
                  </a:lnTo>
                  <a:lnTo>
                    <a:pt x="186404" y="81724"/>
                  </a:lnTo>
                  <a:lnTo>
                    <a:pt x="174879" y="88011"/>
                  </a:lnTo>
                  <a:lnTo>
                    <a:pt x="161544" y="100489"/>
                  </a:lnTo>
                  <a:lnTo>
                    <a:pt x="146495" y="115062"/>
                  </a:lnTo>
                  <a:lnTo>
                    <a:pt x="135445" y="126111"/>
                  </a:lnTo>
                  <a:lnTo>
                    <a:pt x="125349" y="138684"/>
                  </a:lnTo>
                  <a:lnTo>
                    <a:pt x="4953" y="87344"/>
                  </a:lnTo>
                  <a:lnTo>
                    <a:pt x="0" y="85249"/>
                  </a:lnTo>
                  <a:lnTo>
                    <a:pt x="27717" y="190"/>
                  </a:lnTo>
                  <a:lnTo>
                    <a:pt x="41529" y="190"/>
                  </a:lnTo>
                  <a:lnTo>
                    <a:pt x="304705" y="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1" name="서울특별시 강동구 천호2동">
              <a:extLst>
                <a:ext uri="{FF2B5EF4-FFF2-40B4-BE49-F238E27FC236}">
                  <a16:creationId xmlns:a16="http://schemas.microsoft.com/office/drawing/2014/main" id="{C3C70DE2-D38F-07E7-9969-F8C5346FCE9C}"/>
                </a:ext>
              </a:extLst>
            </p:cNvPr>
            <p:cNvSpPr/>
            <p:nvPr/>
          </p:nvSpPr>
          <p:spPr>
            <a:xfrm>
              <a:off x="8555164" y="3699700"/>
              <a:ext cx="453485" cy="224980"/>
            </a:xfrm>
            <a:custGeom>
              <a:avLst/>
              <a:gdLst>
                <a:gd name="connsiteX0" fmla="*/ 453485 w 453485"/>
                <a:gd name="connsiteY0" fmla="*/ 53435 h 224980"/>
                <a:gd name="connsiteX1" fmla="*/ 391287 w 453485"/>
                <a:gd name="connsiteY1" fmla="*/ 139160 h 224980"/>
                <a:gd name="connsiteX2" fmla="*/ 386049 w 453485"/>
                <a:gd name="connsiteY2" fmla="*/ 146113 h 224980"/>
                <a:gd name="connsiteX3" fmla="*/ 379952 w 453485"/>
                <a:gd name="connsiteY3" fmla="*/ 153733 h 224980"/>
                <a:gd name="connsiteX4" fmla="*/ 376809 w 453485"/>
                <a:gd name="connsiteY4" fmla="*/ 156781 h 224980"/>
                <a:gd name="connsiteX5" fmla="*/ 372333 w 453485"/>
                <a:gd name="connsiteY5" fmla="*/ 160306 h 224980"/>
                <a:gd name="connsiteX6" fmla="*/ 366999 w 453485"/>
                <a:gd name="connsiteY6" fmla="*/ 164497 h 224980"/>
                <a:gd name="connsiteX7" fmla="*/ 366332 w 453485"/>
                <a:gd name="connsiteY7" fmla="*/ 165068 h 224980"/>
                <a:gd name="connsiteX8" fmla="*/ 358616 w 453485"/>
                <a:gd name="connsiteY8" fmla="*/ 168783 h 224980"/>
                <a:gd name="connsiteX9" fmla="*/ 353949 w 453485"/>
                <a:gd name="connsiteY9" fmla="*/ 170212 h 224980"/>
                <a:gd name="connsiteX10" fmla="*/ 348043 w 453485"/>
                <a:gd name="connsiteY10" fmla="*/ 171926 h 224980"/>
                <a:gd name="connsiteX11" fmla="*/ 346424 w 453485"/>
                <a:gd name="connsiteY11" fmla="*/ 172307 h 224980"/>
                <a:gd name="connsiteX12" fmla="*/ 323755 w 453485"/>
                <a:gd name="connsiteY12" fmla="*/ 200596 h 224980"/>
                <a:gd name="connsiteX13" fmla="*/ 305658 w 453485"/>
                <a:gd name="connsiteY13" fmla="*/ 224980 h 224980"/>
                <a:gd name="connsiteX14" fmla="*/ 263080 w 453485"/>
                <a:gd name="connsiteY14" fmla="*/ 214693 h 224980"/>
                <a:gd name="connsiteX15" fmla="*/ 247365 w 453485"/>
                <a:gd name="connsiteY15" fmla="*/ 209169 h 224980"/>
                <a:gd name="connsiteX16" fmla="*/ 218408 w 453485"/>
                <a:gd name="connsiteY16" fmla="*/ 197834 h 224980"/>
                <a:gd name="connsiteX17" fmla="*/ 216027 w 453485"/>
                <a:gd name="connsiteY17" fmla="*/ 196501 h 224980"/>
                <a:gd name="connsiteX18" fmla="*/ 214884 w 453485"/>
                <a:gd name="connsiteY18" fmla="*/ 195834 h 224980"/>
                <a:gd name="connsiteX19" fmla="*/ 197644 w 453485"/>
                <a:gd name="connsiteY19" fmla="*/ 185928 h 224980"/>
                <a:gd name="connsiteX20" fmla="*/ 185452 w 453485"/>
                <a:gd name="connsiteY20" fmla="*/ 177546 h 224980"/>
                <a:gd name="connsiteX21" fmla="*/ 181928 w 453485"/>
                <a:gd name="connsiteY21" fmla="*/ 175165 h 224980"/>
                <a:gd name="connsiteX22" fmla="*/ 180404 w 453485"/>
                <a:gd name="connsiteY22" fmla="*/ 174117 h 224980"/>
                <a:gd name="connsiteX23" fmla="*/ 172593 w 453485"/>
                <a:gd name="connsiteY23" fmla="*/ 169735 h 224980"/>
                <a:gd name="connsiteX24" fmla="*/ 163735 w 453485"/>
                <a:gd name="connsiteY24" fmla="*/ 166306 h 224980"/>
                <a:gd name="connsiteX25" fmla="*/ 162020 w 453485"/>
                <a:gd name="connsiteY25" fmla="*/ 165640 h 224980"/>
                <a:gd name="connsiteX26" fmla="*/ 160782 w 453485"/>
                <a:gd name="connsiteY26" fmla="*/ 165259 h 224980"/>
                <a:gd name="connsiteX27" fmla="*/ 160020 w 453485"/>
                <a:gd name="connsiteY27" fmla="*/ 165068 h 224980"/>
                <a:gd name="connsiteX28" fmla="*/ 136970 w 453485"/>
                <a:gd name="connsiteY28" fmla="*/ 158115 h 224980"/>
                <a:gd name="connsiteX29" fmla="*/ 0 w 453485"/>
                <a:gd name="connsiteY29" fmla="*/ 119634 h 224980"/>
                <a:gd name="connsiteX30" fmla="*/ 24003 w 453485"/>
                <a:gd name="connsiteY30" fmla="*/ 83248 h 224980"/>
                <a:gd name="connsiteX31" fmla="*/ 36290 w 453485"/>
                <a:gd name="connsiteY31" fmla="*/ 64484 h 224980"/>
                <a:gd name="connsiteX32" fmla="*/ 45434 w 453485"/>
                <a:gd name="connsiteY32" fmla="*/ 45720 h 224980"/>
                <a:gd name="connsiteX33" fmla="*/ 48196 w 453485"/>
                <a:gd name="connsiteY33" fmla="*/ 31337 h 224980"/>
                <a:gd name="connsiteX34" fmla="*/ 52197 w 453485"/>
                <a:gd name="connsiteY34" fmla="*/ 10192 h 224980"/>
                <a:gd name="connsiteX35" fmla="*/ 246316 w 453485"/>
                <a:gd name="connsiteY35" fmla="*/ 10763 h 224980"/>
                <a:gd name="connsiteX36" fmla="*/ 245745 w 453485"/>
                <a:gd name="connsiteY36" fmla="*/ 12478 h 224980"/>
                <a:gd name="connsiteX37" fmla="*/ 241935 w 453485"/>
                <a:gd name="connsiteY37" fmla="*/ 23431 h 224980"/>
                <a:gd name="connsiteX38" fmla="*/ 242792 w 453485"/>
                <a:gd name="connsiteY38" fmla="*/ 23622 h 224980"/>
                <a:gd name="connsiteX39" fmla="*/ 286608 w 453485"/>
                <a:gd name="connsiteY39" fmla="*/ 33718 h 224980"/>
                <a:gd name="connsiteX40" fmla="*/ 292703 w 453485"/>
                <a:gd name="connsiteY40" fmla="*/ 35147 h 224980"/>
                <a:gd name="connsiteX41" fmla="*/ 311372 w 453485"/>
                <a:gd name="connsiteY41" fmla="*/ 39433 h 224980"/>
                <a:gd name="connsiteX42" fmla="*/ 328136 w 453485"/>
                <a:gd name="connsiteY42" fmla="*/ 0 h 224980"/>
                <a:gd name="connsiteX43" fmla="*/ 333090 w 453485"/>
                <a:gd name="connsiteY43" fmla="*/ 2096 h 224980"/>
                <a:gd name="connsiteX44" fmla="*/ 453485 w 453485"/>
                <a:gd name="connsiteY44" fmla="*/ 53435 h 22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53485" h="224980">
                  <a:moveTo>
                    <a:pt x="453485" y="53435"/>
                  </a:moveTo>
                  <a:lnTo>
                    <a:pt x="391287" y="139160"/>
                  </a:lnTo>
                  <a:lnTo>
                    <a:pt x="386049" y="146113"/>
                  </a:lnTo>
                  <a:lnTo>
                    <a:pt x="379952" y="153733"/>
                  </a:lnTo>
                  <a:lnTo>
                    <a:pt x="376809" y="156781"/>
                  </a:lnTo>
                  <a:lnTo>
                    <a:pt x="372333" y="160306"/>
                  </a:lnTo>
                  <a:lnTo>
                    <a:pt x="366999" y="164497"/>
                  </a:lnTo>
                  <a:lnTo>
                    <a:pt x="366332" y="165068"/>
                  </a:lnTo>
                  <a:lnTo>
                    <a:pt x="358616" y="168783"/>
                  </a:lnTo>
                  <a:lnTo>
                    <a:pt x="353949" y="170212"/>
                  </a:lnTo>
                  <a:lnTo>
                    <a:pt x="348043" y="171926"/>
                  </a:lnTo>
                  <a:lnTo>
                    <a:pt x="346424" y="172307"/>
                  </a:lnTo>
                  <a:lnTo>
                    <a:pt x="323755" y="200596"/>
                  </a:lnTo>
                  <a:lnTo>
                    <a:pt x="305658" y="224980"/>
                  </a:lnTo>
                  <a:lnTo>
                    <a:pt x="263080" y="214693"/>
                  </a:lnTo>
                  <a:lnTo>
                    <a:pt x="247365" y="209169"/>
                  </a:lnTo>
                  <a:lnTo>
                    <a:pt x="218408" y="197834"/>
                  </a:lnTo>
                  <a:lnTo>
                    <a:pt x="216027" y="196501"/>
                  </a:lnTo>
                  <a:lnTo>
                    <a:pt x="214884" y="195834"/>
                  </a:lnTo>
                  <a:lnTo>
                    <a:pt x="197644" y="185928"/>
                  </a:lnTo>
                  <a:lnTo>
                    <a:pt x="185452" y="177546"/>
                  </a:lnTo>
                  <a:lnTo>
                    <a:pt x="181928" y="175165"/>
                  </a:lnTo>
                  <a:lnTo>
                    <a:pt x="180404" y="174117"/>
                  </a:lnTo>
                  <a:lnTo>
                    <a:pt x="172593" y="169735"/>
                  </a:lnTo>
                  <a:lnTo>
                    <a:pt x="163735" y="166306"/>
                  </a:lnTo>
                  <a:lnTo>
                    <a:pt x="162020" y="165640"/>
                  </a:lnTo>
                  <a:lnTo>
                    <a:pt x="160782" y="165259"/>
                  </a:lnTo>
                  <a:lnTo>
                    <a:pt x="160020" y="165068"/>
                  </a:lnTo>
                  <a:lnTo>
                    <a:pt x="136970" y="158115"/>
                  </a:lnTo>
                  <a:lnTo>
                    <a:pt x="0" y="119634"/>
                  </a:lnTo>
                  <a:lnTo>
                    <a:pt x="24003" y="83248"/>
                  </a:lnTo>
                  <a:lnTo>
                    <a:pt x="36290" y="64484"/>
                  </a:lnTo>
                  <a:lnTo>
                    <a:pt x="45434" y="45720"/>
                  </a:lnTo>
                  <a:lnTo>
                    <a:pt x="48196" y="31337"/>
                  </a:lnTo>
                  <a:lnTo>
                    <a:pt x="52197" y="10192"/>
                  </a:lnTo>
                  <a:lnTo>
                    <a:pt x="246316" y="10763"/>
                  </a:lnTo>
                  <a:lnTo>
                    <a:pt x="245745" y="12478"/>
                  </a:lnTo>
                  <a:lnTo>
                    <a:pt x="241935" y="23431"/>
                  </a:lnTo>
                  <a:lnTo>
                    <a:pt x="242792" y="23622"/>
                  </a:lnTo>
                  <a:lnTo>
                    <a:pt x="286608" y="33718"/>
                  </a:lnTo>
                  <a:lnTo>
                    <a:pt x="292703" y="35147"/>
                  </a:lnTo>
                  <a:lnTo>
                    <a:pt x="311372" y="39433"/>
                  </a:lnTo>
                  <a:lnTo>
                    <a:pt x="328136" y="0"/>
                  </a:lnTo>
                  <a:lnTo>
                    <a:pt x="333090" y="2096"/>
                  </a:lnTo>
                  <a:lnTo>
                    <a:pt x="453485" y="53435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2" name="서울특별시 강동구 길동">
              <a:extLst>
                <a:ext uri="{FF2B5EF4-FFF2-40B4-BE49-F238E27FC236}">
                  <a16:creationId xmlns:a16="http://schemas.microsoft.com/office/drawing/2014/main" id="{143F7061-BA8F-0B7A-244A-3E71AE6C1385}"/>
                </a:ext>
              </a:extLst>
            </p:cNvPr>
            <p:cNvSpPr/>
            <p:nvPr/>
          </p:nvSpPr>
          <p:spPr>
            <a:xfrm>
              <a:off x="9003410" y="3773614"/>
              <a:ext cx="473392" cy="222123"/>
            </a:xfrm>
            <a:custGeom>
              <a:avLst/>
              <a:gdLst>
                <a:gd name="connsiteX0" fmla="*/ 258889 w 473392"/>
                <a:gd name="connsiteY0" fmla="*/ 3810 h 222123"/>
                <a:gd name="connsiteX1" fmla="*/ 261461 w 473392"/>
                <a:gd name="connsiteY1" fmla="*/ 15240 h 222123"/>
                <a:gd name="connsiteX2" fmla="*/ 350425 w 473392"/>
                <a:gd name="connsiteY2" fmla="*/ 49625 h 222123"/>
                <a:gd name="connsiteX3" fmla="*/ 408527 w 473392"/>
                <a:gd name="connsiteY3" fmla="*/ 47339 h 222123"/>
                <a:gd name="connsiteX4" fmla="*/ 451009 w 473392"/>
                <a:gd name="connsiteY4" fmla="*/ 57531 h 222123"/>
                <a:gd name="connsiteX5" fmla="*/ 454057 w 473392"/>
                <a:gd name="connsiteY5" fmla="*/ 59246 h 222123"/>
                <a:gd name="connsiteX6" fmla="*/ 461486 w 473392"/>
                <a:gd name="connsiteY6" fmla="*/ 65246 h 222123"/>
                <a:gd name="connsiteX7" fmla="*/ 473393 w 473392"/>
                <a:gd name="connsiteY7" fmla="*/ 79629 h 222123"/>
                <a:gd name="connsiteX8" fmla="*/ 446913 w 473392"/>
                <a:gd name="connsiteY8" fmla="*/ 90488 h 222123"/>
                <a:gd name="connsiteX9" fmla="*/ 441960 w 473392"/>
                <a:gd name="connsiteY9" fmla="*/ 92583 h 222123"/>
                <a:gd name="connsiteX10" fmla="*/ 281750 w 473392"/>
                <a:gd name="connsiteY10" fmla="*/ 160401 h 222123"/>
                <a:gd name="connsiteX11" fmla="*/ 197358 w 473392"/>
                <a:gd name="connsiteY11" fmla="*/ 196691 h 222123"/>
                <a:gd name="connsiteX12" fmla="*/ 190500 w 473392"/>
                <a:gd name="connsiteY12" fmla="*/ 199644 h 222123"/>
                <a:gd name="connsiteX13" fmla="*/ 158877 w 473392"/>
                <a:gd name="connsiteY13" fmla="*/ 212598 h 222123"/>
                <a:gd name="connsiteX14" fmla="*/ 152876 w 473392"/>
                <a:gd name="connsiteY14" fmla="*/ 214503 h 222123"/>
                <a:gd name="connsiteX15" fmla="*/ 135350 w 473392"/>
                <a:gd name="connsiteY15" fmla="*/ 220123 h 222123"/>
                <a:gd name="connsiteX16" fmla="*/ 130493 w 473392"/>
                <a:gd name="connsiteY16" fmla="*/ 220694 h 222123"/>
                <a:gd name="connsiteX17" fmla="*/ 120396 w 473392"/>
                <a:gd name="connsiteY17" fmla="*/ 221742 h 222123"/>
                <a:gd name="connsiteX18" fmla="*/ 117824 w 473392"/>
                <a:gd name="connsiteY18" fmla="*/ 221837 h 222123"/>
                <a:gd name="connsiteX19" fmla="*/ 116300 w 473392"/>
                <a:gd name="connsiteY19" fmla="*/ 221933 h 222123"/>
                <a:gd name="connsiteX20" fmla="*/ 112300 w 473392"/>
                <a:gd name="connsiteY20" fmla="*/ 222123 h 222123"/>
                <a:gd name="connsiteX21" fmla="*/ 103156 w 473392"/>
                <a:gd name="connsiteY21" fmla="*/ 221266 h 222123"/>
                <a:gd name="connsiteX22" fmla="*/ 99060 w 473392"/>
                <a:gd name="connsiteY22" fmla="*/ 220885 h 222123"/>
                <a:gd name="connsiteX23" fmla="*/ 91059 w 473392"/>
                <a:gd name="connsiteY23" fmla="*/ 220028 h 222123"/>
                <a:gd name="connsiteX24" fmla="*/ 77629 w 473392"/>
                <a:gd name="connsiteY24" fmla="*/ 217646 h 222123"/>
                <a:gd name="connsiteX25" fmla="*/ 0 w 473392"/>
                <a:gd name="connsiteY25" fmla="*/ 194310 h 222123"/>
                <a:gd name="connsiteX26" fmla="*/ 1810 w 473392"/>
                <a:gd name="connsiteY26" fmla="*/ 190691 h 222123"/>
                <a:gd name="connsiteX27" fmla="*/ 36672 w 473392"/>
                <a:gd name="connsiteY27" fmla="*/ 117824 h 222123"/>
                <a:gd name="connsiteX28" fmla="*/ 43815 w 473392"/>
                <a:gd name="connsiteY28" fmla="*/ 104299 h 222123"/>
                <a:gd name="connsiteX29" fmla="*/ 45720 w 473392"/>
                <a:gd name="connsiteY29" fmla="*/ 100870 h 222123"/>
                <a:gd name="connsiteX30" fmla="*/ 50673 w 473392"/>
                <a:gd name="connsiteY30" fmla="*/ 93631 h 222123"/>
                <a:gd name="connsiteX31" fmla="*/ 56198 w 473392"/>
                <a:gd name="connsiteY31" fmla="*/ 89440 h 222123"/>
                <a:gd name="connsiteX32" fmla="*/ 63151 w 473392"/>
                <a:gd name="connsiteY32" fmla="*/ 88011 h 222123"/>
                <a:gd name="connsiteX33" fmla="*/ 65723 w 473392"/>
                <a:gd name="connsiteY33" fmla="*/ 87535 h 222123"/>
                <a:gd name="connsiteX34" fmla="*/ 97822 w 473392"/>
                <a:gd name="connsiteY34" fmla="*/ 89154 h 222123"/>
                <a:gd name="connsiteX35" fmla="*/ 134112 w 473392"/>
                <a:gd name="connsiteY35" fmla="*/ 67342 h 222123"/>
                <a:gd name="connsiteX36" fmla="*/ 153067 w 473392"/>
                <a:gd name="connsiteY36" fmla="*/ 16669 h 222123"/>
                <a:gd name="connsiteX37" fmla="*/ 207931 w 473392"/>
                <a:gd name="connsiteY37" fmla="*/ 29528 h 222123"/>
                <a:gd name="connsiteX38" fmla="*/ 207169 w 473392"/>
                <a:gd name="connsiteY38" fmla="*/ 25908 h 222123"/>
                <a:gd name="connsiteX39" fmla="*/ 206597 w 473392"/>
                <a:gd name="connsiteY39" fmla="*/ 23813 h 222123"/>
                <a:gd name="connsiteX40" fmla="*/ 205645 w 473392"/>
                <a:gd name="connsiteY40" fmla="*/ 20574 h 222123"/>
                <a:gd name="connsiteX41" fmla="*/ 218599 w 473392"/>
                <a:gd name="connsiteY41" fmla="*/ 13145 h 222123"/>
                <a:gd name="connsiteX42" fmla="*/ 241268 w 473392"/>
                <a:gd name="connsiteY42" fmla="*/ 0 h 222123"/>
                <a:gd name="connsiteX43" fmla="*/ 258889 w 473392"/>
                <a:gd name="connsiteY43" fmla="*/ 3810 h 22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73392" h="222123">
                  <a:moveTo>
                    <a:pt x="258889" y="3810"/>
                  </a:moveTo>
                  <a:lnTo>
                    <a:pt x="261461" y="15240"/>
                  </a:lnTo>
                  <a:lnTo>
                    <a:pt x="350425" y="49625"/>
                  </a:lnTo>
                  <a:lnTo>
                    <a:pt x="408527" y="47339"/>
                  </a:lnTo>
                  <a:lnTo>
                    <a:pt x="451009" y="57531"/>
                  </a:lnTo>
                  <a:lnTo>
                    <a:pt x="454057" y="59246"/>
                  </a:lnTo>
                  <a:lnTo>
                    <a:pt x="461486" y="65246"/>
                  </a:lnTo>
                  <a:lnTo>
                    <a:pt x="473393" y="79629"/>
                  </a:lnTo>
                  <a:lnTo>
                    <a:pt x="446913" y="90488"/>
                  </a:lnTo>
                  <a:lnTo>
                    <a:pt x="441960" y="92583"/>
                  </a:lnTo>
                  <a:lnTo>
                    <a:pt x="281750" y="160401"/>
                  </a:lnTo>
                  <a:lnTo>
                    <a:pt x="197358" y="196691"/>
                  </a:lnTo>
                  <a:lnTo>
                    <a:pt x="190500" y="199644"/>
                  </a:lnTo>
                  <a:lnTo>
                    <a:pt x="158877" y="212598"/>
                  </a:lnTo>
                  <a:lnTo>
                    <a:pt x="152876" y="214503"/>
                  </a:lnTo>
                  <a:lnTo>
                    <a:pt x="135350" y="220123"/>
                  </a:lnTo>
                  <a:lnTo>
                    <a:pt x="130493" y="220694"/>
                  </a:lnTo>
                  <a:lnTo>
                    <a:pt x="120396" y="221742"/>
                  </a:lnTo>
                  <a:lnTo>
                    <a:pt x="117824" y="221837"/>
                  </a:lnTo>
                  <a:lnTo>
                    <a:pt x="116300" y="221933"/>
                  </a:lnTo>
                  <a:lnTo>
                    <a:pt x="112300" y="222123"/>
                  </a:lnTo>
                  <a:lnTo>
                    <a:pt x="103156" y="221266"/>
                  </a:lnTo>
                  <a:lnTo>
                    <a:pt x="99060" y="220885"/>
                  </a:lnTo>
                  <a:lnTo>
                    <a:pt x="91059" y="220028"/>
                  </a:lnTo>
                  <a:lnTo>
                    <a:pt x="77629" y="217646"/>
                  </a:lnTo>
                  <a:lnTo>
                    <a:pt x="0" y="194310"/>
                  </a:lnTo>
                  <a:lnTo>
                    <a:pt x="1810" y="190691"/>
                  </a:lnTo>
                  <a:lnTo>
                    <a:pt x="36672" y="117824"/>
                  </a:lnTo>
                  <a:lnTo>
                    <a:pt x="43815" y="104299"/>
                  </a:lnTo>
                  <a:lnTo>
                    <a:pt x="45720" y="100870"/>
                  </a:lnTo>
                  <a:lnTo>
                    <a:pt x="50673" y="93631"/>
                  </a:lnTo>
                  <a:lnTo>
                    <a:pt x="56198" y="89440"/>
                  </a:lnTo>
                  <a:lnTo>
                    <a:pt x="63151" y="88011"/>
                  </a:lnTo>
                  <a:lnTo>
                    <a:pt x="65723" y="87535"/>
                  </a:lnTo>
                  <a:lnTo>
                    <a:pt x="97822" y="89154"/>
                  </a:lnTo>
                  <a:lnTo>
                    <a:pt x="134112" y="67342"/>
                  </a:lnTo>
                  <a:lnTo>
                    <a:pt x="153067" y="16669"/>
                  </a:lnTo>
                  <a:lnTo>
                    <a:pt x="207931" y="29528"/>
                  </a:lnTo>
                  <a:lnTo>
                    <a:pt x="207169" y="25908"/>
                  </a:lnTo>
                  <a:lnTo>
                    <a:pt x="206597" y="23813"/>
                  </a:lnTo>
                  <a:lnTo>
                    <a:pt x="205645" y="20574"/>
                  </a:lnTo>
                  <a:lnTo>
                    <a:pt x="218599" y="13145"/>
                  </a:lnTo>
                  <a:lnTo>
                    <a:pt x="241268" y="0"/>
                  </a:lnTo>
                  <a:lnTo>
                    <a:pt x="258889" y="3810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3" name="서울특별시 강동구 강일동">
              <a:extLst>
                <a:ext uri="{FF2B5EF4-FFF2-40B4-BE49-F238E27FC236}">
                  <a16:creationId xmlns:a16="http://schemas.microsoft.com/office/drawing/2014/main" id="{33452182-17C3-A835-E5A1-190BDC911975}"/>
                </a:ext>
              </a:extLst>
            </p:cNvPr>
            <p:cNvSpPr/>
            <p:nvPr/>
          </p:nvSpPr>
          <p:spPr>
            <a:xfrm>
              <a:off x="9497948" y="3141916"/>
              <a:ext cx="370808" cy="428529"/>
            </a:xfrm>
            <a:custGeom>
              <a:avLst/>
              <a:gdLst>
                <a:gd name="connsiteX0" fmla="*/ 368141 w 370808"/>
                <a:gd name="connsiteY0" fmla="*/ 398431 h 428529"/>
                <a:gd name="connsiteX1" fmla="*/ 258509 w 370808"/>
                <a:gd name="connsiteY1" fmla="*/ 423005 h 428529"/>
                <a:gd name="connsiteX2" fmla="*/ 209741 w 370808"/>
                <a:gd name="connsiteY2" fmla="*/ 428530 h 428529"/>
                <a:gd name="connsiteX3" fmla="*/ 179832 w 370808"/>
                <a:gd name="connsiteY3" fmla="*/ 426244 h 428529"/>
                <a:gd name="connsiteX4" fmla="*/ 171545 w 370808"/>
                <a:gd name="connsiteY4" fmla="*/ 389858 h 428529"/>
                <a:gd name="connsiteX5" fmla="*/ 161830 w 370808"/>
                <a:gd name="connsiteY5" fmla="*/ 334232 h 428529"/>
                <a:gd name="connsiteX6" fmla="*/ 155353 w 370808"/>
                <a:gd name="connsiteY6" fmla="*/ 325374 h 428529"/>
                <a:gd name="connsiteX7" fmla="*/ 131540 w 370808"/>
                <a:gd name="connsiteY7" fmla="*/ 308991 h 428529"/>
                <a:gd name="connsiteX8" fmla="*/ 100679 w 370808"/>
                <a:gd name="connsiteY8" fmla="*/ 288417 h 428529"/>
                <a:gd name="connsiteX9" fmla="*/ 80296 w 370808"/>
                <a:gd name="connsiteY9" fmla="*/ 258890 h 428529"/>
                <a:gd name="connsiteX10" fmla="*/ 65913 w 370808"/>
                <a:gd name="connsiteY10" fmla="*/ 218027 h 428529"/>
                <a:gd name="connsiteX11" fmla="*/ 62675 w 370808"/>
                <a:gd name="connsiteY11" fmla="*/ 213360 h 428529"/>
                <a:gd name="connsiteX12" fmla="*/ 104109 w 370808"/>
                <a:gd name="connsiteY12" fmla="*/ 179927 h 428529"/>
                <a:gd name="connsiteX13" fmla="*/ 106013 w 370808"/>
                <a:gd name="connsiteY13" fmla="*/ 178403 h 428529"/>
                <a:gd name="connsiteX14" fmla="*/ 71533 w 370808"/>
                <a:gd name="connsiteY14" fmla="*/ 129540 h 428529"/>
                <a:gd name="connsiteX15" fmla="*/ 68580 w 370808"/>
                <a:gd name="connsiteY15" fmla="*/ 125349 h 428529"/>
                <a:gd name="connsiteX16" fmla="*/ 0 w 370808"/>
                <a:gd name="connsiteY16" fmla="*/ 54959 h 428529"/>
                <a:gd name="connsiteX17" fmla="*/ 57055 w 370808"/>
                <a:gd name="connsiteY17" fmla="*/ 23813 h 428529"/>
                <a:gd name="connsiteX18" fmla="*/ 81439 w 370808"/>
                <a:gd name="connsiteY18" fmla="*/ 22670 h 428529"/>
                <a:gd name="connsiteX19" fmla="*/ 128016 w 370808"/>
                <a:gd name="connsiteY19" fmla="*/ 27813 h 428529"/>
                <a:gd name="connsiteX20" fmla="*/ 187643 w 370808"/>
                <a:gd name="connsiteY20" fmla="*/ 25622 h 428529"/>
                <a:gd name="connsiteX21" fmla="*/ 224504 w 370808"/>
                <a:gd name="connsiteY21" fmla="*/ 22765 h 428529"/>
                <a:gd name="connsiteX22" fmla="*/ 243650 w 370808"/>
                <a:gd name="connsiteY22" fmla="*/ 14192 h 428529"/>
                <a:gd name="connsiteX23" fmla="*/ 278606 w 370808"/>
                <a:gd name="connsiteY23" fmla="*/ 2286 h 428529"/>
                <a:gd name="connsiteX24" fmla="*/ 291846 w 370808"/>
                <a:gd name="connsiteY24" fmla="*/ 0 h 428529"/>
                <a:gd name="connsiteX25" fmla="*/ 286608 w 370808"/>
                <a:gd name="connsiteY25" fmla="*/ 11239 h 428529"/>
                <a:gd name="connsiteX26" fmla="*/ 279273 w 370808"/>
                <a:gd name="connsiteY26" fmla="*/ 25051 h 428529"/>
                <a:gd name="connsiteX27" fmla="*/ 252699 w 370808"/>
                <a:gd name="connsiteY27" fmla="*/ 44482 h 428529"/>
                <a:gd name="connsiteX28" fmla="*/ 251841 w 370808"/>
                <a:gd name="connsiteY28" fmla="*/ 50959 h 428529"/>
                <a:gd name="connsiteX29" fmla="*/ 250793 w 370808"/>
                <a:gd name="connsiteY29" fmla="*/ 58483 h 428529"/>
                <a:gd name="connsiteX30" fmla="*/ 250031 w 370808"/>
                <a:gd name="connsiteY30" fmla="*/ 64389 h 428529"/>
                <a:gd name="connsiteX31" fmla="*/ 258319 w 370808"/>
                <a:gd name="connsiteY31" fmla="*/ 108585 h 428529"/>
                <a:gd name="connsiteX32" fmla="*/ 260128 w 370808"/>
                <a:gd name="connsiteY32" fmla="*/ 112871 h 428529"/>
                <a:gd name="connsiteX33" fmla="*/ 262700 w 370808"/>
                <a:gd name="connsiteY33" fmla="*/ 118872 h 428529"/>
                <a:gd name="connsiteX34" fmla="*/ 264129 w 370808"/>
                <a:gd name="connsiteY34" fmla="*/ 121444 h 428529"/>
                <a:gd name="connsiteX35" fmla="*/ 294704 w 370808"/>
                <a:gd name="connsiteY35" fmla="*/ 169831 h 428529"/>
                <a:gd name="connsiteX36" fmla="*/ 318040 w 370808"/>
                <a:gd name="connsiteY36" fmla="*/ 211931 h 428529"/>
                <a:gd name="connsiteX37" fmla="*/ 320231 w 370808"/>
                <a:gd name="connsiteY37" fmla="*/ 217837 h 428529"/>
                <a:gd name="connsiteX38" fmla="*/ 320421 w 370808"/>
                <a:gd name="connsiteY38" fmla="*/ 218884 h 428529"/>
                <a:gd name="connsiteX39" fmla="*/ 320612 w 370808"/>
                <a:gd name="connsiteY39" fmla="*/ 220123 h 428529"/>
                <a:gd name="connsiteX40" fmla="*/ 323279 w 370808"/>
                <a:gd name="connsiteY40" fmla="*/ 235077 h 428529"/>
                <a:gd name="connsiteX41" fmla="*/ 323660 w 370808"/>
                <a:gd name="connsiteY41" fmla="*/ 237458 h 428529"/>
                <a:gd name="connsiteX42" fmla="*/ 324231 w 370808"/>
                <a:gd name="connsiteY42" fmla="*/ 240697 h 428529"/>
                <a:gd name="connsiteX43" fmla="*/ 324612 w 370808"/>
                <a:gd name="connsiteY43" fmla="*/ 259175 h 428529"/>
                <a:gd name="connsiteX44" fmla="*/ 326327 w 370808"/>
                <a:gd name="connsiteY44" fmla="*/ 274225 h 428529"/>
                <a:gd name="connsiteX45" fmla="*/ 326422 w 370808"/>
                <a:gd name="connsiteY45" fmla="*/ 274892 h 428529"/>
                <a:gd name="connsiteX46" fmla="*/ 326993 w 370808"/>
                <a:gd name="connsiteY46" fmla="*/ 276892 h 428529"/>
                <a:gd name="connsiteX47" fmla="*/ 327756 w 370808"/>
                <a:gd name="connsiteY47" fmla="*/ 279654 h 428529"/>
                <a:gd name="connsiteX48" fmla="*/ 329756 w 370808"/>
                <a:gd name="connsiteY48" fmla="*/ 286131 h 428529"/>
                <a:gd name="connsiteX49" fmla="*/ 354330 w 370808"/>
                <a:gd name="connsiteY49" fmla="*/ 333470 h 428529"/>
                <a:gd name="connsiteX50" fmla="*/ 362427 w 370808"/>
                <a:gd name="connsiteY50" fmla="*/ 346043 h 428529"/>
                <a:gd name="connsiteX51" fmla="*/ 367189 w 370808"/>
                <a:gd name="connsiteY51" fmla="*/ 353568 h 428529"/>
                <a:gd name="connsiteX52" fmla="*/ 369856 w 370808"/>
                <a:gd name="connsiteY52" fmla="*/ 360617 h 428529"/>
                <a:gd name="connsiteX53" fmla="*/ 370237 w 370808"/>
                <a:gd name="connsiteY53" fmla="*/ 366427 h 428529"/>
                <a:gd name="connsiteX54" fmla="*/ 370809 w 370808"/>
                <a:gd name="connsiteY54" fmla="*/ 373761 h 428529"/>
                <a:gd name="connsiteX55" fmla="*/ 370237 w 370808"/>
                <a:gd name="connsiteY55" fmla="*/ 385096 h 428529"/>
                <a:gd name="connsiteX56" fmla="*/ 370142 w 370808"/>
                <a:gd name="connsiteY56" fmla="*/ 387667 h 428529"/>
                <a:gd name="connsiteX57" fmla="*/ 370142 w 370808"/>
                <a:gd name="connsiteY57" fmla="*/ 388334 h 428529"/>
                <a:gd name="connsiteX58" fmla="*/ 369189 w 370808"/>
                <a:gd name="connsiteY58" fmla="*/ 393097 h 428529"/>
                <a:gd name="connsiteX59" fmla="*/ 368141 w 370808"/>
                <a:gd name="connsiteY59" fmla="*/ 398431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70808" h="428529">
                  <a:moveTo>
                    <a:pt x="368141" y="398431"/>
                  </a:moveTo>
                  <a:lnTo>
                    <a:pt x="258509" y="423005"/>
                  </a:lnTo>
                  <a:lnTo>
                    <a:pt x="209741" y="428530"/>
                  </a:lnTo>
                  <a:lnTo>
                    <a:pt x="179832" y="426244"/>
                  </a:lnTo>
                  <a:lnTo>
                    <a:pt x="171545" y="389858"/>
                  </a:lnTo>
                  <a:lnTo>
                    <a:pt x="161830" y="334232"/>
                  </a:lnTo>
                  <a:lnTo>
                    <a:pt x="155353" y="325374"/>
                  </a:lnTo>
                  <a:lnTo>
                    <a:pt x="131540" y="308991"/>
                  </a:lnTo>
                  <a:lnTo>
                    <a:pt x="100679" y="288417"/>
                  </a:lnTo>
                  <a:lnTo>
                    <a:pt x="80296" y="258890"/>
                  </a:lnTo>
                  <a:lnTo>
                    <a:pt x="65913" y="218027"/>
                  </a:lnTo>
                  <a:lnTo>
                    <a:pt x="62675" y="213360"/>
                  </a:lnTo>
                  <a:lnTo>
                    <a:pt x="104109" y="179927"/>
                  </a:lnTo>
                  <a:lnTo>
                    <a:pt x="106013" y="178403"/>
                  </a:lnTo>
                  <a:lnTo>
                    <a:pt x="71533" y="129540"/>
                  </a:lnTo>
                  <a:lnTo>
                    <a:pt x="68580" y="125349"/>
                  </a:lnTo>
                  <a:lnTo>
                    <a:pt x="0" y="54959"/>
                  </a:lnTo>
                  <a:lnTo>
                    <a:pt x="57055" y="23813"/>
                  </a:lnTo>
                  <a:lnTo>
                    <a:pt x="81439" y="22670"/>
                  </a:lnTo>
                  <a:lnTo>
                    <a:pt x="128016" y="27813"/>
                  </a:lnTo>
                  <a:lnTo>
                    <a:pt x="187643" y="25622"/>
                  </a:lnTo>
                  <a:lnTo>
                    <a:pt x="224504" y="22765"/>
                  </a:lnTo>
                  <a:lnTo>
                    <a:pt x="243650" y="14192"/>
                  </a:lnTo>
                  <a:lnTo>
                    <a:pt x="278606" y="2286"/>
                  </a:lnTo>
                  <a:lnTo>
                    <a:pt x="291846" y="0"/>
                  </a:lnTo>
                  <a:lnTo>
                    <a:pt x="286608" y="11239"/>
                  </a:lnTo>
                  <a:lnTo>
                    <a:pt x="279273" y="25051"/>
                  </a:lnTo>
                  <a:lnTo>
                    <a:pt x="252699" y="44482"/>
                  </a:lnTo>
                  <a:lnTo>
                    <a:pt x="251841" y="50959"/>
                  </a:lnTo>
                  <a:lnTo>
                    <a:pt x="250793" y="58483"/>
                  </a:lnTo>
                  <a:lnTo>
                    <a:pt x="250031" y="64389"/>
                  </a:lnTo>
                  <a:lnTo>
                    <a:pt x="258319" y="108585"/>
                  </a:lnTo>
                  <a:lnTo>
                    <a:pt x="260128" y="112871"/>
                  </a:lnTo>
                  <a:lnTo>
                    <a:pt x="262700" y="118872"/>
                  </a:lnTo>
                  <a:lnTo>
                    <a:pt x="264129" y="121444"/>
                  </a:lnTo>
                  <a:lnTo>
                    <a:pt x="294704" y="169831"/>
                  </a:lnTo>
                  <a:lnTo>
                    <a:pt x="318040" y="211931"/>
                  </a:lnTo>
                  <a:lnTo>
                    <a:pt x="320231" y="217837"/>
                  </a:lnTo>
                  <a:lnTo>
                    <a:pt x="320421" y="218884"/>
                  </a:lnTo>
                  <a:lnTo>
                    <a:pt x="320612" y="220123"/>
                  </a:lnTo>
                  <a:lnTo>
                    <a:pt x="323279" y="235077"/>
                  </a:lnTo>
                  <a:lnTo>
                    <a:pt x="323660" y="237458"/>
                  </a:lnTo>
                  <a:lnTo>
                    <a:pt x="324231" y="240697"/>
                  </a:lnTo>
                  <a:lnTo>
                    <a:pt x="324612" y="259175"/>
                  </a:lnTo>
                  <a:lnTo>
                    <a:pt x="326327" y="274225"/>
                  </a:lnTo>
                  <a:lnTo>
                    <a:pt x="326422" y="274892"/>
                  </a:lnTo>
                  <a:lnTo>
                    <a:pt x="326993" y="276892"/>
                  </a:lnTo>
                  <a:lnTo>
                    <a:pt x="327756" y="279654"/>
                  </a:lnTo>
                  <a:lnTo>
                    <a:pt x="329756" y="286131"/>
                  </a:lnTo>
                  <a:lnTo>
                    <a:pt x="354330" y="333470"/>
                  </a:lnTo>
                  <a:lnTo>
                    <a:pt x="362427" y="346043"/>
                  </a:lnTo>
                  <a:lnTo>
                    <a:pt x="367189" y="353568"/>
                  </a:lnTo>
                  <a:lnTo>
                    <a:pt x="369856" y="360617"/>
                  </a:lnTo>
                  <a:lnTo>
                    <a:pt x="370237" y="366427"/>
                  </a:lnTo>
                  <a:lnTo>
                    <a:pt x="370809" y="373761"/>
                  </a:lnTo>
                  <a:lnTo>
                    <a:pt x="370237" y="385096"/>
                  </a:lnTo>
                  <a:lnTo>
                    <a:pt x="370142" y="387667"/>
                  </a:lnTo>
                  <a:lnTo>
                    <a:pt x="370142" y="388334"/>
                  </a:lnTo>
                  <a:lnTo>
                    <a:pt x="369189" y="393097"/>
                  </a:lnTo>
                  <a:lnTo>
                    <a:pt x="368141" y="398431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4" name="서울특별시 강동구 상일제1동">
              <a:extLst>
                <a:ext uri="{FF2B5EF4-FFF2-40B4-BE49-F238E27FC236}">
                  <a16:creationId xmlns:a16="http://schemas.microsoft.com/office/drawing/2014/main" id="{EF341DC6-4C7A-4616-D103-920B9FA74490}"/>
                </a:ext>
              </a:extLst>
            </p:cNvPr>
            <p:cNvSpPr/>
            <p:nvPr/>
          </p:nvSpPr>
          <p:spPr>
            <a:xfrm>
              <a:off x="9395936" y="3568160"/>
              <a:ext cx="329660" cy="225837"/>
            </a:xfrm>
            <a:custGeom>
              <a:avLst/>
              <a:gdLst>
                <a:gd name="connsiteX0" fmla="*/ 329660 w 329660"/>
                <a:gd name="connsiteY0" fmla="*/ 215932 h 225837"/>
                <a:gd name="connsiteX1" fmla="*/ 326898 w 329660"/>
                <a:gd name="connsiteY1" fmla="*/ 213932 h 225837"/>
                <a:gd name="connsiteX2" fmla="*/ 229457 w 329660"/>
                <a:gd name="connsiteY2" fmla="*/ 219933 h 225837"/>
                <a:gd name="connsiteX3" fmla="*/ 148114 w 329660"/>
                <a:gd name="connsiteY3" fmla="*/ 225838 h 225837"/>
                <a:gd name="connsiteX4" fmla="*/ 131445 w 329660"/>
                <a:gd name="connsiteY4" fmla="*/ 223076 h 225837"/>
                <a:gd name="connsiteX5" fmla="*/ 124206 w 329660"/>
                <a:gd name="connsiteY5" fmla="*/ 212027 h 225837"/>
                <a:gd name="connsiteX6" fmla="*/ 119158 w 329660"/>
                <a:gd name="connsiteY6" fmla="*/ 206978 h 225837"/>
                <a:gd name="connsiteX7" fmla="*/ 92869 w 329660"/>
                <a:gd name="connsiteY7" fmla="*/ 210503 h 225837"/>
                <a:gd name="connsiteX8" fmla="*/ 67913 w 329660"/>
                <a:gd name="connsiteY8" fmla="*/ 213741 h 225837"/>
                <a:gd name="connsiteX9" fmla="*/ 55626 w 329660"/>
                <a:gd name="connsiteY9" fmla="*/ 213551 h 225837"/>
                <a:gd name="connsiteX10" fmla="*/ 0 w 329660"/>
                <a:gd name="connsiteY10" fmla="*/ 201263 h 225837"/>
                <a:gd name="connsiteX11" fmla="*/ 6858 w 329660"/>
                <a:gd name="connsiteY11" fmla="*/ 102299 h 225837"/>
                <a:gd name="connsiteX12" fmla="*/ 10192 w 329660"/>
                <a:gd name="connsiteY12" fmla="*/ 55055 h 225837"/>
                <a:gd name="connsiteX13" fmla="*/ 11239 w 329660"/>
                <a:gd name="connsiteY13" fmla="*/ 40386 h 225837"/>
                <a:gd name="connsiteX14" fmla="*/ 11525 w 329660"/>
                <a:gd name="connsiteY14" fmla="*/ 35338 h 225837"/>
                <a:gd name="connsiteX15" fmla="*/ 106203 w 329660"/>
                <a:gd name="connsiteY15" fmla="*/ 22098 h 225837"/>
                <a:gd name="connsiteX16" fmla="*/ 146399 w 329660"/>
                <a:gd name="connsiteY16" fmla="*/ 16193 h 225837"/>
                <a:gd name="connsiteX17" fmla="*/ 167926 w 329660"/>
                <a:gd name="connsiteY17" fmla="*/ 12954 h 225837"/>
                <a:gd name="connsiteX18" fmla="*/ 198787 w 329660"/>
                <a:gd name="connsiteY18" fmla="*/ 9335 h 225837"/>
                <a:gd name="connsiteX19" fmla="*/ 281844 w 329660"/>
                <a:gd name="connsiteY19" fmla="*/ 0 h 225837"/>
                <a:gd name="connsiteX20" fmla="*/ 282607 w 329660"/>
                <a:gd name="connsiteY20" fmla="*/ 4191 h 225837"/>
                <a:gd name="connsiteX21" fmla="*/ 283845 w 329660"/>
                <a:gd name="connsiteY21" fmla="*/ 10287 h 225837"/>
                <a:gd name="connsiteX22" fmla="*/ 288417 w 329660"/>
                <a:gd name="connsiteY22" fmla="*/ 34290 h 225837"/>
                <a:gd name="connsiteX23" fmla="*/ 289560 w 329660"/>
                <a:gd name="connsiteY23" fmla="*/ 40100 h 225837"/>
                <a:gd name="connsiteX24" fmla="*/ 299942 w 329660"/>
                <a:gd name="connsiteY24" fmla="*/ 91916 h 225837"/>
                <a:gd name="connsiteX25" fmla="*/ 310134 w 329660"/>
                <a:gd name="connsiteY25" fmla="*/ 142780 h 225837"/>
                <a:gd name="connsiteX26" fmla="*/ 311086 w 329660"/>
                <a:gd name="connsiteY26" fmla="*/ 146876 h 225837"/>
                <a:gd name="connsiteX27" fmla="*/ 311562 w 329660"/>
                <a:gd name="connsiteY27" fmla="*/ 148876 h 225837"/>
                <a:gd name="connsiteX28" fmla="*/ 320897 w 329660"/>
                <a:gd name="connsiteY28" fmla="*/ 188691 h 225837"/>
                <a:gd name="connsiteX29" fmla="*/ 329660 w 329660"/>
                <a:gd name="connsiteY29" fmla="*/ 215932 h 22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9660" h="225837">
                  <a:moveTo>
                    <a:pt x="329660" y="215932"/>
                  </a:moveTo>
                  <a:lnTo>
                    <a:pt x="326898" y="213932"/>
                  </a:lnTo>
                  <a:lnTo>
                    <a:pt x="229457" y="219933"/>
                  </a:lnTo>
                  <a:lnTo>
                    <a:pt x="148114" y="225838"/>
                  </a:lnTo>
                  <a:lnTo>
                    <a:pt x="131445" y="223076"/>
                  </a:lnTo>
                  <a:lnTo>
                    <a:pt x="124206" y="212027"/>
                  </a:lnTo>
                  <a:lnTo>
                    <a:pt x="119158" y="206978"/>
                  </a:lnTo>
                  <a:lnTo>
                    <a:pt x="92869" y="210503"/>
                  </a:lnTo>
                  <a:lnTo>
                    <a:pt x="67913" y="213741"/>
                  </a:lnTo>
                  <a:lnTo>
                    <a:pt x="55626" y="213551"/>
                  </a:lnTo>
                  <a:lnTo>
                    <a:pt x="0" y="201263"/>
                  </a:lnTo>
                  <a:lnTo>
                    <a:pt x="6858" y="102299"/>
                  </a:lnTo>
                  <a:lnTo>
                    <a:pt x="10192" y="55055"/>
                  </a:lnTo>
                  <a:lnTo>
                    <a:pt x="11239" y="40386"/>
                  </a:lnTo>
                  <a:lnTo>
                    <a:pt x="11525" y="35338"/>
                  </a:lnTo>
                  <a:lnTo>
                    <a:pt x="106203" y="22098"/>
                  </a:lnTo>
                  <a:lnTo>
                    <a:pt x="146399" y="16193"/>
                  </a:lnTo>
                  <a:lnTo>
                    <a:pt x="167926" y="12954"/>
                  </a:lnTo>
                  <a:lnTo>
                    <a:pt x="198787" y="9335"/>
                  </a:lnTo>
                  <a:lnTo>
                    <a:pt x="281844" y="0"/>
                  </a:lnTo>
                  <a:lnTo>
                    <a:pt x="282607" y="4191"/>
                  </a:lnTo>
                  <a:lnTo>
                    <a:pt x="283845" y="10287"/>
                  </a:lnTo>
                  <a:lnTo>
                    <a:pt x="288417" y="34290"/>
                  </a:lnTo>
                  <a:lnTo>
                    <a:pt x="289560" y="40100"/>
                  </a:lnTo>
                  <a:lnTo>
                    <a:pt x="299942" y="91916"/>
                  </a:lnTo>
                  <a:lnTo>
                    <a:pt x="310134" y="142780"/>
                  </a:lnTo>
                  <a:lnTo>
                    <a:pt x="311086" y="146876"/>
                  </a:lnTo>
                  <a:lnTo>
                    <a:pt x="311562" y="148876"/>
                  </a:lnTo>
                  <a:lnTo>
                    <a:pt x="320897" y="188691"/>
                  </a:lnTo>
                  <a:lnTo>
                    <a:pt x="329660" y="215932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5" name="서울특별시 강동구 상일제2동">
              <a:extLst>
                <a:ext uri="{FF2B5EF4-FFF2-40B4-BE49-F238E27FC236}">
                  <a16:creationId xmlns:a16="http://schemas.microsoft.com/office/drawing/2014/main" id="{74B4BED3-527A-7D62-EA93-C9E3C65A7632}"/>
                </a:ext>
              </a:extLst>
            </p:cNvPr>
            <p:cNvSpPr/>
            <p:nvPr/>
          </p:nvSpPr>
          <p:spPr>
            <a:xfrm>
              <a:off x="9677780" y="3540347"/>
              <a:ext cx="218694" cy="247364"/>
            </a:xfrm>
            <a:custGeom>
              <a:avLst/>
              <a:gdLst>
                <a:gd name="connsiteX0" fmla="*/ 0 w 218694"/>
                <a:gd name="connsiteY0" fmla="*/ 27813 h 247364"/>
                <a:gd name="connsiteX1" fmla="*/ 29909 w 218694"/>
                <a:gd name="connsiteY1" fmla="*/ 30099 h 247364"/>
                <a:gd name="connsiteX2" fmla="*/ 78677 w 218694"/>
                <a:gd name="connsiteY2" fmla="*/ 24574 h 247364"/>
                <a:gd name="connsiteX3" fmla="*/ 188309 w 218694"/>
                <a:gd name="connsiteY3" fmla="*/ 0 h 247364"/>
                <a:gd name="connsiteX4" fmla="*/ 187833 w 218694"/>
                <a:gd name="connsiteY4" fmla="*/ 2286 h 247364"/>
                <a:gd name="connsiteX5" fmla="*/ 187452 w 218694"/>
                <a:gd name="connsiteY5" fmla="*/ 3715 h 247364"/>
                <a:gd name="connsiteX6" fmla="*/ 185357 w 218694"/>
                <a:gd name="connsiteY6" fmla="*/ 12382 h 247364"/>
                <a:gd name="connsiteX7" fmla="*/ 184214 w 218694"/>
                <a:gd name="connsiteY7" fmla="*/ 17431 h 247364"/>
                <a:gd name="connsiteX8" fmla="*/ 183071 w 218694"/>
                <a:gd name="connsiteY8" fmla="*/ 22479 h 247364"/>
                <a:gd name="connsiteX9" fmla="*/ 179165 w 218694"/>
                <a:gd name="connsiteY9" fmla="*/ 103441 h 247364"/>
                <a:gd name="connsiteX10" fmla="*/ 179261 w 218694"/>
                <a:gd name="connsiteY10" fmla="*/ 105823 h 247364"/>
                <a:gd name="connsiteX11" fmla="*/ 179451 w 218694"/>
                <a:gd name="connsiteY11" fmla="*/ 108871 h 247364"/>
                <a:gd name="connsiteX12" fmla="*/ 205550 w 218694"/>
                <a:gd name="connsiteY12" fmla="*/ 222885 h 247364"/>
                <a:gd name="connsiteX13" fmla="*/ 215361 w 218694"/>
                <a:gd name="connsiteY13" fmla="*/ 232791 h 247364"/>
                <a:gd name="connsiteX14" fmla="*/ 218694 w 218694"/>
                <a:gd name="connsiteY14" fmla="*/ 236220 h 247364"/>
                <a:gd name="connsiteX15" fmla="*/ 170783 w 218694"/>
                <a:gd name="connsiteY15" fmla="*/ 235268 h 247364"/>
                <a:gd name="connsiteX16" fmla="*/ 165449 w 218694"/>
                <a:gd name="connsiteY16" fmla="*/ 231362 h 247364"/>
                <a:gd name="connsiteX17" fmla="*/ 156686 w 218694"/>
                <a:gd name="connsiteY17" fmla="*/ 225076 h 247364"/>
                <a:gd name="connsiteX18" fmla="*/ 150114 w 218694"/>
                <a:gd name="connsiteY18" fmla="*/ 223838 h 247364"/>
                <a:gd name="connsiteX19" fmla="*/ 140780 w 218694"/>
                <a:gd name="connsiteY19" fmla="*/ 222123 h 247364"/>
                <a:gd name="connsiteX20" fmla="*/ 136970 w 218694"/>
                <a:gd name="connsiteY20" fmla="*/ 221456 h 247364"/>
                <a:gd name="connsiteX21" fmla="*/ 133350 w 218694"/>
                <a:gd name="connsiteY21" fmla="*/ 222599 h 247364"/>
                <a:gd name="connsiteX22" fmla="*/ 111347 w 218694"/>
                <a:gd name="connsiteY22" fmla="*/ 229267 h 247364"/>
                <a:gd name="connsiteX23" fmla="*/ 98013 w 218694"/>
                <a:gd name="connsiteY23" fmla="*/ 235744 h 247364"/>
                <a:gd name="connsiteX24" fmla="*/ 74390 w 218694"/>
                <a:gd name="connsiteY24" fmla="*/ 247364 h 247364"/>
                <a:gd name="connsiteX25" fmla="*/ 57341 w 218694"/>
                <a:gd name="connsiteY25" fmla="*/ 247269 h 247364"/>
                <a:gd name="connsiteX26" fmla="*/ 52578 w 218694"/>
                <a:gd name="connsiteY26" fmla="*/ 247269 h 247364"/>
                <a:gd name="connsiteX27" fmla="*/ 50006 w 218694"/>
                <a:gd name="connsiteY27" fmla="*/ 245364 h 247364"/>
                <a:gd name="connsiteX28" fmla="*/ 47816 w 218694"/>
                <a:gd name="connsiteY28" fmla="*/ 243745 h 247364"/>
                <a:gd name="connsiteX29" fmla="*/ 39053 w 218694"/>
                <a:gd name="connsiteY29" fmla="*/ 216503 h 247364"/>
                <a:gd name="connsiteX30" fmla="*/ 29718 w 218694"/>
                <a:gd name="connsiteY30" fmla="*/ 176689 h 247364"/>
                <a:gd name="connsiteX31" fmla="*/ 29242 w 218694"/>
                <a:gd name="connsiteY31" fmla="*/ 174688 h 247364"/>
                <a:gd name="connsiteX32" fmla="*/ 28290 w 218694"/>
                <a:gd name="connsiteY32" fmla="*/ 170593 h 247364"/>
                <a:gd name="connsiteX33" fmla="*/ 18098 w 218694"/>
                <a:gd name="connsiteY33" fmla="*/ 119729 h 247364"/>
                <a:gd name="connsiteX34" fmla="*/ 7715 w 218694"/>
                <a:gd name="connsiteY34" fmla="*/ 67913 h 247364"/>
                <a:gd name="connsiteX35" fmla="*/ 6572 w 218694"/>
                <a:gd name="connsiteY35" fmla="*/ 62103 h 247364"/>
                <a:gd name="connsiteX36" fmla="*/ 2000 w 218694"/>
                <a:gd name="connsiteY36" fmla="*/ 38100 h 247364"/>
                <a:gd name="connsiteX37" fmla="*/ 762 w 218694"/>
                <a:gd name="connsiteY37" fmla="*/ 32004 h 247364"/>
                <a:gd name="connsiteX38" fmla="*/ 0 w 218694"/>
                <a:gd name="connsiteY38" fmla="*/ 27813 h 24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8694" h="247364">
                  <a:moveTo>
                    <a:pt x="0" y="27813"/>
                  </a:moveTo>
                  <a:lnTo>
                    <a:pt x="29909" y="30099"/>
                  </a:lnTo>
                  <a:lnTo>
                    <a:pt x="78677" y="24574"/>
                  </a:lnTo>
                  <a:lnTo>
                    <a:pt x="188309" y="0"/>
                  </a:lnTo>
                  <a:lnTo>
                    <a:pt x="187833" y="2286"/>
                  </a:lnTo>
                  <a:lnTo>
                    <a:pt x="187452" y="3715"/>
                  </a:lnTo>
                  <a:lnTo>
                    <a:pt x="185357" y="12382"/>
                  </a:lnTo>
                  <a:lnTo>
                    <a:pt x="184214" y="17431"/>
                  </a:lnTo>
                  <a:lnTo>
                    <a:pt x="183071" y="22479"/>
                  </a:lnTo>
                  <a:lnTo>
                    <a:pt x="179165" y="103441"/>
                  </a:lnTo>
                  <a:lnTo>
                    <a:pt x="179261" y="105823"/>
                  </a:lnTo>
                  <a:lnTo>
                    <a:pt x="179451" y="108871"/>
                  </a:lnTo>
                  <a:lnTo>
                    <a:pt x="205550" y="222885"/>
                  </a:lnTo>
                  <a:lnTo>
                    <a:pt x="215361" y="232791"/>
                  </a:lnTo>
                  <a:lnTo>
                    <a:pt x="218694" y="236220"/>
                  </a:lnTo>
                  <a:lnTo>
                    <a:pt x="170783" y="235268"/>
                  </a:lnTo>
                  <a:lnTo>
                    <a:pt x="165449" y="231362"/>
                  </a:lnTo>
                  <a:lnTo>
                    <a:pt x="156686" y="225076"/>
                  </a:lnTo>
                  <a:lnTo>
                    <a:pt x="150114" y="223838"/>
                  </a:lnTo>
                  <a:lnTo>
                    <a:pt x="140780" y="222123"/>
                  </a:lnTo>
                  <a:lnTo>
                    <a:pt x="136970" y="221456"/>
                  </a:lnTo>
                  <a:lnTo>
                    <a:pt x="133350" y="222599"/>
                  </a:lnTo>
                  <a:lnTo>
                    <a:pt x="111347" y="229267"/>
                  </a:lnTo>
                  <a:lnTo>
                    <a:pt x="98013" y="235744"/>
                  </a:lnTo>
                  <a:lnTo>
                    <a:pt x="74390" y="247364"/>
                  </a:lnTo>
                  <a:lnTo>
                    <a:pt x="57341" y="247269"/>
                  </a:lnTo>
                  <a:lnTo>
                    <a:pt x="52578" y="247269"/>
                  </a:lnTo>
                  <a:lnTo>
                    <a:pt x="50006" y="245364"/>
                  </a:lnTo>
                  <a:lnTo>
                    <a:pt x="47816" y="243745"/>
                  </a:lnTo>
                  <a:lnTo>
                    <a:pt x="39053" y="216503"/>
                  </a:lnTo>
                  <a:lnTo>
                    <a:pt x="29718" y="176689"/>
                  </a:lnTo>
                  <a:lnTo>
                    <a:pt x="29242" y="174688"/>
                  </a:lnTo>
                  <a:lnTo>
                    <a:pt x="28290" y="170593"/>
                  </a:lnTo>
                  <a:lnTo>
                    <a:pt x="18098" y="119729"/>
                  </a:lnTo>
                  <a:lnTo>
                    <a:pt x="7715" y="67913"/>
                  </a:lnTo>
                  <a:lnTo>
                    <a:pt x="6572" y="62103"/>
                  </a:lnTo>
                  <a:lnTo>
                    <a:pt x="2000" y="38100"/>
                  </a:lnTo>
                  <a:lnTo>
                    <a:pt x="762" y="32004"/>
                  </a:lnTo>
                  <a:lnTo>
                    <a:pt x="0" y="27813"/>
                  </a:lnTo>
                  <a:close/>
                </a:path>
              </a:pathLst>
            </a:custGeom>
            <a:grpFill/>
            <a:ln w="9525" cap="rnd">
              <a:solidFill>
                <a:schemeClr val="bg1">
                  <a:lumMod val="6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Shape 6">
            <a:extLst>
              <a:ext uri="{FF2B5EF4-FFF2-40B4-BE49-F238E27FC236}">
                <a16:creationId xmlns:a16="http://schemas.microsoft.com/office/drawing/2014/main" id="{75D79F5B-6C3F-9A79-53DB-89C77D5162A1}"/>
              </a:ext>
            </a:extLst>
          </p:cNvPr>
          <p:cNvSpPr/>
          <p:nvPr/>
        </p:nvSpPr>
        <p:spPr>
          <a:xfrm>
            <a:off x="4429123" y="1933028"/>
            <a:ext cx="7144" cy="757238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2A9151BD-4D41-AED0-F44B-57A792E35FE0}"/>
              </a:ext>
            </a:extLst>
          </p:cNvPr>
          <p:cNvSpPr txBox="1"/>
          <p:nvPr/>
        </p:nvSpPr>
        <p:spPr>
          <a:xfrm>
            <a:off x="6947788" y="299414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강동구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4" name="TextBox 943">
            <a:extLst>
              <a:ext uri="{FF2B5EF4-FFF2-40B4-BE49-F238E27FC236}">
                <a16:creationId xmlns:a16="http://schemas.microsoft.com/office/drawing/2014/main" id="{6CB9FD1D-5FF5-AD71-E0A2-0F8FEA330865}"/>
              </a:ext>
            </a:extLst>
          </p:cNvPr>
          <p:cNvSpPr txBox="1"/>
          <p:nvPr/>
        </p:nvSpPr>
        <p:spPr>
          <a:xfrm>
            <a:off x="6568734" y="3604005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송파구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5" name="TextBox 944">
            <a:extLst>
              <a:ext uri="{FF2B5EF4-FFF2-40B4-BE49-F238E27FC236}">
                <a16:creationId xmlns:a16="http://schemas.microsoft.com/office/drawing/2014/main" id="{9F993456-9FDD-CA68-3CEA-FB72F61AA46D}"/>
              </a:ext>
            </a:extLst>
          </p:cNvPr>
          <p:cNvSpPr txBox="1"/>
          <p:nvPr/>
        </p:nvSpPr>
        <p:spPr>
          <a:xfrm>
            <a:off x="6243857" y="199191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노원구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118E7C9A-798E-8088-661A-93DA38D750B0}"/>
              </a:ext>
            </a:extLst>
          </p:cNvPr>
          <p:cNvSpPr txBox="1"/>
          <p:nvPr/>
        </p:nvSpPr>
        <p:spPr>
          <a:xfrm>
            <a:off x="4792175" y="1935561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은평구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7" name="TextBox 946">
            <a:extLst>
              <a:ext uri="{FF2B5EF4-FFF2-40B4-BE49-F238E27FC236}">
                <a16:creationId xmlns:a16="http://schemas.microsoft.com/office/drawing/2014/main" id="{3CED5AE4-7C00-C71D-A2FD-2532D72167CA}"/>
              </a:ext>
            </a:extLst>
          </p:cNvPr>
          <p:cNvSpPr txBox="1"/>
          <p:nvPr/>
        </p:nvSpPr>
        <p:spPr>
          <a:xfrm>
            <a:off x="4898689" y="4164676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관악구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8" name="TextBox 947">
            <a:extLst>
              <a:ext uri="{FF2B5EF4-FFF2-40B4-BE49-F238E27FC236}">
                <a16:creationId xmlns:a16="http://schemas.microsoft.com/office/drawing/2014/main" id="{F40CC0FE-7140-492F-1041-C10B56916989}"/>
              </a:ext>
            </a:extLst>
          </p:cNvPr>
          <p:cNvSpPr txBox="1"/>
          <p:nvPr/>
        </p:nvSpPr>
        <p:spPr>
          <a:xfrm>
            <a:off x="3412362" y="2875651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강서구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49" name="TextBox 948">
            <a:extLst>
              <a:ext uri="{FF2B5EF4-FFF2-40B4-BE49-F238E27FC236}">
                <a16:creationId xmlns:a16="http://schemas.microsoft.com/office/drawing/2014/main" id="{8045E567-194D-766B-7FFA-63616946EBCC}"/>
              </a:ext>
            </a:extLst>
          </p:cNvPr>
          <p:cNvSpPr txBox="1"/>
          <p:nvPr/>
        </p:nvSpPr>
        <p:spPr>
          <a:xfrm>
            <a:off x="3896699" y="331113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양천구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0" name="TextBox 949">
            <a:extLst>
              <a:ext uri="{FF2B5EF4-FFF2-40B4-BE49-F238E27FC236}">
                <a16:creationId xmlns:a16="http://schemas.microsoft.com/office/drawing/2014/main" id="{7C8DB3A8-52EC-2F15-E0C5-066B6BAF01C9}"/>
              </a:ext>
            </a:extLst>
          </p:cNvPr>
          <p:cNvSpPr txBox="1"/>
          <p:nvPr/>
        </p:nvSpPr>
        <p:spPr>
          <a:xfrm>
            <a:off x="4461202" y="4400172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금천구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1" name="TextBox 950">
            <a:extLst>
              <a:ext uri="{FF2B5EF4-FFF2-40B4-BE49-F238E27FC236}">
                <a16:creationId xmlns:a16="http://schemas.microsoft.com/office/drawing/2014/main" id="{A1C7A4E7-5701-59FC-B691-DB368370086F}"/>
              </a:ext>
            </a:extLst>
          </p:cNvPr>
          <p:cNvSpPr txBox="1"/>
          <p:nvPr/>
        </p:nvSpPr>
        <p:spPr>
          <a:xfrm>
            <a:off x="5463454" y="3807892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서초구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2" name="TextBox 951">
            <a:extLst>
              <a:ext uri="{FF2B5EF4-FFF2-40B4-BE49-F238E27FC236}">
                <a16:creationId xmlns:a16="http://schemas.microsoft.com/office/drawing/2014/main" id="{02152C1C-4D2B-9B87-8C9D-3EBF4AE484D2}"/>
              </a:ext>
            </a:extLst>
          </p:cNvPr>
          <p:cNvSpPr txBox="1"/>
          <p:nvPr/>
        </p:nvSpPr>
        <p:spPr>
          <a:xfrm>
            <a:off x="5469862" y="2969508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중구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279BB779-8AA6-BAB7-E3FF-C2B2F4735BD2}"/>
              </a:ext>
            </a:extLst>
          </p:cNvPr>
          <p:cNvSpPr txBox="1"/>
          <p:nvPr/>
        </p:nvSpPr>
        <p:spPr>
          <a:xfrm>
            <a:off x="6453348" y="2447735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중랑구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4" name="TextBox 953">
            <a:extLst>
              <a:ext uri="{FF2B5EF4-FFF2-40B4-BE49-F238E27FC236}">
                <a16:creationId xmlns:a16="http://schemas.microsoft.com/office/drawing/2014/main" id="{BD05D2A7-474A-3844-0CD3-D09FCC3443E6}"/>
              </a:ext>
            </a:extLst>
          </p:cNvPr>
          <p:cNvSpPr txBox="1"/>
          <p:nvPr/>
        </p:nvSpPr>
        <p:spPr>
          <a:xfrm>
            <a:off x="5745873" y="1344555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도봉구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5" name="TextBox 954">
            <a:extLst>
              <a:ext uri="{FF2B5EF4-FFF2-40B4-BE49-F238E27FC236}">
                <a16:creationId xmlns:a16="http://schemas.microsoft.com/office/drawing/2014/main" id="{9831EB17-C6BE-1103-2BB4-E6CAEB714DE5}"/>
              </a:ext>
            </a:extLst>
          </p:cNvPr>
          <p:cNvSpPr txBox="1"/>
          <p:nvPr/>
        </p:nvSpPr>
        <p:spPr>
          <a:xfrm>
            <a:off x="5546599" y="192395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강북구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6" name="TextBox 955">
            <a:extLst>
              <a:ext uri="{FF2B5EF4-FFF2-40B4-BE49-F238E27FC236}">
                <a16:creationId xmlns:a16="http://schemas.microsoft.com/office/drawing/2014/main" id="{075D4519-DC0E-A8E6-557C-F772FDE2BC23}"/>
              </a:ext>
            </a:extLst>
          </p:cNvPr>
          <p:cNvSpPr txBox="1"/>
          <p:nvPr/>
        </p:nvSpPr>
        <p:spPr>
          <a:xfrm>
            <a:off x="4731484" y="2761921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서대문구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7" name="TextBox 956">
            <a:extLst>
              <a:ext uri="{FF2B5EF4-FFF2-40B4-BE49-F238E27FC236}">
                <a16:creationId xmlns:a16="http://schemas.microsoft.com/office/drawing/2014/main" id="{215FBC33-DD30-EB7A-791B-3BBF95E59A3C}"/>
              </a:ext>
            </a:extLst>
          </p:cNvPr>
          <p:cNvSpPr txBox="1"/>
          <p:nvPr/>
        </p:nvSpPr>
        <p:spPr>
          <a:xfrm>
            <a:off x="5084134" y="2515958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종로구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8" name="TextBox 957">
            <a:extLst>
              <a:ext uri="{FF2B5EF4-FFF2-40B4-BE49-F238E27FC236}">
                <a16:creationId xmlns:a16="http://schemas.microsoft.com/office/drawing/2014/main" id="{8AD8EA8B-37E3-B8D3-BF4B-5CFA2E7F966F}"/>
              </a:ext>
            </a:extLst>
          </p:cNvPr>
          <p:cNvSpPr txBox="1"/>
          <p:nvPr/>
        </p:nvSpPr>
        <p:spPr>
          <a:xfrm>
            <a:off x="5674378" y="242806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성북구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59" name="TextBox 958">
            <a:extLst>
              <a:ext uri="{FF2B5EF4-FFF2-40B4-BE49-F238E27FC236}">
                <a16:creationId xmlns:a16="http://schemas.microsoft.com/office/drawing/2014/main" id="{FF75798A-033C-2567-3C3E-03B1C5C48852}"/>
              </a:ext>
            </a:extLst>
          </p:cNvPr>
          <p:cNvSpPr txBox="1"/>
          <p:nvPr/>
        </p:nvSpPr>
        <p:spPr>
          <a:xfrm>
            <a:off x="5890639" y="2649410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동대문구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8499DE10-99BF-D227-3EF1-38EC42ED25C3}"/>
              </a:ext>
            </a:extLst>
          </p:cNvPr>
          <p:cNvSpPr txBox="1"/>
          <p:nvPr/>
        </p:nvSpPr>
        <p:spPr>
          <a:xfrm>
            <a:off x="6354074" y="3106685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광진구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59EC6259-0D02-F5BE-64B1-E7C458BAC54E}"/>
              </a:ext>
            </a:extLst>
          </p:cNvPr>
          <p:cNvSpPr txBox="1"/>
          <p:nvPr/>
        </p:nvSpPr>
        <p:spPr>
          <a:xfrm>
            <a:off x="4842963" y="3688151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동작구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5EE3E050-DD80-3A91-241B-3C78074C9DBD}"/>
              </a:ext>
            </a:extLst>
          </p:cNvPr>
          <p:cNvSpPr txBox="1"/>
          <p:nvPr/>
        </p:nvSpPr>
        <p:spPr>
          <a:xfrm>
            <a:off x="3980235" y="3770268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구로구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F2DDFCD2-B925-6B8F-7162-7B6C3F5A3170}"/>
              </a:ext>
            </a:extLst>
          </p:cNvPr>
          <p:cNvSpPr txBox="1"/>
          <p:nvPr/>
        </p:nvSpPr>
        <p:spPr>
          <a:xfrm>
            <a:off x="4417782" y="3436592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영등포구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A593D432-EDD6-54AA-D4C0-1B979B8E2E6A}"/>
              </a:ext>
            </a:extLst>
          </p:cNvPr>
          <p:cNvSpPr txBox="1"/>
          <p:nvPr/>
        </p:nvSpPr>
        <p:spPr>
          <a:xfrm>
            <a:off x="4371712" y="2937657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마포구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92F4DD11-0AB6-C6FD-0CFB-B342E8D97A14}"/>
              </a:ext>
            </a:extLst>
          </p:cNvPr>
          <p:cNvSpPr txBox="1"/>
          <p:nvPr/>
        </p:nvSpPr>
        <p:spPr>
          <a:xfrm>
            <a:off x="5204515" y="3418350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용산구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F495E0BB-B33F-BA61-50E2-34F385DE2526}"/>
              </a:ext>
            </a:extLst>
          </p:cNvPr>
          <p:cNvSpPr txBox="1"/>
          <p:nvPr/>
        </p:nvSpPr>
        <p:spPr>
          <a:xfrm>
            <a:off x="5860425" y="3102024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성동구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470289B5-8173-F7C0-E931-E8DFC7A92071}"/>
              </a:ext>
            </a:extLst>
          </p:cNvPr>
          <p:cNvSpPr txBox="1"/>
          <p:nvPr/>
        </p:nvSpPr>
        <p:spPr>
          <a:xfrm>
            <a:off x="5925005" y="3664725"/>
            <a:ext cx="8347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강남구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303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0BF964-43AB-E286-20F4-5419EE269846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1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40F5E43-5A98-7BBF-91DD-32A546810054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정책 개입 우선지역 도출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AFD1707-E47D-3131-C95C-744C836FA062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7DA4D27-7E51-118D-F2AE-48C792DFC635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7C3F8E-5B93-4648-80A5-FEA973CABEE1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783AF8-B06C-FDFF-4F6E-A2AFA15CB6ED}"/>
              </a:ext>
            </a:extLst>
          </p:cNvPr>
          <p:cNvSpPr/>
          <p:nvPr/>
        </p:nvSpPr>
        <p:spPr>
          <a:xfrm>
            <a:off x="571500" y="1491748"/>
            <a:ext cx="80172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0BF047-6DA7-7111-F8C5-5E3ED86DA567}"/>
              </a:ext>
            </a:extLst>
          </p:cNvPr>
          <p:cNvSpPr/>
          <p:nvPr/>
        </p:nvSpPr>
        <p:spPr>
          <a:xfrm>
            <a:off x="571500" y="1491750"/>
            <a:ext cx="54000" cy="144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60BE4AF-9DF5-302B-5413-2727EBC25A20}"/>
              </a:ext>
            </a:extLst>
          </p:cNvPr>
          <p:cNvSpPr/>
          <p:nvPr/>
        </p:nvSpPr>
        <p:spPr>
          <a:xfrm>
            <a:off x="714627" y="1543050"/>
            <a:ext cx="26717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Priority 점수 산출 방식</a:t>
            </a:r>
            <a:endParaRPr lang="en-US" sz="12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6DDE1C8-94F7-9348-7773-91E9817389F7}"/>
              </a:ext>
            </a:extLst>
          </p:cNvPr>
          <p:cNvSpPr/>
          <p:nvPr/>
        </p:nvSpPr>
        <p:spPr>
          <a:xfrm>
            <a:off x="714627" y="1758480"/>
            <a:ext cx="4429125" cy="34111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>
              <a:buNone/>
            </a:pPr>
            <a:r>
              <a:rPr lang="en-US" sz="11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Montserrat Bold" pitchFamily="34" charset="-120"/>
              </a:rPr>
              <a:t>priority_score = corr_vulnerability + residual_vulnerability</a:t>
            </a:r>
            <a:endParaRPr lang="en-US" sz="11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B45B2-EC72-0777-3E15-E43C623565C7}"/>
              </a:ext>
            </a:extLst>
          </p:cNvPr>
          <p:cNvSpPr txBox="1"/>
          <p:nvPr/>
        </p:nvSpPr>
        <p:spPr>
          <a:xfrm>
            <a:off x="714627" y="2095784"/>
            <a:ext cx="4575462" cy="762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* 동조성 취약성 점수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corr_vulnerability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* 소비전환 취약도 점수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residual_vulnerability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*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correlation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residual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 낮을수록 취약하기 때문에 음수방향으로 변환 후 표준화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807D251-6574-4EEA-CD0E-A6B5E3234B2B}"/>
              </a:ext>
            </a:extLst>
          </p:cNvPr>
          <p:cNvSpPr/>
          <p:nvPr/>
        </p:nvSpPr>
        <p:spPr>
          <a:xfrm>
            <a:off x="567977" y="3077605"/>
            <a:ext cx="2957513" cy="1814513"/>
          </a:xfrm>
          <a:prstGeom prst="rect">
            <a:avLst/>
          </a:prstGeom>
          <a:solidFill>
            <a:srgbClr val="FFFFFF"/>
          </a:solidFill>
          <a:ln w="9144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FCE23EA1-C90E-ECA6-6210-7263C390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92" y="3249531"/>
            <a:ext cx="128588" cy="128588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9A157DE8-C2FE-CD7D-0BD8-0555065E8E99}"/>
              </a:ext>
            </a:extLst>
          </p:cNvPr>
          <p:cNvSpPr/>
          <p:nvPr/>
        </p:nvSpPr>
        <p:spPr>
          <a:xfrm>
            <a:off x="910877" y="3226684"/>
            <a:ext cx="200918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정책적 우선관리 필요 지역 (Top 5)</a:t>
            </a:r>
            <a:endParaRPr lang="en-US" sz="11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B60B7C1-F5C5-95D2-A6EE-6B433896F58E}"/>
              </a:ext>
            </a:extLst>
          </p:cNvPr>
          <p:cNvSpPr/>
          <p:nvPr/>
        </p:nvSpPr>
        <p:spPr>
          <a:xfrm>
            <a:off x="996602" y="3539328"/>
            <a:ext cx="571500" cy="289322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0FDE538-291B-467F-1A8D-0E51E0AAE75B}"/>
              </a:ext>
            </a:extLst>
          </p:cNvPr>
          <p:cNvSpPr/>
          <p:nvPr/>
        </p:nvSpPr>
        <p:spPr>
          <a:xfrm>
            <a:off x="996602" y="3548290"/>
            <a:ext cx="574901" cy="275973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강동구</a:t>
            </a:r>
            <a:endParaRPr lang="en-US" sz="9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85DFCDC-D79F-252F-74A8-EF3BD7110CAB}"/>
              </a:ext>
            </a:extLst>
          </p:cNvPr>
          <p:cNvSpPr/>
          <p:nvPr/>
        </p:nvSpPr>
        <p:spPr>
          <a:xfrm>
            <a:off x="1667271" y="3539328"/>
            <a:ext cx="571500" cy="289322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32CAF14-7FA6-592B-97F9-5443EE45545D}"/>
              </a:ext>
            </a:extLst>
          </p:cNvPr>
          <p:cNvSpPr/>
          <p:nvPr/>
        </p:nvSpPr>
        <p:spPr>
          <a:xfrm>
            <a:off x="1659900" y="3546002"/>
            <a:ext cx="574901" cy="275973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노원구</a:t>
            </a:r>
            <a:endParaRPr lang="en-US" sz="8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BA6E91E7-ED5D-ACCE-22D8-593E9C26CEA0}"/>
              </a:ext>
            </a:extLst>
          </p:cNvPr>
          <p:cNvSpPr/>
          <p:nvPr/>
        </p:nvSpPr>
        <p:spPr>
          <a:xfrm>
            <a:off x="2333426" y="3539328"/>
            <a:ext cx="571500" cy="289322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2A18B47-6D71-3F0E-1E59-049C23951458}"/>
              </a:ext>
            </a:extLst>
          </p:cNvPr>
          <p:cNvSpPr/>
          <p:nvPr/>
        </p:nvSpPr>
        <p:spPr>
          <a:xfrm>
            <a:off x="2330025" y="3546002"/>
            <a:ext cx="574901" cy="275973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성북구</a:t>
            </a:r>
            <a:endParaRPr lang="en-US" sz="8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7833049-A737-C5BB-834C-E340416455CC}"/>
              </a:ext>
            </a:extLst>
          </p:cNvPr>
          <p:cNvSpPr/>
          <p:nvPr/>
        </p:nvSpPr>
        <p:spPr>
          <a:xfrm>
            <a:off x="2016471" y="3925847"/>
            <a:ext cx="571500" cy="289322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835A4B5-7858-71A6-9C0F-C117E259D147}"/>
              </a:ext>
            </a:extLst>
          </p:cNvPr>
          <p:cNvSpPr/>
          <p:nvPr/>
        </p:nvSpPr>
        <p:spPr>
          <a:xfrm>
            <a:off x="2016471" y="3932522"/>
            <a:ext cx="574901" cy="275973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은평구</a:t>
            </a:r>
            <a:endParaRPr lang="en-US" sz="9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7DCB510C-35C5-5113-158E-03B925A67C7A}"/>
              </a:ext>
            </a:extLst>
          </p:cNvPr>
          <p:cNvSpPr/>
          <p:nvPr/>
        </p:nvSpPr>
        <p:spPr>
          <a:xfrm>
            <a:off x="1328836" y="3925847"/>
            <a:ext cx="571500" cy="289322"/>
          </a:xfrm>
          <a:prstGeom prst="rect">
            <a:avLst/>
          </a:prstGeom>
          <a:solidFill>
            <a:srgbClr val="FFF0F0"/>
          </a:solidFill>
          <a:ln w="9144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8F80B75-C87A-A000-82F3-011739D05D91}"/>
              </a:ext>
            </a:extLst>
          </p:cNvPr>
          <p:cNvSpPr/>
          <p:nvPr/>
        </p:nvSpPr>
        <p:spPr>
          <a:xfrm>
            <a:off x="1325435" y="3928064"/>
            <a:ext cx="574901" cy="275973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C354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관악구</a:t>
            </a:r>
            <a:endParaRPr lang="en-US" sz="8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1781B90-D856-CBA0-268F-7868727F5AD4}"/>
              </a:ext>
            </a:extLst>
          </p:cNvPr>
          <p:cNvSpPr/>
          <p:nvPr/>
        </p:nvSpPr>
        <p:spPr>
          <a:xfrm>
            <a:off x="726092" y="4393723"/>
            <a:ext cx="2647162" cy="46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위 5개 자치구는 소비전환 취약도와 유동–소비 동조성 취약도를 종합한 결과, 정책적 우선관리 필요성이 가장 큰 </a:t>
            </a:r>
            <a:r>
              <a:rPr lang="en-US" sz="8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지역으로</a:t>
            </a:r>
            <a:endParaRPr lang="en-US" sz="800" dirty="0">
              <a:solidFill>
                <a:srgbClr val="495057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Open Sans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도출</a:t>
            </a:r>
            <a:endParaRPr lang="en-US" sz="8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362B6743-1DFF-F576-A8B3-4702A11A6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23233"/>
              </p:ext>
            </p:extLst>
          </p:nvPr>
        </p:nvGraphicFramePr>
        <p:xfrm>
          <a:off x="3716154" y="3077605"/>
          <a:ext cx="4856345" cy="1814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269">
                  <a:extLst>
                    <a:ext uri="{9D8B030D-6E8A-4147-A177-3AD203B41FA5}">
                      <a16:colId xmlns:a16="http://schemas.microsoft.com/office/drawing/2014/main" val="654084165"/>
                    </a:ext>
                  </a:extLst>
                </a:gridCol>
                <a:gridCol w="971269">
                  <a:extLst>
                    <a:ext uri="{9D8B030D-6E8A-4147-A177-3AD203B41FA5}">
                      <a16:colId xmlns:a16="http://schemas.microsoft.com/office/drawing/2014/main" val="2115855036"/>
                    </a:ext>
                  </a:extLst>
                </a:gridCol>
                <a:gridCol w="971269">
                  <a:extLst>
                    <a:ext uri="{9D8B030D-6E8A-4147-A177-3AD203B41FA5}">
                      <a16:colId xmlns:a16="http://schemas.microsoft.com/office/drawing/2014/main" val="2825104637"/>
                    </a:ext>
                  </a:extLst>
                </a:gridCol>
              </a:tblGrid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자치구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상권 유형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잔차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 평균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상관관계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Priority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강동구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복합취약상권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-0.35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0.04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1.82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노원구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복합취약상권</a:t>
                      </a:r>
                      <a:endParaRPr lang="en-US" altLang="ko-KR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1.62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성북구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나눔스퀘어라운드 Regular" charset="-127"/>
                          <a:ea typeface="나눔스퀘어라운드 Regular" charset="-127"/>
                        </a:rPr>
                        <a:t>잠재성장상권</a:t>
                      </a:r>
                      <a:endParaRPr lang="en-US" altLang="ko-KR" sz="1000" baseline="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charset="-127"/>
                          <a:ea typeface="나눔스퀘어라운드 Regular" charset="-127"/>
                        </a:rPr>
                        <a:t>-0.31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charset="-127"/>
                          <a:ea typeface="나눔스퀘어라운드 Regular" charset="-127"/>
                        </a:rPr>
                        <a:t>0.09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나눔스퀘어라운드 Regular" charset="-127"/>
                          <a:ea typeface="나눔스퀘어라운드 Regular" charset="-127"/>
                        </a:rPr>
                        <a:t>1.42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은평구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복합취약상권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-0.14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-0.02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1.32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관악구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라운드 Regular" charset="-127"/>
                          <a:ea typeface="나눔스퀘어라운드 Regular" charset="-127"/>
                        </a:rPr>
                        <a:t>복합취약상권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-0.16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0.02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라운드 Regular" charset="-127"/>
                          <a:ea typeface="나눔스퀘어라운드 Regular" charset="-127"/>
                        </a:rPr>
                        <a:t>1.21</a:t>
                      </a:r>
                      <a:endParaRPr lang="ko-KR" altLang="en-US" sz="1000" dirty="0">
                        <a:latin typeface="나눔스퀘어라운드 Regular" charset="-127"/>
                        <a:ea typeface="나눔스퀘어라운드 Regular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807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26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E0B4CD1-1F58-8381-3FFA-3D5C6CEDB138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2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398DFD-08CB-7888-496D-B42733E46C40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기상요인 소비 영향 분석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64CF9F8-EC9F-0BE3-6A6B-16F2A02FEC4F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6CB3632-5137-2915-BC70-C21325D1F627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508E57-30AB-5AD0-C512-0CE41C579011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551FB7-A794-8BBF-F5CC-591454EE51C8}"/>
              </a:ext>
            </a:extLst>
          </p:cNvPr>
          <p:cNvSpPr/>
          <p:nvPr/>
        </p:nvSpPr>
        <p:spPr>
          <a:xfrm>
            <a:off x="571500" y="1322011"/>
            <a:ext cx="8017668" cy="360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F76A76-1C29-DA7E-5B8F-4D2390F95287}"/>
              </a:ext>
            </a:extLst>
          </p:cNvPr>
          <p:cNvSpPr/>
          <p:nvPr/>
        </p:nvSpPr>
        <p:spPr>
          <a:xfrm>
            <a:off x="571500" y="1322011"/>
            <a:ext cx="54000" cy="360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5287991-7334-BF32-6390-48D334340A86}"/>
              </a:ext>
            </a:extLst>
          </p:cNvPr>
          <p:cNvSpPr/>
          <p:nvPr/>
        </p:nvSpPr>
        <p:spPr>
          <a:xfrm>
            <a:off x="625499" y="1288619"/>
            <a:ext cx="5665883" cy="426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연구질문 4 : 폭염 · 한파 · 강수 중 소비에 가장 큰 영향을 미치는 기상요인은 무엇인가?</a:t>
            </a:r>
            <a:endParaRPr lang="en-US" sz="11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6491B3-5118-84FF-57B8-6AD680180B24}"/>
                  </a:ext>
                </a:extLst>
              </p:cNvPr>
              <p:cNvSpPr txBox="1"/>
              <p:nvPr/>
            </p:nvSpPr>
            <p:spPr>
              <a:xfrm>
                <a:off x="571499" y="1875095"/>
                <a:ext cx="8016181" cy="308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추세제거</m:t>
                    </m:r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 </m:t>
                    </m:r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소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비</m:t>
                        </m:r>
                      </m:e>
                      <m:sub>
                        <m:r>
                          <a:rPr lang="ko-KR" altLang="en-US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𝑔</m:t>
                        </m:r>
                        <m:r>
                          <a:rPr lang="ko-KR" altLang="en-US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,</m:t>
                        </m:r>
                        <m:r>
                          <a:rPr lang="ko-KR" altLang="en-US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  <m:r>
                      <a:rPr lang="ko-KR" altLang="en-US" sz="1300" i="1" dirty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 </m:t>
                    </m:r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h𝑒𝑎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𝑐𝑜𝑙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𝑑</m:t>
                        </m:r>
                      </m:e>
                      <m:sub>
                        <m:r>
                          <a:rPr lang="en-US" altLang="ko-KR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𝑟𝑎𝑖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𝑛</m:t>
                        </m:r>
                      </m:e>
                      <m:sub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 </a:t>
                </a:r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4</m:t>
                        </m:r>
                      </m:sub>
                    </m:sSub>
                    <m:r>
                      <a:rPr lang="en-US" altLang="ko-KR" sz="1300" dirty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𝐶𝑃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𝐼</m:t>
                        </m:r>
                      </m:e>
                      <m:sub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 </a:t>
                </a:r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</a:t>
                </a:r>
                <a:r>
                  <a:rPr lang="ko-KR" altLang="en-US" sz="1300" dirty="0" err="1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log</a:t>
                </a:r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𝐶𝑆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𝐼</m:t>
                        </m:r>
                      </m:e>
                      <m:sub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𝛽</m:t>
                        </m:r>
                      </m:e>
                      <m:sub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sz="1300" dirty="0">
                    <a:solidFill>
                      <a:srgbClr val="007B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</a:t>
                </a:r>
                <a:r>
                  <a:rPr lang="ko-KR" altLang="en-US" sz="1300" dirty="0" err="1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log</a:t>
                </a:r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𝑓𝑙𝑜</m:t>
                    </m:r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𝑔</m:t>
                        </m:r>
                        <m:r>
                          <a:rPr lang="en-US" altLang="ko-KR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,</m:t>
                        </m:r>
                        <m:r>
                          <a:rPr lang="en-US" altLang="ko-KR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)+</a:t>
                </a:r>
                <a14:m>
                  <m:oMath xmlns:m="http://schemas.openxmlformats.org/officeDocument/2006/math"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𝜇</m:t>
                    </m:r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𝑔</m:t>
                    </m:r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𝜆</m:t>
                    </m:r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𝑚</m:t>
                    </m:r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𝛿</m:t>
                    </m:r>
                    <m:r>
                      <a:rPr lang="ko-KR" altLang="en-US" sz="1300" i="1" dirty="0" smtClean="0">
                        <a:solidFill>
                          <a:srgbClr val="007BFF"/>
                        </a:solidFill>
                        <a:latin typeface="Cambria Math" panose="02040503050406030204" pitchFamily="18" charset="0"/>
                        <a:ea typeface="나눔스퀘어라운드 Bold" panose="020B0600000101010101" pitchFamily="50" charset="-127"/>
                      </a:rPr>
                      <m:t>𝑤</m:t>
                    </m:r>
                  </m:oMath>
                </a14:m>
                <a:r>
                  <a:rPr lang="ko-KR" altLang="en-US" sz="13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300" i="1" dirty="0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𝜀</m:t>
                        </m:r>
                      </m:e>
                      <m:sub>
                        <m:r>
                          <a:rPr lang="ko-KR" altLang="en-US" sz="1300" i="1" dirty="0" err="1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𝑔</m:t>
                        </m:r>
                        <m:r>
                          <a:rPr lang="ko-KR" altLang="en-US" sz="1300" i="1" dirty="0" err="1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,</m:t>
                        </m:r>
                        <m:r>
                          <a:rPr lang="ko-KR" altLang="en-US" sz="1300" i="1" dirty="0" err="1" smtClean="0">
                            <a:solidFill>
                              <a:srgbClr val="007BFF"/>
                            </a:solidFill>
                            <a:latin typeface="Cambria Math" panose="02040503050406030204" pitchFamily="18" charset="0"/>
                            <a:ea typeface="나눔스퀘어라운드 Bold" panose="020B0600000101010101" pitchFamily="50" charset="-127"/>
                          </a:rPr>
                          <m:t>𝑡</m:t>
                        </m:r>
                      </m:sub>
                    </m:sSub>
                  </m:oMath>
                </a14:m>
                <a:endParaRPr lang="ko-KR" altLang="en-US" sz="1300" dirty="0">
                  <a:solidFill>
                    <a:srgbClr val="007B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6491B3-5118-84FF-57B8-6AD680180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" y="1875095"/>
                <a:ext cx="8016181" cy="308674"/>
              </a:xfrm>
              <a:prstGeom prst="rect">
                <a:avLst/>
              </a:prstGeom>
              <a:blipFill>
                <a:blip r:embed="rId4"/>
                <a:stretch>
                  <a:fillRect t="-2000" b="-1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A5184D-BD6C-F3BF-9448-CCD7C6BDBD5E}"/>
                  </a:ext>
                </a:extLst>
              </p:cNvPr>
              <p:cNvSpPr txBox="1"/>
              <p:nvPr/>
            </p:nvSpPr>
            <p:spPr>
              <a:xfrm>
                <a:off x="625499" y="2376853"/>
                <a:ext cx="451518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* </a:t>
                </a:r>
                <a14:m>
                  <m:oMath xmlns:m="http://schemas.openxmlformats.org/officeDocument/2006/math"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𝑔</m:t>
                    </m:r>
                  </m:oMath>
                </a14:m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: 자치구 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/ </a:t>
                </a:r>
                <a14:m>
                  <m:oMath xmlns:m="http://schemas.openxmlformats.org/officeDocument/2006/math"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𝑡</m:t>
                    </m:r>
                  </m:oMath>
                </a14:m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: 일자 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/ </a:t>
                </a:r>
                <a14:m>
                  <m:oMath xmlns:m="http://schemas.openxmlformats.org/officeDocument/2006/math"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𝜇</m:t>
                    </m:r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𝑔</m:t>
                    </m:r>
                  </m:oMath>
                </a14:m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: 자치구 고정효과 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/ </a:t>
                </a:r>
                <a14:m>
                  <m:oMath xmlns:m="http://schemas.openxmlformats.org/officeDocument/2006/math"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𝜆</m:t>
                    </m:r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𝑚</m:t>
                    </m:r>
                  </m:oMath>
                </a14:m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: 월 고정효과 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/ </a:t>
                </a:r>
                <a14:m>
                  <m:oMath xmlns:m="http://schemas.openxmlformats.org/officeDocument/2006/math"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𝛿</m:t>
                    </m:r>
                    <m:r>
                      <a:rPr lang="ko-KR" altLang="en-US" sz="1000" i="1" dirty="0" smtClean="0">
                        <a:latin typeface="Cambria Math" panose="02040503050406030204" pitchFamily="18" charset="0"/>
                        <a:ea typeface="나눔스퀘어라운드 Regular" panose="020B0600000101010101" pitchFamily="50" charset="-127"/>
                      </a:rPr>
                      <m:t>𝑤</m:t>
                    </m:r>
                  </m:oMath>
                </a14:m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: 요일 고정효과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A5184D-BD6C-F3BF-9448-CCD7C6BDB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99" y="2376853"/>
                <a:ext cx="4515180" cy="246221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E11D263-CC91-6360-ED20-B896A04FF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16136"/>
              </p:ext>
            </p:extLst>
          </p:nvPr>
        </p:nvGraphicFramePr>
        <p:xfrm>
          <a:off x="280020" y="2930680"/>
          <a:ext cx="4565645" cy="172799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99881">
                  <a:extLst>
                    <a:ext uri="{9D8B030D-6E8A-4147-A177-3AD203B41FA5}">
                      <a16:colId xmlns:a16="http://schemas.microsoft.com/office/drawing/2014/main" val="2784831858"/>
                    </a:ext>
                  </a:extLst>
                </a:gridCol>
                <a:gridCol w="510981">
                  <a:extLst>
                    <a:ext uri="{9D8B030D-6E8A-4147-A177-3AD203B41FA5}">
                      <a16:colId xmlns:a16="http://schemas.microsoft.com/office/drawing/2014/main" val="1028039872"/>
                    </a:ext>
                  </a:extLst>
                </a:gridCol>
                <a:gridCol w="780856">
                  <a:extLst>
                    <a:ext uri="{9D8B030D-6E8A-4147-A177-3AD203B41FA5}">
                      <a16:colId xmlns:a16="http://schemas.microsoft.com/office/drawing/2014/main" val="2612009895"/>
                    </a:ext>
                  </a:extLst>
                </a:gridCol>
                <a:gridCol w="2673927">
                  <a:extLst>
                    <a:ext uri="{9D8B030D-6E8A-4147-A177-3AD203B41FA5}">
                      <a16:colId xmlns:a16="http://schemas.microsoft.com/office/drawing/2014/main" val="4226491432"/>
                    </a:ext>
                  </a:extLst>
                </a:gridCol>
              </a:tblGrid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변수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계수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유의성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해석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428657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heat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0.017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폭염에는 소비가 약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1.7%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증가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233836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cold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-0.030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유의하지 않음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한파일 소비 감소 경향은 있으나 통계적으로 확실하지 않음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539770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rain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-0.053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매우 유의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강우에는 소비가 약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5.1%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감소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29234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CPI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0.181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물가 수준과 소비액이 양의 관계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3866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log_CSI</a:t>
                      </a:r>
                      <a:endParaRPr 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-0.013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유의하지 않음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경제심리지수 효과는 뚜렷하지 않음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06734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log_flow</a:t>
                      </a:r>
                      <a:endParaRPr 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0.495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매우 유의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유동인구가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1%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증가하면 소비는 약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0.5%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증가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48416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0CA05239-6276-96E1-B018-03376A580307}"/>
              </a:ext>
            </a:extLst>
          </p:cNvPr>
          <p:cNvGrpSpPr/>
          <p:nvPr/>
        </p:nvGrpSpPr>
        <p:grpSpPr>
          <a:xfrm>
            <a:off x="5019067" y="2922598"/>
            <a:ext cx="3850377" cy="840664"/>
            <a:chOff x="5012711" y="3178355"/>
            <a:chExt cx="3850377" cy="840664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7589EED1-D117-ADAC-B8BB-EE165FBA2C8D}"/>
                </a:ext>
              </a:extLst>
            </p:cNvPr>
            <p:cNvSpPr/>
            <p:nvPr/>
          </p:nvSpPr>
          <p:spPr>
            <a:xfrm>
              <a:off x="5012711" y="3182697"/>
              <a:ext cx="1214438" cy="832582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DEE2E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D2162C0E-4C89-C7F1-5BA5-7263019FE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15156" y="3323785"/>
              <a:ext cx="230085" cy="230085"/>
            </a:xfrm>
            <a:prstGeom prst="rect">
              <a:avLst/>
            </a:prstGeom>
          </p:spPr>
        </p:pic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E10D152-F524-8336-A20A-F22BA1646B9D}"/>
                </a:ext>
              </a:extLst>
            </p:cNvPr>
            <p:cNvSpPr/>
            <p:nvPr/>
          </p:nvSpPr>
          <p:spPr>
            <a:xfrm>
              <a:off x="5306391" y="3567682"/>
              <a:ext cx="647613" cy="1615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Open Sans SemiBold" pitchFamily="34" charset="-120"/>
                </a:rPr>
                <a:t>강수 (Rain)</a:t>
              </a:r>
              <a:endParaRPr lang="en-US" sz="105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4DCF62AF-ECB6-D357-AFA7-ACB35CB96F2E}"/>
                </a:ext>
              </a:extLst>
            </p:cNvPr>
            <p:cNvSpPr/>
            <p:nvPr/>
          </p:nvSpPr>
          <p:spPr>
            <a:xfrm>
              <a:off x="5256047" y="3756832"/>
              <a:ext cx="727763" cy="1318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800" dirty="0">
                  <a:solidFill>
                    <a:srgbClr val="DC3545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 SemiBold" pitchFamily="34" charset="-120"/>
                </a:rPr>
                <a:t>가장 큰 음의 영향</a:t>
              </a:r>
              <a:endParaRPr lang="en-US" sz="8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68E7FF85-DAB1-71F2-ADD7-3DE600068644}"/>
                </a:ext>
              </a:extLst>
            </p:cNvPr>
            <p:cNvSpPr/>
            <p:nvPr/>
          </p:nvSpPr>
          <p:spPr>
            <a:xfrm>
              <a:off x="6334304" y="3178355"/>
              <a:ext cx="1214438" cy="832582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DEE2E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9552CF69-DEFC-5399-6F57-DA85F9E7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26479" y="3319445"/>
              <a:ext cx="230084" cy="230084"/>
            </a:xfrm>
            <a:prstGeom prst="rect">
              <a:avLst/>
            </a:prstGeom>
          </p:spPr>
        </p:pic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95AB0B5D-12D6-402F-8162-824A31C3C37B}"/>
                </a:ext>
              </a:extLst>
            </p:cNvPr>
            <p:cNvSpPr/>
            <p:nvPr/>
          </p:nvSpPr>
          <p:spPr>
            <a:xfrm>
              <a:off x="6615311" y="3590907"/>
              <a:ext cx="652422" cy="1615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Open Sans SemiBold" pitchFamily="34" charset="-120"/>
                </a:rPr>
                <a:t>한파 (Cold)</a:t>
              </a:r>
              <a:endParaRPr lang="en-US" sz="105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63283343-0AFB-F189-C4C3-01A845271704}"/>
                </a:ext>
              </a:extLst>
            </p:cNvPr>
            <p:cNvSpPr/>
            <p:nvPr/>
          </p:nvSpPr>
          <p:spPr>
            <a:xfrm>
              <a:off x="6497489" y="3769501"/>
              <a:ext cx="888064" cy="1318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800" dirty="0">
                  <a:solidFill>
                    <a:srgbClr val="212529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통계적 유의성 미확인</a:t>
              </a:r>
              <a:endParaRPr lang="en-US" sz="8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34D063C-CC01-E9B1-77B1-D83C6A622C34}"/>
                </a:ext>
              </a:extLst>
            </p:cNvPr>
            <p:cNvSpPr/>
            <p:nvPr/>
          </p:nvSpPr>
          <p:spPr>
            <a:xfrm>
              <a:off x="7648650" y="3186437"/>
              <a:ext cx="1214438" cy="832582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DEE2E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2" descr="preencoded.png">
              <a:extLst>
                <a:ext uri="{FF2B5EF4-FFF2-40B4-BE49-F238E27FC236}">
                  <a16:creationId xmlns:a16="http://schemas.microsoft.com/office/drawing/2014/main" id="{593ECFFC-BD26-D412-98FC-CA845BDEA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39090" y="3327526"/>
              <a:ext cx="230084" cy="230084"/>
            </a:xfrm>
            <a:prstGeom prst="rect">
              <a:avLst/>
            </a:prstGeom>
          </p:spPr>
        </p:pic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1F7E882E-9807-19DB-C452-E9CD45445027}"/>
                </a:ext>
              </a:extLst>
            </p:cNvPr>
            <p:cNvSpPr/>
            <p:nvPr/>
          </p:nvSpPr>
          <p:spPr>
            <a:xfrm>
              <a:off x="7919905" y="3598988"/>
              <a:ext cx="668452" cy="1615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1252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Open Sans SemiBold" pitchFamily="34" charset="-120"/>
                </a:rPr>
                <a:t>폭염 (Heat)</a:t>
              </a:r>
              <a:endParaRPr lang="en-US" sz="105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1AD8D0CF-7496-C7BE-EC8C-A9200CC651B3}"/>
                </a:ext>
              </a:extLst>
            </p:cNvPr>
            <p:cNvSpPr/>
            <p:nvPr/>
          </p:nvSpPr>
          <p:spPr>
            <a:xfrm>
              <a:off x="7739702" y="3777716"/>
              <a:ext cx="1032334" cy="1318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800" dirty="0">
                  <a:solidFill>
                    <a:srgbClr val="28A745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전체 소비 기준 양의 효과</a:t>
              </a:r>
              <a:endParaRPr lang="en-US" sz="8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B3AE68A-6A3B-4E2D-4DC4-72E90B497595}"/>
              </a:ext>
            </a:extLst>
          </p:cNvPr>
          <p:cNvGrpSpPr/>
          <p:nvPr/>
        </p:nvGrpSpPr>
        <p:grpSpPr>
          <a:xfrm>
            <a:off x="5019067" y="3826097"/>
            <a:ext cx="3857625" cy="832582"/>
            <a:chOff x="571500" y="4092680"/>
            <a:chExt cx="3857625" cy="832582"/>
          </a:xfrm>
        </p:grpSpPr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510D1754-2789-881A-1FD7-31BA01110E20}"/>
                </a:ext>
              </a:extLst>
            </p:cNvPr>
            <p:cNvSpPr/>
            <p:nvPr/>
          </p:nvSpPr>
          <p:spPr>
            <a:xfrm>
              <a:off x="571500" y="4092680"/>
              <a:ext cx="3857625" cy="832582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007B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A1352DB-EC19-27E5-D3A9-9E72E1708FE3}"/>
                </a:ext>
              </a:extLst>
            </p:cNvPr>
            <p:cNvGrpSpPr/>
            <p:nvPr/>
          </p:nvGrpSpPr>
          <p:grpSpPr>
            <a:xfrm>
              <a:off x="676238" y="4153911"/>
              <a:ext cx="902053" cy="153888"/>
              <a:chOff x="882253" y="1965429"/>
              <a:chExt cx="902053" cy="153888"/>
            </a:xfrm>
          </p:grpSpPr>
          <p:pic>
            <p:nvPicPr>
              <p:cNvPr id="29" name="Image 4" descr="preencoded.png">
                <a:extLst>
                  <a:ext uri="{FF2B5EF4-FFF2-40B4-BE49-F238E27FC236}">
                    <a16:creationId xmlns:a16="http://schemas.microsoft.com/office/drawing/2014/main" id="{E9F3BA32-B202-93BE-A033-B58CEA3FE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253" y="1978079"/>
                <a:ext cx="96441" cy="128588"/>
              </a:xfrm>
              <a:prstGeom prst="rect">
                <a:avLst/>
              </a:prstGeom>
            </p:spPr>
          </p:pic>
          <p:sp>
            <p:nvSpPr>
              <p:cNvPr id="30" name="Text 14">
                <a:extLst>
                  <a:ext uri="{FF2B5EF4-FFF2-40B4-BE49-F238E27FC236}">
                    <a16:creationId xmlns:a16="http://schemas.microsoft.com/office/drawing/2014/main" id="{E15DBAC3-7356-9DDE-053D-381A22052382}"/>
                  </a:ext>
                </a:extLst>
              </p:cNvPr>
              <p:cNvSpPr/>
              <p:nvPr/>
            </p:nvSpPr>
            <p:spPr>
              <a:xfrm>
                <a:off x="1050131" y="1965429"/>
                <a:ext cx="734175" cy="1538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007B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Montserrat Bold" pitchFamily="34" charset="-120"/>
                  </a:rPr>
                  <a:t>전략적 방향성</a:t>
                </a:r>
                <a:endParaRPr lang="en-US" sz="10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endParaRPr>
              </a:p>
            </p:txBody>
          </p:sp>
        </p:grp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59101529-3789-16E5-9C9F-BFDF9DF4D767}"/>
                </a:ext>
              </a:extLst>
            </p:cNvPr>
            <p:cNvSpPr/>
            <p:nvPr/>
          </p:nvSpPr>
          <p:spPr>
            <a:xfrm>
              <a:off x="676238" y="4326271"/>
              <a:ext cx="3571875" cy="5195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90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패널모형 분석 결과, </a:t>
              </a:r>
              <a:r>
                <a:rPr lang="en-US" sz="900" dirty="0">
                  <a:solidFill>
                    <a:srgbClr val="495057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Open Sans SemiBold" pitchFamily="34" charset="-120"/>
                </a:rPr>
                <a:t>강수</a:t>
              </a:r>
              <a:r>
                <a:rPr lang="en-US" sz="90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가 소비에 가장 부정적인 영향을 미치는 것으로 확인되었습니다. 따라서 유형별 정책 제안은 </a:t>
              </a:r>
              <a:r>
                <a:rPr lang="en-US" sz="900" dirty="0">
                  <a:solidFill>
                    <a:srgbClr val="495057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Open Sans SemiBold" pitchFamily="34" charset="-120"/>
                </a:rPr>
                <a:t>'강수 취약성 대응'</a:t>
              </a:r>
              <a:r>
                <a:rPr lang="en-US" sz="900" dirty="0">
                  <a:solidFill>
                    <a:srgbClr val="49505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Open Sans" pitchFamily="34" charset="-120"/>
                </a:rPr>
                <a:t>을 중심으로 설계하며, 상권 유형별로 차별화된 접근이 필요합니다.</a:t>
              </a:r>
              <a:endParaRPr 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052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37" y="-4255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985EAB2-0CCB-07A3-0367-A67053C6E4C3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분석 </a:t>
            </a:r>
            <a:r>
              <a:rPr lang="en-US" altLang="ko-KR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2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D6ED33-4B6C-8B0A-19BF-CA30D9482315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정책 제안</a:t>
            </a:r>
            <a:r>
              <a:rPr lang="en-US" altLang="ko-KR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: </a:t>
            </a: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강수 취약성에 대응한 상권 유형별 맞춤전략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63E520B-A4D4-1583-60E5-5E48614C5DAE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41EF53C-EA08-F8C8-0F31-369AC2B51547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D93126-CB59-4801-0320-08B9C9E97756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36F54A1-3FC1-FDD8-ED96-AFF1E40C36A7}"/>
              </a:ext>
            </a:extLst>
          </p:cNvPr>
          <p:cNvGrpSpPr/>
          <p:nvPr/>
        </p:nvGrpSpPr>
        <p:grpSpPr>
          <a:xfrm>
            <a:off x="566661" y="2395554"/>
            <a:ext cx="8017200" cy="734413"/>
            <a:chOff x="571500" y="2576152"/>
            <a:chExt cx="8017200" cy="734413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21C9085-0625-F1AA-539D-4B4C5A50D931}"/>
                </a:ext>
              </a:extLst>
            </p:cNvPr>
            <p:cNvSpPr/>
            <p:nvPr/>
          </p:nvSpPr>
          <p:spPr>
            <a:xfrm>
              <a:off x="571500" y="2576154"/>
              <a:ext cx="80172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23038C-7EB4-8DC9-5437-04DDCB63F0BA}"/>
                </a:ext>
              </a:extLst>
            </p:cNvPr>
            <p:cNvSpPr txBox="1"/>
            <p:nvPr/>
          </p:nvSpPr>
          <p:spPr>
            <a:xfrm>
              <a:off x="3729218" y="2585851"/>
              <a:ext cx="485948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소비 동선 재설계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역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업무지구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주거지에서 상권으로 이어지는 보행동선 개선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시간대별 상권 운영전략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출퇴근형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점심형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야간형 수요를 맞춤 프로모션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강수 예보 연계 프로모션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비 오는 날 소비 이탈 방지를 위한 실내 연결시설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우천 쿠폰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직장인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거주민 수요 분리 대응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업무지구 소비와 생활권 소비를 구분한 정책 설계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248728F9-B9D4-8F06-CDEF-6D97AE0E3108}"/>
                </a:ext>
              </a:extLst>
            </p:cNvPr>
            <p:cNvGrpSpPr/>
            <p:nvPr/>
          </p:nvGrpSpPr>
          <p:grpSpPr>
            <a:xfrm>
              <a:off x="1618489" y="2576155"/>
              <a:ext cx="2105891" cy="727279"/>
              <a:chOff x="1618489" y="2576155"/>
              <a:chExt cx="2105891" cy="727279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1364F9F2-7266-ACD9-6AEC-B50F1D11B1F5}"/>
                  </a:ext>
                </a:extLst>
              </p:cNvPr>
              <p:cNvSpPr/>
              <p:nvPr/>
            </p:nvSpPr>
            <p:spPr>
              <a:xfrm>
                <a:off x="1618489" y="2576155"/>
                <a:ext cx="2105891" cy="72727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87F8512-008D-A88F-4232-490612D00611}"/>
                  </a:ext>
                </a:extLst>
              </p:cNvPr>
              <p:cNvSpPr txBox="1"/>
              <p:nvPr/>
            </p:nvSpPr>
            <p:spPr>
              <a:xfrm>
                <a:off x="1620907" y="2659155"/>
                <a:ext cx="210105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강수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, 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시간대 변화에 따라 흔들리는 소비흐름 안정화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, 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특정 수요 의존도 완화</a:t>
                </a:r>
                <a:endParaRPr lang="ko-KR" altLang="en-US" sz="1000" dirty="0"/>
              </a:p>
            </p:txBody>
          </p:sp>
        </p:grp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1A697A6C-E232-FB88-629C-3E546BA3D5FD}"/>
                </a:ext>
              </a:extLst>
            </p:cNvPr>
            <p:cNvSpPr/>
            <p:nvPr/>
          </p:nvSpPr>
          <p:spPr>
            <a:xfrm>
              <a:off x="571500" y="2576152"/>
              <a:ext cx="1052945" cy="734413"/>
            </a:xfrm>
            <a:prstGeom prst="rect">
              <a:avLst/>
            </a:prstGeom>
            <a:solidFill>
              <a:srgbClr val="6C75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0A81233-C259-FAA9-CE1D-898906C3E11C}"/>
                </a:ext>
              </a:extLst>
            </p:cNvPr>
            <p:cNvSpPr txBox="1"/>
            <p:nvPr/>
          </p:nvSpPr>
          <p:spPr>
            <a:xfrm>
              <a:off x="571500" y="2705321"/>
              <a:ext cx="10469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흐름</a:t>
              </a:r>
              <a:endPara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불안정상권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2EC416A-3D34-D6F5-8CF0-B377AA0CEA8D}"/>
              </a:ext>
            </a:extLst>
          </p:cNvPr>
          <p:cNvGrpSpPr/>
          <p:nvPr/>
        </p:nvGrpSpPr>
        <p:grpSpPr>
          <a:xfrm>
            <a:off x="566661" y="1505166"/>
            <a:ext cx="8017201" cy="734413"/>
            <a:chOff x="571499" y="1676269"/>
            <a:chExt cx="8017201" cy="734413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0B88FA9-E565-BF60-F2A6-593AE41D8A49}"/>
                </a:ext>
              </a:extLst>
            </p:cNvPr>
            <p:cNvSpPr/>
            <p:nvPr/>
          </p:nvSpPr>
          <p:spPr>
            <a:xfrm>
              <a:off x="571500" y="1680957"/>
              <a:ext cx="80172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F3E961-D092-1F31-8CB4-8ED038100B9D}"/>
                </a:ext>
              </a:extLst>
            </p:cNvPr>
            <p:cNvSpPr txBox="1"/>
            <p:nvPr/>
          </p:nvSpPr>
          <p:spPr>
            <a:xfrm>
              <a:off x="3729218" y="1764135"/>
              <a:ext cx="485948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상권 환경 유지관리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보행환경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안전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청결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야간조명 관리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우천일 소비 유지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실내 복합공간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지하상가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대형몰과 주변 골목상권 연결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우천 대응형 상권정보 제공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혼잡도 우천 시 접근 정보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매장 운영정보 제공 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A5F888D-AB7B-AB71-B224-3CFAB412A620}"/>
                </a:ext>
              </a:extLst>
            </p:cNvPr>
            <p:cNvGrpSpPr/>
            <p:nvPr/>
          </p:nvGrpSpPr>
          <p:grpSpPr>
            <a:xfrm>
              <a:off x="1624445" y="1680957"/>
              <a:ext cx="2105891" cy="720000"/>
              <a:chOff x="571500" y="1680957"/>
              <a:chExt cx="2105891" cy="720000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FD7814D5-B2DD-C0CA-71D3-169C4DA5F08E}"/>
                  </a:ext>
                </a:extLst>
              </p:cNvPr>
              <p:cNvSpPr/>
              <p:nvPr/>
            </p:nvSpPr>
            <p:spPr>
              <a:xfrm>
                <a:off x="571500" y="1680957"/>
                <a:ext cx="2105891" cy="720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933A3C7-72B7-1003-CA57-79C03A6CE27F}"/>
                  </a:ext>
                </a:extLst>
              </p:cNvPr>
              <p:cNvSpPr txBox="1"/>
              <p:nvPr/>
            </p:nvSpPr>
            <p:spPr>
              <a:xfrm>
                <a:off x="571500" y="1761328"/>
                <a:ext cx="210105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기존의 양호한 소비전환 구조 유지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, 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우천 시에도 소비흐름이 급격히 저하되지 않도록 관리</a:t>
                </a:r>
                <a:endParaRPr lang="ko-KR" altLang="en-US" sz="1000" dirty="0"/>
              </a:p>
            </p:txBody>
          </p:sp>
        </p:grp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668CE1C-643C-2522-28BA-204220EE017E}"/>
                </a:ext>
              </a:extLst>
            </p:cNvPr>
            <p:cNvSpPr/>
            <p:nvPr/>
          </p:nvSpPr>
          <p:spPr>
            <a:xfrm>
              <a:off x="571499" y="1676269"/>
              <a:ext cx="1052945" cy="734413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B5DB246-DAF1-FDDF-A4E9-BE3237B77A3D}"/>
                </a:ext>
              </a:extLst>
            </p:cNvPr>
            <p:cNvSpPr txBox="1"/>
            <p:nvPr/>
          </p:nvSpPr>
          <p:spPr>
            <a:xfrm>
              <a:off x="573738" y="1899827"/>
              <a:ext cx="10469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안정상권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7131C85-DEAE-D16B-A927-10889FB2D49D}"/>
              </a:ext>
            </a:extLst>
          </p:cNvPr>
          <p:cNvGrpSpPr/>
          <p:nvPr/>
        </p:nvGrpSpPr>
        <p:grpSpPr>
          <a:xfrm>
            <a:off x="566661" y="3285942"/>
            <a:ext cx="8022039" cy="734413"/>
            <a:chOff x="566661" y="3438917"/>
            <a:chExt cx="8022039" cy="734413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B43837B-B3E0-A7B2-1294-6EFD58DD8FD4}"/>
                </a:ext>
              </a:extLst>
            </p:cNvPr>
            <p:cNvSpPr/>
            <p:nvPr/>
          </p:nvSpPr>
          <p:spPr>
            <a:xfrm>
              <a:off x="571500" y="3438917"/>
              <a:ext cx="80172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F01181A-23F6-2BE1-D373-33928C413ABB}"/>
                </a:ext>
              </a:extLst>
            </p:cNvPr>
            <p:cNvSpPr txBox="1"/>
            <p:nvPr/>
          </p:nvSpPr>
          <p:spPr>
            <a:xfrm>
              <a:off x="3729218" y="3454865"/>
              <a:ext cx="485948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체류시간 확대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카페거리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문화공간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소규모 공연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휴식공간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조성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생활권 수요 연계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대학가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주거지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역세권 연결한 소비 동선 설계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업종 믹스 개선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식음료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생활서비스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문화소비 업종 결합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우천일 방문 인센티브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비 오는 날 할인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지역상점 쿠폰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실내매장 연계 이벤트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54007FCC-640B-0ED9-F11A-6D6214331F72}"/>
                </a:ext>
              </a:extLst>
            </p:cNvPr>
            <p:cNvGrpSpPr/>
            <p:nvPr/>
          </p:nvGrpSpPr>
          <p:grpSpPr>
            <a:xfrm>
              <a:off x="1618487" y="3438917"/>
              <a:ext cx="2105891" cy="720000"/>
              <a:chOff x="571500" y="3438917"/>
              <a:chExt cx="2105891" cy="72000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EAE14EDE-9D1D-B15C-1EA5-88B12B2D5146}"/>
                  </a:ext>
                </a:extLst>
              </p:cNvPr>
              <p:cNvSpPr/>
              <p:nvPr/>
            </p:nvSpPr>
            <p:spPr>
              <a:xfrm>
                <a:off x="571500" y="3438917"/>
                <a:ext cx="2105891" cy="720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E7F3385-B7D3-BBA2-3D0C-0195578C5978}"/>
                  </a:ext>
                </a:extLst>
              </p:cNvPr>
              <p:cNvSpPr txBox="1"/>
              <p:nvPr/>
            </p:nvSpPr>
            <p:spPr>
              <a:xfrm>
                <a:off x="571500" y="3519288"/>
                <a:ext cx="210105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안정적인 유동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-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소비 흐름을 실제 매출 확대로 전환하기 위한 체류형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, 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방문유도형 정책</a:t>
                </a:r>
                <a:endParaRPr lang="ko-KR" altLang="en-US" sz="1000" dirty="0"/>
              </a:p>
            </p:txBody>
          </p:sp>
        </p:grp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83E3240-1AED-3C5B-7F99-F4DF2D49DF59}"/>
                </a:ext>
              </a:extLst>
            </p:cNvPr>
            <p:cNvSpPr/>
            <p:nvPr/>
          </p:nvSpPr>
          <p:spPr>
            <a:xfrm>
              <a:off x="571499" y="3438917"/>
              <a:ext cx="1052945" cy="734413"/>
            </a:xfrm>
            <a:prstGeom prst="rect">
              <a:avLst/>
            </a:prstGeom>
            <a:solidFill>
              <a:srgbClr val="17A2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A96134E-EE58-9E88-CEEE-95DCA27E7F56}"/>
                </a:ext>
              </a:extLst>
            </p:cNvPr>
            <p:cNvSpPr txBox="1"/>
            <p:nvPr/>
          </p:nvSpPr>
          <p:spPr>
            <a:xfrm>
              <a:off x="566661" y="3667623"/>
              <a:ext cx="10399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잠재성장상권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DBFD69A-FDA1-2787-E4B4-B732B1B62E06}"/>
              </a:ext>
            </a:extLst>
          </p:cNvPr>
          <p:cNvGrpSpPr/>
          <p:nvPr/>
        </p:nvGrpSpPr>
        <p:grpSpPr>
          <a:xfrm>
            <a:off x="566661" y="4176330"/>
            <a:ext cx="8017201" cy="734413"/>
            <a:chOff x="571500" y="4290894"/>
            <a:chExt cx="8017201" cy="734413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F0DD9A4-CF08-3653-CB5E-B89A68C8674E}"/>
                </a:ext>
              </a:extLst>
            </p:cNvPr>
            <p:cNvSpPr/>
            <p:nvPr/>
          </p:nvSpPr>
          <p:spPr>
            <a:xfrm>
              <a:off x="571500" y="4290894"/>
              <a:ext cx="80172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899EAE8-7C83-EC4F-0086-E14F7B0DBAF8}"/>
                </a:ext>
              </a:extLst>
            </p:cNvPr>
            <p:cNvSpPr txBox="1"/>
            <p:nvPr/>
          </p:nvSpPr>
          <p:spPr>
            <a:xfrm>
              <a:off x="3729218" y="4303008"/>
              <a:ext cx="485948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우천 대응형 보행 인프라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지하철역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버스정류장 상권 연결 보행로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아케이드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공공우산 대여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근거리 생활소비 거점 강화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음식점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카페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생활서비스 등 일상형 소비서비스 접근성 강화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유동인구 소비전환 지원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역 출구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정류장 주변 지역쿠폰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상권 안내 사인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지역화폐 연계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latinLnBrk="1"/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공실 활용형 실내 소비거점 조성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: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빈점포를 팝업스토어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공유상점</a:t>
              </a:r>
              <a:r>
                <a:rPr lang="en-US" altLang="ko-KR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지역 체험공간 활용</a:t>
              </a:r>
              <a:endPara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86CBFCA0-050C-9D07-C40A-494B7216796B}"/>
                </a:ext>
              </a:extLst>
            </p:cNvPr>
            <p:cNvGrpSpPr/>
            <p:nvPr/>
          </p:nvGrpSpPr>
          <p:grpSpPr>
            <a:xfrm>
              <a:off x="1613649" y="4290894"/>
              <a:ext cx="2105891" cy="720000"/>
              <a:chOff x="571500" y="4290894"/>
              <a:chExt cx="2105891" cy="720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EA45A72E-E512-27DE-D495-594E7E8F1870}"/>
                  </a:ext>
                </a:extLst>
              </p:cNvPr>
              <p:cNvSpPr/>
              <p:nvPr/>
            </p:nvSpPr>
            <p:spPr>
              <a:xfrm>
                <a:off x="571500" y="4290894"/>
                <a:ext cx="2105891" cy="720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2A6FAC6-8694-345E-F419-DC832C512C50}"/>
                  </a:ext>
                </a:extLst>
              </p:cNvPr>
              <p:cNvSpPr txBox="1"/>
              <p:nvPr/>
            </p:nvSpPr>
            <p:spPr>
              <a:xfrm>
                <a:off x="571500" y="4371265"/>
                <a:ext cx="210105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강수 발생 시 소비 이탈 최소화</a:t>
                </a:r>
                <a:r>
                  <a:rPr lang="en-US" altLang="ko-KR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, </a:t>
                </a:r>
                <a:r>
                  <a:rPr lang="ko-KR" altLang="en-US" sz="1000" dirty="0"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유동인구가 지역소비로 전환될 수 있도록 생활권형 상권 기반 강화</a:t>
                </a:r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6F77BF9A-21A3-F2FB-BE47-8B4E708ECED9}"/>
                </a:ext>
              </a:extLst>
            </p:cNvPr>
            <p:cNvSpPr/>
            <p:nvPr/>
          </p:nvSpPr>
          <p:spPr>
            <a:xfrm>
              <a:off x="571500" y="4290894"/>
              <a:ext cx="1052945" cy="734413"/>
            </a:xfrm>
            <a:prstGeom prst="rect">
              <a:avLst/>
            </a:prstGeom>
            <a:solidFill>
              <a:srgbClr val="DC35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E15EF35-9024-72CC-A422-BDF0718A7153}"/>
                </a:ext>
              </a:extLst>
            </p:cNvPr>
            <p:cNvSpPr txBox="1"/>
            <p:nvPr/>
          </p:nvSpPr>
          <p:spPr>
            <a:xfrm>
              <a:off x="579660" y="4517024"/>
              <a:ext cx="10399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복합취약상권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715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83E8A6D-80FE-83C8-34EB-068B0DC84409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결론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EBC6EF-18C8-8DDA-B0E1-104F34A01573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결론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2FBF69-D9E9-09F3-7B33-4756C515A9FA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5B9FF7-9B9A-F3C8-F68B-9F5988430A19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3DB8FD-C788-E0A9-403F-D745B5B1C422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5E02D2A-B991-58E2-525D-D1BAB823FCD7}"/>
              </a:ext>
            </a:extLst>
          </p:cNvPr>
          <p:cNvSpPr txBox="1"/>
          <p:nvPr/>
        </p:nvSpPr>
        <p:spPr>
          <a:xfrm>
            <a:off x="1901606" y="1335740"/>
            <a:ext cx="534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유동인구 규모가 아닌 </a:t>
            </a:r>
            <a:r>
              <a:rPr lang="en-US" altLang="ko-KR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＇</a:t>
            </a:r>
            <a:r>
              <a:rPr lang="ko-KR" altLang="en-US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소비로 전환되는 구조</a:t>
            </a:r>
            <a:r>
              <a:rPr lang="en-US" altLang="ko-KR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＇</a:t>
            </a:r>
            <a:r>
              <a:rPr lang="ko-KR" altLang="en-US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를 진단</a:t>
            </a:r>
          </a:p>
        </p:txBody>
      </p:sp>
      <p:pic>
        <p:nvPicPr>
          <p:cNvPr id="9" name="그래픽 8" descr="닫힌 따옴표 단색으로 채워진">
            <a:extLst>
              <a:ext uri="{FF2B5EF4-FFF2-40B4-BE49-F238E27FC236}">
                <a16:creationId xmlns:a16="http://schemas.microsoft.com/office/drawing/2014/main" id="{2F8495E4-F679-3AC3-15E3-6856FCD90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393" y="1101740"/>
            <a:ext cx="468000" cy="468000"/>
          </a:xfrm>
          <a:prstGeom prst="rect">
            <a:avLst/>
          </a:prstGeom>
        </p:spPr>
      </p:pic>
      <p:pic>
        <p:nvPicPr>
          <p:cNvPr id="10" name="그래픽 9" descr="닫힌 따옴표 단색으로 채워진">
            <a:extLst>
              <a:ext uri="{FF2B5EF4-FFF2-40B4-BE49-F238E27FC236}">
                <a16:creationId xmlns:a16="http://schemas.microsoft.com/office/drawing/2014/main" id="{906E5470-FF4F-8FD0-C1AC-CBF5052A8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443600" y="1101740"/>
            <a:ext cx="468000" cy="4680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2E0E4E-ADB3-953B-A812-ACC7B854E7BD}"/>
              </a:ext>
            </a:extLst>
          </p:cNvPr>
          <p:cNvGrpSpPr/>
          <p:nvPr/>
        </p:nvGrpSpPr>
        <p:grpSpPr>
          <a:xfrm>
            <a:off x="571500" y="2015367"/>
            <a:ext cx="8001000" cy="900000"/>
            <a:chOff x="571500" y="2015367"/>
            <a:chExt cx="8001000" cy="900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B397772-D0F1-5F41-0F6B-1DE05291CFB0}"/>
                </a:ext>
              </a:extLst>
            </p:cNvPr>
            <p:cNvSpPr/>
            <p:nvPr/>
          </p:nvSpPr>
          <p:spPr>
            <a:xfrm>
              <a:off x="571500" y="2015367"/>
              <a:ext cx="8001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3438893-7954-59D8-7EBE-1F62E136DA4B}"/>
                </a:ext>
              </a:extLst>
            </p:cNvPr>
            <p:cNvSpPr/>
            <p:nvPr/>
          </p:nvSpPr>
          <p:spPr>
            <a:xfrm>
              <a:off x="571500" y="2015367"/>
              <a:ext cx="54000" cy="900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D9FD387-5DEA-0207-FA71-CB2E84E8D305}"/>
              </a:ext>
            </a:extLst>
          </p:cNvPr>
          <p:cNvGrpSpPr/>
          <p:nvPr/>
        </p:nvGrpSpPr>
        <p:grpSpPr>
          <a:xfrm>
            <a:off x="571500" y="4016314"/>
            <a:ext cx="8001000" cy="900000"/>
            <a:chOff x="571500" y="4016314"/>
            <a:chExt cx="8001000" cy="900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BA8C0B3-A69C-5410-2599-AAF8E6D722F4}"/>
                </a:ext>
              </a:extLst>
            </p:cNvPr>
            <p:cNvSpPr/>
            <p:nvPr/>
          </p:nvSpPr>
          <p:spPr>
            <a:xfrm>
              <a:off x="571500" y="4016314"/>
              <a:ext cx="8001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84F3AFF-F28A-60AF-769B-6D2F7AA6CC86}"/>
                </a:ext>
              </a:extLst>
            </p:cNvPr>
            <p:cNvSpPr/>
            <p:nvPr/>
          </p:nvSpPr>
          <p:spPr>
            <a:xfrm>
              <a:off x="571500" y="4016314"/>
              <a:ext cx="54000" cy="900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2198FD6-9B22-8A80-6F91-57758332B5BA}"/>
              </a:ext>
            </a:extLst>
          </p:cNvPr>
          <p:cNvGrpSpPr/>
          <p:nvPr/>
        </p:nvGrpSpPr>
        <p:grpSpPr>
          <a:xfrm>
            <a:off x="571500" y="3015841"/>
            <a:ext cx="8001000" cy="900000"/>
            <a:chOff x="571500" y="3015840"/>
            <a:chExt cx="8001000" cy="900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3E79682-86C0-4387-FF07-6D6286D26296}"/>
                </a:ext>
              </a:extLst>
            </p:cNvPr>
            <p:cNvSpPr/>
            <p:nvPr/>
          </p:nvSpPr>
          <p:spPr>
            <a:xfrm>
              <a:off x="571500" y="3015840"/>
              <a:ext cx="8001000" cy="9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DC5ECFB-4D01-4F04-7540-6344801B6AC8}"/>
                </a:ext>
              </a:extLst>
            </p:cNvPr>
            <p:cNvSpPr/>
            <p:nvPr/>
          </p:nvSpPr>
          <p:spPr>
            <a:xfrm>
              <a:off x="571500" y="3015840"/>
              <a:ext cx="54000" cy="9000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Shape 3">
            <a:extLst>
              <a:ext uri="{FF2B5EF4-FFF2-40B4-BE49-F238E27FC236}">
                <a16:creationId xmlns:a16="http://schemas.microsoft.com/office/drawing/2014/main" id="{A8356C5B-FE90-839D-5B4A-7090882EE526}"/>
              </a:ext>
            </a:extLst>
          </p:cNvPr>
          <p:cNvSpPr/>
          <p:nvPr/>
        </p:nvSpPr>
        <p:spPr>
          <a:xfrm>
            <a:off x="791793" y="2251055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4E12B7EA-BF0A-6126-40AC-F54177329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80" y="2379642"/>
            <a:ext cx="171450" cy="171450"/>
          </a:xfrm>
          <a:prstGeom prst="rect">
            <a:avLst/>
          </a:prstGeom>
        </p:spPr>
      </p:pic>
      <p:sp>
        <p:nvSpPr>
          <p:cNvPr id="22" name="Shape 8">
            <a:extLst>
              <a:ext uri="{FF2B5EF4-FFF2-40B4-BE49-F238E27FC236}">
                <a16:creationId xmlns:a16="http://schemas.microsoft.com/office/drawing/2014/main" id="{81F402CB-500D-EF86-051A-87D13681D6DB}"/>
              </a:ext>
            </a:extLst>
          </p:cNvPr>
          <p:cNvSpPr/>
          <p:nvPr/>
        </p:nvSpPr>
        <p:spPr>
          <a:xfrm>
            <a:off x="791793" y="3251529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005057B-CB49-4D40-8642-89F29339C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380" y="3380116"/>
            <a:ext cx="171450" cy="171450"/>
          </a:xfrm>
          <a:prstGeom prst="rect">
            <a:avLst/>
          </a:prstGeom>
        </p:spPr>
      </p:pic>
      <p:sp>
        <p:nvSpPr>
          <p:cNvPr id="24" name="Shape 13">
            <a:extLst>
              <a:ext uri="{FF2B5EF4-FFF2-40B4-BE49-F238E27FC236}">
                <a16:creationId xmlns:a16="http://schemas.microsoft.com/office/drawing/2014/main" id="{49E99079-2BDC-00F9-D1CB-D14F51FB7785}"/>
              </a:ext>
            </a:extLst>
          </p:cNvPr>
          <p:cNvSpPr/>
          <p:nvPr/>
        </p:nvSpPr>
        <p:spPr>
          <a:xfrm>
            <a:off x="791793" y="4252002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B1CEFE00-2127-06DF-4725-0337CC501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12" y="4380589"/>
            <a:ext cx="128588" cy="1714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B105F72-2460-21EA-6B93-1F5AA906B858}"/>
              </a:ext>
            </a:extLst>
          </p:cNvPr>
          <p:cNvSpPr txBox="1"/>
          <p:nvPr/>
        </p:nvSpPr>
        <p:spPr>
          <a:xfrm>
            <a:off x="1349004" y="2147244"/>
            <a:ext cx="7223495" cy="63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유동인구와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소비를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단순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규모가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아니라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,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소비전환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수준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(Residual)과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유동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–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소비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동조성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(Correlation)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으로</a:t>
            </a:r>
            <a:r>
              <a:rPr lang="en-US" altLang="ko-KR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altLang="ko-KR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재해석</a:t>
            </a:r>
            <a:endParaRPr lang="en-US" altLang="ko-KR" sz="16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4BE5212E-6129-6ABC-2B6D-CEF5CFB9DBE9}"/>
              </a:ext>
            </a:extLst>
          </p:cNvPr>
          <p:cNvSpPr/>
          <p:nvPr/>
        </p:nvSpPr>
        <p:spPr>
          <a:xfrm>
            <a:off x="1443600" y="3196119"/>
            <a:ext cx="7128900" cy="53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서울시 상권을 안정 / 잠재성장 / 흐름불안정 / 복합취약의 4가지 유형으로 분류하여 상권별 특성을 </a:t>
            </a:r>
            <a:r>
              <a:rPr lang="en-US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명확히</a:t>
            </a:r>
            <a:r>
              <a:rPr lang="en-US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규명</a:t>
            </a:r>
            <a:endParaRPr lang="en-US" sz="16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7ED1B14C-2200-7E0D-FD28-845EFD204632}"/>
              </a:ext>
            </a:extLst>
          </p:cNvPr>
          <p:cNvSpPr/>
          <p:nvPr/>
        </p:nvSpPr>
        <p:spPr>
          <a:xfrm>
            <a:off x="1349004" y="4196592"/>
            <a:ext cx="7000875" cy="53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Priority Score를 통해 정책 개입 우선지역을 도출하고, 강수 중심의 기후 대응 필요성을 </a:t>
            </a:r>
            <a:r>
              <a:rPr lang="en-US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데이터로</a:t>
            </a:r>
            <a:r>
              <a:rPr lang="en-US" sz="1600" b="1" dirty="0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 </a:t>
            </a:r>
            <a:r>
              <a:rPr lang="en-US" sz="1600" b="1" dirty="0" err="1">
                <a:solidFill>
                  <a:srgbClr val="21252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Open Sans SemiBold" pitchFamily="34" charset="-120"/>
              </a:rPr>
              <a:t>확인</a:t>
            </a:r>
            <a:endParaRPr lang="en-US" sz="16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357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EOUL, MY SOUL | 보그 코리아 (Vogue Korea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-4837" y="6204"/>
            <a:ext cx="9148837" cy="5137296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31A31B9-81FC-7C26-1764-456494A5056E}"/>
              </a:ext>
            </a:extLst>
          </p:cNvPr>
          <p:cNvSpPr/>
          <p:nvPr/>
        </p:nvSpPr>
        <p:spPr>
          <a:xfrm>
            <a:off x="571500" y="487976"/>
            <a:ext cx="8001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결론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8523F11-1625-9349-ED5C-9271159E362C}"/>
              </a:ext>
            </a:extLst>
          </p:cNvPr>
          <p:cNvSpPr/>
          <p:nvPr/>
        </p:nvSpPr>
        <p:spPr>
          <a:xfrm>
            <a:off x="571500" y="782656"/>
            <a:ext cx="7241005" cy="41229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2400" b="1" dirty="0">
                <a:solidFill>
                  <a:srgbClr val="1A3A5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Noto Sans KR Black" pitchFamily="34" charset="-120"/>
              </a:rPr>
              <a:t>기대효과 및 한계점</a:t>
            </a:r>
            <a:endParaRPr lang="en-US" sz="21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4600AD8-0F3F-59F7-DBA3-0832DC6D45DF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A123B6-E2D4-C128-C15D-E7FAB1764708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B1AB25-2C6E-D3B0-6A6E-8435181D4EA2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AC65AE-02C6-6231-2137-BA591ADF635D}"/>
              </a:ext>
            </a:extLst>
          </p:cNvPr>
          <p:cNvSpPr/>
          <p:nvPr/>
        </p:nvSpPr>
        <p:spPr>
          <a:xfrm>
            <a:off x="571500" y="1607240"/>
            <a:ext cx="8001000" cy="1440000"/>
          </a:xfrm>
          <a:prstGeom prst="rect">
            <a:avLst/>
          </a:prstGeom>
          <a:solidFill>
            <a:schemeClr val="bg1"/>
          </a:solidFill>
          <a:ln>
            <a:solidFill>
              <a:srgbClr val="675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36696F5-2A4D-88A3-8C91-BD7E7DB79E0D}"/>
              </a:ext>
            </a:extLst>
          </p:cNvPr>
          <p:cNvGrpSpPr/>
          <p:nvPr/>
        </p:nvGrpSpPr>
        <p:grpSpPr>
          <a:xfrm>
            <a:off x="571500" y="1194948"/>
            <a:ext cx="2340000" cy="276999"/>
            <a:chOff x="571500" y="1410286"/>
            <a:chExt cx="2340000" cy="27699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204C69A-965B-DAC0-F7B6-8716925F4A17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3DEA2D-4377-F100-5FC7-87121BA9F840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기대효과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1F9D64D-0098-217F-FBE7-9ED85D1DF791}"/>
              </a:ext>
            </a:extLst>
          </p:cNvPr>
          <p:cNvGrpSpPr/>
          <p:nvPr/>
        </p:nvGrpSpPr>
        <p:grpSpPr>
          <a:xfrm>
            <a:off x="573919" y="3192131"/>
            <a:ext cx="2340000" cy="276999"/>
            <a:chOff x="571500" y="1410286"/>
            <a:chExt cx="2340000" cy="27699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A3B78C-DF7A-B826-FC2D-BB2B14498A37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095126-A9E4-34C3-B15B-7EBBC634FCFC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한계점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585B9C-A463-9B58-4387-9F422F7D09EE}"/>
              </a:ext>
            </a:extLst>
          </p:cNvPr>
          <p:cNvSpPr/>
          <p:nvPr/>
        </p:nvSpPr>
        <p:spPr>
          <a:xfrm>
            <a:off x="571500" y="3615353"/>
            <a:ext cx="8001000" cy="1260000"/>
          </a:xfrm>
          <a:prstGeom prst="rect">
            <a:avLst/>
          </a:prstGeom>
          <a:solidFill>
            <a:schemeClr val="bg1"/>
          </a:solidFill>
          <a:ln>
            <a:solidFill>
              <a:srgbClr val="675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8549AB5-8B03-FD30-53ED-CA51CAB7F8DE}"/>
              </a:ext>
            </a:extLst>
          </p:cNvPr>
          <p:cNvCxnSpPr>
            <a:stCxn id="8" idx="0"/>
            <a:endCxn id="8" idx="2"/>
          </p:cNvCxnSpPr>
          <p:nvPr/>
        </p:nvCxnSpPr>
        <p:spPr>
          <a:xfrm>
            <a:off x="4572000" y="1607240"/>
            <a:ext cx="0" cy="1440000"/>
          </a:xfrm>
          <a:prstGeom prst="line">
            <a:avLst/>
          </a:prstGeom>
          <a:ln w="12700">
            <a:solidFill>
              <a:srgbClr val="6752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5743A8-4F1F-B865-9BEF-CA7D451AE754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571500" y="2327240"/>
            <a:ext cx="8001000" cy="0"/>
          </a:xfrm>
          <a:prstGeom prst="line">
            <a:avLst/>
          </a:prstGeom>
          <a:ln w="12700">
            <a:solidFill>
              <a:srgbClr val="6752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C838EE-5E1A-BDCE-C377-0D409913B88D}"/>
              </a:ext>
            </a:extLst>
          </p:cNvPr>
          <p:cNvSpPr txBox="1"/>
          <p:nvPr/>
        </p:nvSpPr>
        <p:spPr>
          <a:xfrm>
            <a:off x="1082828" y="1661995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소비 구조 차이 파악</a:t>
            </a: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1E48F5DE-F3CA-91BF-9162-C0737A888CC9}"/>
              </a:ext>
            </a:extLst>
          </p:cNvPr>
          <p:cNvSpPr/>
          <p:nvPr/>
        </p:nvSpPr>
        <p:spPr>
          <a:xfrm>
            <a:off x="654203" y="1755652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8910F904-75AC-53C9-9258-C9A06295F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74" y="1884239"/>
            <a:ext cx="192881" cy="171450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682C118E-3109-B002-B5E4-CFC79FAE2463}"/>
              </a:ext>
            </a:extLst>
          </p:cNvPr>
          <p:cNvSpPr/>
          <p:nvPr/>
        </p:nvSpPr>
        <p:spPr>
          <a:xfrm>
            <a:off x="1165530" y="1933801"/>
            <a:ext cx="3294105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유동인구 규모만으로 설명하기 어려운 지역별 소비 구조의 질적 차이를 명확히 파악할 수 있습니다.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CAD97C-B032-8EC8-9084-CEF83D04915D}"/>
              </a:ext>
            </a:extLst>
          </p:cNvPr>
          <p:cNvSpPr txBox="1"/>
          <p:nvPr/>
        </p:nvSpPr>
        <p:spPr>
          <a:xfrm>
            <a:off x="5112990" y="1656802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상권 유형화 프레임 제시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1480B8A-33CE-A1E7-00C2-B9C3B78E7287}"/>
              </a:ext>
            </a:extLst>
          </p:cNvPr>
          <p:cNvSpPr/>
          <p:nvPr/>
        </p:nvSpPr>
        <p:spPr>
          <a:xfrm>
            <a:off x="4684365" y="1754511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4FE290EF-0164-C80B-14EE-0A57E350C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36" y="1883098"/>
            <a:ext cx="192881" cy="171450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2C3A2284-1CD5-D106-2599-2DBAC2BF13C5}"/>
              </a:ext>
            </a:extLst>
          </p:cNvPr>
          <p:cNvSpPr/>
          <p:nvPr/>
        </p:nvSpPr>
        <p:spPr>
          <a:xfrm>
            <a:off x="5195693" y="1928608"/>
            <a:ext cx="3180080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소비전환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수준과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동조성을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활용한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새로운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유형화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프레임을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통해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체계적인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관리가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가능합니다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442DD21E-800E-0F4A-9C36-C2B47E6B6923}"/>
              </a:ext>
            </a:extLst>
          </p:cNvPr>
          <p:cNvSpPr/>
          <p:nvPr/>
        </p:nvSpPr>
        <p:spPr>
          <a:xfrm>
            <a:off x="4689683" y="1752266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FF94A906-726C-23DB-A53E-874B18331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270" y="1880853"/>
            <a:ext cx="171450" cy="171450"/>
          </a:xfrm>
          <a:prstGeom prst="rect">
            <a:avLst/>
          </a:prstGeom>
        </p:spPr>
      </p:pic>
      <p:sp>
        <p:nvSpPr>
          <p:cNvPr id="35" name="Shape 10">
            <a:extLst>
              <a:ext uri="{FF2B5EF4-FFF2-40B4-BE49-F238E27FC236}">
                <a16:creationId xmlns:a16="http://schemas.microsoft.com/office/drawing/2014/main" id="{979B0B1B-1E98-9D89-B633-D2CB9767BD07}"/>
              </a:ext>
            </a:extLst>
          </p:cNvPr>
          <p:cNvSpPr/>
          <p:nvPr/>
        </p:nvSpPr>
        <p:spPr>
          <a:xfrm>
            <a:off x="654203" y="2462209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10E4A951-8A78-3685-59F1-DBDD07D0E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74" y="2590796"/>
            <a:ext cx="171450" cy="17145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774C901-CA7D-61E3-A12A-BB9558ADF3B9}"/>
              </a:ext>
            </a:extLst>
          </p:cNvPr>
          <p:cNvSpPr txBox="1"/>
          <p:nvPr/>
        </p:nvSpPr>
        <p:spPr>
          <a:xfrm>
            <a:off x="1061395" y="2387188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기후 대응 전략 설계</a:t>
            </a: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51D1BD40-5ECE-BA89-E9BD-33EF79066B41}"/>
              </a:ext>
            </a:extLst>
          </p:cNvPr>
          <p:cNvSpPr/>
          <p:nvPr/>
        </p:nvSpPr>
        <p:spPr>
          <a:xfrm>
            <a:off x="1144097" y="2658994"/>
            <a:ext cx="3236491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강수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취약성에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대응한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지역별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맞춤형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관리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전략을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설계할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수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있는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실질적인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기반을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제공합니다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2D72C3-0948-4AAA-62F1-5DB851D2164A}"/>
              </a:ext>
            </a:extLst>
          </p:cNvPr>
          <p:cNvSpPr txBox="1"/>
          <p:nvPr/>
        </p:nvSpPr>
        <p:spPr>
          <a:xfrm>
            <a:off x="5118308" y="2387188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효율적 정책 수립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29689E06-0649-A9FD-7B32-BBDB527BF2DA}"/>
              </a:ext>
            </a:extLst>
          </p:cNvPr>
          <p:cNvSpPr/>
          <p:nvPr/>
        </p:nvSpPr>
        <p:spPr>
          <a:xfrm>
            <a:off x="5201011" y="2658994"/>
            <a:ext cx="3180080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정책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우선지역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도출을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통해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한정된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자원을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집중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투입함으로써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효율적인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지원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정책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수립이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가능합니다</a:t>
            </a:r>
            <a:r>
              <a:rPr lang="en-US" altLang="ko-KR" sz="900" dirty="0">
                <a:solidFill>
                  <a:srgbClr val="49505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8B482B6E-7AF3-07D1-B705-1CDA8D37765F}"/>
              </a:ext>
            </a:extLst>
          </p:cNvPr>
          <p:cNvSpPr/>
          <p:nvPr/>
        </p:nvSpPr>
        <p:spPr>
          <a:xfrm>
            <a:off x="4695080" y="2477477"/>
            <a:ext cx="428625" cy="428625"/>
          </a:xfrm>
          <a:prstGeom prst="ellipse">
            <a:avLst/>
          </a:prstGeom>
          <a:solidFill>
            <a:srgbClr val="E7F1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FA91720E-02E6-2A60-570B-B1EF8E5B5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667" y="2606064"/>
            <a:ext cx="171450" cy="171450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1FC9030-B030-4933-75DE-40CFDFB97760}"/>
              </a:ext>
            </a:extLst>
          </p:cNvPr>
          <p:cNvCxnSpPr>
            <a:cxnSpLocks/>
            <a:endCxn id="15" idx="3"/>
          </p:cNvCxnSpPr>
          <p:nvPr/>
        </p:nvCxnSpPr>
        <p:spPr>
          <a:xfrm>
            <a:off x="571500" y="4220308"/>
            <a:ext cx="8001000" cy="25045"/>
          </a:xfrm>
          <a:prstGeom prst="line">
            <a:avLst/>
          </a:prstGeom>
          <a:ln w="12700">
            <a:solidFill>
              <a:srgbClr val="6752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hape 3">
            <a:extLst>
              <a:ext uri="{FF2B5EF4-FFF2-40B4-BE49-F238E27FC236}">
                <a16:creationId xmlns:a16="http://schemas.microsoft.com/office/drawing/2014/main" id="{6A36E709-AAC4-2FF1-879C-A92EB05AC35A}"/>
              </a:ext>
            </a:extLst>
          </p:cNvPr>
          <p:cNvSpPr/>
          <p:nvPr/>
        </p:nvSpPr>
        <p:spPr>
          <a:xfrm>
            <a:off x="654203" y="3713107"/>
            <a:ext cx="428625" cy="428625"/>
          </a:xfrm>
          <a:prstGeom prst="ellipse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85DBC862-DD34-62DE-7C5B-EACD2D2564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074" y="3841694"/>
            <a:ext cx="192881" cy="171450"/>
          </a:xfrm>
          <a:prstGeom prst="rect">
            <a:avLst/>
          </a:prstGeom>
        </p:spPr>
      </p:pic>
      <p:sp>
        <p:nvSpPr>
          <p:cNvPr id="48" name="Shape 8">
            <a:extLst>
              <a:ext uri="{FF2B5EF4-FFF2-40B4-BE49-F238E27FC236}">
                <a16:creationId xmlns:a16="http://schemas.microsoft.com/office/drawing/2014/main" id="{F3BA0D31-BD8F-17DB-9023-343CFFFAE637}"/>
              </a:ext>
            </a:extLst>
          </p:cNvPr>
          <p:cNvSpPr/>
          <p:nvPr/>
        </p:nvSpPr>
        <p:spPr>
          <a:xfrm>
            <a:off x="654203" y="4318061"/>
            <a:ext cx="428625" cy="428625"/>
          </a:xfrm>
          <a:prstGeom prst="ellipse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35D9DDB9-9931-3320-3A87-0CA0DC116E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074" y="4446649"/>
            <a:ext cx="192881" cy="171450"/>
          </a:xfrm>
          <a:prstGeom prst="rect">
            <a:avLst/>
          </a:prstGeom>
        </p:spPr>
      </p:pic>
      <p:sp>
        <p:nvSpPr>
          <p:cNvPr id="50" name="Text 4">
            <a:extLst>
              <a:ext uri="{FF2B5EF4-FFF2-40B4-BE49-F238E27FC236}">
                <a16:creationId xmlns:a16="http://schemas.microsoft.com/office/drawing/2014/main" id="{96165D38-9F3A-1480-F1E0-24ED9840F81C}"/>
              </a:ext>
            </a:extLst>
          </p:cNvPr>
          <p:cNvSpPr/>
          <p:nvPr/>
        </p:nvSpPr>
        <p:spPr>
          <a:xfrm>
            <a:off x="1144098" y="3683475"/>
            <a:ext cx="69294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1. </a:t>
            </a:r>
            <a:r>
              <a:rPr lang="en-US" sz="1200" b="1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오프라인</a:t>
            </a:r>
            <a:r>
              <a:rPr lang="en-US" sz="12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카드소비 중심 분석의 한계</a:t>
            </a:r>
            <a:endParaRPr lang="en-US" sz="12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44B11C11-6A73-3F42-1B90-4198C85D6A37}"/>
              </a:ext>
            </a:extLst>
          </p:cNvPr>
          <p:cNvSpPr/>
          <p:nvPr/>
        </p:nvSpPr>
        <p:spPr>
          <a:xfrm>
            <a:off x="1165530" y="3854385"/>
            <a:ext cx="7042968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본 연구는 오프라인 카드소비 데이터를 중심으로 분석을 수행하였습니다. 따라서 기상 악화 시 발생하는 온라인 소비, 배달 소비 등 비대면 소비로의 전환 효과는 직접적으로 반영하지 못하였다는 한계가 있습니다.</a:t>
            </a:r>
            <a:endParaRPr lang="en-US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883902D5-FCB0-9BB0-CCDD-09C5E5C373C4}"/>
              </a:ext>
            </a:extLst>
          </p:cNvPr>
          <p:cNvSpPr/>
          <p:nvPr/>
        </p:nvSpPr>
        <p:spPr>
          <a:xfrm>
            <a:off x="1144098" y="4300346"/>
            <a:ext cx="69294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b="1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2. </a:t>
            </a:r>
            <a:r>
              <a:rPr lang="en-US" altLang="ko-KR" sz="1200" b="1" dirty="0" err="1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자치구</a:t>
            </a:r>
            <a:r>
              <a:rPr lang="en-US" altLang="ko-KR" sz="1200" b="1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</a:t>
            </a:r>
            <a:r>
              <a:rPr lang="en-US" altLang="ko-KR" sz="1200" b="1" dirty="0" err="1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단위</a:t>
            </a:r>
            <a:r>
              <a:rPr lang="en-US" altLang="ko-KR" sz="1200" b="1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</a:t>
            </a:r>
            <a:r>
              <a:rPr lang="en-US" altLang="ko-KR" sz="1200" b="1" dirty="0" err="1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분석의</a:t>
            </a:r>
            <a:r>
              <a:rPr lang="en-US" altLang="ko-KR" sz="1200" b="1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</a:t>
            </a:r>
            <a:r>
              <a:rPr lang="en-US" altLang="ko-KR" sz="1200" b="1" dirty="0" err="1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공간적</a:t>
            </a:r>
            <a:r>
              <a:rPr lang="en-US" altLang="ko-KR" sz="1200" b="1" dirty="0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 </a:t>
            </a:r>
            <a:r>
              <a:rPr lang="en-US" altLang="ko-KR" sz="1200" b="1" dirty="0" err="1">
                <a:solidFill>
                  <a:srgbClr val="49505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Montserrat Bold" pitchFamily="34" charset="-120"/>
              </a:rPr>
              <a:t>제약</a:t>
            </a:r>
            <a:endParaRPr lang="en-US" altLang="ko-KR" sz="12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413DCACA-AD4C-A874-E620-C4675F497D3C}"/>
              </a:ext>
            </a:extLst>
          </p:cNvPr>
          <p:cNvSpPr/>
          <p:nvPr/>
        </p:nvSpPr>
        <p:spPr>
          <a:xfrm>
            <a:off x="1165530" y="4471256"/>
            <a:ext cx="7042968" cy="342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데이터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가용성을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고려하여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자치구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단위로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분석을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진행하였습니다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이로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인해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같은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자치구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내에서도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나타날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수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있는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상권별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,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행정동별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세부적인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소비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특성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차이를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충분히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반영하지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 </a:t>
            </a:r>
            <a:r>
              <a:rPr lang="en-US" altLang="ko-KR" sz="900" dirty="0" err="1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못하였습니다</a:t>
            </a:r>
            <a:r>
              <a:rPr lang="en-US" altLang="ko-KR" sz="900" dirty="0">
                <a:solidFill>
                  <a:srgbClr val="6C757D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Open Sans" pitchFamily="34" charset="-120"/>
              </a:rPr>
              <a:t>.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186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7122561-B3FF-4459-D726-4AAF22B72770}"/>
              </a:ext>
            </a:extLst>
          </p:cNvPr>
          <p:cNvSpPr/>
          <p:nvPr/>
        </p:nvSpPr>
        <p:spPr>
          <a:xfrm>
            <a:off x="571500" y="487976"/>
            <a:ext cx="66663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000" b="1" dirty="0">
                <a:solidFill>
                  <a:srgbClr val="0056B3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Noto Sans KR Bold" pitchFamily="34" charset="-120"/>
              </a:rPr>
              <a:t>참고문헌</a:t>
            </a:r>
            <a:endParaRPr lang="en-US" sz="10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77AFBE-26B7-0D49-1F80-B98595CF585C}"/>
              </a:ext>
            </a:extLst>
          </p:cNvPr>
          <p:cNvGrpSpPr/>
          <p:nvPr/>
        </p:nvGrpSpPr>
        <p:grpSpPr>
          <a:xfrm>
            <a:off x="-4836" y="-4255"/>
            <a:ext cx="9148837" cy="200055"/>
            <a:chOff x="-4836" y="-4255"/>
            <a:chExt cx="9148837" cy="2000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C10C81-225D-10BE-87DC-FC69E70FAF12}"/>
                </a:ext>
              </a:extLst>
            </p:cNvPr>
            <p:cNvSpPr/>
            <p:nvPr/>
          </p:nvSpPr>
          <p:spPr>
            <a:xfrm>
              <a:off x="1" y="0"/>
              <a:ext cx="9144000" cy="180000"/>
            </a:xfrm>
            <a:prstGeom prst="rect">
              <a:avLst/>
            </a:prstGeom>
            <a:solidFill>
              <a:srgbClr val="6752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9788DC-B3B3-1A0E-1956-5F64EE208292}"/>
                </a:ext>
              </a:extLst>
            </p:cNvPr>
            <p:cNvSpPr txBox="1"/>
            <p:nvPr/>
          </p:nvSpPr>
          <p:spPr>
            <a:xfrm>
              <a:off x="-4836" y="-4255"/>
              <a:ext cx="383287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2026 </a:t>
              </a:r>
              <a:r>
                <a:rPr lang="ko-KR" altLang="en-US" sz="700" dirty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서울시 빅데이터 활용 경진대회 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339A0B-3190-7687-2822-F33A9EF69588}"/>
              </a:ext>
            </a:extLst>
          </p:cNvPr>
          <p:cNvGrpSpPr/>
          <p:nvPr/>
        </p:nvGrpSpPr>
        <p:grpSpPr>
          <a:xfrm>
            <a:off x="564505" y="772802"/>
            <a:ext cx="2340000" cy="276999"/>
            <a:chOff x="571500" y="1410286"/>
            <a:chExt cx="2340000" cy="276999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B10F480-DAD3-6E2E-C2D5-9B11D90DD0C7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66016B-3D55-15FB-315E-8004850A3789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활용 데이터 목록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0B80A59-A268-3A37-5060-5D41CC542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032444"/>
              </p:ext>
            </p:extLst>
          </p:nvPr>
        </p:nvGraphicFramePr>
        <p:xfrm>
          <a:off x="1911600" y="772764"/>
          <a:ext cx="6177221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0518">
                  <a:extLst>
                    <a:ext uri="{9D8B030D-6E8A-4147-A177-3AD203B41FA5}">
                      <a16:colId xmlns:a16="http://schemas.microsoft.com/office/drawing/2014/main" val="573808903"/>
                    </a:ext>
                  </a:extLst>
                </a:gridCol>
                <a:gridCol w="3306703">
                  <a:extLst>
                    <a:ext uri="{9D8B030D-6E8A-4147-A177-3AD203B41FA5}">
                      <a16:colId xmlns:a16="http://schemas.microsoft.com/office/drawing/2014/main" val="1246898519"/>
                    </a:ext>
                  </a:extLst>
                </a:gridCol>
              </a:tblGrid>
              <a:tr h="182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데 이 터 목 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출 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065717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B076.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행정동별 내국인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KT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생활이동 데이터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빅데이터 캠퍼스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8200469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B079.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서울시민의 업종별 카드소비 데이터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서울시 빅데이터 캠퍼스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0397495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폭염지점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2025,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일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 </a:t>
                      </a:r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기상자료개방포털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https://data.kma.go.kr/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3578560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한파지점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2025, 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일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 </a:t>
                      </a:r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기상자료개방포털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https://data.kma.go.kr/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8171032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강수량분석 기본 서울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(108) </a:t>
                      </a:r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일자료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2025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기상청 </a:t>
                      </a:r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기상자료개방포털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https://data.kma.go.kr/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0864483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한국은행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경제심리지수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공공데이터포털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https://www.data.go.kr/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9826615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서울특별시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소비자물가지수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공공데이터포털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https://www.data.go.kr/</a:t>
                      </a:r>
                      <a:endParaRPr lang="ko-KR" altLang="en-US" sz="8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693723"/>
                  </a:ext>
                </a:extLst>
              </a:tr>
              <a:tr h="1822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자치구별 행정구역 경계 데이터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서울 </a:t>
                      </a:r>
                      <a:r>
                        <a:rPr lang="ko-KR" altLang="en-US" sz="800" dirty="0" err="1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열린데이터광장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https://data.seoul.go.kr/</a:t>
                      </a:r>
                      <a:r>
                        <a:rPr lang="ko-KR" altLang="en-US" sz="8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321986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7E20D515-1C72-D2BB-267D-30C70BB631AF}"/>
              </a:ext>
            </a:extLst>
          </p:cNvPr>
          <p:cNvGrpSpPr/>
          <p:nvPr/>
        </p:nvGrpSpPr>
        <p:grpSpPr>
          <a:xfrm>
            <a:off x="564505" y="2845571"/>
            <a:ext cx="2340000" cy="276999"/>
            <a:chOff x="571500" y="1410286"/>
            <a:chExt cx="2340000" cy="27699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7583F4-96B8-5B1A-5A43-AB81D542135A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A545F9-AF15-F7A2-855F-5C61B3339E85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참고문헌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A341FEC-F545-A8D5-E099-FAA711362904}"/>
              </a:ext>
            </a:extLst>
          </p:cNvPr>
          <p:cNvGrpSpPr/>
          <p:nvPr/>
        </p:nvGrpSpPr>
        <p:grpSpPr>
          <a:xfrm>
            <a:off x="571500" y="4588948"/>
            <a:ext cx="2340000" cy="276999"/>
            <a:chOff x="571500" y="1410286"/>
            <a:chExt cx="2340000" cy="2769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6800880-C562-B5ED-F910-1A4A723CC7F1}"/>
                </a:ext>
              </a:extLst>
            </p:cNvPr>
            <p:cNvSpPr/>
            <p:nvPr/>
          </p:nvSpPr>
          <p:spPr>
            <a:xfrm>
              <a:off x="571500" y="1424354"/>
              <a:ext cx="54000" cy="252000"/>
            </a:xfrm>
            <a:prstGeom prst="rect">
              <a:avLst/>
            </a:prstGeom>
            <a:solidFill>
              <a:srgbClr val="1A3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F8A29F-8BFC-4C19-C5E8-52C7F09FC3C0}"/>
                </a:ext>
              </a:extLst>
            </p:cNvPr>
            <p:cNvSpPr txBox="1"/>
            <p:nvPr/>
          </p:nvSpPr>
          <p:spPr>
            <a:xfrm>
              <a:off x="625500" y="1410286"/>
              <a:ext cx="228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분석도구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5C9845F-3763-A788-1E14-71B7BD86C53D}"/>
              </a:ext>
            </a:extLst>
          </p:cNvPr>
          <p:cNvGrpSpPr/>
          <p:nvPr/>
        </p:nvGrpSpPr>
        <p:grpSpPr>
          <a:xfrm>
            <a:off x="1911600" y="4603016"/>
            <a:ext cx="2125828" cy="393086"/>
            <a:chOff x="3133877" y="4435572"/>
            <a:chExt cx="3233949" cy="538798"/>
          </a:xfrm>
        </p:grpSpPr>
        <p:pic>
          <p:nvPicPr>
            <p:cNvPr id="19" name="그림 18" descr="상징, 그래픽, 로고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3393410-746B-BDB6-C01E-959E67BFA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33" t="14571" r="14445" b="14286"/>
            <a:stretch>
              <a:fillRect/>
            </a:stretch>
          </p:blipFill>
          <p:spPr>
            <a:xfrm>
              <a:off x="3133877" y="4435572"/>
              <a:ext cx="683227" cy="538368"/>
            </a:xfrm>
            <a:prstGeom prst="rect">
              <a:avLst/>
            </a:prstGeom>
          </p:spPr>
        </p:pic>
        <p:pic>
          <p:nvPicPr>
            <p:cNvPr id="20" name="그림 19" descr="클립아트, 상징, 그래픽, 만화 영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390A2F0-AFE5-E2A9-0E97-8F6962F03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4664" y="4436002"/>
              <a:ext cx="444236" cy="53836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194600A-6E97-A642-277E-CEB699F91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9458" y="4435572"/>
              <a:ext cx="538368" cy="538368"/>
            </a:xfrm>
            <a:prstGeom prst="rect">
              <a:avLst/>
            </a:prstGeom>
          </p:spPr>
        </p:pic>
        <p:pic>
          <p:nvPicPr>
            <p:cNvPr id="22" name="그림 21" descr="그래픽, 폰트, 로고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5D9BF9D-EFCB-CFAB-66A0-78C9B4431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07" t="17667" r="13368" b="19355"/>
            <a:stretch>
              <a:fillRect/>
            </a:stretch>
          </p:blipFill>
          <p:spPr>
            <a:xfrm>
              <a:off x="4436460" y="4436002"/>
              <a:ext cx="1305438" cy="537938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12284DB-B065-859F-B09A-E4149078485F}"/>
              </a:ext>
            </a:extLst>
          </p:cNvPr>
          <p:cNvSpPr txBox="1"/>
          <p:nvPr/>
        </p:nvSpPr>
        <p:spPr>
          <a:xfrm>
            <a:off x="1911599" y="2845571"/>
            <a:ext cx="72324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조병수, &amp; 장수정. (2025).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고빈도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데이터를 통해 본, 날씨 및 요일의 소비 영향. 한국은행 BOK 이슈노트 제2025-29호.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김수지, 변지혜, &amp;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장기태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(2018). 시간에 따른 유동인구변화와 소비 업종 유사도 및 포화도 분석. 대한교통학회 학술발표회 논문집, 79, 발표자료.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Perdikaki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Kesavan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., &amp;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Swaminathan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(2012).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Effect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of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traffic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sales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and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conversion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rates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of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retail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stores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Manufacturing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&amp; Service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Operations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Management, 14(1), 145–162. https://doi.org/10.1287/msom.1110.0356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Martínez-de-Albéniz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., &amp;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Belkaid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(2021).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Here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comes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the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sun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Fashion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goods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retailing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under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weather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fluctuations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European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Journal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of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Operational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Research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294(2), 820–830. https://doi.org/10.1016/j.ejor.2020.01.064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Badorf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., &amp;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Hoberg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K. (2020). The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impact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of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daily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weather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retail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sales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empirical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study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brick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-and-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mortar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stores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Journal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of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Retailing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and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Consumer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Services, 52, 101921. https://doi.org/10.1016/j.jretconser.2019.101921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유현지. (2021). 코로나19와 서울시 골목상권의 매출액 영향요인에 관한 연구. 한국지역개발학회지, 33(3), 45–76. 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7"/>
              </a:rPr>
              <a:t>https://doi.org/10.22885/KRDA.2021.33.3.45</a:t>
            </a:r>
            <a:endParaRPr lang="en-US" altLang="ko-KR" sz="9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김병주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(2018). 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유동인구 빅데이터 기반 상권분석의 중요성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i="1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이코노믹포스트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8"/>
              </a:rPr>
              <a:t>이코노믹포스트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8"/>
              </a:rPr>
              <a:t> 기사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박성규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(2017). 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날씨 따라 달라지는 소비 패턴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…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유통업계 기상마케팅 활발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i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서울경제</a:t>
            </a:r>
            <a:r>
              <a:rPr lang="en-US" altLang="ko-KR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9"/>
              </a:rPr>
              <a:t>서울경제 기사</a:t>
            </a:r>
            <a:r>
              <a:rPr lang="ko-KR" altLang="en-US" sz="9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148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2655</Words>
  <Application>Microsoft Office PowerPoint</Application>
  <PresentationFormat>화면 슬라이드 쇼(16:9)</PresentationFormat>
  <Paragraphs>445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나눔스퀘어라운드 Bold</vt:lpstr>
      <vt:lpstr>나눔스퀘어라운드 Regular</vt:lpstr>
      <vt:lpstr>Cambria Math</vt:lpstr>
      <vt:lpstr>나눔스퀘어라운드 ExtraBold</vt:lpstr>
      <vt:lpstr>맑은 고딕</vt:lpstr>
      <vt:lpstr>Noto Sans KR</vt:lpstr>
      <vt:lpstr>Arial</vt:lpstr>
      <vt:lpstr>나눔스퀘어라운드 Light</vt:lpstr>
      <vt:lpstr>Open Sans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김수림</cp:lastModifiedBy>
  <cp:revision>55</cp:revision>
  <dcterms:created xsi:type="dcterms:W3CDTF">2026-05-11T16:37:00Z</dcterms:created>
  <dcterms:modified xsi:type="dcterms:W3CDTF">2026-05-13T08:28:50Z</dcterms:modified>
</cp:coreProperties>
</file>